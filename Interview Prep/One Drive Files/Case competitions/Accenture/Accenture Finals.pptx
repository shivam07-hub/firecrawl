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lsm" ContentType="application/vnd.ms-excel.sheet.macroEnabled.12"/>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notesSlides/notesSlide2.xml" ContentType="application/vnd.openxmlformats-officedocument.presentationml.notesSlide+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notesSlides/notesSlide3.xml" ContentType="application/vnd.openxmlformats-officedocument.presentationml.notesSlide+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notesSlides/notesSlide4.xml" ContentType="application/vnd.openxmlformats-officedocument.presentationml.notesSlide+xml"/>
  <Override PartName="/ppt/notesSlides/notesSlide5.xml" ContentType="application/vnd.openxmlformats-officedocument.presentationml.notesSlide+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notesSlides/notesSlide6.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drawings/drawing1.xml" ContentType="application/vnd.openxmlformats-officedocument.drawingml.chartshapes+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7.xml" ContentType="application/vnd.openxmlformats-officedocument.presentationml.notesSlide+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notesSlides/notesSlide8.xml" ContentType="application/vnd.openxmlformats-officedocument.presentationml.notesSlide+xml"/>
  <Override PartName="/ppt/tags/tag21.xml" ContentType="application/vnd.openxmlformats-officedocument.presentationml.tags+xml"/>
  <Override PartName="/ppt/tags/tag22.xml" ContentType="application/vnd.openxmlformats-officedocument.presentationml.tags+xml"/>
  <Override PartName="/ppt/notesSlides/notesSlide9.xml" ContentType="application/vnd.openxmlformats-officedocument.presentationml.notesSlide+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tags/tag27.xml" ContentType="application/vnd.openxmlformats-officedocument.presentationml.tags+xml"/>
  <Override PartName="/ppt/charts/chart12.xml" ContentType="application/vnd.openxmlformats-officedocument.drawingml.chart+xml"/>
  <Override PartName="/ppt/charts/chart13.xml" ContentType="application/vnd.openxmlformats-officedocument.drawingml.chart+xml"/>
  <Override PartName="/ppt/charts/style12.xml" ContentType="application/vnd.ms-office.chartstyle+xml"/>
  <Override PartName="/ppt/charts/colors12.xml" ContentType="application/vnd.ms-office.chartcolorstyle+xml"/>
  <Override PartName="/ppt/drawings/drawing2.xml" ContentType="application/vnd.openxmlformats-officedocument.drawingml.chartshapes+xml"/>
  <Override PartName="/ppt/charts/chart14.xml" ContentType="application/vnd.openxmlformats-officedocument.drawingml.chart+xml"/>
  <Override PartName="/ppt/charts/style13.xml" ContentType="application/vnd.ms-office.chartstyle+xml"/>
  <Override PartName="/ppt/charts/colors13.xml" ContentType="application/vnd.ms-office.chartcolorstyle+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notesSlides/notesSlide23.xml" ContentType="application/vnd.openxmlformats-officedocument.presentationml.notesSlide+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charts/chart15.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16.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17.xml" ContentType="application/vnd.openxmlformats-officedocument.drawingml.chart+xml"/>
  <Override PartName="/ppt/charts/style16.xml" ContentType="application/vnd.ms-office.chartstyle+xml"/>
  <Override PartName="/ppt/charts/colors16.xml" ContentType="application/vnd.ms-office.chartcolorstyle+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notesSlides/notesSlide24.xml" ContentType="application/vnd.openxmlformats-officedocument.presentationml.notesSlide+xml"/>
  <Override PartName="/ppt/charts/chart18.xml" ContentType="application/vnd.openxmlformats-officedocument.drawingml.chart+xml"/>
  <Override PartName="/ppt/charts/style17.xml" ContentType="application/vnd.ms-office.chartstyle+xml"/>
  <Override PartName="/ppt/charts/colors17.xml" ContentType="application/vnd.ms-office.chartcolorstyle+xml"/>
  <Override PartName="/ppt/notesSlides/notesSlide25.xml" ContentType="application/vnd.openxmlformats-officedocument.presentationml.notesSlide+xml"/>
  <Override PartName="/ppt/charts/chart19.xml" ContentType="application/vnd.openxmlformats-officedocument.drawingml.chart+xml"/>
  <Override PartName="/ppt/charts/style18.xml" ContentType="application/vnd.ms-office.chartstyle+xml"/>
  <Override PartName="/ppt/charts/colors18.xml" ContentType="application/vnd.ms-office.chartcolorstyle+xml"/>
  <Override PartName="/ppt/drawings/drawing3.xml" ContentType="application/vnd.openxmlformats-officedocument.drawingml.chartshapes+xml"/>
  <Override PartName="/ppt/charts/chart20.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21.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22.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23.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24.xml" ContentType="application/vnd.openxmlformats-officedocument.drawingml.chart+xml"/>
  <Override PartName="/ppt/charts/style23.xml" ContentType="application/vnd.ms-office.chartstyle+xml"/>
  <Override PartName="/ppt/charts/colors23.xml" ContentType="application/vnd.ms-office.chartcolorstyl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48"/>
  </p:notesMasterIdLst>
  <p:sldIdLst>
    <p:sldId id="305" r:id="rId2"/>
    <p:sldId id="961" r:id="rId3"/>
    <p:sldId id="338" r:id="rId4"/>
    <p:sldId id="967" r:id="rId5"/>
    <p:sldId id="971" r:id="rId6"/>
    <p:sldId id="963" r:id="rId7"/>
    <p:sldId id="340" r:id="rId8"/>
    <p:sldId id="955" r:id="rId9"/>
    <p:sldId id="318" r:id="rId10"/>
    <p:sldId id="965" r:id="rId11"/>
    <p:sldId id="970" r:id="rId12"/>
    <p:sldId id="341" r:id="rId13"/>
    <p:sldId id="352" r:id="rId14"/>
    <p:sldId id="719" r:id="rId15"/>
    <p:sldId id="945" r:id="rId16"/>
    <p:sldId id="773" r:id="rId17"/>
    <p:sldId id="774" r:id="rId18"/>
    <p:sldId id="258" r:id="rId19"/>
    <p:sldId id="319" r:id="rId20"/>
    <p:sldId id="343" r:id="rId21"/>
    <p:sldId id="345" r:id="rId22"/>
    <p:sldId id="314" r:id="rId23"/>
    <p:sldId id="329" r:id="rId24"/>
    <p:sldId id="321" r:id="rId25"/>
    <p:sldId id="335" r:id="rId26"/>
    <p:sldId id="355" r:id="rId27"/>
    <p:sldId id="288" r:id="rId28"/>
    <p:sldId id="289" r:id="rId29"/>
    <p:sldId id="290" r:id="rId30"/>
    <p:sldId id="292" r:id="rId31"/>
    <p:sldId id="293" r:id="rId32"/>
    <p:sldId id="294" r:id="rId33"/>
    <p:sldId id="295" r:id="rId34"/>
    <p:sldId id="296" r:id="rId35"/>
    <p:sldId id="297" r:id="rId36"/>
    <p:sldId id="298" r:id="rId37"/>
    <p:sldId id="299" r:id="rId38"/>
    <p:sldId id="300" r:id="rId39"/>
    <p:sldId id="949" r:id="rId40"/>
    <p:sldId id="950" r:id="rId41"/>
    <p:sldId id="960" r:id="rId42"/>
    <p:sldId id="959" r:id="rId43"/>
    <p:sldId id="958" r:id="rId44"/>
    <p:sldId id="337" r:id="rId45"/>
    <p:sldId id="966" r:id="rId46"/>
    <p:sldId id="342" r:id="rId47"/>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CFD3BDB9-8D6F-704A-A6A2-1698E4C68D64}">
          <p14:sldIdLst>
            <p14:sldId id="305"/>
            <p14:sldId id="961"/>
            <p14:sldId id="338"/>
            <p14:sldId id="967"/>
            <p14:sldId id="971"/>
            <p14:sldId id="963"/>
            <p14:sldId id="340"/>
            <p14:sldId id="955"/>
            <p14:sldId id="318"/>
            <p14:sldId id="965"/>
            <p14:sldId id="970"/>
            <p14:sldId id="341"/>
            <p14:sldId id="352"/>
          </p14:sldIdLst>
        </p14:section>
        <p14:section name="Data Dumps" id="{D8E37EF1-2258-E14B-81B6-178D5BF01758}">
          <p14:sldIdLst>
            <p14:sldId id="719"/>
            <p14:sldId id="945"/>
            <p14:sldId id="773"/>
            <p14:sldId id="774"/>
            <p14:sldId id="258"/>
            <p14:sldId id="319"/>
            <p14:sldId id="343"/>
            <p14:sldId id="345"/>
          </p14:sldIdLst>
        </p14:section>
        <p14:section name="Prev Slides" id="{0B7BC34D-0843-F444-8982-BA77A37EBD31}">
          <p14:sldIdLst>
            <p14:sldId id="314"/>
            <p14:sldId id="329"/>
            <p14:sldId id="321"/>
            <p14:sldId id="335"/>
            <p14:sldId id="355"/>
            <p14:sldId id="288"/>
            <p14:sldId id="289"/>
            <p14:sldId id="290"/>
            <p14:sldId id="292"/>
            <p14:sldId id="293"/>
            <p14:sldId id="294"/>
            <p14:sldId id="295"/>
            <p14:sldId id="296"/>
            <p14:sldId id="297"/>
            <p14:sldId id="298"/>
            <p14:sldId id="299"/>
            <p14:sldId id="300"/>
            <p14:sldId id="949"/>
            <p14:sldId id="950"/>
            <p14:sldId id="960"/>
            <p14:sldId id="959"/>
            <p14:sldId id="958"/>
            <p14:sldId id="337"/>
            <p14:sldId id="966"/>
            <p14:sldId id="342"/>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4472C4"/>
    <a:srgbClr val="3960A7"/>
    <a:srgbClr val="009193"/>
    <a:srgbClr val="278A00"/>
    <a:srgbClr val="00B666"/>
    <a:srgbClr val="582BD0"/>
    <a:srgbClr val="247500"/>
    <a:srgbClr val="00AD7F"/>
    <a:srgbClr val="2F5597"/>
    <a:srgbClr val="009051"/>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D51D197D-1220-4F81-874F-F494C6C05254}" v="12" dt="2023-09-20T20:56:24.003"/>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59" d="100"/>
          <a:sy n="59" d="100"/>
        </p:scale>
        <p:origin x="921" y="4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viewProps" Target="viewProp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microsoft.com/office/2016/11/relationships/changesInfo" Target="changesInfos/changesInfo1.xml"/><Relationship Id="rId5" Type="http://schemas.openxmlformats.org/officeDocument/2006/relationships/slide" Target="slides/slide4.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notesMaster" Target="notesMasters/notesMaster1.xml"/><Relationship Id="rId8" Type="http://schemas.openxmlformats.org/officeDocument/2006/relationships/slide" Target="slides/slide7.xml"/><Relationship Id="rId51" Type="http://schemas.openxmlformats.org/officeDocument/2006/relationships/theme" Target="theme/theme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20" Type="http://schemas.openxmlformats.org/officeDocument/2006/relationships/slide" Target="slides/slide19.xml"/><Relationship Id="rId41" Type="http://schemas.openxmlformats.org/officeDocument/2006/relationships/slide" Target="slides/slide40.xml"/><Relationship Id="rId54" Type="http://schemas.microsoft.com/office/2015/10/relationships/revisionInfo" Target="revisionInfo.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presProps" Target="presProp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SHIVAM PATHAK" userId="98657f1d-a575-4ed8-ae6e-c7768e70acff" providerId="ADAL" clId="{D51D197D-1220-4F81-874F-F494C6C05254}"/>
    <pc:docChg chg="undo custSel modSld">
      <pc:chgData name="SHIVAM PATHAK" userId="98657f1d-a575-4ed8-ae6e-c7768e70acff" providerId="ADAL" clId="{D51D197D-1220-4F81-874F-F494C6C05254}" dt="2023-09-20T20:56:48.414" v="1217" actId="20577"/>
      <pc:docMkLst>
        <pc:docMk/>
      </pc:docMkLst>
      <pc:sldChg chg="modSp mod">
        <pc:chgData name="SHIVAM PATHAK" userId="98657f1d-a575-4ed8-ae6e-c7768e70acff" providerId="ADAL" clId="{D51D197D-1220-4F81-874F-F494C6C05254}" dt="2023-09-20T20:50:08.532" v="1097" actId="1076"/>
        <pc:sldMkLst>
          <pc:docMk/>
          <pc:sldMk cId="3745749011" sldId="342"/>
        </pc:sldMkLst>
        <pc:spChg chg="mod">
          <ac:chgData name="SHIVAM PATHAK" userId="98657f1d-a575-4ed8-ae6e-c7768e70acff" providerId="ADAL" clId="{D51D197D-1220-4F81-874F-F494C6C05254}" dt="2023-09-20T20:50:08.532" v="1097" actId="1076"/>
          <ac:spMkLst>
            <pc:docMk/>
            <pc:sldMk cId="3745749011" sldId="342"/>
            <ac:spMk id="36" creationId="{ABEBF4B1-8BBF-F151-E58E-3958F3436F67}"/>
          </ac:spMkLst>
        </pc:spChg>
      </pc:sldChg>
      <pc:sldChg chg="addSp delSp modSp mod">
        <pc:chgData name="SHIVAM PATHAK" userId="98657f1d-a575-4ed8-ae6e-c7768e70acff" providerId="ADAL" clId="{D51D197D-1220-4F81-874F-F494C6C05254}" dt="2023-09-20T20:56:48.414" v="1217" actId="20577"/>
        <pc:sldMkLst>
          <pc:docMk/>
          <pc:sldMk cId="1246868045" sldId="970"/>
        </pc:sldMkLst>
        <pc:spChg chg="mod">
          <ac:chgData name="SHIVAM PATHAK" userId="98657f1d-a575-4ed8-ae6e-c7768e70acff" providerId="ADAL" clId="{D51D197D-1220-4F81-874F-F494C6C05254}" dt="2023-09-20T20:32:52.871" v="481" actId="14100"/>
          <ac:spMkLst>
            <pc:docMk/>
            <pc:sldMk cId="1246868045" sldId="970"/>
            <ac:spMk id="10" creationId="{7DA5041E-F112-2846-8F9E-3DB86AD3E736}"/>
          </ac:spMkLst>
        </pc:spChg>
        <pc:spChg chg="mod">
          <ac:chgData name="SHIVAM PATHAK" userId="98657f1d-a575-4ed8-ae6e-c7768e70acff" providerId="ADAL" clId="{D51D197D-1220-4F81-874F-F494C6C05254}" dt="2023-09-20T20:52:03.069" v="1186" actId="20577"/>
          <ac:spMkLst>
            <pc:docMk/>
            <pc:sldMk cId="1246868045" sldId="970"/>
            <ac:spMk id="13" creationId="{503053CF-90B0-8801-BE2F-82A292EE1C8F}"/>
          </ac:spMkLst>
        </pc:spChg>
        <pc:spChg chg="add del mod">
          <ac:chgData name="SHIVAM PATHAK" userId="98657f1d-a575-4ed8-ae6e-c7768e70acff" providerId="ADAL" clId="{D51D197D-1220-4F81-874F-F494C6C05254}" dt="2023-09-20T20:40:58.896" v="772" actId="478"/>
          <ac:spMkLst>
            <pc:docMk/>
            <pc:sldMk cId="1246868045" sldId="970"/>
            <ac:spMk id="14" creationId="{7C00CB88-3843-BD4B-AB23-1D1D80D4704B}"/>
          </ac:spMkLst>
        </pc:spChg>
        <pc:spChg chg="add mod">
          <ac:chgData name="SHIVAM PATHAK" userId="98657f1d-a575-4ed8-ae6e-c7768e70acff" providerId="ADAL" clId="{D51D197D-1220-4F81-874F-F494C6C05254}" dt="2023-09-20T20:41:07.492" v="773" actId="14100"/>
          <ac:spMkLst>
            <pc:docMk/>
            <pc:sldMk cId="1246868045" sldId="970"/>
            <ac:spMk id="15" creationId="{DCE858B4-3A29-FCBB-03D4-060DF20A1FB1}"/>
          </ac:spMkLst>
        </pc:spChg>
        <pc:spChg chg="add mod">
          <ac:chgData name="SHIVAM PATHAK" userId="98657f1d-a575-4ed8-ae6e-c7768e70acff" providerId="ADAL" clId="{D51D197D-1220-4F81-874F-F494C6C05254}" dt="2023-09-20T20:47:13.541" v="1026" actId="14100"/>
          <ac:spMkLst>
            <pc:docMk/>
            <pc:sldMk cId="1246868045" sldId="970"/>
            <ac:spMk id="16" creationId="{2E05E369-0007-097E-7567-692055181E6F}"/>
          </ac:spMkLst>
        </pc:spChg>
        <pc:spChg chg="add mod">
          <ac:chgData name="SHIVAM PATHAK" userId="98657f1d-a575-4ed8-ae6e-c7768e70acff" providerId="ADAL" clId="{D51D197D-1220-4F81-874F-F494C6C05254}" dt="2023-09-20T20:48:34.484" v="1045" actId="1076"/>
          <ac:spMkLst>
            <pc:docMk/>
            <pc:sldMk cId="1246868045" sldId="970"/>
            <ac:spMk id="18" creationId="{00B4D893-223E-9524-615F-4009B8B6359C}"/>
          </ac:spMkLst>
        </pc:spChg>
        <pc:spChg chg="add mod">
          <ac:chgData name="SHIVAM PATHAK" userId="98657f1d-a575-4ed8-ae6e-c7768e70acff" providerId="ADAL" clId="{D51D197D-1220-4F81-874F-F494C6C05254}" dt="2023-09-20T20:51:36.262" v="1159" actId="1036"/>
          <ac:spMkLst>
            <pc:docMk/>
            <pc:sldMk cId="1246868045" sldId="970"/>
            <ac:spMk id="20" creationId="{AE5DC294-F139-5238-113C-920921C0BBCA}"/>
          </ac:spMkLst>
        </pc:spChg>
        <pc:spChg chg="add mod">
          <ac:chgData name="SHIVAM PATHAK" userId="98657f1d-a575-4ed8-ae6e-c7768e70acff" providerId="ADAL" clId="{D51D197D-1220-4F81-874F-F494C6C05254}" dt="2023-09-20T20:50:43.982" v="1099" actId="1076"/>
          <ac:spMkLst>
            <pc:docMk/>
            <pc:sldMk cId="1246868045" sldId="970"/>
            <ac:spMk id="21" creationId="{975EDEAC-529D-67B9-719B-A66FE78F6388}"/>
          </ac:spMkLst>
        </pc:spChg>
        <pc:spChg chg="add mod">
          <ac:chgData name="SHIVAM PATHAK" userId="98657f1d-a575-4ed8-ae6e-c7768e70acff" providerId="ADAL" clId="{D51D197D-1220-4F81-874F-F494C6C05254}" dt="2023-09-20T20:50:43.982" v="1099" actId="1076"/>
          <ac:spMkLst>
            <pc:docMk/>
            <pc:sldMk cId="1246868045" sldId="970"/>
            <ac:spMk id="22" creationId="{5621C237-DE23-EBDB-82B6-AB6C4D7ADAD6}"/>
          </ac:spMkLst>
        </pc:spChg>
        <pc:spChg chg="add mod">
          <ac:chgData name="SHIVAM PATHAK" userId="98657f1d-a575-4ed8-ae6e-c7768e70acff" providerId="ADAL" clId="{D51D197D-1220-4F81-874F-F494C6C05254}" dt="2023-09-20T20:51:41.341" v="1173" actId="1037"/>
          <ac:spMkLst>
            <pc:docMk/>
            <pc:sldMk cId="1246868045" sldId="970"/>
            <ac:spMk id="23" creationId="{9337E883-0130-73C0-362D-6AAEE75AFF5D}"/>
          </ac:spMkLst>
        </pc:spChg>
        <pc:spChg chg="add mod">
          <ac:chgData name="SHIVAM PATHAK" userId="98657f1d-a575-4ed8-ae6e-c7768e70acff" providerId="ADAL" clId="{D51D197D-1220-4F81-874F-F494C6C05254}" dt="2023-09-20T20:50:43.982" v="1099" actId="1076"/>
          <ac:spMkLst>
            <pc:docMk/>
            <pc:sldMk cId="1246868045" sldId="970"/>
            <ac:spMk id="24" creationId="{97BE6719-2425-BFC2-2A5F-A56551DDDBA5}"/>
          </ac:spMkLst>
        </pc:spChg>
        <pc:spChg chg="add mod">
          <ac:chgData name="SHIVAM PATHAK" userId="98657f1d-a575-4ed8-ae6e-c7768e70acff" providerId="ADAL" clId="{D51D197D-1220-4F81-874F-F494C6C05254}" dt="2023-09-20T20:50:43.982" v="1099" actId="1076"/>
          <ac:spMkLst>
            <pc:docMk/>
            <pc:sldMk cId="1246868045" sldId="970"/>
            <ac:spMk id="25" creationId="{2CED7F2A-09CC-D933-1B81-E51E9BA52E84}"/>
          </ac:spMkLst>
        </pc:spChg>
        <pc:spChg chg="add mod">
          <ac:chgData name="SHIVAM PATHAK" userId="98657f1d-a575-4ed8-ae6e-c7768e70acff" providerId="ADAL" clId="{D51D197D-1220-4F81-874F-F494C6C05254}" dt="2023-09-20T20:51:49.686" v="1184" actId="20577"/>
          <ac:spMkLst>
            <pc:docMk/>
            <pc:sldMk cId="1246868045" sldId="970"/>
            <ac:spMk id="26" creationId="{178DEE5B-316C-390C-73AD-5FEF306458A0}"/>
          </ac:spMkLst>
        </pc:spChg>
        <pc:spChg chg="mod">
          <ac:chgData name="SHIVAM PATHAK" userId="98657f1d-a575-4ed8-ae6e-c7768e70acff" providerId="ADAL" clId="{D51D197D-1220-4F81-874F-F494C6C05254}" dt="2023-09-20T20:52:34.863" v="1189" actId="1076"/>
          <ac:spMkLst>
            <pc:docMk/>
            <pc:sldMk cId="1246868045" sldId="970"/>
            <ac:spMk id="28" creationId="{0B215639-5424-1FC4-E864-59966753BE3D}"/>
          </ac:spMkLst>
        </pc:spChg>
        <pc:spChg chg="mod">
          <ac:chgData name="SHIVAM PATHAK" userId="98657f1d-a575-4ed8-ae6e-c7768e70acff" providerId="ADAL" clId="{D51D197D-1220-4F81-874F-F494C6C05254}" dt="2023-09-20T20:52:34.863" v="1189" actId="1076"/>
          <ac:spMkLst>
            <pc:docMk/>
            <pc:sldMk cId="1246868045" sldId="970"/>
            <ac:spMk id="29" creationId="{ADFBEE03-9E3D-C124-FDCF-4963EAC35413}"/>
          </ac:spMkLst>
        </pc:spChg>
        <pc:spChg chg="add mod">
          <ac:chgData name="SHIVAM PATHAK" userId="98657f1d-a575-4ed8-ae6e-c7768e70acff" providerId="ADAL" clId="{D51D197D-1220-4F81-874F-F494C6C05254}" dt="2023-09-20T20:56:48.414" v="1217" actId="20577"/>
          <ac:spMkLst>
            <pc:docMk/>
            <pc:sldMk cId="1246868045" sldId="970"/>
            <ac:spMk id="30" creationId="{DEDF2F11-6381-005D-D1FE-0B3FAE2F1E03}"/>
          </ac:spMkLst>
        </pc:spChg>
        <pc:spChg chg="mod">
          <ac:chgData name="SHIVAM PATHAK" userId="98657f1d-a575-4ed8-ae6e-c7768e70acff" providerId="ADAL" clId="{D51D197D-1220-4F81-874F-F494C6C05254}" dt="2023-09-20T20:56:36.284" v="1199" actId="20577"/>
          <ac:spMkLst>
            <pc:docMk/>
            <pc:sldMk cId="1246868045" sldId="970"/>
            <ac:spMk id="68" creationId="{9F3D062A-ADE7-AA57-A1A6-0349220DA941}"/>
          </ac:spMkLst>
        </pc:spChg>
        <pc:spChg chg="mod">
          <ac:chgData name="SHIVAM PATHAK" userId="98657f1d-a575-4ed8-ae6e-c7768e70acff" providerId="ADAL" clId="{D51D197D-1220-4F81-874F-F494C6C05254}" dt="2023-09-20T20:56:05.086" v="1191" actId="404"/>
          <ac:spMkLst>
            <pc:docMk/>
            <pc:sldMk cId="1246868045" sldId="970"/>
            <ac:spMk id="71" creationId="{A4972F32-5C31-FBF6-5399-979422AA5186}"/>
          </ac:spMkLst>
        </pc:spChg>
        <pc:spChg chg="mod topLvl">
          <ac:chgData name="SHIVAM PATHAK" userId="98657f1d-a575-4ed8-ae6e-c7768e70acff" providerId="ADAL" clId="{D51D197D-1220-4F81-874F-F494C6C05254}" dt="2023-09-20T20:49:13.736" v="1096" actId="114"/>
          <ac:spMkLst>
            <pc:docMk/>
            <pc:sldMk cId="1246868045" sldId="970"/>
            <ac:spMk id="73" creationId="{82E7589F-9EB3-910B-0770-BDA9023FBCF2}"/>
          </ac:spMkLst>
        </pc:spChg>
        <pc:spChg chg="mod topLvl">
          <ac:chgData name="SHIVAM PATHAK" userId="98657f1d-a575-4ed8-ae6e-c7768e70acff" providerId="ADAL" clId="{D51D197D-1220-4F81-874F-F494C6C05254}" dt="2023-09-20T20:29:19.272" v="350" actId="165"/>
          <ac:spMkLst>
            <pc:docMk/>
            <pc:sldMk cId="1246868045" sldId="970"/>
            <ac:spMk id="75" creationId="{139D2258-9AE9-BA86-1C31-FD62315EA4E5}"/>
          </ac:spMkLst>
        </pc:spChg>
        <pc:spChg chg="mod topLvl">
          <ac:chgData name="SHIVAM PATHAK" userId="98657f1d-a575-4ed8-ae6e-c7768e70acff" providerId="ADAL" clId="{D51D197D-1220-4F81-874F-F494C6C05254}" dt="2023-09-20T20:29:19.272" v="350" actId="165"/>
          <ac:spMkLst>
            <pc:docMk/>
            <pc:sldMk cId="1246868045" sldId="970"/>
            <ac:spMk id="76" creationId="{8688AAC0-7F60-73CA-4AF4-EE79276A2971}"/>
          </ac:spMkLst>
        </pc:spChg>
        <pc:spChg chg="mod topLvl">
          <ac:chgData name="SHIVAM PATHAK" userId="98657f1d-a575-4ed8-ae6e-c7768e70acff" providerId="ADAL" clId="{D51D197D-1220-4F81-874F-F494C6C05254}" dt="2023-09-20T20:29:19.272" v="350" actId="165"/>
          <ac:spMkLst>
            <pc:docMk/>
            <pc:sldMk cId="1246868045" sldId="970"/>
            <ac:spMk id="77" creationId="{928B96B5-4E4C-B7B3-DCFE-CA301138714D}"/>
          </ac:spMkLst>
        </pc:spChg>
        <pc:spChg chg="mod topLvl">
          <ac:chgData name="SHIVAM PATHAK" userId="98657f1d-a575-4ed8-ae6e-c7768e70acff" providerId="ADAL" clId="{D51D197D-1220-4F81-874F-F494C6C05254}" dt="2023-09-20T20:49:00.205" v="1095" actId="1035"/>
          <ac:spMkLst>
            <pc:docMk/>
            <pc:sldMk cId="1246868045" sldId="970"/>
            <ac:spMk id="78" creationId="{549BD571-DD1E-9339-0E1C-5A7B15EC2FC4}"/>
          </ac:spMkLst>
        </pc:spChg>
        <pc:spChg chg="mod topLvl">
          <ac:chgData name="SHIVAM PATHAK" userId="98657f1d-a575-4ed8-ae6e-c7768e70acff" providerId="ADAL" clId="{D51D197D-1220-4F81-874F-F494C6C05254}" dt="2023-09-20T20:49:00.205" v="1095" actId="1035"/>
          <ac:spMkLst>
            <pc:docMk/>
            <pc:sldMk cId="1246868045" sldId="970"/>
            <ac:spMk id="91" creationId="{9B314C40-750F-87A8-C224-130E92935E17}"/>
          </ac:spMkLst>
        </pc:spChg>
        <pc:spChg chg="mod topLvl">
          <ac:chgData name="SHIVAM PATHAK" userId="98657f1d-a575-4ed8-ae6e-c7768e70acff" providerId="ADAL" clId="{D51D197D-1220-4F81-874F-F494C6C05254}" dt="2023-09-20T20:49:00.205" v="1095" actId="1035"/>
          <ac:spMkLst>
            <pc:docMk/>
            <pc:sldMk cId="1246868045" sldId="970"/>
            <ac:spMk id="92" creationId="{E8E51D43-F8F4-5E89-26BF-37F39CC60F25}"/>
          </ac:spMkLst>
        </pc:spChg>
        <pc:spChg chg="mod topLvl">
          <ac:chgData name="SHIVAM PATHAK" userId="98657f1d-a575-4ed8-ae6e-c7768e70acff" providerId="ADAL" clId="{D51D197D-1220-4F81-874F-F494C6C05254}" dt="2023-09-20T20:49:00.205" v="1095" actId="1035"/>
          <ac:spMkLst>
            <pc:docMk/>
            <pc:sldMk cId="1246868045" sldId="970"/>
            <ac:spMk id="93" creationId="{AC601C16-3EAC-6E39-E694-048453B9A284}"/>
          </ac:spMkLst>
        </pc:spChg>
        <pc:spChg chg="mod topLvl">
          <ac:chgData name="SHIVAM PATHAK" userId="98657f1d-a575-4ed8-ae6e-c7768e70acff" providerId="ADAL" clId="{D51D197D-1220-4F81-874F-F494C6C05254}" dt="2023-09-20T20:49:00.205" v="1095" actId="1035"/>
          <ac:spMkLst>
            <pc:docMk/>
            <pc:sldMk cId="1246868045" sldId="970"/>
            <ac:spMk id="94" creationId="{7E05427F-26DD-7680-2026-1B2CBF05DAAC}"/>
          </ac:spMkLst>
        </pc:spChg>
        <pc:spChg chg="mod topLvl">
          <ac:chgData name="SHIVAM PATHAK" userId="98657f1d-a575-4ed8-ae6e-c7768e70acff" providerId="ADAL" clId="{D51D197D-1220-4F81-874F-F494C6C05254}" dt="2023-09-20T20:49:00.205" v="1095" actId="1035"/>
          <ac:spMkLst>
            <pc:docMk/>
            <pc:sldMk cId="1246868045" sldId="970"/>
            <ac:spMk id="101" creationId="{9B62127F-5633-405D-68F4-5BC9FA0AF7BB}"/>
          </ac:spMkLst>
        </pc:spChg>
        <pc:spChg chg="mod topLvl">
          <ac:chgData name="SHIVAM PATHAK" userId="98657f1d-a575-4ed8-ae6e-c7768e70acff" providerId="ADAL" clId="{D51D197D-1220-4F81-874F-F494C6C05254}" dt="2023-09-20T20:49:00.205" v="1095" actId="1035"/>
          <ac:spMkLst>
            <pc:docMk/>
            <pc:sldMk cId="1246868045" sldId="970"/>
            <ac:spMk id="105" creationId="{19C9BD98-56E8-FB05-D881-6338FC928943}"/>
          </ac:spMkLst>
        </pc:spChg>
        <pc:spChg chg="mod topLvl">
          <ac:chgData name="SHIVAM PATHAK" userId="98657f1d-a575-4ed8-ae6e-c7768e70acff" providerId="ADAL" clId="{D51D197D-1220-4F81-874F-F494C6C05254}" dt="2023-09-20T20:29:19.272" v="350" actId="165"/>
          <ac:spMkLst>
            <pc:docMk/>
            <pc:sldMk cId="1246868045" sldId="970"/>
            <ac:spMk id="106" creationId="{A9AB544B-42CD-1342-890D-CF850371E18E}"/>
          </ac:spMkLst>
        </pc:spChg>
        <pc:spChg chg="mod topLvl">
          <ac:chgData name="SHIVAM PATHAK" userId="98657f1d-a575-4ed8-ae6e-c7768e70acff" providerId="ADAL" clId="{D51D197D-1220-4F81-874F-F494C6C05254}" dt="2023-09-20T20:32:37.057" v="469" actId="14100"/>
          <ac:spMkLst>
            <pc:docMk/>
            <pc:sldMk cId="1246868045" sldId="970"/>
            <ac:spMk id="107" creationId="{A2874A4C-187F-083F-98B3-E4BC3B5EC4F5}"/>
          </ac:spMkLst>
        </pc:spChg>
        <pc:spChg chg="mod topLvl">
          <ac:chgData name="SHIVAM PATHAK" userId="98657f1d-a575-4ed8-ae6e-c7768e70acff" providerId="ADAL" clId="{D51D197D-1220-4F81-874F-F494C6C05254}" dt="2023-09-20T20:29:19.272" v="350" actId="165"/>
          <ac:spMkLst>
            <pc:docMk/>
            <pc:sldMk cId="1246868045" sldId="970"/>
            <ac:spMk id="108" creationId="{DB11DB46-1F22-62B4-A60C-3A08E2312D24}"/>
          </ac:spMkLst>
        </pc:spChg>
        <pc:spChg chg="mod topLvl">
          <ac:chgData name="SHIVAM PATHAK" userId="98657f1d-a575-4ed8-ae6e-c7768e70acff" providerId="ADAL" clId="{D51D197D-1220-4F81-874F-F494C6C05254}" dt="2023-09-20T20:49:00.205" v="1095" actId="1035"/>
          <ac:spMkLst>
            <pc:docMk/>
            <pc:sldMk cId="1246868045" sldId="970"/>
            <ac:spMk id="109" creationId="{03503FCE-E7AB-0C22-AEC0-168CCC5F3494}"/>
          </ac:spMkLst>
        </pc:spChg>
        <pc:spChg chg="mod topLvl">
          <ac:chgData name="SHIVAM PATHAK" userId="98657f1d-a575-4ed8-ae6e-c7768e70acff" providerId="ADAL" clId="{D51D197D-1220-4F81-874F-F494C6C05254}" dt="2023-09-20T20:49:00.205" v="1095" actId="1035"/>
          <ac:spMkLst>
            <pc:docMk/>
            <pc:sldMk cId="1246868045" sldId="970"/>
            <ac:spMk id="110" creationId="{7C497BC3-4601-7278-106B-3C36996A08AB}"/>
          </ac:spMkLst>
        </pc:spChg>
        <pc:spChg chg="mod topLvl">
          <ac:chgData name="SHIVAM PATHAK" userId="98657f1d-a575-4ed8-ae6e-c7768e70acff" providerId="ADAL" clId="{D51D197D-1220-4F81-874F-F494C6C05254}" dt="2023-09-20T20:29:19.272" v="350" actId="165"/>
          <ac:spMkLst>
            <pc:docMk/>
            <pc:sldMk cId="1246868045" sldId="970"/>
            <ac:spMk id="114" creationId="{947DF441-0BA6-565E-523D-7BFBB1EA3688}"/>
          </ac:spMkLst>
        </pc:spChg>
        <pc:spChg chg="add del mod topLvl">
          <ac:chgData name="SHIVAM PATHAK" userId="98657f1d-a575-4ed8-ae6e-c7768e70acff" providerId="ADAL" clId="{D51D197D-1220-4F81-874F-F494C6C05254}" dt="2023-09-20T20:38:24.895" v="626" actId="1037"/>
          <ac:spMkLst>
            <pc:docMk/>
            <pc:sldMk cId="1246868045" sldId="970"/>
            <ac:spMk id="116" creationId="{FA53A2BF-8FF5-CB1D-6144-46D09F692EBE}"/>
          </ac:spMkLst>
        </pc:spChg>
        <pc:spChg chg="mod">
          <ac:chgData name="SHIVAM PATHAK" userId="98657f1d-a575-4ed8-ae6e-c7768e70acff" providerId="ADAL" clId="{D51D197D-1220-4F81-874F-F494C6C05254}" dt="2023-09-20T20:39:21.536" v="699" actId="14100"/>
          <ac:spMkLst>
            <pc:docMk/>
            <pc:sldMk cId="1246868045" sldId="970"/>
            <ac:spMk id="118" creationId="{15C21AEE-124A-AECB-D337-84CC6E45A3CB}"/>
          </ac:spMkLst>
        </pc:spChg>
        <pc:spChg chg="mod">
          <ac:chgData name="SHIVAM PATHAK" userId="98657f1d-a575-4ed8-ae6e-c7768e70acff" providerId="ADAL" clId="{D51D197D-1220-4F81-874F-F494C6C05254}" dt="2023-09-20T20:43:46.573" v="859" actId="1038"/>
          <ac:spMkLst>
            <pc:docMk/>
            <pc:sldMk cId="1246868045" sldId="970"/>
            <ac:spMk id="119" creationId="{F5A49B66-E801-63AB-9C51-2A8FDFB7E7AA}"/>
          </ac:spMkLst>
        </pc:spChg>
        <pc:spChg chg="mod">
          <ac:chgData name="SHIVAM PATHAK" userId="98657f1d-a575-4ed8-ae6e-c7768e70acff" providerId="ADAL" clId="{D51D197D-1220-4F81-874F-F494C6C05254}" dt="2023-09-20T20:40:33.896" v="756" actId="1036"/>
          <ac:spMkLst>
            <pc:docMk/>
            <pc:sldMk cId="1246868045" sldId="970"/>
            <ac:spMk id="120" creationId="{B1C9DBB4-4F1A-DD57-DBB1-994B1E6B8EBD}"/>
          </ac:spMkLst>
        </pc:spChg>
        <pc:spChg chg="mod">
          <ac:chgData name="SHIVAM PATHAK" userId="98657f1d-a575-4ed8-ae6e-c7768e70acff" providerId="ADAL" clId="{D51D197D-1220-4F81-874F-F494C6C05254}" dt="2023-09-20T20:29:19.272" v="350" actId="165"/>
          <ac:spMkLst>
            <pc:docMk/>
            <pc:sldMk cId="1246868045" sldId="970"/>
            <ac:spMk id="121" creationId="{4A729F82-FF4C-D807-F784-51459FE7E1CF}"/>
          </ac:spMkLst>
        </pc:spChg>
        <pc:spChg chg="mod">
          <ac:chgData name="SHIVAM PATHAK" userId="98657f1d-a575-4ed8-ae6e-c7768e70acff" providerId="ADAL" clId="{D51D197D-1220-4F81-874F-F494C6C05254}" dt="2023-09-20T20:29:19.272" v="350" actId="165"/>
          <ac:spMkLst>
            <pc:docMk/>
            <pc:sldMk cId="1246868045" sldId="970"/>
            <ac:spMk id="122" creationId="{882201F0-3BC2-F371-5FA2-1DCCA1425891}"/>
          </ac:spMkLst>
        </pc:spChg>
        <pc:spChg chg="mod">
          <ac:chgData name="SHIVAM PATHAK" userId="98657f1d-a575-4ed8-ae6e-c7768e70acff" providerId="ADAL" clId="{D51D197D-1220-4F81-874F-F494C6C05254}" dt="2023-09-20T20:29:19.272" v="350" actId="165"/>
          <ac:spMkLst>
            <pc:docMk/>
            <pc:sldMk cId="1246868045" sldId="970"/>
            <ac:spMk id="123" creationId="{2CEE8AA1-8A9B-3521-7C74-7FCA6EDA1315}"/>
          </ac:spMkLst>
        </pc:spChg>
        <pc:spChg chg="mod">
          <ac:chgData name="SHIVAM PATHAK" userId="98657f1d-a575-4ed8-ae6e-c7768e70acff" providerId="ADAL" clId="{D51D197D-1220-4F81-874F-F494C6C05254}" dt="2023-09-20T20:29:19.272" v="350" actId="165"/>
          <ac:spMkLst>
            <pc:docMk/>
            <pc:sldMk cId="1246868045" sldId="970"/>
            <ac:spMk id="124" creationId="{5C89A8BB-3DCA-D632-EE3E-E783440D62E8}"/>
          </ac:spMkLst>
        </pc:spChg>
        <pc:grpChg chg="add mod">
          <ac:chgData name="SHIVAM PATHAK" userId="98657f1d-a575-4ed8-ae6e-c7768e70acff" providerId="ADAL" clId="{D51D197D-1220-4F81-874F-F494C6C05254}" dt="2023-09-20T20:52:34.863" v="1189" actId="1076"/>
          <ac:grpSpMkLst>
            <pc:docMk/>
            <pc:sldMk cId="1246868045" sldId="970"/>
            <ac:grpSpMk id="27" creationId="{6125B3D3-665F-4F2D-151A-7456E936A032}"/>
          </ac:grpSpMkLst>
        </pc:grpChg>
        <pc:grpChg chg="mod">
          <ac:chgData name="SHIVAM PATHAK" userId="98657f1d-a575-4ed8-ae6e-c7768e70acff" providerId="ADAL" clId="{D51D197D-1220-4F81-874F-F494C6C05254}" dt="2023-09-20T20:56:13.178" v="1195" actId="1076"/>
          <ac:grpSpMkLst>
            <pc:docMk/>
            <pc:sldMk cId="1246868045" sldId="970"/>
            <ac:grpSpMk id="45" creationId="{AF0BFB9E-31AB-1232-B065-7B7559AD4ECB}"/>
          </ac:grpSpMkLst>
        </pc:grpChg>
        <pc:grpChg chg="del mod">
          <ac:chgData name="SHIVAM PATHAK" userId="98657f1d-a575-4ed8-ae6e-c7768e70acff" providerId="ADAL" clId="{D51D197D-1220-4F81-874F-F494C6C05254}" dt="2023-09-20T20:29:12.442" v="349" actId="165"/>
          <ac:grpSpMkLst>
            <pc:docMk/>
            <pc:sldMk cId="1246868045" sldId="970"/>
            <ac:grpSpMk id="72" creationId="{E8BA172C-0B5B-118D-0A27-AE0D3BD03E3C}"/>
          </ac:grpSpMkLst>
        </pc:grpChg>
        <pc:grpChg chg="del mod topLvl">
          <ac:chgData name="SHIVAM PATHAK" userId="98657f1d-a575-4ed8-ae6e-c7768e70acff" providerId="ADAL" clId="{D51D197D-1220-4F81-874F-F494C6C05254}" dt="2023-09-20T20:29:19.272" v="350" actId="165"/>
          <ac:grpSpMkLst>
            <pc:docMk/>
            <pc:sldMk cId="1246868045" sldId="970"/>
            <ac:grpSpMk id="74" creationId="{02A51E09-5E30-7351-5F99-FFA226C790E8}"/>
          </ac:grpSpMkLst>
        </pc:grpChg>
        <pc:grpChg chg="mod topLvl">
          <ac:chgData name="SHIVAM PATHAK" userId="98657f1d-a575-4ed8-ae6e-c7768e70acff" providerId="ADAL" clId="{D51D197D-1220-4F81-874F-F494C6C05254}" dt="2023-09-20T20:29:19.272" v="350" actId="165"/>
          <ac:grpSpMkLst>
            <pc:docMk/>
            <pc:sldMk cId="1246868045" sldId="970"/>
            <ac:grpSpMk id="111" creationId="{ADAEAB13-27A2-0114-6DDB-D9E845371229}"/>
          </ac:grpSpMkLst>
        </pc:grpChg>
        <pc:grpChg chg="mod topLvl">
          <ac:chgData name="SHIVAM PATHAK" userId="98657f1d-a575-4ed8-ae6e-c7768e70acff" providerId="ADAL" clId="{D51D197D-1220-4F81-874F-F494C6C05254}" dt="2023-09-20T20:29:19.272" v="350" actId="165"/>
          <ac:grpSpMkLst>
            <pc:docMk/>
            <pc:sldMk cId="1246868045" sldId="970"/>
            <ac:grpSpMk id="112" creationId="{C4F8C317-AB4B-2A3F-3E95-48AE154E7143}"/>
          </ac:grpSpMkLst>
        </pc:grpChg>
        <pc:grpChg chg="mod topLvl">
          <ac:chgData name="SHIVAM PATHAK" userId="98657f1d-a575-4ed8-ae6e-c7768e70acff" providerId="ADAL" clId="{D51D197D-1220-4F81-874F-F494C6C05254}" dt="2023-09-20T20:47:01.819" v="1025" actId="1076"/>
          <ac:grpSpMkLst>
            <pc:docMk/>
            <pc:sldMk cId="1246868045" sldId="970"/>
            <ac:grpSpMk id="115" creationId="{8EE2AE2E-D197-EF92-54EF-C63A9EE0715F}"/>
          </ac:grpSpMkLst>
        </pc:grpChg>
        <pc:graphicFrameChg chg="add mod">
          <ac:chgData name="SHIVAM PATHAK" userId="98657f1d-a575-4ed8-ae6e-c7768e70acff" providerId="ADAL" clId="{D51D197D-1220-4F81-874F-F494C6C05254}" dt="2023-09-20T20:50:55.982" v="1101" actId="14100"/>
          <ac:graphicFrameMkLst>
            <pc:docMk/>
            <pc:sldMk cId="1246868045" sldId="970"/>
            <ac:graphicFrameMk id="19" creationId="{96C01B0F-B3AE-69A6-88F6-635F2552A2EB}"/>
          </ac:graphicFrameMkLst>
        </pc:graphicFrameChg>
        <pc:graphicFrameChg chg="mod">
          <ac:chgData name="SHIVAM PATHAK" userId="98657f1d-a575-4ed8-ae6e-c7768e70acff" providerId="ADAL" clId="{D51D197D-1220-4F81-874F-F494C6C05254}" dt="2023-09-20T20:41:19.683" v="806" actId="1035"/>
          <ac:graphicFrameMkLst>
            <pc:docMk/>
            <pc:sldMk cId="1246868045" sldId="970"/>
            <ac:graphicFrameMk id="5127" creationId="{447CF91D-4EC7-1E20-4ED6-4560E77399E2}"/>
          </ac:graphicFrameMkLst>
        </pc:graphicFrameChg>
        <pc:picChg chg="mod topLvl">
          <ac:chgData name="SHIVAM PATHAK" userId="98657f1d-a575-4ed8-ae6e-c7768e70acff" providerId="ADAL" clId="{D51D197D-1220-4F81-874F-F494C6C05254}" dt="2023-09-20T20:29:19.272" v="350" actId="165"/>
          <ac:picMkLst>
            <pc:docMk/>
            <pc:sldMk cId="1246868045" sldId="970"/>
            <ac:picMk id="113" creationId="{248C88F8-2BE2-1AE2-6769-48FE178C15BB}"/>
          </ac:picMkLst>
        </pc:picChg>
        <pc:picChg chg="mod">
          <ac:chgData name="SHIVAM PATHAK" userId="98657f1d-a575-4ed8-ae6e-c7768e70acff" providerId="ADAL" clId="{D51D197D-1220-4F81-874F-F494C6C05254}" dt="2023-09-20T20:39:12.948" v="697" actId="1076"/>
          <ac:picMkLst>
            <pc:docMk/>
            <pc:sldMk cId="1246868045" sldId="970"/>
            <ac:picMk id="117" creationId="{C79BB92D-A04D-764F-A50F-56719A5916C4}"/>
          </ac:picMkLst>
        </pc:picChg>
      </pc:sldChg>
    </pc:docChg>
  </pc:docChgLst>
</pc:chgInfo>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 Id="rId4" Type="http://schemas.openxmlformats.org/officeDocument/2006/relationships/chartUserShapes" Target="../drawings/drawing1.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9.xml"/><Relationship Id="rId1" Type="http://schemas.microsoft.com/office/2011/relationships/chartStyle" Target="style9.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Macro-Enabled_Worksheet.xlsm"/></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2.xml"/><Relationship Id="rId1" Type="http://schemas.microsoft.com/office/2011/relationships/chartStyle" Target="style12.xml"/><Relationship Id="rId4" Type="http://schemas.openxmlformats.org/officeDocument/2006/relationships/chartUserShapes" Target="../drawings/drawing2.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3.xml"/><Relationship Id="rId1" Type="http://schemas.microsoft.com/office/2011/relationships/chartStyle" Target="style13.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14.xml"/><Relationship Id="rId1" Type="http://schemas.microsoft.com/office/2011/relationships/chartStyle" Target="style14.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15.xml"/><Relationship Id="rId1" Type="http://schemas.microsoft.com/office/2011/relationships/chartStyle" Target="style15.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5.xlsx"/><Relationship Id="rId2" Type="http://schemas.microsoft.com/office/2011/relationships/chartColorStyle" Target="colors16.xml"/><Relationship Id="rId1" Type="http://schemas.microsoft.com/office/2011/relationships/chartStyle" Target="style16.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7.xml"/><Relationship Id="rId1" Type="http://schemas.microsoft.com/office/2011/relationships/chartStyle" Target="style17.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18.xml"/><Relationship Id="rId1" Type="http://schemas.microsoft.com/office/2011/relationships/chartStyle" Target="style18.xml"/><Relationship Id="rId4" Type="http://schemas.openxmlformats.org/officeDocument/2006/relationships/chartUserShapes" Target="../drawings/drawing3.xml"/></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19.xml"/><Relationship Id="rId1" Type="http://schemas.microsoft.com/office/2011/relationships/chartStyle" Target="style19.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20.xml"/><Relationship Id="rId1" Type="http://schemas.microsoft.com/office/2011/relationships/chartStyle" Target="style20.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21.xml"/><Relationship Id="rId1" Type="http://schemas.microsoft.com/office/2011/relationships/chartStyle" Target="style21.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22.xml"/><Relationship Id="rId1" Type="http://schemas.microsoft.com/office/2011/relationships/chartStyle" Target="style22.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23.xml"/><Relationship Id="rId1" Type="http://schemas.microsoft.com/office/2011/relationships/chartStyle" Target="style23.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col"/>
        <c:grouping val="stacked"/>
        <c:varyColors val="0"/>
        <c:ser>
          <c:idx val="0"/>
          <c:order val="0"/>
          <c:tx>
            <c:strRef>
              <c:f>Sheet1!$B$1</c:f>
              <c:strCache>
                <c:ptCount val="1"/>
                <c:pt idx="0">
                  <c:v>Top 50 cities</c:v>
                </c:pt>
              </c:strCache>
            </c:strRef>
          </c:tx>
          <c:spPr>
            <a:solidFill>
              <a:srgbClr val="009051"/>
            </a:solidFill>
            <a:ln>
              <a:noFill/>
            </a:ln>
            <a:effectLst/>
          </c:spPr>
          <c:invertIfNegative val="0"/>
          <c:dPt>
            <c:idx val="0"/>
            <c:invertIfNegative val="0"/>
            <c:bubble3D val="0"/>
            <c:spPr>
              <a:solidFill>
                <a:srgbClr val="00B666"/>
              </a:solidFill>
              <a:ln>
                <a:noFill/>
              </a:ln>
              <a:effectLst/>
            </c:spPr>
            <c:extLst>
              <c:ext xmlns:c16="http://schemas.microsoft.com/office/drawing/2014/chart" uri="{C3380CC4-5D6E-409C-BE32-E72D297353CC}">
                <c16:uniqueId val="{00000000-E3F0-E046-8276-1E9532FEF7FC}"/>
              </c:ext>
            </c:extLst>
          </c:dPt>
          <c:dPt>
            <c:idx val="1"/>
            <c:invertIfNegative val="0"/>
            <c:bubble3D val="0"/>
            <c:spPr>
              <a:solidFill>
                <a:srgbClr val="92D050"/>
              </a:solidFill>
              <a:ln>
                <a:noFill/>
              </a:ln>
              <a:effectLst/>
            </c:spPr>
            <c:extLst>
              <c:ext xmlns:c16="http://schemas.microsoft.com/office/drawing/2014/chart" uri="{C3380CC4-5D6E-409C-BE32-E72D297353CC}">
                <c16:uniqueId val="{00000001-E3F0-E046-8276-1E9532FEF7FC}"/>
              </c:ext>
            </c:extLst>
          </c:dPt>
          <c:dLbls>
            <c:dLbl>
              <c:idx val="0"/>
              <c:showLegendKey val="0"/>
              <c:showVal val="1"/>
              <c:showCatName val="0"/>
              <c:showSerName val="0"/>
              <c:showPercent val="0"/>
              <c:showBubbleSize val="0"/>
              <c:extLst>
                <c:ext xmlns:c15="http://schemas.microsoft.com/office/drawing/2012/chart" uri="{CE6537A1-D6FC-4f65-9D91-7224C49458BB}">
                  <c15:layout>
                    <c:manualLayout>
                      <c:w val="0.25493452663469862"/>
                      <c:h val="0.19655835000460189"/>
                    </c:manualLayout>
                  </c15:layout>
                </c:ext>
                <c:ext xmlns:c16="http://schemas.microsoft.com/office/drawing/2014/chart" uri="{C3380CC4-5D6E-409C-BE32-E72D297353CC}">
                  <c16:uniqueId val="{00000000-E3F0-E046-8276-1E9532FEF7FC}"/>
                </c:ext>
              </c:extLst>
            </c:dLbl>
            <c:dLbl>
              <c:idx val="1"/>
              <c:showLegendKey val="0"/>
              <c:showVal val="1"/>
              <c:showCatName val="0"/>
              <c:showSerName val="0"/>
              <c:showPercent val="0"/>
              <c:showBubbleSize val="0"/>
              <c:extLst>
                <c:ext xmlns:c15="http://schemas.microsoft.com/office/drawing/2012/chart" uri="{CE6537A1-D6FC-4f65-9D91-7224C49458BB}">
                  <c15:layout>
                    <c:manualLayout>
                      <c:w val="0.26368313770658258"/>
                      <c:h val="0.19655835000460189"/>
                    </c:manualLayout>
                  </c15:layout>
                </c:ext>
                <c:ext xmlns:c16="http://schemas.microsoft.com/office/drawing/2014/chart" uri="{C3380CC4-5D6E-409C-BE32-E72D297353CC}">
                  <c16:uniqueId val="{00000001-E3F0-E046-8276-1E9532FEF7FC}"/>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2019</c:v>
                </c:pt>
                <c:pt idx="1">
                  <c:v>2030</c:v>
                </c:pt>
              </c:numCache>
            </c:numRef>
          </c:cat>
          <c:val>
            <c:numRef>
              <c:f>Sheet1!$B$2:$B$3</c:f>
              <c:numCache>
                <c:formatCode>0.0</c:formatCode>
                <c:ptCount val="2"/>
                <c:pt idx="0">
                  <c:v>5.3</c:v>
                </c:pt>
                <c:pt idx="1">
                  <c:v>7.2</c:v>
                </c:pt>
              </c:numCache>
            </c:numRef>
          </c:val>
          <c:extLst>
            <c:ext xmlns:c16="http://schemas.microsoft.com/office/drawing/2014/chart" uri="{C3380CC4-5D6E-409C-BE32-E72D297353CC}">
              <c16:uniqueId val="{00000002-E3F0-E046-8276-1E9532FEF7FC}"/>
            </c:ext>
          </c:extLst>
        </c:ser>
        <c:dLbls>
          <c:showLegendKey val="0"/>
          <c:showVal val="0"/>
          <c:showCatName val="0"/>
          <c:showSerName val="0"/>
          <c:showPercent val="0"/>
          <c:showBubbleSize val="0"/>
        </c:dLbls>
        <c:gapWidth val="20"/>
        <c:overlap val="100"/>
        <c:axId val="1631703807"/>
        <c:axId val="1631624511"/>
      </c:barChart>
      <c:catAx>
        <c:axId val="1631703807"/>
        <c:scaling>
          <c:orientation val="minMax"/>
        </c:scaling>
        <c:delete val="1"/>
        <c:axPos val="b"/>
        <c:numFmt formatCode="General" sourceLinked="1"/>
        <c:majorTickMark val="none"/>
        <c:minorTickMark val="none"/>
        <c:tickLblPos val="nextTo"/>
        <c:crossAx val="1631624511"/>
        <c:crosses val="autoZero"/>
        <c:auto val="1"/>
        <c:lblAlgn val="ctr"/>
        <c:lblOffset val="100"/>
        <c:noMultiLvlLbl val="0"/>
      </c:catAx>
      <c:valAx>
        <c:axId val="1631624511"/>
        <c:scaling>
          <c:orientation val="minMax"/>
        </c:scaling>
        <c:delete val="1"/>
        <c:axPos val="l"/>
        <c:numFmt formatCode="0.0" sourceLinked="1"/>
        <c:majorTickMark val="none"/>
        <c:minorTickMark val="none"/>
        <c:tickLblPos val="nextTo"/>
        <c:crossAx val="1631703807"/>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col"/>
        <c:grouping val="stacked"/>
        <c:varyColors val="0"/>
        <c:ser>
          <c:idx val="0"/>
          <c:order val="0"/>
          <c:tx>
            <c:strRef>
              <c:f>Sheet1!$B$1</c:f>
              <c:strCache>
                <c:ptCount val="1"/>
                <c:pt idx="0">
                  <c:v>Top 50 cities</c:v>
                </c:pt>
              </c:strCache>
            </c:strRef>
          </c:tx>
          <c:spPr>
            <a:solidFill>
              <a:srgbClr val="009051"/>
            </a:solidFill>
            <a:ln>
              <a:noFill/>
            </a:ln>
            <a:effectLst/>
          </c:spPr>
          <c:invertIfNegative val="0"/>
          <c:dPt>
            <c:idx val="0"/>
            <c:invertIfNegative val="0"/>
            <c:bubble3D val="0"/>
            <c:spPr>
              <a:solidFill>
                <a:srgbClr val="00B666"/>
              </a:solidFill>
              <a:ln>
                <a:noFill/>
              </a:ln>
              <a:effectLst/>
            </c:spPr>
            <c:extLst>
              <c:ext xmlns:c16="http://schemas.microsoft.com/office/drawing/2014/chart" uri="{C3380CC4-5D6E-409C-BE32-E72D297353CC}">
                <c16:uniqueId val="{00000001-03ED-8D49-8E72-AEFD4F04DEC7}"/>
              </c:ext>
            </c:extLst>
          </c:dPt>
          <c:dPt>
            <c:idx val="1"/>
            <c:invertIfNegative val="0"/>
            <c:bubble3D val="0"/>
            <c:spPr>
              <a:solidFill>
                <a:srgbClr val="92D050"/>
              </a:solidFill>
              <a:ln>
                <a:noFill/>
              </a:ln>
              <a:effectLst/>
            </c:spPr>
            <c:extLst>
              <c:ext xmlns:c16="http://schemas.microsoft.com/office/drawing/2014/chart" uri="{C3380CC4-5D6E-409C-BE32-E72D297353CC}">
                <c16:uniqueId val="{00000003-03ED-8D49-8E72-AEFD4F04DEC7}"/>
              </c:ext>
            </c:extLst>
          </c:dPt>
          <c:dLbls>
            <c:dLbl>
              <c:idx val="0"/>
              <c:showLegendKey val="0"/>
              <c:showVal val="1"/>
              <c:showCatName val="0"/>
              <c:showSerName val="0"/>
              <c:showPercent val="0"/>
              <c:showBubbleSize val="0"/>
              <c:extLst>
                <c:ext xmlns:c15="http://schemas.microsoft.com/office/drawing/2012/chart" uri="{CE6537A1-D6FC-4f65-9D91-7224C49458BB}">
                  <c15:layout>
                    <c:manualLayout>
                      <c:w val="0.25493452663469862"/>
                      <c:h val="0.19655835000460189"/>
                    </c:manualLayout>
                  </c15:layout>
                </c:ext>
                <c:ext xmlns:c16="http://schemas.microsoft.com/office/drawing/2014/chart" uri="{C3380CC4-5D6E-409C-BE32-E72D297353CC}">
                  <c16:uniqueId val="{00000001-03ED-8D49-8E72-AEFD4F04DEC7}"/>
                </c:ext>
              </c:extLst>
            </c:dLbl>
            <c:dLbl>
              <c:idx val="1"/>
              <c:showLegendKey val="0"/>
              <c:showVal val="1"/>
              <c:showCatName val="0"/>
              <c:showSerName val="0"/>
              <c:showPercent val="0"/>
              <c:showBubbleSize val="0"/>
              <c:extLst>
                <c:ext xmlns:c15="http://schemas.microsoft.com/office/drawing/2012/chart" uri="{CE6537A1-D6FC-4f65-9D91-7224C49458BB}">
                  <c15:layout>
                    <c:manualLayout>
                      <c:w val="0.26368313770658258"/>
                      <c:h val="0.19655835000460189"/>
                    </c:manualLayout>
                  </c15:layout>
                </c:ext>
                <c:ext xmlns:c16="http://schemas.microsoft.com/office/drawing/2014/chart" uri="{C3380CC4-5D6E-409C-BE32-E72D297353CC}">
                  <c16:uniqueId val="{00000003-03ED-8D49-8E72-AEFD4F04DEC7}"/>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2019</c:v>
                </c:pt>
                <c:pt idx="1">
                  <c:v>2030</c:v>
                </c:pt>
              </c:numCache>
            </c:numRef>
          </c:cat>
          <c:val>
            <c:numRef>
              <c:f>Sheet1!$B$2:$B$3</c:f>
              <c:numCache>
                <c:formatCode>0</c:formatCode>
                <c:ptCount val="2"/>
                <c:pt idx="0">
                  <c:v>53</c:v>
                </c:pt>
                <c:pt idx="1">
                  <c:v>64</c:v>
                </c:pt>
              </c:numCache>
            </c:numRef>
          </c:val>
          <c:extLst>
            <c:ext xmlns:c16="http://schemas.microsoft.com/office/drawing/2014/chart" uri="{C3380CC4-5D6E-409C-BE32-E72D297353CC}">
              <c16:uniqueId val="{00000004-03ED-8D49-8E72-AEFD4F04DEC7}"/>
            </c:ext>
          </c:extLst>
        </c:ser>
        <c:dLbls>
          <c:showLegendKey val="0"/>
          <c:showVal val="0"/>
          <c:showCatName val="0"/>
          <c:showSerName val="0"/>
          <c:showPercent val="0"/>
          <c:showBubbleSize val="0"/>
        </c:dLbls>
        <c:gapWidth val="20"/>
        <c:overlap val="100"/>
        <c:axId val="1631703807"/>
        <c:axId val="1631624511"/>
      </c:barChart>
      <c:catAx>
        <c:axId val="1631703807"/>
        <c:scaling>
          <c:orientation val="minMax"/>
        </c:scaling>
        <c:delete val="1"/>
        <c:axPos val="b"/>
        <c:numFmt formatCode="General" sourceLinked="1"/>
        <c:majorTickMark val="none"/>
        <c:minorTickMark val="none"/>
        <c:tickLblPos val="nextTo"/>
        <c:crossAx val="1631624511"/>
        <c:crosses val="autoZero"/>
        <c:auto val="1"/>
        <c:lblAlgn val="ctr"/>
        <c:lblOffset val="100"/>
        <c:noMultiLvlLbl val="0"/>
      </c:catAx>
      <c:valAx>
        <c:axId val="1631624511"/>
        <c:scaling>
          <c:orientation val="minMax"/>
        </c:scaling>
        <c:delete val="1"/>
        <c:axPos val="l"/>
        <c:numFmt formatCode="0" sourceLinked="1"/>
        <c:majorTickMark val="none"/>
        <c:minorTickMark val="none"/>
        <c:tickLblPos val="nextTo"/>
        <c:crossAx val="1631703807"/>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col"/>
        <c:grouping val="stacked"/>
        <c:varyColors val="0"/>
        <c:ser>
          <c:idx val="0"/>
          <c:order val="0"/>
          <c:tx>
            <c:strRef>
              <c:f>Sheet1!$B$1</c:f>
              <c:strCache>
                <c:ptCount val="1"/>
                <c:pt idx="0">
                  <c:v>Top 50 cities</c:v>
                </c:pt>
              </c:strCache>
            </c:strRef>
          </c:tx>
          <c:spPr>
            <a:solidFill>
              <a:schemeClr val="accent1">
                <a:shade val="65000"/>
              </a:schemeClr>
            </a:solidFill>
            <a:ln>
              <a:noFill/>
            </a:ln>
            <a:effectLst/>
          </c:spPr>
          <c:invertIfNegative val="0"/>
          <c:dLbls>
            <c:dLbl>
              <c:idx val="0"/>
              <c:showLegendKey val="0"/>
              <c:showVal val="1"/>
              <c:showCatName val="0"/>
              <c:showSerName val="0"/>
              <c:showPercent val="0"/>
              <c:showBubbleSize val="0"/>
              <c:extLst>
                <c:ext xmlns:c15="http://schemas.microsoft.com/office/drawing/2012/chart" uri="{CE6537A1-D6FC-4f65-9D91-7224C49458BB}">
                  <c15:layout>
                    <c:manualLayout>
                      <c:w val="0.25493452663469862"/>
                      <c:h val="0.19655835000460189"/>
                    </c:manualLayout>
                  </c15:layout>
                </c:ext>
                <c:ext xmlns:c16="http://schemas.microsoft.com/office/drawing/2014/chart" uri="{C3380CC4-5D6E-409C-BE32-E72D297353CC}">
                  <c16:uniqueId val="{00000007-2CB5-774D-9169-91AAB16D1712}"/>
                </c:ext>
              </c:extLst>
            </c:dLbl>
            <c:dLbl>
              <c:idx val="1"/>
              <c:showLegendKey val="0"/>
              <c:showVal val="1"/>
              <c:showCatName val="0"/>
              <c:showSerName val="0"/>
              <c:showPercent val="0"/>
              <c:showBubbleSize val="0"/>
              <c:extLst>
                <c:ext xmlns:c15="http://schemas.microsoft.com/office/drawing/2012/chart" uri="{CE6537A1-D6FC-4f65-9D91-7224C49458BB}">
                  <c15:layout>
                    <c:manualLayout>
                      <c:w val="0.26368313770658258"/>
                      <c:h val="0.19655835000460189"/>
                    </c:manualLayout>
                  </c15:layout>
                </c:ext>
                <c:ext xmlns:c16="http://schemas.microsoft.com/office/drawing/2014/chart" uri="{C3380CC4-5D6E-409C-BE32-E72D297353CC}">
                  <c16:uniqueId val="{00000008-2CB5-774D-9169-91AAB16D1712}"/>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Area</c:v>
                </c:pt>
                <c:pt idx="1">
                  <c:v>Consumption</c:v>
                </c:pt>
              </c:strCache>
            </c:strRef>
          </c:cat>
          <c:val>
            <c:numRef>
              <c:f>Sheet1!$B$2:$B$3</c:f>
              <c:numCache>
                <c:formatCode>0%</c:formatCode>
                <c:ptCount val="2"/>
                <c:pt idx="0">
                  <c:v>0.15</c:v>
                </c:pt>
                <c:pt idx="1">
                  <c:v>0.25</c:v>
                </c:pt>
              </c:numCache>
            </c:numRef>
          </c:val>
          <c:extLst>
            <c:ext xmlns:c16="http://schemas.microsoft.com/office/drawing/2014/chart" uri="{C3380CC4-5D6E-409C-BE32-E72D297353CC}">
              <c16:uniqueId val="{00000000-2CB5-774D-9169-91AAB16D1712}"/>
            </c:ext>
          </c:extLst>
        </c:ser>
        <c:ser>
          <c:idx val="1"/>
          <c:order val="1"/>
          <c:tx>
            <c:strRef>
              <c:f>Sheet1!$C$1</c:f>
              <c:strCache>
                <c:ptCount val="1"/>
                <c:pt idx="0">
                  <c:v>Tier 2+</c:v>
                </c:pt>
              </c:strCache>
            </c:strRef>
          </c:tx>
          <c:spPr>
            <a:solidFill>
              <a:schemeClr val="accent1"/>
            </a:solidFill>
            <a:ln>
              <a:noFill/>
            </a:ln>
            <a:effectLst/>
          </c:spPr>
          <c:invertIfNegative val="0"/>
          <c:dLbls>
            <c:dLbl>
              <c:idx val="0"/>
              <c:showLegendKey val="0"/>
              <c:showVal val="1"/>
              <c:showCatName val="0"/>
              <c:showSerName val="0"/>
              <c:showPercent val="0"/>
              <c:showBubbleSize val="0"/>
              <c:extLst>
                <c:ext xmlns:c15="http://schemas.microsoft.com/office/drawing/2012/chart" uri="{CE6537A1-D6FC-4f65-9D91-7224C49458BB}">
                  <c15:layout>
                    <c:manualLayout>
                      <c:w val="0.25056022109875664"/>
                      <c:h val="0.20523531474395129"/>
                    </c:manualLayout>
                  </c15:layout>
                </c:ext>
                <c:ext xmlns:c16="http://schemas.microsoft.com/office/drawing/2014/chart" uri="{C3380CC4-5D6E-409C-BE32-E72D297353CC}">
                  <c16:uniqueId val="{00000005-2CB5-774D-9169-91AAB16D1712}"/>
                </c:ext>
              </c:extLst>
            </c:dLbl>
            <c:dLbl>
              <c:idx val="1"/>
              <c:showLegendKey val="0"/>
              <c:showVal val="1"/>
              <c:showCatName val="0"/>
              <c:showSerName val="0"/>
              <c:showPercent val="0"/>
              <c:showBubbleSize val="0"/>
              <c:extLst>
                <c:ext xmlns:c15="http://schemas.microsoft.com/office/drawing/2012/chart" uri="{CE6537A1-D6FC-4f65-9D91-7224C49458BB}">
                  <c15:layout>
                    <c:manualLayout>
                      <c:w val="0.27680605431440852"/>
                      <c:h val="0.20523531474395129"/>
                    </c:manualLayout>
                  </c15:layout>
                </c:ext>
                <c:ext xmlns:c16="http://schemas.microsoft.com/office/drawing/2014/chart" uri="{C3380CC4-5D6E-409C-BE32-E72D297353CC}">
                  <c16:uniqueId val="{00000006-2CB5-774D-9169-91AAB16D1712}"/>
                </c:ext>
              </c:extLst>
            </c:dLbl>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Area</c:v>
                </c:pt>
                <c:pt idx="1">
                  <c:v>Consumption</c:v>
                </c:pt>
              </c:strCache>
            </c:strRef>
          </c:cat>
          <c:val>
            <c:numRef>
              <c:f>Sheet1!$C$2:$C$3</c:f>
              <c:numCache>
                <c:formatCode>0%</c:formatCode>
                <c:ptCount val="2"/>
                <c:pt idx="0">
                  <c:v>0.4</c:v>
                </c:pt>
                <c:pt idx="1">
                  <c:v>0.55000000000000004</c:v>
                </c:pt>
              </c:numCache>
            </c:numRef>
          </c:val>
          <c:extLst>
            <c:ext xmlns:c16="http://schemas.microsoft.com/office/drawing/2014/chart" uri="{C3380CC4-5D6E-409C-BE32-E72D297353CC}">
              <c16:uniqueId val="{00000001-2CB5-774D-9169-91AAB16D1712}"/>
            </c:ext>
          </c:extLst>
        </c:ser>
        <c:ser>
          <c:idx val="2"/>
          <c:order val="2"/>
          <c:tx>
            <c:strRef>
              <c:f>Sheet1!$D$1</c:f>
              <c:strCache>
                <c:ptCount val="1"/>
                <c:pt idx="0">
                  <c:v>Rural</c:v>
                </c:pt>
              </c:strCache>
            </c:strRef>
          </c:tx>
          <c:spPr>
            <a:solidFill>
              <a:schemeClr val="accent1">
                <a:tint val="65000"/>
              </a:schemeClr>
            </a:solidFill>
            <a:ln>
              <a:noFill/>
            </a:ln>
            <a:effectLst/>
          </c:spPr>
          <c:invertIfNegative val="0"/>
          <c:dLbls>
            <c:dLbl>
              <c:idx val="0"/>
              <c:showLegendKey val="0"/>
              <c:showVal val="1"/>
              <c:showCatName val="0"/>
              <c:showSerName val="0"/>
              <c:showPercent val="0"/>
              <c:showBubbleSize val="0"/>
              <c:extLst>
                <c:ext xmlns:c15="http://schemas.microsoft.com/office/drawing/2012/chart" uri="{CE6537A1-D6FC-4f65-9D91-7224C49458BB}">
                  <c15:layout>
                    <c:manualLayout>
                      <c:w val="0.28985033799565607"/>
                      <c:h val="0.19655834029079564"/>
                    </c:manualLayout>
                  </c15:layout>
                </c:ext>
                <c:ext xmlns:c16="http://schemas.microsoft.com/office/drawing/2014/chart" uri="{C3380CC4-5D6E-409C-BE32-E72D297353CC}">
                  <c16:uniqueId val="{00000003-2CB5-774D-9169-91AAB16D1712}"/>
                </c:ext>
              </c:extLst>
            </c:dLbl>
            <c:dLbl>
              <c:idx val="1"/>
              <c:showLegendKey val="0"/>
              <c:showVal val="1"/>
              <c:showCatName val="0"/>
              <c:showSerName val="0"/>
              <c:showPercent val="0"/>
              <c:showBubbleSize val="0"/>
              <c:extLst>
                <c:ext xmlns:c15="http://schemas.microsoft.com/office/drawing/2012/chart" uri="{CE6537A1-D6FC-4f65-9D91-7224C49458BB}">
                  <c15:layout>
                    <c:manualLayout>
                      <c:w val="0.28985033799565607"/>
                      <c:h val="0.19655834029079564"/>
                    </c:manualLayout>
                  </c15:layout>
                </c:ext>
                <c:ext xmlns:c16="http://schemas.microsoft.com/office/drawing/2014/chart" uri="{C3380CC4-5D6E-409C-BE32-E72D297353CC}">
                  <c16:uniqueId val="{00000004-2CB5-774D-9169-91AAB16D1712}"/>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Area</c:v>
                </c:pt>
                <c:pt idx="1">
                  <c:v>Consumption</c:v>
                </c:pt>
              </c:strCache>
            </c:strRef>
          </c:cat>
          <c:val>
            <c:numRef>
              <c:f>Sheet1!$D$2:$D$3</c:f>
              <c:numCache>
                <c:formatCode>0%</c:formatCode>
                <c:ptCount val="2"/>
                <c:pt idx="0">
                  <c:v>0.45</c:v>
                </c:pt>
                <c:pt idx="1">
                  <c:v>0.2</c:v>
                </c:pt>
              </c:numCache>
            </c:numRef>
          </c:val>
          <c:extLst>
            <c:ext xmlns:c16="http://schemas.microsoft.com/office/drawing/2014/chart" uri="{C3380CC4-5D6E-409C-BE32-E72D297353CC}">
              <c16:uniqueId val="{00000002-2CB5-774D-9169-91AAB16D1712}"/>
            </c:ext>
          </c:extLst>
        </c:ser>
        <c:dLbls>
          <c:showLegendKey val="0"/>
          <c:showVal val="0"/>
          <c:showCatName val="0"/>
          <c:showSerName val="0"/>
          <c:showPercent val="0"/>
          <c:showBubbleSize val="0"/>
        </c:dLbls>
        <c:gapWidth val="20"/>
        <c:overlap val="100"/>
        <c:axId val="1631703807"/>
        <c:axId val="1631624511"/>
      </c:barChart>
      <c:catAx>
        <c:axId val="1631703807"/>
        <c:scaling>
          <c:orientation val="minMax"/>
        </c:scaling>
        <c:delete val="1"/>
        <c:axPos val="b"/>
        <c:numFmt formatCode="General" sourceLinked="1"/>
        <c:majorTickMark val="none"/>
        <c:minorTickMark val="none"/>
        <c:tickLblPos val="nextTo"/>
        <c:crossAx val="1631624511"/>
        <c:crosses val="autoZero"/>
        <c:auto val="1"/>
        <c:lblAlgn val="ctr"/>
        <c:lblOffset val="100"/>
        <c:noMultiLvlLbl val="0"/>
      </c:catAx>
      <c:valAx>
        <c:axId val="1631624511"/>
        <c:scaling>
          <c:orientation val="minMax"/>
        </c:scaling>
        <c:delete val="1"/>
        <c:axPos val="l"/>
        <c:numFmt formatCode="0%" sourceLinked="1"/>
        <c:majorTickMark val="none"/>
        <c:minorTickMark val="none"/>
        <c:tickLblPos val="nextTo"/>
        <c:crossAx val="1631703807"/>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col"/>
        <c:grouping val="stacked"/>
        <c:varyColors val="0"/>
        <c:ser>
          <c:idx val="0"/>
          <c:order val="0"/>
          <c:tx>
            <c:strRef>
              <c:f>Sheet1!$B$1</c:f>
              <c:strCache>
                <c:ptCount val="1"/>
                <c:pt idx="0">
                  <c:v>Top 50 cities</c:v>
                </c:pt>
              </c:strCache>
            </c:strRef>
          </c:tx>
          <c:spPr>
            <a:solidFill>
              <a:srgbClr val="009051"/>
            </a:solidFill>
            <a:ln>
              <a:noFill/>
            </a:ln>
            <a:effectLst/>
          </c:spPr>
          <c:invertIfNegative val="0"/>
          <c:dPt>
            <c:idx val="0"/>
            <c:invertIfNegative val="0"/>
            <c:bubble3D val="0"/>
            <c:spPr>
              <a:solidFill>
                <a:srgbClr val="1C5D03"/>
              </a:solidFill>
              <a:ln>
                <a:noFill/>
              </a:ln>
              <a:effectLst/>
            </c:spPr>
            <c:extLst>
              <c:ext xmlns:c16="http://schemas.microsoft.com/office/drawing/2014/chart" uri="{C3380CC4-5D6E-409C-BE32-E72D297353CC}">
                <c16:uniqueId val="{00000001-D942-1B40-B287-5775C3D8F7C7}"/>
              </c:ext>
            </c:extLst>
          </c:dPt>
          <c:dPt>
            <c:idx val="1"/>
            <c:invertIfNegative val="0"/>
            <c:bubble3D val="0"/>
            <c:spPr>
              <a:solidFill>
                <a:srgbClr val="2BA700"/>
              </a:solidFill>
              <a:ln>
                <a:noFill/>
              </a:ln>
              <a:effectLst/>
            </c:spPr>
            <c:extLst>
              <c:ext xmlns:c16="http://schemas.microsoft.com/office/drawing/2014/chart" uri="{C3380CC4-5D6E-409C-BE32-E72D297353CC}">
                <c16:uniqueId val="{00000003-D942-1B40-B287-5775C3D8F7C7}"/>
              </c:ext>
            </c:extLst>
          </c:dPt>
          <c:dLbls>
            <c:dLbl>
              <c:idx val="0"/>
              <c:showLegendKey val="0"/>
              <c:showVal val="1"/>
              <c:showCatName val="0"/>
              <c:showSerName val="0"/>
              <c:showPercent val="0"/>
              <c:showBubbleSize val="0"/>
              <c:extLst>
                <c:ext xmlns:c15="http://schemas.microsoft.com/office/drawing/2012/chart" uri="{CE6537A1-D6FC-4f65-9D91-7224C49458BB}">
                  <c15:layout>
                    <c:manualLayout>
                      <c:w val="0.25493452663469862"/>
                      <c:h val="0.19655835000460189"/>
                    </c:manualLayout>
                  </c15:layout>
                </c:ext>
                <c:ext xmlns:c16="http://schemas.microsoft.com/office/drawing/2014/chart" uri="{C3380CC4-5D6E-409C-BE32-E72D297353CC}">
                  <c16:uniqueId val="{00000001-D942-1B40-B287-5775C3D8F7C7}"/>
                </c:ext>
              </c:extLst>
            </c:dLbl>
            <c:dLbl>
              <c:idx val="1"/>
              <c:showLegendKey val="0"/>
              <c:showVal val="1"/>
              <c:showCatName val="0"/>
              <c:showSerName val="0"/>
              <c:showPercent val="0"/>
              <c:showBubbleSize val="0"/>
              <c:extLst>
                <c:ext xmlns:c15="http://schemas.microsoft.com/office/drawing/2012/chart" uri="{CE6537A1-D6FC-4f65-9D91-7224C49458BB}">
                  <c15:layout>
                    <c:manualLayout>
                      <c:w val="0.26368313770658258"/>
                      <c:h val="0.19655835000460189"/>
                    </c:manualLayout>
                  </c15:layout>
                </c:ext>
                <c:ext xmlns:c16="http://schemas.microsoft.com/office/drawing/2014/chart" uri="{C3380CC4-5D6E-409C-BE32-E72D297353CC}">
                  <c16:uniqueId val="{00000003-D942-1B40-B287-5775C3D8F7C7}"/>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2019</c:v>
                </c:pt>
                <c:pt idx="1">
                  <c:v>2030</c:v>
                </c:pt>
              </c:numCache>
            </c:numRef>
          </c:cat>
          <c:val>
            <c:numRef>
              <c:f>Sheet1!$B$2:$B$3</c:f>
              <c:numCache>
                <c:formatCode>0</c:formatCode>
                <c:ptCount val="2"/>
                <c:pt idx="0">
                  <c:v>19</c:v>
                </c:pt>
                <c:pt idx="1">
                  <c:v>25</c:v>
                </c:pt>
              </c:numCache>
            </c:numRef>
          </c:val>
          <c:extLst>
            <c:ext xmlns:c16="http://schemas.microsoft.com/office/drawing/2014/chart" uri="{C3380CC4-5D6E-409C-BE32-E72D297353CC}">
              <c16:uniqueId val="{00000004-D942-1B40-B287-5775C3D8F7C7}"/>
            </c:ext>
          </c:extLst>
        </c:ser>
        <c:dLbls>
          <c:showLegendKey val="0"/>
          <c:showVal val="0"/>
          <c:showCatName val="0"/>
          <c:showSerName val="0"/>
          <c:showPercent val="0"/>
          <c:showBubbleSize val="0"/>
        </c:dLbls>
        <c:gapWidth val="20"/>
        <c:overlap val="100"/>
        <c:axId val="1631703807"/>
        <c:axId val="1631624511"/>
      </c:barChart>
      <c:catAx>
        <c:axId val="1631703807"/>
        <c:scaling>
          <c:orientation val="minMax"/>
        </c:scaling>
        <c:delete val="1"/>
        <c:axPos val="b"/>
        <c:numFmt formatCode="General" sourceLinked="1"/>
        <c:majorTickMark val="none"/>
        <c:minorTickMark val="none"/>
        <c:tickLblPos val="nextTo"/>
        <c:crossAx val="1631624511"/>
        <c:crosses val="autoZero"/>
        <c:auto val="1"/>
        <c:lblAlgn val="ctr"/>
        <c:lblOffset val="100"/>
        <c:noMultiLvlLbl val="0"/>
      </c:catAx>
      <c:valAx>
        <c:axId val="1631624511"/>
        <c:scaling>
          <c:orientation val="minMax"/>
        </c:scaling>
        <c:delete val="1"/>
        <c:axPos val="l"/>
        <c:numFmt formatCode="0" sourceLinked="1"/>
        <c:majorTickMark val="none"/>
        <c:minorTickMark val="none"/>
        <c:tickLblPos val="nextTo"/>
        <c:crossAx val="1631703807"/>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col"/>
        <c:grouping val="stacked"/>
        <c:varyColors val="0"/>
        <c:ser>
          <c:idx val="0"/>
          <c:order val="0"/>
          <c:tx>
            <c:strRef>
              <c:f>Sheet1!$B$1</c:f>
              <c:strCache>
                <c:ptCount val="1"/>
                <c:pt idx="0">
                  <c:v>Ecomm Delivery</c:v>
                </c:pt>
              </c:strCache>
            </c:strRef>
          </c:tx>
          <c:spPr>
            <a:solidFill>
              <a:schemeClr val="accent1">
                <a:lumMod val="75000"/>
              </a:schemeClr>
            </a:solidFill>
            <a:ln>
              <a:noFill/>
            </a:ln>
            <a:effectLst/>
          </c:spPr>
          <c:invertIfNegative val="0"/>
          <c:dLbls>
            <c:dLbl>
              <c:idx val="0"/>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D-B0F7-3F41-83E7-B54C739CD03C}"/>
                </c:ext>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Sheet1!$B$2:$B$3</c:f>
              <c:numCache>
                <c:formatCode>General</c:formatCode>
                <c:ptCount val="2"/>
                <c:pt idx="0">
                  <c:v>29</c:v>
                </c:pt>
              </c:numCache>
            </c:numRef>
          </c:val>
          <c:extLst>
            <c:ext xmlns:c16="http://schemas.microsoft.com/office/drawing/2014/chart" uri="{C3380CC4-5D6E-409C-BE32-E72D297353CC}">
              <c16:uniqueId val="{00000000-B0F7-3F41-83E7-B54C739CD03C}"/>
            </c:ext>
          </c:extLst>
        </c:ser>
        <c:ser>
          <c:idx val="1"/>
          <c:order val="1"/>
          <c:tx>
            <c:strRef>
              <c:f>Sheet1!$C$1</c:f>
              <c:strCache>
                <c:ptCount val="1"/>
                <c:pt idx="0">
                  <c:v>Ad Revenue</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Sheet1!$C$2:$C$3</c:f>
              <c:numCache>
                <c:formatCode>General</c:formatCode>
                <c:ptCount val="2"/>
                <c:pt idx="0">
                  <c:v>20</c:v>
                </c:pt>
              </c:numCache>
            </c:numRef>
          </c:val>
          <c:extLst>
            <c:ext xmlns:c16="http://schemas.microsoft.com/office/drawing/2014/chart" uri="{C3380CC4-5D6E-409C-BE32-E72D297353CC}">
              <c16:uniqueId val="{00000001-B0F7-3F41-83E7-B54C739CD03C}"/>
            </c:ext>
          </c:extLst>
        </c:ser>
        <c:ser>
          <c:idx val="2"/>
          <c:order val="2"/>
          <c:tx>
            <c:strRef>
              <c:f>Sheet1!$D$1</c:f>
              <c:strCache>
                <c:ptCount val="1"/>
                <c:pt idx="0">
                  <c:v>Co-Loading</c:v>
                </c:pt>
              </c:strCache>
            </c:strRef>
          </c:tx>
          <c:spPr>
            <a:solidFill>
              <a:srgbClr val="00919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Sheet1!$D$2:$D$3</c:f>
              <c:numCache>
                <c:formatCode>General</c:formatCode>
                <c:ptCount val="2"/>
                <c:pt idx="0">
                  <c:v>5</c:v>
                </c:pt>
              </c:numCache>
            </c:numRef>
          </c:val>
          <c:extLst>
            <c:ext xmlns:c16="http://schemas.microsoft.com/office/drawing/2014/chart" uri="{C3380CC4-5D6E-409C-BE32-E72D297353CC}">
              <c16:uniqueId val="{00000002-B0F7-3F41-83E7-B54C739CD03C}"/>
            </c:ext>
          </c:extLst>
        </c:ser>
        <c:ser>
          <c:idx val="3"/>
          <c:order val="3"/>
          <c:tx>
            <c:strRef>
              <c:f>Sheet1!$E$1</c:f>
              <c:strCache>
                <c:ptCount val="1"/>
                <c:pt idx="0">
                  <c:v>Carbon Credit </c:v>
                </c:pt>
              </c:strCache>
            </c:strRef>
          </c:tx>
          <c:spPr>
            <a:solidFill>
              <a:schemeClr val="accent1">
                <a:lumMod val="75000"/>
              </a:schemeClr>
            </a:solidFill>
            <a:ln w="19050">
              <a:solidFill>
                <a:schemeClr val="accent1">
                  <a:lumMod val="75000"/>
                </a:schemeClr>
              </a:solidFill>
            </a:ln>
            <a:effectLst/>
          </c:spPr>
          <c:invertIfNegative val="0"/>
          <c:dLbls>
            <c:dLbl>
              <c:idx val="0"/>
              <c:layout>
                <c:manualLayout>
                  <c:x val="0.23082515448927662"/>
                  <c:y val="6.8205515570594191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AAC-5649-BC14-A97BD98EF81D}"/>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Sheet1!$E$2:$E$3</c:f>
              <c:numCache>
                <c:formatCode>General</c:formatCode>
                <c:ptCount val="2"/>
                <c:pt idx="0">
                  <c:v>0.1</c:v>
                </c:pt>
              </c:numCache>
            </c:numRef>
          </c:val>
          <c:extLst>
            <c:ext xmlns:c16="http://schemas.microsoft.com/office/drawing/2014/chart" uri="{C3380CC4-5D6E-409C-BE32-E72D297353CC}">
              <c16:uniqueId val="{00000004-B0F7-3F41-83E7-B54C739CD03C}"/>
            </c:ext>
          </c:extLst>
        </c:ser>
        <c:ser>
          <c:idx val="4"/>
          <c:order val="4"/>
          <c:tx>
            <c:strRef>
              <c:f>Sheet1!$F$1</c:f>
              <c:strCache>
                <c:ptCount val="1"/>
                <c:pt idx="0">
                  <c:v>Employee Wage</c:v>
                </c:pt>
              </c:strCache>
            </c:strRef>
          </c:tx>
          <c:spPr>
            <a:solidFill>
              <a:schemeClr val="accent1">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Sheet1!$F$2:$F$3</c:f>
              <c:numCache>
                <c:formatCode>General</c:formatCode>
                <c:ptCount val="2"/>
                <c:pt idx="1">
                  <c:v>3.5</c:v>
                </c:pt>
              </c:numCache>
            </c:numRef>
          </c:val>
          <c:extLst>
            <c:ext xmlns:c16="http://schemas.microsoft.com/office/drawing/2014/chart" uri="{C3380CC4-5D6E-409C-BE32-E72D297353CC}">
              <c16:uniqueId val="{00000005-B0F7-3F41-83E7-B54C739CD03C}"/>
            </c:ext>
          </c:extLst>
        </c:ser>
        <c:ser>
          <c:idx val="5"/>
          <c:order val="5"/>
          <c:tx>
            <c:strRef>
              <c:f>Sheet1!$G$1</c:f>
              <c:strCache>
                <c:ptCount val="1"/>
                <c:pt idx="0">
                  <c:v>Fleet RMO</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3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Sheet1!$G$2:$G$3</c:f>
              <c:numCache>
                <c:formatCode>General</c:formatCode>
                <c:ptCount val="2"/>
                <c:pt idx="1">
                  <c:v>2</c:v>
                </c:pt>
              </c:numCache>
            </c:numRef>
          </c:val>
          <c:extLst>
            <c:ext xmlns:c16="http://schemas.microsoft.com/office/drawing/2014/chart" uri="{C3380CC4-5D6E-409C-BE32-E72D297353CC}">
              <c16:uniqueId val="{00000006-B0F7-3F41-83E7-B54C739CD03C}"/>
            </c:ext>
          </c:extLst>
        </c:ser>
        <c:ser>
          <c:idx val="6"/>
          <c:order val="6"/>
          <c:tx>
            <c:strRef>
              <c:f>Sheet1!$H$1</c:f>
              <c:strCache>
                <c:ptCount val="1"/>
                <c:pt idx="0">
                  <c:v>EV Charging Setup</c:v>
                </c:pt>
              </c:strCache>
            </c:strRef>
          </c:tx>
          <c:spPr>
            <a:solidFill>
              <a:srgbClr val="00919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Sheet1!$H$2:$H$3</c:f>
              <c:numCache>
                <c:formatCode>General</c:formatCode>
                <c:ptCount val="2"/>
                <c:pt idx="1">
                  <c:v>4</c:v>
                </c:pt>
              </c:numCache>
            </c:numRef>
          </c:val>
          <c:extLst>
            <c:ext xmlns:c16="http://schemas.microsoft.com/office/drawing/2014/chart" uri="{C3380CC4-5D6E-409C-BE32-E72D297353CC}">
              <c16:uniqueId val="{00000007-B0F7-3F41-83E7-B54C739CD03C}"/>
            </c:ext>
          </c:extLst>
        </c:ser>
        <c:ser>
          <c:idx val="7"/>
          <c:order val="7"/>
          <c:tx>
            <c:strRef>
              <c:f>Sheet1!$I$1</c:f>
              <c:strCache>
                <c:ptCount val="1"/>
                <c:pt idx="0">
                  <c:v>Outsourced Fleet</c:v>
                </c:pt>
              </c:strCache>
            </c:strRef>
          </c:tx>
          <c:spPr>
            <a:solidFill>
              <a:srgbClr val="00AD7F"/>
            </a:solidFill>
            <a:ln>
              <a:noFill/>
            </a:ln>
            <a:effectLst/>
          </c:spPr>
          <c:invertIfNegative val="0"/>
          <c:dPt>
            <c:idx val="1"/>
            <c:invertIfNegative val="0"/>
            <c:bubble3D val="0"/>
            <c:spPr>
              <a:solidFill>
                <a:srgbClr val="00AD7F"/>
              </a:solidFill>
              <a:ln>
                <a:noFill/>
              </a:ln>
              <a:effectLst/>
            </c:spPr>
            <c:extLst>
              <c:ext xmlns:c16="http://schemas.microsoft.com/office/drawing/2014/chart" uri="{C3380CC4-5D6E-409C-BE32-E72D297353CC}">
                <c16:uniqueId val="{00000010-B0F7-3F41-83E7-B54C739CD03C}"/>
              </c:ext>
            </c:extLst>
          </c:dPt>
          <c:dLbls>
            <c:dLbl>
              <c:idx val="1"/>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B0F7-3F41-83E7-B54C739CD03C}"/>
                </c:ext>
              </c:extLst>
            </c:dLbl>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eparator>
</c:separator>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Sheet1!$I$2:$I$3</c:f>
              <c:numCache>
                <c:formatCode>General</c:formatCode>
                <c:ptCount val="2"/>
                <c:pt idx="1">
                  <c:v>29</c:v>
                </c:pt>
              </c:numCache>
            </c:numRef>
          </c:val>
          <c:extLst>
            <c:ext xmlns:c16="http://schemas.microsoft.com/office/drawing/2014/chart" uri="{C3380CC4-5D6E-409C-BE32-E72D297353CC}">
              <c16:uniqueId val="{00000008-B0F7-3F41-83E7-B54C739CD03C}"/>
            </c:ext>
          </c:extLst>
        </c:ser>
        <c:ser>
          <c:idx val="8"/>
          <c:order val="8"/>
          <c:tx>
            <c:strRef>
              <c:f>Sheet1!$J$1</c:f>
              <c:strCache>
                <c:ptCount val="1"/>
                <c:pt idx="0">
                  <c:v>Buddy Incentive</c:v>
                </c:pt>
              </c:strCache>
            </c:strRef>
          </c:tx>
          <c:spPr>
            <a:solidFill>
              <a:schemeClr val="accent1">
                <a:lumMod val="60000"/>
                <a:lumOff val="40000"/>
              </a:schemeClr>
            </a:solidFill>
            <a:ln>
              <a:noFill/>
            </a:ln>
            <a:effectLst/>
          </c:spPr>
          <c:invertIfNegative val="0"/>
          <c:dPt>
            <c:idx val="1"/>
            <c:invertIfNegative val="0"/>
            <c:bubble3D val="0"/>
            <c:spPr>
              <a:solidFill>
                <a:srgbClr val="009051"/>
              </a:solidFill>
              <a:ln>
                <a:noFill/>
              </a:ln>
              <a:effectLst/>
            </c:spPr>
            <c:extLst>
              <c:ext xmlns:c16="http://schemas.microsoft.com/office/drawing/2014/chart" uri="{C3380CC4-5D6E-409C-BE32-E72D297353CC}">
                <c16:uniqueId val="{00000002-3957-8742-B1A0-EAAF688148CF}"/>
              </c:ext>
            </c:extLst>
          </c:dPt>
          <c:dLbls>
            <c:spPr>
              <a:noFill/>
              <a:ln>
                <a:noFill/>
              </a:ln>
              <a:effectLst/>
            </c:spPr>
            <c:txPr>
              <a:bodyPr rot="0" spcFirstLastPara="1" vertOverflow="ellipsis" vert="horz" wrap="square" lIns="38100" tIns="19050" rIns="38100" bIns="19050" anchor="ctr" anchorCtr="1">
                <a:spAutoFit/>
              </a:bodyPr>
              <a:lstStyle/>
              <a:p>
                <a:pPr>
                  <a:defRPr sz="13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Sheet1!$J$2:$J$3</c:f>
              <c:numCache>
                <c:formatCode>General</c:formatCode>
                <c:ptCount val="2"/>
                <c:pt idx="1">
                  <c:v>3</c:v>
                </c:pt>
              </c:numCache>
            </c:numRef>
          </c:val>
          <c:extLst>
            <c:ext xmlns:c16="http://schemas.microsoft.com/office/drawing/2014/chart" uri="{C3380CC4-5D6E-409C-BE32-E72D297353CC}">
              <c16:uniqueId val="{00000009-B0F7-3F41-83E7-B54C739CD03C}"/>
            </c:ext>
          </c:extLst>
        </c:ser>
        <c:ser>
          <c:idx val="9"/>
          <c:order val="9"/>
          <c:tx>
            <c:strRef>
              <c:f>Sheet1!$K$1</c:f>
              <c:strCache>
                <c:ptCount val="1"/>
                <c:pt idx="0">
                  <c:v>Locker Setup</c:v>
                </c:pt>
              </c:strCache>
            </c:strRef>
          </c:tx>
          <c:spPr>
            <a:solidFill>
              <a:schemeClr val="accent1">
                <a:lumMod val="40000"/>
                <a:lumOff val="60000"/>
              </a:schemeClr>
            </a:solidFill>
            <a:ln w="12700">
              <a:noFill/>
            </a:ln>
            <a:effectLst/>
          </c:spPr>
          <c:invertIfNegative val="0"/>
          <c:dPt>
            <c:idx val="1"/>
            <c:invertIfNegative val="0"/>
            <c:bubble3D val="0"/>
            <c:spPr>
              <a:solidFill>
                <a:srgbClr val="247500"/>
              </a:solidFill>
              <a:ln w="12700">
                <a:noFill/>
              </a:ln>
              <a:effectLst/>
            </c:spPr>
            <c:extLst>
              <c:ext xmlns:c16="http://schemas.microsoft.com/office/drawing/2014/chart" uri="{C3380CC4-5D6E-409C-BE32-E72D297353CC}">
                <c16:uniqueId val="{00000011-B0F7-3F41-83E7-B54C739CD03C}"/>
              </c:ext>
            </c:extLst>
          </c:dPt>
          <c:dLbls>
            <c:dLbl>
              <c:idx val="1"/>
              <c:layout>
                <c:manualLayout>
                  <c:x val="-0.2192838967648128"/>
                  <c:y val="7.8436342906183246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B0F7-3F41-83E7-B54C739CD03C}"/>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Sheet1!$K$2:$K$3</c:f>
              <c:numCache>
                <c:formatCode>General</c:formatCode>
                <c:ptCount val="2"/>
                <c:pt idx="1">
                  <c:v>1</c:v>
                </c:pt>
              </c:numCache>
            </c:numRef>
          </c:val>
          <c:extLst>
            <c:ext xmlns:c16="http://schemas.microsoft.com/office/drawing/2014/chart" uri="{C3380CC4-5D6E-409C-BE32-E72D297353CC}">
              <c16:uniqueId val="{0000000A-B0F7-3F41-83E7-B54C739CD03C}"/>
            </c:ext>
          </c:extLst>
        </c:ser>
        <c:ser>
          <c:idx val="10"/>
          <c:order val="10"/>
          <c:tx>
            <c:strRef>
              <c:f>Sheet1!$L$1</c:f>
              <c:strCache>
                <c:ptCount val="1"/>
                <c:pt idx="0">
                  <c:v>SDS Setup</c:v>
                </c:pt>
              </c:strCache>
            </c:strRef>
          </c:tx>
          <c:spPr>
            <a:solidFill>
              <a:schemeClr val="accent1">
                <a:lumMod val="20000"/>
                <a:lumOff val="80000"/>
              </a:schemeClr>
            </a:solidFill>
            <a:ln w="12700">
              <a:solidFill>
                <a:schemeClr val="accent1">
                  <a:lumMod val="20000"/>
                  <a:lumOff val="80000"/>
                </a:schemeClr>
              </a:solidFill>
            </a:ln>
            <a:effectLst/>
          </c:spPr>
          <c:invertIfNegative val="0"/>
          <c:dLbls>
            <c:dLbl>
              <c:idx val="1"/>
              <c:layout>
                <c:manualLayout>
                  <c:x val="-0.2154368108566582"/>
                  <c:y val="3.0692482006767382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B0F7-3F41-83E7-B54C739CD03C}"/>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Sheet1!$L$2:$L$3</c:f>
              <c:numCache>
                <c:formatCode>General</c:formatCode>
                <c:ptCount val="2"/>
                <c:pt idx="1">
                  <c:v>0.5</c:v>
                </c:pt>
              </c:numCache>
            </c:numRef>
          </c:val>
          <c:extLst>
            <c:ext xmlns:c16="http://schemas.microsoft.com/office/drawing/2014/chart" uri="{C3380CC4-5D6E-409C-BE32-E72D297353CC}">
              <c16:uniqueId val="{0000000B-B0F7-3F41-83E7-B54C739CD03C}"/>
            </c:ext>
          </c:extLst>
        </c:ser>
        <c:ser>
          <c:idx val="11"/>
          <c:order val="11"/>
          <c:tx>
            <c:strRef>
              <c:f>Sheet1!$M$1</c:f>
              <c:strCache>
                <c:ptCount val="1"/>
                <c:pt idx="0">
                  <c:v>EV Purchase</c:v>
                </c:pt>
              </c:strCache>
            </c:strRef>
          </c:tx>
          <c:spPr>
            <a:solidFill>
              <a:schemeClr val="accent1">
                <a:lumMod val="75000"/>
              </a:schemeClr>
            </a:solidFill>
            <a:ln w="12700">
              <a:noFill/>
            </a:ln>
            <a:effectLst/>
          </c:spPr>
          <c:invertIfNegative val="0"/>
          <c:dLbls>
            <c:dLbl>
              <c:idx val="1"/>
              <c:layout>
                <c:manualLayout>
                  <c:x val="-0.2154368108566582"/>
                  <c:y val="-3.0692482006767382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B0F7-3F41-83E7-B54C739CD03C}"/>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Sheet1!$M$2:$M$3</c:f>
              <c:numCache>
                <c:formatCode>General</c:formatCode>
                <c:ptCount val="2"/>
                <c:pt idx="1">
                  <c:v>1</c:v>
                </c:pt>
              </c:numCache>
            </c:numRef>
          </c:val>
          <c:extLst>
            <c:ext xmlns:c16="http://schemas.microsoft.com/office/drawing/2014/chart" uri="{C3380CC4-5D6E-409C-BE32-E72D297353CC}">
              <c16:uniqueId val="{0000000C-B0F7-3F41-83E7-B54C739CD03C}"/>
            </c:ext>
          </c:extLst>
        </c:ser>
        <c:dLbls>
          <c:dLblPos val="ctr"/>
          <c:showLegendKey val="0"/>
          <c:showVal val="1"/>
          <c:showCatName val="0"/>
          <c:showSerName val="0"/>
          <c:showPercent val="0"/>
          <c:showBubbleSize val="0"/>
        </c:dLbls>
        <c:gapWidth val="34"/>
        <c:overlap val="100"/>
        <c:axId val="1035606239"/>
        <c:axId val="1035482671"/>
      </c:barChart>
      <c:catAx>
        <c:axId val="1035606239"/>
        <c:scaling>
          <c:orientation val="minMax"/>
        </c:scaling>
        <c:delete val="1"/>
        <c:axPos val="b"/>
        <c:numFmt formatCode="General" sourceLinked="1"/>
        <c:majorTickMark val="none"/>
        <c:minorTickMark val="none"/>
        <c:tickLblPos val="nextTo"/>
        <c:crossAx val="1035482671"/>
        <c:crosses val="autoZero"/>
        <c:auto val="1"/>
        <c:lblAlgn val="ctr"/>
        <c:lblOffset val="100"/>
        <c:noMultiLvlLbl val="0"/>
      </c:catAx>
      <c:valAx>
        <c:axId val="1035482671"/>
        <c:scaling>
          <c:orientation val="minMax"/>
        </c:scaling>
        <c:delete val="1"/>
        <c:axPos val="l"/>
        <c:numFmt formatCode="General" sourceLinked="1"/>
        <c:majorTickMark val="none"/>
        <c:minorTickMark val="none"/>
        <c:tickLblPos val="nextTo"/>
        <c:crossAx val="1035606239"/>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col"/>
        <c:grouping val="stacked"/>
        <c:varyColors val="0"/>
        <c:ser>
          <c:idx val="0"/>
          <c:order val="0"/>
          <c:tx>
            <c:strRef>
              <c:f>Sheet1!$B$1</c:f>
              <c:strCache>
                <c:ptCount val="1"/>
                <c:pt idx="0">
                  <c:v>Ecomm Delivery</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Sheet1!$B$2:$B$3</c:f>
              <c:numCache>
                <c:formatCode>General</c:formatCode>
                <c:ptCount val="2"/>
                <c:pt idx="0">
                  <c:v>29</c:v>
                </c:pt>
              </c:numCache>
            </c:numRef>
          </c:val>
          <c:extLst>
            <c:ext xmlns:c16="http://schemas.microsoft.com/office/drawing/2014/chart" uri="{C3380CC4-5D6E-409C-BE32-E72D297353CC}">
              <c16:uniqueId val="{00000000-E509-D04B-A2E6-11E11A0D7552}"/>
            </c:ext>
          </c:extLst>
        </c:ser>
        <c:ser>
          <c:idx val="1"/>
          <c:order val="1"/>
          <c:tx>
            <c:strRef>
              <c:f>Sheet1!$C$1</c:f>
              <c:strCache>
                <c:ptCount val="1"/>
                <c:pt idx="0">
                  <c:v>Employee Wage</c:v>
                </c:pt>
              </c:strCache>
            </c:strRef>
          </c:tx>
          <c:spPr>
            <a:solidFill>
              <a:schemeClr val="accent1"/>
            </a:solidFill>
            <a:ln>
              <a:noFill/>
            </a:ln>
            <a:effectLst/>
          </c:spPr>
          <c:invertIfNegative val="0"/>
          <c:dPt>
            <c:idx val="1"/>
            <c:invertIfNegative val="0"/>
            <c:bubble3D val="0"/>
            <c:spPr>
              <a:solidFill>
                <a:srgbClr val="00AD7F"/>
              </a:solidFill>
              <a:ln>
                <a:noFill/>
              </a:ln>
              <a:effectLst/>
            </c:spPr>
            <c:extLst>
              <c:ext xmlns:c16="http://schemas.microsoft.com/office/drawing/2014/chart" uri="{C3380CC4-5D6E-409C-BE32-E72D297353CC}">
                <c16:uniqueId val="{0000000D-E509-D04B-A2E6-11E11A0D7552}"/>
              </c:ext>
            </c:extLst>
          </c:dPt>
          <c:dLbls>
            <c:dLbl>
              <c:idx val="1"/>
              <c:layout>
                <c:manualLayout>
                  <c:x val="0"/>
                  <c:y val="-4.738035155474718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E509-D04B-A2E6-11E11A0D7552}"/>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Sheet1!$C$2:$C$3</c:f>
              <c:numCache>
                <c:formatCode>General</c:formatCode>
                <c:ptCount val="2"/>
                <c:pt idx="1">
                  <c:v>8</c:v>
                </c:pt>
              </c:numCache>
            </c:numRef>
          </c:val>
          <c:extLst>
            <c:ext xmlns:c16="http://schemas.microsoft.com/office/drawing/2014/chart" uri="{C3380CC4-5D6E-409C-BE32-E72D297353CC}">
              <c16:uniqueId val="{00000001-E509-D04B-A2E6-11E11A0D7552}"/>
            </c:ext>
          </c:extLst>
        </c:ser>
        <c:ser>
          <c:idx val="2"/>
          <c:order val="2"/>
          <c:tx>
            <c:strRef>
              <c:f>Sheet1!$D$1</c:f>
              <c:strCache>
                <c:ptCount val="1"/>
                <c:pt idx="0">
                  <c:v>Fleet RMO</c:v>
                </c:pt>
              </c:strCache>
            </c:strRef>
          </c:tx>
          <c:spPr>
            <a:solidFill>
              <a:srgbClr val="00919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Sheet1!$D$2:$D$3</c:f>
              <c:numCache>
                <c:formatCode>General</c:formatCode>
                <c:ptCount val="2"/>
                <c:pt idx="1">
                  <c:v>14</c:v>
                </c:pt>
              </c:numCache>
            </c:numRef>
          </c:val>
          <c:extLst>
            <c:ext xmlns:c16="http://schemas.microsoft.com/office/drawing/2014/chart" uri="{C3380CC4-5D6E-409C-BE32-E72D297353CC}">
              <c16:uniqueId val="{00000002-E509-D04B-A2E6-11E11A0D7552}"/>
            </c:ext>
          </c:extLst>
        </c:ser>
        <c:dLbls>
          <c:dLblPos val="ctr"/>
          <c:showLegendKey val="0"/>
          <c:showVal val="1"/>
          <c:showCatName val="0"/>
          <c:showSerName val="0"/>
          <c:showPercent val="0"/>
          <c:showBubbleSize val="0"/>
        </c:dLbls>
        <c:gapWidth val="34"/>
        <c:overlap val="100"/>
        <c:axId val="1035606239"/>
        <c:axId val="1035482671"/>
      </c:barChart>
      <c:catAx>
        <c:axId val="1035606239"/>
        <c:scaling>
          <c:orientation val="minMax"/>
        </c:scaling>
        <c:delete val="1"/>
        <c:axPos val="b"/>
        <c:numFmt formatCode="General" sourceLinked="1"/>
        <c:majorTickMark val="none"/>
        <c:minorTickMark val="none"/>
        <c:tickLblPos val="nextTo"/>
        <c:crossAx val="1035482671"/>
        <c:crosses val="autoZero"/>
        <c:auto val="1"/>
        <c:lblAlgn val="ctr"/>
        <c:lblOffset val="100"/>
        <c:noMultiLvlLbl val="0"/>
      </c:catAx>
      <c:valAx>
        <c:axId val="1035482671"/>
        <c:scaling>
          <c:orientation val="minMax"/>
        </c:scaling>
        <c:delete val="1"/>
        <c:axPos val="l"/>
        <c:numFmt formatCode="General" sourceLinked="1"/>
        <c:majorTickMark val="none"/>
        <c:minorTickMark val="none"/>
        <c:tickLblPos val="nextTo"/>
        <c:crossAx val="1035606239"/>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8630516393497023E-2"/>
          <c:y val="0"/>
          <c:w val="0.85346523606746383"/>
          <c:h val="1"/>
        </c:manualLayout>
      </c:layout>
      <c:barChart>
        <c:barDir val="col"/>
        <c:grouping val="clustered"/>
        <c:varyColors val="0"/>
        <c:ser>
          <c:idx val="0"/>
          <c:order val="0"/>
          <c:tx>
            <c:strRef>
              <c:f>Sheet1!$B$1</c:f>
              <c:strCache>
                <c:ptCount val="1"/>
                <c:pt idx="0">
                  <c:v>2023</c:v>
                </c:pt>
              </c:strCache>
            </c:strRef>
          </c:tx>
          <c:spPr>
            <a:solidFill>
              <a:schemeClr val="accent1"/>
            </a:solidFill>
            <a:ln>
              <a:noFill/>
            </a:ln>
            <a:effectLst/>
          </c:spPr>
          <c:invertIfNegative val="0"/>
          <c:dLbls>
            <c:dLbl>
              <c:idx val="0"/>
              <c:layout>
                <c:manualLayout>
                  <c:x val="3.5118651266815314E-3"/>
                  <c:y val="0.18240373364961918"/>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EA1-414A-9B3C-01BA4D15EB9E}"/>
                </c:ext>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Current</c:v>
                </c:pt>
                <c:pt idx="1">
                  <c:v>New</c:v>
                </c:pt>
              </c:strCache>
            </c:strRef>
          </c:cat>
          <c:val>
            <c:numRef>
              <c:f>Sheet1!$B$2:$B$3</c:f>
              <c:numCache>
                <c:formatCode>General</c:formatCode>
                <c:ptCount val="2"/>
                <c:pt idx="0">
                  <c:v>17.7</c:v>
                </c:pt>
                <c:pt idx="1">
                  <c:v>24.5</c:v>
                </c:pt>
              </c:numCache>
            </c:numRef>
          </c:val>
          <c:extLst>
            <c:ext xmlns:c16="http://schemas.microsoft.com/office/drawing/2014/chart" uri="{C3380CC4-5D6E-409C-BE32-E72D297353CC}">
              <c16:uniqueId val="{00000000-9EA1-414A-9B3C-01BA4D15EB9E}"/>
            </c:ext>
          </c:extLst>
        </c:ser>
        <c:ser>
          <c:idx val="1"/>
          <c:order val="1"/>
          <c:tx>
            <c:strRef>
              <c:f>Sheet1!$C$1</c:f>
              <c:strCache>
                <c:ptCount val="1"/>
                <c:pt idx="0">
                  <c:v>2030</c:v>
                </c:pt>
              </c:strCache>
            </c:strRef>
          </c:tx>
          <c:spPr>
            <a:solidFill>
              <a:srgbClr val="2475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Current</c:v>
                </c:pt>
                <c:pt idx="1">
                  <c:v>New</c:v>
                </c:pt>
              </c:strCache>
            </c:strRef>
          </c:cat>
          <c:val>
            <c:numRef>
              <c:f>Sheet1!$C$2:$C$3</c:f>
              <c:numCache>
                <c:formatCode>General</c:formatCode>
                <c:ptCount val="2"/>
                <c:pt idx="0">
                  <c:v>41</c:v>
                </c:pt>
                <c:pt idx="1">
                  <c:v>62</c:v>
                </c:pt>
              </c:numCache>
            </c:numRef>
          </c:val>
          <c:extLst>
            <c:ext xmlns:c16="http://schemas.microsoft.com/office/drawing/2014/chart" uri="{C3380CC4-5D6E-409C-BE32-E72D297353CC}">
              <c16:uniqueId val="{00000001-9EA1-414A-9B3C-01BA4D15EB9E}"/>
            </c:ext>
          </c:extLst>
        </c:ser>
        <c:dLbls>
          <c:showLegendKey val="0"/>
          <c:showVal val="0"/>
          <c:showCatName val="0"/>
          <c:showSerName val="0"/>
          <c:showPercent val="0"/>
          <c:showBubbleSize val="0"/>
        </c:dLbls>
        <c:gapWidth val="94"/>
        <c:overlap val="-20"/>
        <c:axId val="196853808"/>
        <c:axId val="1251732031"/>
      </c:barChart>
      <c:catAx>
        <c:axId val="196853808"/>
        <c:scaling>
          <c:orientation val="minMax"/>
        </c:scaling>
        <c:delete val="1"/>
        <c:axPos val="b"/>
        <c:numFmt formatCode="General" sourceLinked="1"/>
        <c:majorTickMark val="none"/>
        <c:minorTickMark val="none"/>
        <c:tickLblPos val="nextTo"/>
        <c:crossAx val="1251732031"/>
        <c:crosses val="autoZero"/>
        <c:auto val="1"/>
        <c:lblAlgn val="ctr"/>
        <c:lblOffset val="100"/>
        <c:noMultiLvlLbl val="0"/>
      </c:catAx>
      <c:valAx>
        <c:axId val="1251732031"/>
        <c:scaling>
          <c:orientation val="minMax"/>
        </c:scaling>
        <c:delete val="1"/>
        <c:axPos val="l"/>
        <c:numFmt formatCode="General" sourceLinked="1"/>
        <c:majorTickMark val="none"/>
        <c:minorTickMark val="none"/>
        <c:tickLblPos val="nextTo"/>
        <c:crossAx val="196853808"/>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8630516393497023E-2"/>
          <c:y val="0"/>
          <c:w val="0.85346523606746383"/>
          <c:h val="1"/>
        </c:manualLayout>
      </c:layout>
      <c:barChart>
        <c:barDir val="col"/>
        <c:grouping val="clustered"/>
        <c:varyColors val="0"/>
        <c:ser>
          <c:idx val="0"/>
          <c:order val="0"/>
          <c:tx>
            <c:strRef>
              <c:f>Sheet1!$B$1</c:f>
              <c:strCache>
                <c:ptCount val="1"/>
                <c:pt idx="0">
                  <c:v>2023</c:v>
                </c:pt>
              </c:strCache>
            </c:strRef>
          </c:tx>
          <c:spPr>
            <a:solidFill>
              <a:schemeClr val="accent1"/>
            </a:solidFill>
            <a:ln>
              <a:noFill/>
            </a:ln>
            <a:effectLst/>
          </c:spPr>
          <c:invertIfNegative val="0"/>
          <c:dLbls>
            <c:dLbl>
              <c:idx val="0"/>
              <c:layout>
                <c:manualLayout>
                  <c:x val="6.6605921986475011E-3"/>
                  <c:y val="0.24791222848653974"/>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FB3-714A-ABD3-769123ED5412}"/>
                </c:ext>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Current</c:v>
                </c:pt>
                <c:pt idx="1">
                  <c:v>New</c:v>
                </c:pt>
              </c:strCache>
            </c:strRef>
          </c:cat>
          <c:val>
            <c:numRef>
              <c:f>Sheet1!$B$2:$B$3</c:f>
              <c:numCache>
                <c:formatCode>General</c:formatCode>
                <c:ptCount val="2"/>
                <c:pt idx="0">
                  <c:v>55</c:v>
                </c:pt>
                <c:pt idx="1">
                  <c:v>109</c:v>
                </c:pt>
              </c:numCache>
            </c:numRef>
          </c:val>
          <c:extLst>
            <c:ext xmlns:c16="http://schemas.microsoft.com/office/drawing/2014/chart" uri="{C3380CC4-5D6E-409C-BE32-E72D297353CC}">
              <c16:uniqueId val="{00000001-FFB3-714A-ABD3-769123ED5412}"/>
            </c:ext>
          </c:extLst>
        </c:ser>
        <c:ser>
          <c:idx val="1"/>
          <c:order val="1"/>
          <c:tx>
            <c:strRef>
              <c:f>Sheet1!$C$1</c:f>
              <c:strCache>
                <c:ptCount val="1"/>
                <c:pt idx="0">
                  <c:v>2030</c:v>
                </c:pt>
              </c:strCache>
            </c:strRef>
          </c:tx>
          <c:spPr>
            <a:solidFill>
              <a:srgbClr val="2475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Current</c:v>
                </c:pt>
                <c:pt idx="1">
                  <c:v>New</c:v>
                </c:pt>
              </c:strCache>
            </c:strRef>
          </c:cat>
          <c:val>
            <c:numRef>
              <c:f>Sheet1!$C$2:$C$3</c:f>
              <c:numCache>
                <c:formatCode>General</c:formatCode>
                <c:ptCount val="2"/>
                <c:pt idx="0">
                  <c:v>126</c:v>
                </c:pt>
                <c:pt idx="1">
                  <c:v>75</c:v>
                </c:pt>
              </c:numCache>
            </c:numRef>
          </c:val>
          <c:extLst>
            <c:ext xmlns:c16="http://schemas.microsoft.com/office/drawing/2014/chart" uri="{C3380CC4-5D6E-409C-BE32-E72D297353CC}">
              <c16:uniqueId val="{00000002-FFB3-714A-ABD3-769123ED5412}"/>
            </c:ext>
          </c:extLst>
        </c:ser>
        <c:dLbls>
          <c:showLegendKey val="0"/>
          <c:showVal val="0"/>
          <c:showCatName val="0"/>
          <c:showSerName val="0"/>
          <c:showPercent val="0"/>
          <c:showBubbleSize val="0"/>
        </c:dLbls>
        <c:gapWidth val="94"/>
        <c:overlap val="-20"/>
        <c:axId val="196853808"/>
        <c:axId val="1251732031"/>
      </c:barChart>
      <c:catAx>
        <c:axId val="196853808"/>
        <c:scaling>
          <c:orientation val="minMax"/>
        </c:scaling>
        <c:delete val="1"/>
        <c:axPos val="b"/>
        <c:numFmt formatCode="General" sourceLinked="1"/>
        <c:majorTickMark val="none"/>
        <c:minorTickMark val="none"/>
        <c:tickLblPos val="nextTo"/>
        <c:crossAx val="1251732031"/>
        <c:crosses val="autoZero"/>
        <c:auto val="1"/>
        <c:lblAlgn val="ctr"/>
        <c:lblOffset val="100"/>
        <c:noMultiLvlLbl val="0"/>
      </c:catAx>
      <c:valAx>
        <c:axId val="1251732031"/>
        <c:scaling>
          <c:orientation val="minMax"/>
        </c:scaling>
        <c:delete val="1"/>
        <c:axPos val="l"/>
        <c:numFmt formatCode="General" sourceLinked="1"/>
        <c:majorTickMark val="none"/>
        <c:minorTickMark val="none"/>
        <c:tickLblPos val="nextTo"/>
        <c:crossAx val="196853808"/>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col"/>
        <c:grouping val="stacked"/>
        <c:varyColors val="0"/>
        <c:ser>
          <c:idx val="0"/>
          <c:order val="0"/>
          <c:tx>
            <c:strRef>
              <c:f>Sheet1!$B$1</c:f>
              <c:strCache>
                <c:ptCount val="1"/>
                <c:pt idx="0">
                  <c:v>Parcel</c:v>
                </c:pt>
              </c:strCache>
            </c:strRef>
          </c:tx>
          <c:spPr>
            <a:solidFill>
              <a:schemeClr val="accent1">
                <a:shade val="65000"/>
              </a:schemeClr>
            </a:solidFill>
            <a:ln>
              <a:noFill/>
            </a:ln>
            <a:effectLst/>
          </c:spPr>
          <c:invertIfNegative val="0"/>
          <c:cat>
            <c:strRef>
              <c:f>Sheet1!$A$2</c:f>
              <c:strCache>
                <c:ptCount val="1"/>
                <c:pt idx="0">
                  <c:v>Companies</c:v>
                </c:pt>
              </c:strCache>
            </c:strRef>
          </c:cat>
          <c:val>
            <c:numRef>
              <c:f>Sheet1!$B$2</c:f>
              <c:numCache>
                <c:formatCode>0%</c:formatCode>
                <c:ptCount val="1"/>
                <c:pt idx="0">
                  <c:v>0.05</c:v>
                </c:pt>
              </c:numCache>
            </c:numRef>
          </c:val>
          <c:extLst>
            <c:ext xmlns:c16="http://schemas.microsoft.com/office/drawing/2014/chart" uri="{C3380CC4-5D6E-409C-BE32-E72D297353CC}">
              <c16:uniqueId val="{00000000-4A6E-A840-B1BE-449D4343FC17}"/>
            </c:ext>
          </c:extLst>
        </c:ser>
        <c:ser>
          <c:idx val="1"/>
          <c:order val="1"/>
          <c:tx>
            <c:strRef>
              <c:f>Sheet1!$C$1</c:f>
              <c:strCache>
                <c:ptCount val="1"/>
                <c:pt idx="0">
                  <c:v>Big&amp;Bulky</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Companies</c:v>
                </c:pt>
              </c:strCache>
            </c:strRef>
          </c:cat>
          <c:val>
            <c:numRef>
              <c:f>Sheet1!$C$2</c:f>
              <c:numCache>
                <c:formatCode>0%</c:formatCode>
                <c:ptCount val="1"/>
                <c:pt idx="0">
                  <c:v>0.2</c:v>
                </c:pt>
              </c:numCache>
            </c:numRef>
          </c:val>
          <c:extLst>
            <c:ext xmlns:c16="http://schemas.microsoft.com/office/drawing/2014/chart" uri="{C3380CC4-5D6E-409C-BE32-E72D297353CC}">
              <c16:uniqueId val="{00000001-4A6E-A840-B1BE-449D4343FC17}"/>
            </c:ext>
          </c:extLst>
        </c:ser>
        <c:ser>
          <c:idx val="2"/>
          <c:order val="2"/>
          <c:tx>
            <c:strRef>
              <c:f>Sheet1!$D$1</c:f>
              <c:strCache>
                <c:ptCount val="1"/>
                <c:pt idx="0">
                  <c:v>Others</c:v>
                </c:pt>
              </c:strCache>
            </c:strRef>
          </c:tx>
          <c:spPr>
            <a:solidFill>
              <a:schemeClr val="accent1">
                <a:tint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Companies</c:v>
                </c:pt>
              </c:strCache>
            </c:strRef>
          </c:cat>
          <c:val>
            <c:numRef>
              <c:f>Sheet1!$D$2</c:f>
              <c:numCache>
                <c:formatCode>0%</c:formatCode>
                <c:ptCount val="1"/>
                <c:pt idx="0">
                  <c:v>0.75</c:v>
                </c:pt>
              </c:numCache>
            </c:numRef>
          </c:val>
          <c:extLst>
            <c:ext xmlns:c16="http://schemas.microsoft.com/office/drawing/2014/chart" uri="{C3380CC4-5D6E-409C-BE32-E72D297353CC}">
              <c16:uniqueId val="{00000002-4A6E-A840-B1BE-449D4343FC17}"/>
            </c:ext>
          </c:extLst>
        </c:ser>
        <c:dLbls>
          <c:showLegendKey val="0"/>
          <c:showVal val="0"/>
          <c:showCatName val="0"/>
          <c:showSerName val="0"/>
          <c:showPercent val="0"/>
          <c:showBubbleSize val="0"/>
        </c:dLbls>
        <c:gapWidth val="150"/>
        <c:overlap val="100"/>
        <c:axId val="1529857487"/>
        <c:axId val="1529860143"/>
      </c:barChart>
      <c:catAx>
        <c:axId val="1529857487"/>
        <c:scaling>
          <c:orientation val="minMax"/>
        </c:scaling>
        <c:delete val="1"/>
        <c:axPos val="b"/>
        <c:numFmt formatCode="General" sourceLinked="1"/>
        <c:majorTickMark val="none"/>
        <c:minorTickMark val="none"/>
        <c:tickLblPos val="nextTo"/>
        <c:crossAx val="1529860143"/>
        <c:crosses val="autoZero"/>
        <c:auto val="1"/>
        <c:lblAlgn val="ctr"/>
        <c:lblOffset val="100"/>
        <c:noMultiLvlLbl val="0"/>
      </c:catAx>
      <c:valAx>
        <c:axId val="1529860143"/>
        <c:scaling>
          <c:orientation val="minMax"/>
        </c:scaling>
        <c:delete val="1"/>
        <c:axPos val="l"/>
        <c:numFmt formatCode="0%" sourceLinked="1"/>
        <c:majorTickMark val="none"/>
        <c:minorTickMark val="none"/>
        <c:tickLblPos val="nextTo"/>
        <c:crossAx val="1529857487"/>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FY20</c:v>
                </c:pt>
                <c:pt idx="1">
                  <c:v>FY25</c:v>
                </c:pt>
              </c:strCache>
            </c:strRef>
          </c:cat>
          <c:val>
            <c:numRef>
              <c:f>Sheet1!$B$2:$B$3</c:f>
              <c:numCache>
                <c:formatCode>General</c:formatCode>
                <c:ptCount val="2"/>
                <c:pt idx="0">
                  <c:v>30</c:v>
                </c:pt>
                <c:pt idx="1">
                  <c:v>120</c:v>
                </c:pt>
              </c:numCache>
            </c:numRef>
          </c:val>
          <c:extLst>
            <c:ext xmlns:c16="http://schemas.microsoft.com/office/drawing/2014/chart" uri="{C3380CC4-5D6E-409C-BE32-E72D297353CC}">
              <c16:uniqueId val="{00000000-9DA3-3D40-A1E4-894A8C2B561B}"/>
            </c:ext>
          </c:extLst>
        </c:ser>
        <c:dLbls>
          <c:showLegendKey val="0"/>
          <c:showVal val="0"/>
          <c:showCatName val="0"/>
          <c:showSerName val="0"/>
          <c:showPercent val="0"/>
          <c:showBubbleSize val="0"/>
        </c:dLbls>
        <c:gapWidth val="219"/>
        <c:overlap val="-27"/>
        <c:axId val="1567615103"/>
        <c:axId val="1567616735"/>
      </c:barChart>
      <c:catAx>
        <c:axId val="156761510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n-US"/>
          </a:p>
        </c:txPr>
        <c:crossAx val="1567616735"/>
        <c:crosses val="autoZero"/>
        <c:auto val="1"/>
        <c:lblAlgn val="ctr"/>
        <c:lblOffset val="100"/>
        <c:noMultiLvlLbl val="0"/>
      </c:catAx>
      <c:valAx>
        <c:axId val="1567616735"/>
        <c:scaling>
          <c:orientation val="minMax"/>
        </c:scaling>
        <c:delete val="1"/>
        <c:axPos val="l"/>
        <c:numFmt formatCode="General" sourceLinked="1"/>
        <c:majorTickMark val="none"/>
        <c:minorTickMark val="none"/>
        <c:tickLblPos val="nextTo"/>
        <c:crossAx val="1567615103"/>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col"/>
        <c:grouping val="stacked"/>
        <c:varyColors val="0"/>
        <c:ser>
          <c:idx val="0"/>
          <c:order val="0"/>
          <c:tx>
            <c:strRef>
              <c:f>Sheet1!$B$1</c:f>
              <c:strCache>
                <c:ptCount val="1"/>
                <c:pt idx="0">
                  <c:v>Top 50 cities</c:v>
                </c:pt>
              </c:strCache>
            </c:strRef>
          </c:tx>
          <c:spPr>
            <a:solidFill>
              <a:schemeClr val="accent1">
                <a:shade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Area</c:v>
                </c:pt>
                <c:pt idx="1">
                  <c:v>Consumption</c:v>
                </c:pt>
              </c:strCache>
            </c:strRef>
          </c:cat>
          <c:val>
            <c:numRef>
              <c:f>Sheet1!$B$2:$B$3</c:f>
              <c:numCache>
                <c:formatCode>0%</c:formatCode>
                <c:ptCount val="2"/>
                <c:pt idx="0">
                  <c:v>0.15</c:v>
                </c:pt>
                <c:pt idx="1">
                  <c:v>0.25</c:v>
                </c:pt>
              </c:numCache>
            </c:numRef>
          </c:val>
          <c:extLst>
            <c:ext xmlns:c16="http://schemas.microsoft.com/office/drawing/2014/chart" uri="{C3380CC4-5D6E-409C-BE32-E72D297353CC}">
              <c16:uniqueId val="{00000000-941C-AC4A-87E6-0583DA3C407B}"/>
            </c:ext>
          </c:extLst>
        </c:ser>
        <c:ser>
          <c:idx val="1"/>
          <c:order val="1"/>
          <c:tx>
            <c:strRef>
              <c:f>Sheet1!$C$1</c:f>
              <c:strCache>
                <c:ptCount val="1"/>
                <c:pt idx="0">
                  <c:v>Tier 2+</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Area</c:v>
                </c:pt>
                <c:pt idx="1">
                  <c:v>Consumption</c:v>
                </c:pt>
              </c:strCache>
            </c:strRef>
          </c:cat>
          <c:val>
            <c:numRef>
              <c:f>Sheet1!$C$2:$C$3</c:f>
              <c:numCache>
                <c:formatCode>0%</c:formatCode>
                <c:ptCount val="2"/>
                <c:pt idx="0">
                  <c:v>0.4</c:v>
                </c:pt>
                <c:pt idx="1">
                  <c:v>0.55000000000000004</c:v>
                </c:pt>
              </c:numCache>
            </c:numRef>
          </c:val>
          <c:extLst>
            <c:ext xmlns:c16="http://schemas.microsoft.com/office/drawing/2014/chart" uri="{C3380CC4-5D6E-409C-BE32-E72D297353CC}">
              <c16:uniqueId val="{00000001-941C-AC4A-87E6-0583DA3C407B}"/>
            </c:ext>
          </c:extLst>
        </c:ser>
        <c:ser>
          <c:idx val="2"/>
          <c:order val="2"/>
          <c:tx>
            <c:strRef>
              <c:f>Sheet1!$D$1</c:f>
              <c:strCache>
                <c:ptCount val="1"/>
                <c:pt idx="0">
                  <c:v>Rural</c:v>
                </c:pt>
              </c:strCache>
            </c:strRef>
          </c:tx>
          <c:spPr>
            <a:solidFill>
              <a:schemeClr val="accent1">
                <a:tint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Area</c:v>
                </c:pt>
                <c:pt idx="1">
                  <c:v>Consumption</c:v>
                </c:pt>
              </c:strCache>
            </c:strRef>
          </c:cat>
          <c:val>
            <c:numRef>
              <c:f>Sheet1!$D$2:$D$3</c:f>
              <c:numCache>
                <c:formatCode>0%</c:formatCode>
                <c:ptCount val="2"/>
                <c:pt idx="0">
                  <c:v>0.45</c:v>
                </c:pt>
                <c:pt idx="1">
                  <c:v>0.2</c:v>
                </c:pt>
              </c:numCache>
            </c:numRef>
          </c:val>
          <c:extLst>
            <c:ext xmlns:c16="http://schemas.microsoft.com/office/drawing/2014/chart" uri="{C3380CC4-5D6E-409C-BE32-E72D297353CC}">
              <c16:uniqueId val="{00000002-941C-AC4A-87E6-0583DA3C407B}"/>
            </c:ext>
          </c:extLst>
        </c:ser>
        <c:dLbls>
          <c:showLegendKey val="0"/>
          <c:showVal val="0"/>
          <c:showCatName val="0"/>
          <c:showSerName val="0"/>
          <c:showPercent val="0"/>
          <c:showBubbleSize val="0"/>
        </c:dLbls>
        <c:gapWidth val="150"/>
        <c:overlap val="100"/>
        <c:axId val="1631703807"/>
        <c:axId val="1631624511"/>
      </c:barChart>
      <c:catAx>
        <c:axId val="163170380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631624511"/>
        <c:crosses val="autoZero"/>
        <c:auto val="1"/>
        <c:lblAlgn val="ctr"/>
        <c:lblOffset val="100"/>
        <c:noMultiLvlLbl val="0"/>
      </c:catAx>
      <c:valAx>
        <c:axId val="1631624511"/>
        <c:scaling>
          <c:orientation val="minMax"/>
        </c:scaling>
        <c:delete val="1"/>
        <c:axPos val="l"/>
        <c:numFmt formatCode="0%" sourceLinked="1"/>
        <c:majorTickMark val="none"/>
        <c:minorTickMark val="none"/>
        <c:tickLblPos val="nextTo"/>
        <c:crossAx val="1631703807"/>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8461538461538463E-2"/>
          <c:y val="1.9157088122605363E-2"/>
          <c:w val="0.97230769230769232"/>
          <c:h val="0.96551724137931039"/>
        </c:manualLayout>
      </c:layout>
      <c:barChart>
        <c:barDir val="col"/>
        <c:grouping val="percentStacked"/>
        <c:varyColors val="0"/>
        <c:ser>
          <c:idx val="0"/>
          <c:order val="0"/>
          <c:tx>
            <c:strRef>
              <c:f>Sheet1!$A$2</c:f>
              <c:strCache>
                <c:ptCount val="1"/>
              </c:strCache>
            </c:strRef>
          </c:tx>
          <c:spPr>
            <a:solidFill>
              <a:srgbClr val="60DB65"/>
            </a:solidFill>
            <a:ln w="25324">
              <a:noFill/>
            </a:ln>
          </c:spPr>
          <c:invertIfNegative val="0"/>
          <c:dLbls>
            <c:spPr>
              <a:noFill/>
              <a:ln w="25324">
                <a:noFill/>
              </a:ln>
            </c:spPr>
            <c:txPr>
              <a:bodyPr wrap="square" lIns="38100" tIns="19050" rIns="38100" bIns="19050" anchor="ctr">
                <a:spAutoFit/>
              </a:bodyPr>
              <a:lstStyle/>
              <a:p>
                <a:pPr>
                  <a:defRPr sz="997" b="0" i="0" u="none" strike="noStrike" baseline="0">
                    <a:solidFill>
                      <a:srgbClr val="FFFFFF"/>
                    </a:solidFill>
                    <a:latin typeface="Trebuchet MS"/>
                    <a:ea typeface="Trebuchet MS"/>
                    <a:cs typeface="Trebuchet M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Sheet1!$B$1:$D$1</c:f>
              <c:numCache>
                <c:formatCode>General</c:formatCode>
                <c:ptCount val="3"/>
              </c:numCache>
            </c:numRef>
          </c:cat>
          <c:val>
            <c:numRef>
              <c:f>Sheet1!$B$2:$D$2</c:f>
              <c:numCache>
                <c:formatCode>#,##0"%";\-#,##0"%"</c:formatCode>
                <c:ptCount val="3"/>
                <c:pt idx="0">
                  <c:v>27.00000000000307</c:v>
                </c:pt>
                <c:pt idx="1">
                  <c:v>22.000000000002501</c:v>
                </c:pt>
                <c:pt idx="2">
                  <c:v>17.800000000002026</c:v>
                </c:pt>
              </c:numCache>
            </c:numRef>
          </c:val>
          <c:extLst>
            <c:ext xmlns:c16="http://schemas.microsoft.com/office/drawing/2014/chart" uri="{C3380CC4-5D6E-409C-BE32-E72D297353CC}">
              <c16:uniqueId val="{00000000-8250-EF42-B782-1F1C939410F6}"/>
            </c:ext>
          </c:extLst>
        </c:ser>
        <c:ser>
          <c:idx val="1"/>
          <c:order val="1"/>
          <c:tx>
            <c:strRef>
              <c:f>Sheet1!$A$3</c:f>
              <c:strCache>
                <c:ptCount val="1"/>
              </c:strCache>
            </c:strRef>
          </c:tx>
          <c:spPr>
            <a:solidFill>
              <a:srgbClr val="29BA74"/>
            </a:solidFill>
            <a:ln w="25324">
              <a:noFill/>
            </a:ln>
          </c:spPr>
          <c:invertIfNegative val="0"/>
          <c:dLbls>
            <c:spPr>
              <a:noFill/>
              <a:ln w="25324">
                <a:noFill/>
              </a:ln>
            </c:spPr>
            <c:txPr>
              <a:bodyPr wrap="square" lIns="38100" tIns="19050" rIns="38100" bIns="19050" anchor="ctr">
                <a:spAutoFit/>
              </a:bodyPr>
              <a:lstStyle/>
              <a:p>
                <a:pPr>
                  <a:defRPr sz="997" b="0" i="0" u="none" strike="noStrike" baseline="0">
                    <a:solidFill>
                      <a:srgbClr val="FFFFFF"/>
                    </a:solidFill>
                    <a:latin typeface="Trebuchet MS"/>
                    <a:ea typeface="Trebuchet MS"/>
                    <a:cs typeface="Trebuchet M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Sheet1!$B$1:$D$1</c:f>
              <c:numCache>
                <c:formatCode>General</c:formatCode>
                <c:ptCount val="3"/>
              </c:numCache>
            </c:numRef>
          </c:cat>
          <c:val>
            <c:numRef>
              <c:f>Sheet1!$B$3:$D$3</c:f>
              <c:numCache>
                <c:formatCode>#,##0"%";\-#,##0"%"</c:formatCode>
                <c:ptCount val="3"/>
                <c:pt idx="0">
                  <c:v>16.000000000001823</c:v>
                </c:pt>
                <c:pt idx="1">
                  <c:v>10.000000000001137</c:v>
                </c:pt>
                <c:pt idx="2">
                  <c:v>8.8000000000010026</c:v>
                </c:pt>
              </c:numCache>
            </c:numRef>
          </c:val>
          <c:extLst>
            <c:ext xmlns:c16="http://schemas.microsoft.com/office/drawing/2014/chart" uri="{C3380CC4-5D6E-409C-BE32-E72D297353CC}">
              <c16:uniqueId val="{00000001-8250-EF42-B782-1F1C939410F6}"/>
            </c:ext>
          </c:extLst>
        </c:ser>
        <c:ser>
          <c:idx val="2"/>
          <c:order val="2"/>
          <c:tx>
            <c:strRef>
              <c:f>Sheet1!$A$4</c:f>
              <c:strCache>
                <c:ptCount val="1"/>
              </c:strCache>
            </c:strRef>
          </c:tx>
          <c:spPr>
            <a:solidFill>
              <a:srgbClr val="837F7F"/>
            </a:solidFill>
            <a:ln w="25324">
              <a:noFill/>
            </a:ln>
          </c:spPr>
          <c:invertIfNegative val="0"/>
          <c:dLbls>
            <c:spPr>
              <a:noFill/>
              <a:ln w="25324">
                <a:noFill/>
              </a:ln>
            </c:spPr>
            <c:txPr>
              <a:bodyPr wrap="square" lIns="38100" tIns="19050" rIns="38100" bIns="19050" anchor="ctr">
                <a:spAutoFit/>
              </a:bodyPr>
              <a:lstStyle/>
              <a:p>
                <a:pPr>
                  <a:defRPr sz="997" b="0" i="0" u="none" strike="noStrike" baseline="0">
                    <a:solidFill>
                      <a:srgbClr val="FFFFFF"/>
                    </a:solidFill>
                    <a:latin typeface="Trebuchet MS"/>
                    <a:ea typeface="Trebuchet MS"/>
                    <a:cs typeface="Trebuchet M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Sheet1!$B$1:$D$1</c:f>
              <c:numCache>
                <c:formatCode>General</c:formatCode>
                <c:ptCount val="3"/>
              </c:numCache>
            </c:numRef>
          </c:cat>
          <c:val>
            <c:numRef>
              <c:f>Sheet1!$B$4:$D$4</c:f>
              <c:numCache>
                <c:formatCode>#,##0"%";\-#,##0"%"</c:formatCode>
                <c:ptCount val="3"/>
                <c:pt idx="0">
                  <c:v>23.000000000002615</c:v>
                </c:pt>
                <c:pt idx="1">
                  <c:v>17.000000000001933</c:v>
                </c:pt>
                <c:pt idx="2">
                  <c:v>17.800000000002026</c:v>
                </c:pt>
              </c:numCache>
            </c:numRef>
          </c:val>
          <c:extLst>
            <c:ext xmlns:c16="http://schemas.microsoft.com/office/drawing/2014/chart" uri="{C3380CC4-5D6E-409C-BE32-E72D297353CC}">
              <c16:uniqueId val="{00000002-8250-EF42-B782-1F1C939410F6}"/>
            </c:ext>
          </c:extLst>
        </c:ser>
        <c:ser>
          <c:idx val="3"/>
          <c:order val="3"/>
          <c:tx>
            <c:strRef>
              <c:f>Sheet1!$A$5</c:f>
              <c:strCache>
                <c:ptCount val="1"/>
              </c:strCache>
            </c:strRef>
          </c:tx>
          <c:spPr>
            <a:solidFill>
              <a:srgbClr val="565656"/>
            </a:solidFill>
            <a:ln w="25324">
              <a:noFill/>
            </a:ln>
          </c:spPr>
          <c:invertIfNegative val="0"/>
          <c:dLbls>
            <c:spPr>
              <a:noFill/>
              <a:ln w="25324">
                <a:noFill/>
              </a:ln>
            </c:spPr>
            <c:txPr>
              <a:bodyPr wrap="square" lIns="38100" tIns="19050" rIns="38100" bIns="19050" anchor="ctr">
                <a:spAutoFit/>
              </a:bodyPr>
              <a:lstStyle/>
              <a:p>
                <a:pPr>
                  <a:defRPr sz="997" b="0" i="0" u="none" strike="noStrike" baseline="0">
                    <a:solidFill>
                      <a:srgbClr val="FFFFFF"/>
                    </a:solidFill>
                    <a:latin typeface="Trebuchet MS"/>
                    <a:ea typeface="Trebuchet MS"/>
                    <a:cs typeface="Trebuchet M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Sheet1!$B$1:$D$1</c:f>
              <c:numCache>
                <c:formatCode>General</c:formatCode>
                <c:ptCount val="3"/>
              </c:numCache>
            </c:numRef>
          </c:cat>
          <c:val>
            <c:numRef>
              <c:f>Sheet1!$B$5:$D$5</c:f>
              <c:numCache>
                <c:formatCode>#,##0"%";\-#,##0"%"</c:formatCode>
                <c:ptCount val="3"/>
                <c:pt idx="0">
                  <c:v>18.00000000000205</c:v>
                </c:pt>
                <c:pt idx="1">
                  <c:v>34.000000000003872</c:v>
                </c:pt>
                <c:pt idx="2">
                  <c:v>39.80000000000453</c:v>
                </c:pt>
              </c:numCache>
            </c:numRef>
          </c:val>
          <c:extLst>
            <c:ext xmlns:c16="http://schemas.microsoft.com/office/drawing/2014/chart" uri="{C3380CC4-5D6E-409C-BE32-E72D297353CC}">
              <c16:uniqueId val="{00000003-8250-EF42-B782-1F1C939410F6}"/>
            </c:ext>
          </c:extLst>
        </c:ser>
        <c:ser>
          <c:idx val="4"/>
          <c:order val="4"/>
          <c:tx>
            <c:strRef>
              <c:f>Sheet1!$A$6</c:f>
              <c:strCache>
                <c:ptCount val="1"/>
              </c:strCache>
            </c:strRef>
          </c:tx>
          <c:spPr>
            <a:solidFill>
              <a:srgbClr val="ABA8B3"/>
            </a:solidFill>
            <a:ln w="25324">
              <a:noFill/>
            </a:ln>
          </c:spPr>
          <c:invertIfNegative val="0"/>
          <c:dLbls>
            <c:spPr>
              <a:noFill/>
              <a:ln w="25324">
                <a:noFill/>
              </a:ln>
            </c:spPr>
            <c:txPr>
              <a:bodyPr wrap="square" lIns="38100" tIns="19050" rIns="38100" bIns="19050" anchor="ctr">
                <a:spAutoFit/>
              </a:bodyPr>
              <a:lstStyle/>
              <a:p>
                <a:pPr>
                  <a:defRPr sz="997" b="0" i="0" u="none" strike="noStrike" baseline="0">
                    <a:solidFill>
                      <a:srgbClr val="FFFFFF"/>
                    </a:solidFill>
                    <a:latin typeface="Trebuchet MS"/>
                    <a:ea typeface="Trebuchet MS"/>
                    <a:cs typeface="Trebuchet M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Sheet1!$B$1:$D$1</c:f>
              <c:numCache>
                <c:formatCode>General</c:formatCode>
                <c:ptCount val="3"/>
              </c:numCache>
            </c:numRef>
          </c:cat>
          <c:val>
            <c:numRef>
              <c:f>Sheet1!$B$6:$D$6</c:f>
              <c:numCache>
                <c:formatCode>#,##0"%";\-#,##0"%"</c:formatCode>
                <c:ptCount val="3"/>
                <c:pt idx="0">
                  <c:v>16.000000000001812</c:v>
                </c:pt>
                <c:pt idx="1">
                  <c:v>17.000000000001926</c:v>
                </c:pt>
                <c:pt idx="2">
                  <c:v>15.800000000001788</c:v>
                </c:pt>
              </c:numCache>
            </c:numRef>
          </c:val>
          <c:extLst>
            <c:ext xmlns:c16="http://schemas.microsoft.com/office/drawing/2014/chart" uri="{C3380CC4-5D6E-409C-BE32-E72D297353CC}">
              <c16:uniqueId val="{00000004-8250-EF42-B782-1F1C939410F6}"/>
            </c:ext>
          </c:extLst>
        </c:ser>
        <c:dLbls>
          <c:showLegendKey val="0"/>
          <c:showVal val="0"/>
          <c:showCatName val="0"/>
          <c:showSerName val="0"/>
          <c:showPercent val="0"/>
          <c:showBubbleSize val="0"/>
        </c:dLbls>
        <c:gapWidth val="60"/>
        <c:overlap val="100"/>
        <c:axId val="782281120"/>
        <c:axId val="1"/>
      </c:barChart>
      <c:catAx>
        <c:axId val="782281120"/>
        <c:scaling>
          <c:orientation val="minMax"/>
        </c:scaling>
        <c:delete val="0"/>
        <c:axPos val="b"/>
        <c:numFmt formatCode="General" sourceLinked="1"/>
        <c:majorTickMark val="none"/>
        <c:minorTickMark val="none"/>
        <c:tickLblPos val="none"/>
        <c:spPr>
          <a:ln w="12662">
            <a:solidFill>
              <a:srgbClr val="7F7F7F"/>
            </a:solidFill>
            <a:prstDash val="solid"/>
          </a:ln>
        </c:spPr>
        <c:crossAx val="1"/>
        <c:crossesAt val="0"/>
        <c:auto val="1"/>
        <c:lblAlgn val="ctr"/>
        <c:lblOffset val="100"/>
        <c:tickLblSkip val="1"/>
        <c:tickMarkSkip val="1"/>
        <c:noMultiLvlLbl val="0"/>
      </c:catAx>
      <c:valAx>
        <c:axId val="1"/>
        <c:scaling>
          <c:orientation val="minMax"/>
          <c:max val="1"/>
          <c:min val="0"/>
        </c:scaling>
        <c:delete val="0"/>
        <c:axPos val="l"/>
        <c:numFmt formatCode="0%" sourceLinked="1"/>
        <c:majorTickMark val="none"/>
        <c:minorTickMark val="none"/>
        <c:tickLblPos val="none"/>
        <c:spPr>
          <a:ln w="12662">
            <a:solidFill>
              <a:srgbClr val="FFFFFF"/>
            </a:solidFill>
            <a:prstDash val="solid"/>
          </a:ln>
        </c:spPr>
        <c:crossAx val="782281120"/>
        <c:crosses val="autoZero"/>
        <c:crossBetween val="between"/>
        <c:majorUnit val="0.25"/>
      </c:valAx>
      <c:spPr>
        <a:noFill/>
        <a:ln w="25324">
          <a:noFill/>
        </a:ln>
      </c:spPr>
    </c:plotArea>
    <c:legend>
      <c:legendPos val="l"/>
      <c:overlay val="0"/>
    </c:legend>
    <c:plotVisOnly val="1"/>
    <c:dispBlanksAs val="gap"/>
    <c:showDLblsOverMax val="0"/>
  </c:chart>
  <c:spPr>
    <a:noFill/>
    <a:ln>
      <a:noFill/>
    </a:ln>
  </c:spPr>
  <c:txPr>
    <a:bodyPr/>
    <a:lstStyle/>
    <a:p>
      <a:pPr>
        <a:defRPr sz="1196" b="1" i="0" u="none" strike="noStrike" baseline="0">
          <a:solidFill>
            <a:srgbClr val="000000"/>
          </a:solidFill>
          <a:latin typeface="Calibri"/>
          <a:ea typeface="Calibri"/>
          <a:cs typeface="Calibri"/>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col"/>
        <c:grouping val="stacked"/>
        <c:varyColors val="0"/>
        <c:ser>
          <c:idx val="0"/>
          <c:order val="0"/>
          <c:tx>
            <c:strRef>
              <c:f>Sheet1!$B$1</c:f>
              <c:strCache>
                <c:ptCount val="1"/>
                <c:pt idx="0">
                  <c:v>Ecomm Delivery</c:v>
                </c:pt>
              </c:strCache>
            </c:strRef>
          </c:tx>
          <c:spPr>
            <a:solidFill>
              <a:schemeClr val="accent1">
                <a:lumMod val="60000"/>
                <a:lumOff val="40000"/>
              </a:schemeClr>
            </a:solidFill>
            <a:ln>
              <a:noFill/>
            </a:ln>
            <a:effectLst/>
          </c:spPr>
          <c:invertIfNegative val="0"/>
          <c:dLbls>
            <c:dLbl>
              <c:idx val="0"/>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D-B0F7-3F41-83E7-B54C739CD03C}"/>
                </c:ext>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Sheet1!$B$2:$B$3</c:f>
              <c:numCache>
                <c:formatCode>General</c:formatCode>
                <c:ptCount val="2"/>
                <c:pt idx="0">
                  <c:v>29</c:v>
                </c:pt>
              </c:numCache>
            </c:numRef>
          </c:val>
          <c:extLst>
            <c:ext xmlns:c16="http://schemas.microsoft.com/office/drawing/2014/chart" uri="{C3380CC4-5D6E-409C-BE32-E72D297353CC}">
              <c16:uniqueId val="{00000000-B0F7-3F41-83E7-B54C739CD03C}"/>
            </c:ext>
          </c:extLst>
        </c:ser>
        <c:ser>
          <c:idx val="1"/>
          <c:order val="1"/>
          <c:tx>
            <c:strRef>
              <c:f>Sheet1!$C$1</c:f>
              <c:strCache>
                <c:ptCount val="1"/>
                <c:pt idx="0">
                  <c:v>Ad Revenue</c:v>
                </c:pt>
              </c:strCache>
            </c:strRef>
          </c:tx>
          <c:spPr>
            <a:solidFill>
              <a:schemeClr val="accent1">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Sheet1!$C$2:$C$3</c:f>
              <c:numCache>
                <c:formatCode>General</c:formatCode>
                <c:ptCount val="2"/>
                <c:pt idx="0">
                  <c:v>20</c:v>
                </c:pt>
              </c:numCache>
            </c:numRef>
          </c:val>
          <c:extLst>
            <c:ext xmlns:c16="http://schemas.microsoft.com/office/drawing/2014/chart" uri="{C3380CC4-5D6E-409C-BE32-E72D297353CC}">
              <c16:uniqueId val="{00000001-B0F7-3F41-83E7-B54C739CD03C}"/>
            </c:ext>
          </c:extLst>
        </c:ser>
        <c:ser>
          <c:idx val="2"/>
          <c:order val="2"/>
          <c:tx>
            <c:strRef>
              <c:f>Sheet1!$D$1</c:f>
              <c:strCache>
                <c:ptCount val="1"/>
                <c:pt idx="0">
                  <c:v>Co-Loading</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Sheet1!$D$2:$D$3</c:f>
              <c:numCache>
                <c:formatCode>General</c:formatCode>
                <c:ptCount val="2"/>
                <c:pt idx="0">
                  <c:v>5</c:v>
                </c:pt>
              </c:numCache>
            </c:numRef>
          </c:val>
          <c:extLst>
            <c:ext xmlns:c16="http://schemas.microsoft.com/office/drawing/2014/chart" uri="{C3380CC4-5D6E-409C-BE32-E72D297353CC}">
              <c16:uniqueId val="{00000002-B0F7-3F41-83E7-B54C739CD03C}"/>
            </c:ext>
          </c:extLst>
        </c:ser>
        <c:ser>
          <c:idx val="3"/>
          <c:order val="3"/>
          <c:tx>
            <c:strRef>
              <c:f>Sheet1!$E$1</c:f>
              <c:strCache>
                <c:ptCount val="1"/>
                <c:pt idx="0">
                  <c:v>Carbon Credit </c:v>
                </c:pt>
              </c:strCache>
            </c:strRef>
          </c:tx>
          <c:spPr>
            <a:solidFill>
              <a:schemeClr val="accent1">
                <a:lumMod val="50000"/>
              </a:schemeClr>
            </a:solidFill>
            <a:ln w="19050">
              <a:solidFill>
                <a:schemeClr val="accent1">
                  <a:lumMod val="50000"/>
                </a:schemeClr>
              </a:solidFill>
            </a:ln>
            <a:effectLst/>
          </c:spPr>
          <c:invertIfNegative val="0"/>
          <c:dLbls>
            <c:dLbl>
              <c:idx val="0"/>
              <c:layout>
                <c:manualLayout>
                  <c:x val="0.23082515448927662"/>
                  <c:y val="6.8205515570594191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AAC-5649-BC14-A97BD98EF81D}"/>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Sheet1!$E$2:$E$3</c:f>
              <c:numCache>
                <c:formatCode>General</c:formatCode>
                <c:ptCount val="2"/>
                <c:pt idx="0">
                  <c:v>0.1</c:v>
                </c:pt>
              </c:numCache>
            </c:numRef>
          </c:val>
          <c:extLst>
            <c:ext xmlns:c16="http://schemas.microsoft.com/office/drawing/2014/chart" uri="{C3380CC4-5D6E-409C-BE32-E72D297353CC}">
              <c16:uniqueId val="{00000004-B0F7-3F41-83E7-B54C739CD03C}"/>
            </c:ext>
          </c:extLst>
        </c:ser>
        <c:ser>
          <c:idx val="4"/>
          <c:order val="4"/>
          <c:tx>
            <c:strRef>
              <c:f>Sheet1!$F$1</c:f>
              <c:strCache>
                <c:ptCount val="1"/>
                <c:pt idx="0">
                  <c:v>Employee Wage</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Sheet1!$F$2:$F$3</c:f>
              <c:numCache>
                <c:formatCode>General</c:formatCode>
                <c:ptCount val="2"/>
                <c:pt idx="1">
                  <c:v>3.5</c:v>
                </c:pt>
              </c:numCache>
            </c:numRef>
          </c:val>
          <c:extLst>
            <c:ext xmlns:c16="http://schemas.microsoft.com/office/drawing/2014/chart" uri="{C3380CC4-5D6E-409C-BE32-E72D297353CC}">
              <c16:uniqueId val="{00000005-B0F7-3F41-83E7-B54C739CD03C}"/>
            </c:ext>
          </c:extLst>
        </c:ser>
        <c:ser>
          <c:idx val="5"/>
          <c:order val="5"/>
          <c:tx>
            <c:strRef>
              <c:f>Sheet1!$G$1</c:f>
              <c:strCache>
                <c:ptCount val="1"/>
                <c:pt idx="0">
                  <c:v>Fleet RMO</c:v>
                </c:pt>
              </c:strCache>
            </c:strRef>
          </c:tx>
          <c:spPr>
            <a:solidFill>
              <a:schemeClr val="accent1">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3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Sheet1!$G$2:$G$3</c:f>
              <c:numCache>
                <c:formatCode>General</c:formatCode>
                <c:ptCount val="2"/>
                <c:pt idx="1">
                  <c:v>2</c:v>
                </c:pt>
              </c:numCache>
            </c:numRef>
          </c:val>
          <c:extLst>
            <c:ext xmlns:c16="http://schemas.microsoft.com/office/drawing/2014/chart" uri="{C3380CC4-5D6E-409C-BE32-E72D297353CC}">
              <c16:uniqueId val="{00000006-B0F7-3F41-83E7-B54C739CD03C}"/>
            </c:ext>
          </c:extLst>
        </c:ser>
        <c:ser>
          <c:idx val="6"/>
          <c:order val="6"/>
          <c:tx>
            <c:strRef>
              <c:f>Sheet1!$H$1</c:f>
              <c:strCache>
                <c:ptCount val="1"/>
                <c:pt idx="0">
                  <c:v>EV Charging Setup</c:v>
                </c:pt>
              </c:strCache>
            </c:strRef>
          </c:tx>
          <c:spPr>
            <a:solidFill>
              <a:schemeClr val="accent1">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Sheet1!$H$2:$H$3</c:f>
              <c:numCache>
                <c:formatCode>General</c:formatCode>
                <c:ptCount val="2"/>
                <c:pt idx="1">
                  <c:v>4</c:v>
                </c:pt>
              </c:numCache>
            </c:numRef>
          </c:val>
          <c:extLst>
            <c:ext xmlns:c16="http://schemas.microsoft.com/office/drawing/2014/chart" uri="{C3380CC4-5D6E-409C-BE32-E72D297353CC}">
              <c16:uniqueId val="{00000007-B0F7-3F41-83E7-B54C739CD03C}"/>
            </c:ext>
          </c:extLst>
        </c:ser>
        <c:ser>
          <c:idx val="7"/>
          <c:order val="7"/>
          <c:tx>
            <c:strRef>
              <c:f>Sheet1!$I$1</c:f>
              <c:strCache>
                <c:ptCount val="1"/>
                <c:pt idx="0">
                  <c:v>Outsourced Fleet</c:v>
                </c:pt>
              </c:strCache>
            </c:strRef>
          </c:tx>
          <c:spPr>
            <a:solidFill>
              <a:schemeClr val="accent1">
                <a:shade val="83000"/>
              </a:schemeClr>
            </a:solidFill>
            <a:ln>
              <a:noFill/>
            </a:ln>
            <a:effectLst/>
          </c:spPr>
          <c:invertIfNegative val="0"/>
          <c:dPt>
            <c:idx val="1"/>
            <c:invertIfNegative val="0"/>
            <c:bubble3D val="0"/>
            <c:spPr>
              <a:solidFill>
                <a:schemeClr val="accent1"/>
              </a:solidFill>
              <a:ln>
                <a:noFill/>
              </a:ln>
              <a:effectLst/>
            </c:spPr>
            <c:extLst>
              <c:ext xmlns:c16="http://schemas.microsoft.com/office/drawing/2014/chart" uri="{C3380CC4-5D6E-409C-BE32-E72D297353CC}">
                <c16:uniqueId val="{00000010-B0F7-3F41-83E7-B54C739CD03C}"/>
              </c:ext>
            </c:extLst>
          </c:dPt>
          <c:dLbls>
            <c:dLbl>
              <c:idx val="1"/>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B0F7-3F41-83E7-B54C739CD03C}"/>
                </c:ext>
              </c:extLst>
            </c:dLbl>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eparator>
</c:separator>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Sheet1!$I$2:$I$3</c:f>
              <c:numCache>
                <c:formatCode>General</c:formatCode>
                <c:ptCount val="2"/>
                <c:pt idx="1">
                  <c:v>29</c:v>
                </c:pt>
              </c:numCache>
            </c:numRef>
          </c:val>
          <c:extLst>
            <c:ext xmlns:c16="http://schemas.microsoft.com/office/drawing/2014/chart" uri="{C3380CC4-5D6E-409C-BE32-E72D297353CC}">
              <c16:uniqueId val="{00000008-B0F7-3F41-83E7-B54C739CD03C}"/>
            </c:ext>
          </c:extLst>
        </c:ser>
        <c:ser>
          <c:idx val="8"/>
          <c:order val="8"/>
          <c:tx>
            <c:strRef>
              <c:f>Sheet1!$J$1</c:f>
              <c:strCache>
                <c:ptCount val="1"/>
                <c:pt idx="0">
                  <c:v>Buddy Incentive</c:v>
                </c:pt>
              </c:strCache>
            </c:strRef>
          </c:tx>
          <c:spPr>
            <a:solidFill>
              <a:schemeClr val="accent1">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3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Sheet1!$J$2:$J$3</c:f>
              <c:numCache>
                <c:formatCode>General</c:formatCode>
                <c:ptCount val="2"/>
                <c:pt idx="1">
                  <c:v>3</c:v>
                </c:pt>
              </c:numCache>
            </c:numRef>
          </c:val>
          <c:extLst>
            <c:ext xmlns:c16="http://schemas.microsoft.com/office/drawing/2014/chart" uri="{C3380CC4-5D6E-409C-BE32-E72D297353CC}">
              <c16:uniqueId val="{00000009-B0F7-3F41-83E7-B54C739CD03C}"/>
            </c:ext>
          </c:extLst>
        </c:ser>
        <c:ser>
          <c:idx val="9"/>
          <c:order val="9"/>
          <c:tx>
            <c:strRef>
              <c:f>Sheet1!$K$1</c:f>
              <c:strCache>
                <c:ptCount val="1"/>
                <c:pt idx="0">
                  <c:v>Locker Setup</c:v>
                </c:pt>
              </c:strCache>
            </c:strRef>
          </c:tx>
          <c:spPr>
            <a:solidFill>
              <a:schemeClr val="accent1">
                <a:lumMod val="40000"/>
                <a:lumOff val="60000"/>
              </a:schemeClr>
            </a:solidFill>
            <a:ln w="12700">
              <a:solidFill>
                <a:schemeClr val="accent1">
                  <a:lumMod val="40000"/>
                  <a:lumOff val="60000"/>
                </a:schemeClr>
              </a:solidFill>
            </a:ln>
            <a:effectLst/>
          </c:spPr>
          <c:invertIfNegative val="0"/>
          <c:dLbls>
            <c:dLbl>
              <c:idx val="1"/>
              <c:layout>
                <c:manualLayout>
                  <c:x val="-0.2192838967648128"/>
                  <c:y val="7.8436342906183246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B0F7-3F41-83E7-B54C739CD03C}"/>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Sheet1!$K$2:$K$3</c:f>
              <c:numCache>
                <c:formatCode>General</c:formatCode>
                <c:ptCount val="2"/>
                <c:pt idx="1">
                  <c:v>1</c:v>
                </c:pt>
              </c:numCache>
            </c:numRef>
          </c:val>
          <c:extLst>
            <c:ext xmlns:c16="http://schemas.microsoft.com/office/drawing/2014/chart" uri="{C3380CC4-5D6E-409C-BE32-E72D297353CC}">
              <c16:uniqueId val="{0000000A-B0F7-3F41-83E7-B54C739CD03C}"/>
            </c:ext>
          </c:extLst>
        </c:ser>
        <c:ser>
          <c:idx val="10"/>
          <c:order val="10"/>
          <c:tx>
            <c:strRef>
              <c:f>Sheet1!$L$1</c:f>
              <c:strCache>
                <c:ptCount val="1"/>
                <c:pt idx="0">
                  <c:v>SDS Setup</c:v>
                </c:pt>
              </c:strCache>
            </c:strRef>
          </c:tx>
          <c:spPr>
            <a:solidFill>
              <a:schemeClr val="accent1">
                <a:lumMod val="20000"/>
                <a:lumOff val="80000"/>
              </a:schemeClr>
            </a:solidFill>
            <a:ln w="12700">
              <a:solidFill>
                <a:schemeClr val="accent1">
                  <a:lumMod val="20000"/>
                  <a:lumOff val="80000"/>
                </a:schemeClr>
              </a:solidFill>
            </a:ln>
            <a:effectLst/>
          </c:spPr>
          <c:invertIfNegative val="0"/>
          <c:dLbls>
            <c:dLbl>
              <c:idx val="1"/>
              <c:layout>
                <c:manualLayout>
                  <c:x val="-0.2154368108566582"/>
                  <c:y val="3.0692482006767382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B0F7-3F41-83E7-B54C739CD03C}"/>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Sheet1!$L$2:$L$3</c:f>
              <c:numCache>
                <c:formatCode>General</c:formatCode>
                <c:ptCount val="2"/>
                <c:pt idx="1">
                  <c:v>0.5</c:v>
                </c:pt>
              </c:numCache>
            </c:numRef>
          </c:val>
          <c:extLst>
            <c:ext xmlns:c16="http://schemas.microsoft.com/office/drawing/2014/chart" uri="{C3380CC4-5D6E-409C-BE32-E72D297353CC}">
              <c16:uniqueId val="{0000000B-B0F7-3F41-83E7-B54C739CD03C}"/>
            </c:ext>
          </c:extLst>
        </c:ser>
        <c:ser>
          <c:idx val="11"/>
          <c:order val="11"/>
          <c:tx>
            <c:strRef>
              <c:f>Sheet1!$M$1</c:f>
              <c:strCache>
                <c:ptCount val="1"/>
                <c:pt idx="0">
                  <c:v>EV Purchase</c:v>
                </c:pt>
              </c:strCache>
            </c:strRef>
          </c:tx>
          <c:spPr>
            <a:solidFill>
              <a:schemeClr val="accent1">
                <a:lumMod val="50000"/>
              </a:schemeClr>
            </a:solidFill>
            <a:ln w="12700">
              <a:solidFill>
                <a:schemeClr val="accent1">
                  <a:lumMod val="50000"/>
                </a:schemeClr>
              </a:solidFill>
            </a:ln>
            <a:effectLst/>
          </c:spPr>
          <c:invertIfNegative val="0"/>
          <c:dLbls>
            <c:dLbl>
              <c:idx val="1"/>
              <c:layout>
                <c:manualLayout>
                  <c:x val="-0.2154368108566582"/>
                  <c:y val="-3.0692482006767382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B0F7-3F41-83E7-B54C739CD03C}"/>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Sheet1!$M$2:$M$3</c:f>
              <c:numCache>
                <c:formatCode>General</c:formatCode>
                <c:ptCount val="2"/>
                <c:pt idx="1">
                  <c:v>1</c:v>
                </c:pt>
              </c:numCache>
            </c:numRef>
          </c:val>
          <c:extLst>
            <c:ext xmlns:c16="http://schemas.microsoft.com/office/drawing/2014/chart" uri="{C3380CC4-5D6E-409C-BE32-E72D297353CC}">
              <c16:uniqueId val="{0000000C-B0F7-3F41-83E7-B54C739CD03C}"/>
            </c:ext>
          </c:extLst>
        </c:ser>
        <c:dLbls>
          <c:dLblPos val="ctr"/>
          <c:showLegendKey val="0"/>
          <c:showVal val="1"/>
          <c:showCatName val="0"/>
          <c:showSerName val="0"/>
          <c:showPercent val="0"/>
          <c:showBubbleSize val="0"/>
        </c:dLbls>
        <c:gapWidth val="34"/>
        <c:overlap val="100"/>
        <c:axId val="1035606239"/>
        <c:axId val="1035482671"/>
      </c:barChart>
      <c:catAx>
        <c:axId val="1035606239"/>
        <c:scaling>
          <c:orientation val="minMax"/>
        </c:scaling>
        <c:delete val="1"/>
        <c:axPos val="b"/>
        <c:numFmt formatCode="General" sourceLinked="1"/>
        <c:majorTickMark val="none"/>
        <c:minorTickMark val="none"/>
        <c:tickLblPos val="nextTo"/>
        <c:crossAx val="1035482671"/>
        <c:crosses val="autoZero"/>
        <c:auto val="1"/>
        <c:lblAlgn val="ctr"/>
        <c:lblOffset val="100"/>
        <c:noMultiLvlLbl val="0"/>
      </c:catAx>
      <c:valAx>
        <c:axId val="1035482671"/>
        <c:scaling>
          <c:orientation val="minMax"/>
        </c:scaling>
        <c:delete val="1"/>
        <c:axPos val="l"/>
        <c:numFmt formatCode="General" sourceLinked="1"/>
        <c:majorTickMark val="none"/>
        <c:minorTickMark val="none"/>
        <c:tickLblPos val="nextTo"/>
        <c:crossAx val="1035606239"/>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col"/>
        <c:grouping val="stacked"/>
        <c:varyColors val="0"/>
        <c:ser>
          <c:idx val="0"/>
          <c:order val="0"/>
          <c:tx>
            <c:strRef>
              <c:f>Sheet1!$B$1</c:f>
              <c:strCache>
                <c:ptCount val="1"/>
                <c:pt idx="0">
                  <c:v>Ecomm Delivery</c:v>
                </c:pt>
              </c:strCache>
            </c:strRef>
          </c:tx>
          <c:spPr>
            <a:solidFill>
              <a:schemeClr val="accent1">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Sheet1!$B$2:$B$3</c:f>
              <c:numCache>
                <c:formatCode>General</c:formatCode>
                <c:ptCount val="2"/>
                <c:pt idx="0">
                  <c:v>29</c:v>
                </c:pt>
              </c:numCache>
            </c:numRef>
          </c:val>
          <c:extLst>
            <c:ext xmlns:c16="http://schemas.microsoft.com/office/drawing/2014/chart" uri="{C3380CC4-5D6E-409C-BE32-E72D297353CC}">
              <c16:uniqueId val="{00000000-E509-D04B-A2E6-11E11A0D7552}"/>
            </c:ext>
          </c:extLst>
        </c:ser>
        <c:ser>
          <c:idx val="1"/>
          <c:order val="1"/>
          <c:tx>
            <c:strRef>
              <c:f>Sheet1!$C$1</c:f>
              <c:strCache>
                <c:ptCount val="1"/>
                <c:pt idx="0">
                  <c:v>Employee Wage</c:v>
                </c:pt>
              </c:strCache>
            </c:strRef>
          </c:tx>
          <c:spPr>
            <a:solidFill>
              <a:schemeClr val="accent1">
                <a:lumMod val="75000"/>
              </a:schemeClr>
            </a:solidFill>
            <a:ln>
              <a:noFill/>
            </a:ln>
            <a:effectLst/>
          </c:spPr>
          <c:invertIfNegative val="0"/>
          <c:dLbls>
            <c:dLbl>
              <c:idx val="1"/>
              <c:layout>
                <c:manualLayout>
                  <c:x val="0"/>
                  <c:y val="-4.738035155474718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E509-D04B-A2E6-11E11A0D7552}"/>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Sheet1!$C$2:$C$3</c:f>
              <c:numCache>
                <c:formatCode>General</c:formatCode>
                <c:ptCount val="2"/>
                <c:pt idx="1">
                  <c:v>8</c:v>
                </c:pt>
              </c:numCache>
            </c:numRef>
          </c:val>
          <c:extLst>
            <c:ext xmlns:c16="http://schemas.microsoft.com/office/drawing/2014/chart" uri="{C3380CC4-5D6E-409C-BE32-E72D297353CC}">
              <c16:uniqueId val="{00000001-E509-D04B-A2E6-11E11A0D7552}"/>
            </c:ext>
          </c:extLst>
        </c:ser>
        <c:ser>
          <c:idx val="2"/>
          <c:order val="2"/>
          <c:tx>
            <c:strRef>
              <c:f>Sheet1!$D$1</c:f>
              <c:strCache>
                <c:ptCount val="1"/>
                <c:pt idx="0">
                  <c:v>Fleet RMO</c:v>
                </c:pt>
              </c:strCache>
            </c:strRef>
          </c:tx>
          <c:spPr>
            <a:solidFill>
              <a:schemeClr val="accent1">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Sheet1!$D$2:$D$3</c:f>
              <c:numCache>
                <c:formatCode>General</c:formatCode>
                <c:ptCount val="2"/>
                <c:pt idx="1">
                  <c:v>14</c:v>
                </c:pt>
              </c:numCache>
            </c:numRef>
          </c:val>
          <c:extLst>
            <c:ext xmlns:c16="http://schemas.microsoft.com/office/drawing/2014/chart" uri="{C3380CC4-5D6E-409C-BE32-E72D297353CC}">
              <c16:uniqueId val="{00000002-E509-D04B-A2E6-11E11A0D7552}"/>
            </c:ext>
          </c:extLst>
        </c:ser>
        <c:dLbls>
          <c:dLblPos val="ctr"/>
          <c:showLegendKey val="0"/>
          <c:showVal val="1"/>
          <c:showCatName val="0"/>
          <c:showSerName val="0"/>
          <c:showPercent val="0"/>
          <c:showBubbleSize val="0"/>
        </c:dLbls>
        <c:gapWidth val="34"/>
        <c:overlap val="100"/>
        <c:axId val="1035606239"/>
        <c:axId val="1035482671"/>
      </c:barChart>
      <c:catAx>
        <c:axId val="1035606239"/>
        <c:scaling>
          <c:orientation val="minMax"/>
        </c:scaling>
        <c:delete val="1"/>
        <c:axPos val="b"/>
        <c:numFmt formatCode="General" sourceLinked="1"/>
        <c:majorTickMark val="none"/>
        <c:minorTickMark val="none"/>
        <c:tickLblPos val="nextTo"/>
        <c:crossAx val="1035482671"/>
        <c:crosses val="autoZero"/>
        <c:auto val="1"/>
        <c:lblAlgn val="ctr"/>
        <c:lblOffset val="100"/>
        <c:noMultiLvlLbl val="0"/>
      </c:catAx>
      <c:valAx>
        <c:axId val="1035482671"/>
        <c:scaling>
          <c:orientation val="minMax"/>
        </c:scaling>
        <c:delete val="1"/>
        <c:axPos val="l"/>
        <c:numFmt formatCode="General" sourceLinked="1"/>
        <c:majorTickMark val="none"/>
        <c:minorTickMark val="none"/>
        <c:tickLblPos val="nextTo"/>
        <c:crossAx val="1035606239"/>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col"/>
        <c:grouping val="stacked"/>
        <c:varyColors val="0"/>
        <c:ser>
          <c:idx val="0"/>
          <c:order val="0"/>
          <c:tx>
            <c:strRef>
              <c:f>Sheet1!$B$1</c:f>
              <c:strCache>
                <c:ptCount val="1"/>
                <c:pt idx="0">
                  <c:v>Parcel</c:v>
                </c:pt>
              </c:strCache>
            </c:strRef>
          </c:tx>
          <c:spPr>
            <a:solidFill>
              <a:schemeClr val="accent1">
                <a:shade val="65000"/>
              </a:schemeClr>
            </a:solidFill>
            <a:ln>
              <a:noFill/>
            </a:ln>
            <a:effectLst/>
          </c:spPr>
          <c:invertIfNegative val="0"/>
          <c:cat>
            <c:strRef>
              <c:f>Sheet1!$A$2</c:f>
              <c:strCache>
                <c:ptCount val="1"/>
                <c:pt idx="0">
                  <c:v>Companies</c:v>
                </c:pt>
              </c:strCache>
            </c:strRef>
          </c:cat>
          <c:val>
            <c:numRef>
              <c:f>Sheet1!$B$2</c:f>
              <c:numCache>
                <c:formatCode>0%</c:formatCode>
                <c:ptCount val="1"/>
                <c:pt idx="0">
                  <c:v>0.05</c:v>
                </c:pt>
              </c:numCache>
            </c:numRef>
          </c:val>
          <c:extLst>
            <c:ext xmlns:c16="http://schemas.microsoft.com/office/drawing/2014/chart" uri="{C3380CC4-5D6E-409C-BE32-E72D297353CC}">
              <c16:uniqueId val="{00000000-4A6E-A840-B1BE-449D4343FC17}"/>
            </c:ext>
          </c:extLst>
        </c:ser>
        <c:ser>
          <c:idx val="1"/>
          <c:order val="1"/>
          <c:tx>
            <c:strRef>
              <c:f>Sheet1!$C$1</c:f>
              <c:strCache>
                <c:ptCount val="1"/>
                <c:pt idx="0">
                  <c:v>Big&amp;Bulky</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Companies</c:v>
                </c:pt>
              </c:strCache>
            </c:strRef>
          </c:cat>
          <c:val>
            <c:numRef>
              <c:f>Sheet1!$C$2</c:f>
              <c:numCache>
                <c:formatCode>0%</c:formatCode>
                <c:ptCount val="1"/>
                <c:pt idx="0">
                  <c:v>0.2</c:v>
                </c:pt>
              </c:numCache>
            </c:numRef>
          </c:val>
          <c:extLst>
            <c:ext xmlns:c16="http://schemas.microsoft.com/office/drawing/2014/chart" uri="{C3380CC4-5D6E-409C-BE32-E72D297353CC}">
              <c16:uniqueId val="{00000001-4A6E-A840-B1BE-449D4343FC17}"/>
            </c:ext>
          </c:extLst>
        </c:ser>
        <c:ser>
          <c:idx val="2"/>
          <c:order val="2"/>
          <c:tx>
            <c:strRef>
              <c:f>Sheet1!$D$1</c:f>
              <c:strCache>
                <c:ptCount val="1"/>
                <c:pt idx="0">
                  <c:v>Others</c:v>
                </c:pt>
              </c:strCache>
            </c:strRef>
          </c:tx>
          <c:spPr>
            <a:solidFill>
              <a:schemeClr val="accent1">
                <a:tint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Companies</c:v>
                </c:pt>
              </c:strCache>
            </c:strRef>
          </c:cat>
          <c:val>
            <c:numRef>
              <c:f>Sheet1!$D$2</c:f>
              <c:numCache>
                <c:formatCode>0%</c:formatCode>
                <c:ptCount val="1"/>
                <c:pt idx="0">
                  <c:v>0.75</c:v>
                </c:pt>
              </c:numCache>
            </c:numRef>
          </c:val>
          <c:extLst>
            <c:ext xmlns:c16="http://schemas.microsoft.com/office/drawing/2014/chart" uri="{C3380CC4-5D6E-409C-BE32-E72D297353CC}">
              <c16:uniqueId val="{00000002-4A6E-A840-B1BE-449D4343FC17}"/>
            </c:ext>
          </c:extLst>
        </c:ser>
        <c:dLbls>
          <c:showLegendKey val="0"/>
          <c:showVal val="0"/>
          <c:showCatName val="0"/>
          <c:showSerName val="0"/>
          <c:showPercent val="0"/>
          <c:showBubbleSize val="0"/>
        </c:dLbls>
        <c:gapWidth val="150"/>
        <c:overlap val="100"/>
        <c:axId val="1529857487"/>
        <c:axId val="1529860143"/>
      </c:barChart>
      <c:catAx>
        <c:axId val="1529857487"/>
        <c:scaling>
          <c:orientation val="minMax"/>
        </c:scaling>
        <c:delete val="1"/>
        <c:axPos val="b"/>
        <c:numFmt formatCode="General" sourceLinked="1"/>
        <c:majorTickMark val="none"/>
        <c:minorTickMark val="none"/>
        <c:tickLblPos val="nextTo"/>
        <c:crossAx val="1529860143"/>
        <c:crosses val="autoZero"/>
        <c:auto val="1"/>
        <c:lblAlgn val="ctr"/>
        <c:lblOffset val="100"/>
        <c:noMultiLvlLbl val="0"/>
      </c:catAx>
      <c:valAx>
        <c:axId val="1529860143"/>
        <c:scaling>
          <c:orientation val="minMax"/>
        </c:scaling>
        <c:delete val="1"/>
        <c:axPos val="l"/>
        <c:numFmt formatCode="0%" sourceLinked="1"/>
        <c:majorTickMark val="none"/>
        <c:minorTickMark val="none"/>
        <c:tickLblPos val="nextTo"/>
        <c:crossAx val="1529857487"/>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FY20</c:v>
                </c:pt>
                <c:pt idx="1">
                  <c:v>FY25</c:v>
                </c:pt>
              </c:strCache>
            </c:strRef>
          </c:cat>
          <c:val>
            <c:numRef>
              <c:f>Sheet1!$B$2:$B$3</c:f>
              <c:numCache>
                <c:formatCode>General</c:formatCode>
                <c:ptCount val="2"/>
                <c:pt idx="0">
                  <c:v>30</c:v>
                </c:pt>
                <c:pt idx="1">
                  <c:v>120</c:v>
                </c:pt>
              </c:numCache>
            </c:numRef>
          </c:val>
          <c:extLst>
            <c:ext xmlns:c16="http://schemas.microsoft.com/office/drawing/2014/chart" uri="{C3380CC4-5D6E-409C-BE32-E72D297353CC}">
              <c16:uniqueId val="{00000000-9DA3-3D40-A1E4-894A8C2B561B}"/>
            </c:ext>
          </c:extLst>
        </c:ser>
        <c:dLbls>
          <c:showLegendKey val="0"/>
          <c:showVal val="0"/>
          <c:showCatName val="0"/>
          <c:showSerName val="0"/>
          <c:showPercent val="0"/>
          <c:showBubbleSize val="0"/>
        </c:dLbls>
        <c:gapWidth val="219"/>
        <c:overlap val="-27"/>
        <c:axId val="1567615103"/>
        <c:axId val="1567616735"/>
      </c:barChart>
      <c:catAx>
        <c:axId val="156761510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n-US"/>
          </a:p>
        </c:txPr>
        <c:crossAx val="1567616735"/>
        <c:crosses val="autoZero"/>
        <c:auto val="1"/>
        <c:lblAlgn val="ctr"/>
        <c:lblOffset val="100"/>
        <c:noMultiLvlLbl val="0"/>
      </c:catAx>
      <c:valAx>
        <c:axId val="1567616735"/>
        <c:scaling>
          <c:orientation val="minMax"/>
        </c:scaling>
        <c:delete val="1"/>
        <c:axPos val="l"/>
        <c:numFmt formatCode="General" sourceLinked="1"/>
        <c:majorTickMark val="none"/>
        <c:minorTickMark val="none"/>
        <c:tickLblPos val="nextTo"/>
        <c:crossAx val="1567615103"/>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col"/>
        <c:grouping val="stacked"/>
        <c:varyColors val="0"/>
        <c:ser>
          <c:idx val="0"/>
          <c:order val="0"/>
          <c:tx>
            <c:strRef>
              <c:f>Sheet1!$B$1</c:f>
              <c:strCache>
                <c:ptCount val="1"/>
                <c:pt idx="0">
                  <c:v>Top 50 cities</c:v>
                </c:pt>
              </c:strCache>
            </c:strRef>
          </c:tx>
          <c:spPr>
            <a:solidFill>
              <a:schemeClr val="accent1">
                <a:shade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Area</c:v>
                </c:pt>
                <c:pt idx="1">
                  <c:v>Consumption</c:v>
                </c:pt>
              </c:strCache>
            </c:strRef>
          </c:cat>
          <c:val>
            <c:numRef>
              <c:f>Sheet1!$B$2:$B$3</c:f>
              <c:numCache>
                <c:formatCode>0%</c:formatCode>
                <c:ptCount val="2"/>
                <c:pt idx="0">
                  <c:v>0.15</c:v>
                </c:pt>
                <c:pt idx="1">
                  <c:v>0.25</c:v>
                </c:pt>
              </c:numCache>
            </c:numRef>
          </c:val>
          <c:extLst>
            <c:ext xmlns:c16="http://schemas.microsoft.com/office/drawing/2014/chart" uri="{C3380CC4-5D6E-409C-BE32-E72D297353CC}">
              <c16:uniqueId val="{00000000-941C-AC4A-87E6-0583DA3C407B}"/>
            </c:ext>
          </c:extLst>
        </c:ser>
        <c:ser>
          <c:idx val="1"/>
          <c:order val="1"/>
          <c:tx>
            <c:strRef>
              <c:f>Sheet1!$C$1</c:f>
              <c:strCache>
                <c:ptCount val="1"/>
                <c:pt idx="0">
                  <c:v>Tier 2+</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Area</c:v>
                </c:pt>
                <c:pt idx="1">
                  <c:v>Consumption</c:v>
                </c:pt>
              </c:strCache>
            </c:strRef>
          </c:cat>
          <c:val>
            <c:numRef>
              <c:f>Sheet1!$C$2:$C$3</c:f>
              <c:numCache>
                <c:formatCode>0%</c:formatCode>
                <c:ptCount val="2"/>
                <c:pt idx="0">
                  <c:v>0.4</c:v>
                </c:pt>
                <c:pt idx="1">
                  <c:v>0.55000000000000004</c:v>
                </c:pt>
              </c:numCache>
            </c:numRef>
          </c:val>
          <c:extLst>
            <c:ext xmlns:c16="http://schemas.microsoft.com/office/drawing/2014/chart" uri="{C3380CC4-5D6E-409C-BE32-E72D297353CC}">
              <c16:uniqueId val="{00000001-941C-AC4A-87E6-0583DA3C407B}"/>
            </c:ext>
          </c:extLst>
        </c:ser>
        <c:ser>
          <c:idx val="2"/>
          <c:order val="2"/>
          <c:tx>
            <c:strRef>
              <c:f>Sheet1!$D$1</c:f>
              <c:strCache>
                <c:ptCount val="1"/>
                <c:pt idx="0">
                  <c:v>Rural</c:v>
                </c:pt>
              </c:strCache>
            </c:strRef>
          </c:tx>
          <c:spPr>
            <a:solidFill>
              <a:schemeClr val="accent1">
                <a:tint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Area</c:v>
                </c:pt>
                <c:pt idx="1">
                  <c:v>Consumption</c:v>
                </c:pt>
              </c:strCache>
            </c:strRef>
          </c:cat>
          <c:val>
            <c:numRef>
              <c:f>Sheet1!$D$2:$D$3</c:f>
              <c:numCache>
                <c:formatCode>0%</c:formatCode>
                <c:ptCount val="2"/>
                <c:pt idx="0">
                  <c:v>0.45</c:v>
                </c:pt>
                <c:pt idx="1">
                  <c:v>0.2</c:v>
                </c:pt>
              </c:numCache>
            </c:numRef>
          </c:val>
          <c:extLst>
            <c:ext xmlns:c16="http://schemas.microsoft.com/office/drawing/2014/chart" uri="{C3380CC4-5D6E-409C-BE32-E72D297353CC}">
              <c16:uniqueId val="{00000002-941C-AC4A-87E6-0583DA3C407B}"/>
            </c:ext>
          </c:extLst>
        </c:ser>
        <c:dLbls>
          <c:showLegendKey val="0"/>
          <c:showVal val="0"/>
          <c:showCatName val="0"/>
          <c:showSerName val="0"/>
          <c:showPercent val="0"/>
          <c:showBubbleSize val="0"/>
        </c:dLbls>
        <c:gapWidth val="150"/>
        <c:overlap val="100"/>
        <c:axId val="1631703807"/>
        <c:axId val="1631624511"/>
      </c:barChart>
      <c:catAx>
        <c:axId val="163170380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631624511"/>
        <c:crosses val="autoZero"/>
        <c:auto val="1"/>
        <c:lblAlgn val="ctr"/>
        <c:lblOffset val="100"/>
        <c:noMultiLvlLbl val="0"/>
      </c:catAx>
      <c:valAx>
        <c:axId val="1631624511"/>
        <c:scaling>
          <c:orientation val="minMax"/>
        </c:scaling>
        <c:delete val="1"/>
        <c:axPos val="l"/>
        <c:numFmt formatCode="0%" sourceLinked="1"/>
        <c:majorTickMark val="none"/>
        <c:minorTickMark val="none"/>
        <c:tickLblPos val="nextTo"/>
        <c:crossAx val="1631703807"/>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bar"/>
        <c:grouping val="stacked"/>
        <c:varyColors val="0"/>
        <c:ser>
          <c:idx val="0"/>
          <c:order val="0"/>
          <c:tx>
            <c:strRef>
              <c:f>Sheet1!$B$1</c:f>
              <c:strCache>
                <c:ptCount val="1"/>
                <c:pt idx="0">
                  <c:v>Top 50 cities</c:v>
                </c:pt>
              </c:strCache>
            </c:strRef>
          </c:tx>
          <c:spPr>
            <a:solidFill>
              <a:schemeClr val="accent1">
                <a:shade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Area</c:v>
                </c:pt>
                <c:pt idx="1">
                  <c:v>Consumption</c:v>
                </c:pt>
              </c:strCache>
            </c:strRef>
          </c:cat>
          <c:val>
            <c:numRef>
              <c:f>Sheet1!$B$2:$B$3</c:f>
              <c:numCache>
                <c:formatCode>0%</c:formatCode>
                <c:ptCount val="2"/>
                <c:pt idx="0">
                  <c:v>0.15</c:v>
                </c:pt>
                <c:pt idx="1">
                  <c:v>0.25</c:v>
                </c:pt>
              </c:numCache>
            </c:numRef>
          </c:val>
          <c:extLst>
            <c:ext xmlns:c16="http://schemas.microsoft.com/office/drawing/2014/chart" uri="{C3380CC4-5D6E-409C-BE32-E72D297353CC}">
              <c16:uniqueId val="{00000000-6BD5-6849-80C8-188A6D48E0DA}"/>
            </c:ext>
          </c:extLst>
        </c:ser>
        <c:ser>
          <c:idx val="1"/>
          <c:order val="1"/>
          <c:tx>
            <c:strRef>
              <c:f>Sheet1!$C$1</c:f>
              <c:strCache>
                <c:ptCount val="1"/>
                <c:pt idx="0">
                  <c:v>Tier 2+</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Area</c:v>
                </c:pt>
                <c:pt idx="1">
                  <c:v>Consumption</c:v>
                </c:pt>
              </c:strCache>
            </c:strRef>
          </c:cat>
          <c:val>
            <c:numRef>
              <c:f>Sheet1!$C$2:$C$3</c:f>
              <c:numCache>
                <c:formatCode>0%</c:formatCode>
                <c:ptCount val="2"/>
                <c:pt idx="0">
                  <c:v>0.4</c:v>
                </c:pt>
                <c:pt idx="1">
                  <c:v>0.55000000000000004</c:v>
                </c:pt>
              </c:numCache>
            </c:numRef>
          </c:val>
          <c:extLst>
            <c:ext xmlns:c16="http://schemas.microsoft.com/office/drawing/2014/chart" uri="{C3380CC4-5D6E-409C-BE32-E72D297353CC}">
              <c16:uniqueId val="{00000001-6BD5-6849-80C8-188A6D48E0DA}"/>
            </c:ext>
          </c:extLst>
        </c:ser>
        <c:ser>
          <c:idx val="2"/>
          <c:order val="2"/>
          <c:tx>
            <c:strRef>
              <c:f>Sheet1!$D$1</c:f>
              <c:strCache>
                <c:ptCount val="1"/>
                <c:pt idx="0">
                  <c:v>Rural</c:v>
                </c:pt>
              </c:strCache>
            </c:strRef>
          </c:tx>
          <c:spPr>
            <a:solidFill>
              <a:schemeClr val="accent1">
                <a:tint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Area</c:v>
                </c:pt>
                <c:pt idx="1">
                  <c:v>Consumption</c:v>
                </c:pt>
              </c:strCache>
            </c:strRef>
          </c:cat>
          <c:val>
            <c:numRef>
              <c:f>Sheet1!$D$2:$D$3</c:f>
              <c:numCache>
                <c:formatCode>0%</c:formatCode>
                <c:ptCount val="2"/>
                <c:pt idx="0">
                  <c:v>0.45</c:v>
                </c:pt>
                <c:pt idx="1">
                  <c:v>0.2</c:v>
                </c:pt>
              </c:numCache>
            </c:numRef>
          </c:val>
          <c:extLst>
            <c:ext xmlns:c16="http://schemas.microsoft.com/office/drawing/2014/chart" uri="{C3380CC4-5D6E-409C-BE32-E72D297353CC}">
              <c16:uniqueId val="{00000002-6BD5-6849-80C8-188A6D48E0DA}"/>
            </c:ext>
          </c:extLst>
        </c:ser>
        <c:dLbls>
          <c:showLegendKey val="0"/>
          <c:showVal val="0"/>
          <c:showCatName val="0"/>
          <c:showSerName val="0"/>
          <c:showPercent val="0"/>
          <c:showBubbleSize val="0"/>
        </c:dLbls>
        <c:gapWidth val="23"/>
        <c:overlap val="100"/>
        <c:axId val="1631703807"/>
        <c:axId val="1631624511"/>
      </c:barChart>
      <c:catAx>
        <c:axId val="1631703807"/>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en-US"/>
          </a:p>
        </c:txPr>
        <c:crossAx val="1631624511"/>
        <c:crosses val="autoZero"/>
        <c:auto val="1"/>
        <c:lblAlgn val="ctr"/>
        <c:lblOffset val="100"/>
        <c:noMultiLvlLbl val="0"/>
      </c:catAx>
      <c:valAx>
        <c:axId val="1631624511"/>
        <c:scaling>
          <c:orientation val="minMax"/>
        </c:scaling>
        <c:delete val="1"/>
        <c:axPos val="b"/>
        <c:numFmt formatCode="0%" sourceLinked="1"/>
        <c:majorTickMark val="none"/>
        <c:minorTickMark val="none"/>
        <c:tickLblPos val="nextTo"/>
        <c:crossAx val="1631703807"/>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col"/>
        <c:grouping val="stacked"/>
        <c:varyColors val="0"/>
        <c:ser>
          <c:idx val="0"/>
          <c:order val="0"/>
          <c:tx>
            <c:strRef>
              <c:f>Sheet1!$B$1</c:f>
              <c:strCache>
                <c:ptCount val="1"/>
                <c:pt idx="0">
                  <c:v>Ecomm Delivery</c:v>
                </c:pt>
              </c:strCache>
            </c:strRef>
          </c:tx>
          <c:spPr>
            <a:solidFill>
              <a:schemeClr val="accent1">
                <a:lumMod val="75000"/>
              </a:schemeClr>
            </a:solidFill>
            <a:ln>
              <a:noFill/>
            </a:ln>
            <a:effectLst/>
          </c:spPr>
          <c:invertIfNegative val="0"/>
          <c:dLbls>
            <c:dLbl>
              <c:idx val="0"/>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D-B0F7-3F41-83E7-B54C739CD03C}"/>
                </c:ext>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Sheet1!$B$2:$B$3</c:f>
              <c:numCache>
                <c:formatCode>General</c:formatCode>
                <c:ptCount val="2"/>
                <c:pt idx="0">
                  <c:v>29</c:v>
                </c:pt>
              </c:numCache>
            </c:numRef>
          </c:val>
          <c:extLst>
            <c:ext xmlns:c16="http://schemas.microsoft.com/office/drawing/2014/chart" uri="{C3380CC4-5D6E-409C-BE32-E72D297353CC}">
              <c16:uniqueId val="{00000000-B0F7-3F41-83E7-B54C739CD03C}"/>
            </c:ext>
          </c:extLst>
        </c:ser>
        <c:ser>
          <c:idx val="1"/>
          <c:order val="1"/>
          <c:tx>
            <c:strRef>
              <c:f>Sheet1!$C$1</c:f>
              <c:strCache>
                <c:ptCount val="1"/>
                <c:pt idx="0">
                  <c:v>Ad Revenue</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Sheet1!$C$2:$C$3</c:f>
              <c:numCache>
                <c:formatCode>General</c:formatCode>
                <c:ptCount val="2"/>
                <c:pt idx="0">
                  <c:v>20</c:v>
                </c:pt>
              </c:numCache>
            </c:numRef>
          </c:val>
          <c:extLst>
            <c:ext xmlns:c16="http://schemas.microsoft.com/office/drawing/2014/chart" uri="{C3380CC4-5D6E-409C-BE32-E72D297353CC}">
              <c16:uniqueId val="{00000001-B0F7-3F41-83E7-B54C739CD03C}"/>
            </c:ext>
          </c:extLst>
        </c:ser>
        <c:ser>
          <c:idx val="2"/>
          <c:order val="2"/>
          <c:tx>
            <c:strRef>
              <c:f>Sheet1!$D$1</c:f>
              <c:strCache>
                <c:ptCount val="1"/>
                <c:pt idx="0">
                  <c:v>Co-Loading</c:v>
                </c:pt>
              </c:strCache>
            </c:strRef>
          </c:tx>
          <c:spPr>
            <a:solidFill>
              <a:srgbClr val="00919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Sheet1!$D$2:$D$3</c:f>
              <c:numCache>
                <c:formatCode>General</c:formatCode>
                <c:ptCount val="2"/>
                <c:pt idx="0">
                  <c:v>5</c:v>
                </c:pt>
              </c:numCache>
            </c:numRef>
          </c:val>
          <c:extLst>
            <c:ext xmlns:c16="http://schemas.microsoft.com/office/drawing/2014/chart" uri="{C3380CC4-5D6E-409C-BE32-E72D297353CC}">
              <c16:uniqueId val="{00000002-B0F7-3F41-83E7-B54C739CD03C}"/>
            </c:ext>
          </c:extLst>
        </c:ser>
        <c:ser>
          <c:idx val="3"/>
          <c:order val="3"/>
          <c:tx>
            <c:strRef>
              <c:f>Sheet1!$E$1</c:f>
              <c:strCache>
                <c:ptCount val="1"/>
                <c:pt idx="0">
                  <c:v>Carbon Credit </c:v>
                </c:pt>
              </c:strCache>
            </c:strRef>
          </c:tx>
          <c:spPr>
            <a:solidFill>
              <a:schemeClr val="accent1">
                <a:lumMod val="75000"/>
              </a:schemeClr>
            </a:solidFill>
            <a:ln w="19050">
              <a:solidFill>
                <a:schemeClr val="accent1">
                  <a:lumMod val="75000"/>
                </a:schemeClr>
              </a:solidFill>
            </a:ln>
            <a:effectLst/>
          </c:spPr>
          <c:invertIfNegative val="0"/>
          <c:dLbls>
            <c:dLbl>
              <c:idx val="0"/>
              <c:layout>
                <c:manualLayout>
                  <c:x val="0.23082515448927662"/>
                  <c:y val="6.8205515570594191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AAC-5649-BC14-A97BD98EF81D}"/>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Sheet1!$E$2:$E$3</c:f>
              <c:numCache>
                <c:formatCode>General</c:formatCode>
                <c:ptCount val="2"/>
                <c:pt idx="0">
                  <c:v>0.1</c:v>
                </c:pt>
              </c:numCache>
            </c:numRef>
          </c:val>
          <c:extLst>
            <c:ext xmlns:c16="http://schemas.microsoft.com/office/drawing/2014/chart" uri="{C3380CC4-5D6E-409C-BE32-E72D297353CC}">
              <c16:uniqueId val="{00000004-B0F7-3F41-83E7-B54C739CD03C}"/>
            </c:ext>
          </c:extLst>
        </c:ser>
        <c:ser>
          <c:idx val="4"/>
          <c:order val="4"/>
          <c:tx>
            <c:strRef>
              <c:f>Sheet1!$F$1</c:f>
              <c:strCache>
                <c:ptCount val="1"/>
                <c:pt idx="0">
                  <c:v>Employee Wage</c:v>
                </c:pt>
              </c:strCache>
            </c:strRef>
          </c:tx>
          <c:spPr>
            <a:solidFill>
              <a:schemeClr val="accent1">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Sheet1!$F$2:$F$3</c:f>
              <c:numCache>
                <c:formatCode>General</c:formatCode>
                <c:ptCount val="2"/>
                <c:pt idx="1">
                  <c:v>3.5</c:v>
                </c:pt>
              </c:numCache>
            </c:numRef>
          </c:val>
          <c:extLst>
            <c:ext xmlns:c16="http://schemas.microsoft.com/office/drawing/2014/chart" uri="{C3380CC4-5D6E-409C-BE32-E72D297353CC}">
              <c16:uniqueId val="{00000005-B0F7-3F41-83E7-B54C739CD03C}"/>
            </c:ext>
          </c:extLst>
        </c:ser>
        <c:ser>
          <c:idx val="5"/>
          <c:order val="5"/>
          <c:tx>
            <c:strRef>
              <c:f>Sheet1!$G$1</c:f>
              <c:strCache>
                <c:ptCount val="1"/>
                <c:pt idx="0">
                  <c:v>Fleet RMO</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3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Sheet1!$G$2:$G$3</c:f>
              <c:numCache>
                <c:formatCode>General</c:formatCode>
                <c:ptCount val="2"/>
                <c:pt idx="1">
                  <c:v>2</c:v>
                </c:pt>
              </c:numCache>
            </c:numRef>
          </c:val>
          <c:extLst>
            <c:ext xmlns:c16="http://schemas.microsoft.com/office/drawing/2014/chart" uri="{C3380CC4-5D6E-409C-BE32-E72D297353CC}">
              <c16:uniqueId val="{00000006-B0F7-3F41-83E7-B54C739CD03C}"/>
            </c:ext>
          </c:extLst>
        </c:ser>
        <c:ser>
          <c:idx val="6"/>
          <c:order val="6"/>
          <c:tx>
            <c:strRef>
              <c:f>Sheet1!$H$1</c:f>
              <c:strCache>
                <c:ptCount val="1"/>
                <c:pt idx="0">
                  <c:v>EV Charging Setup</c:v>
                </c:pt>
              </c:strCache>
            </c:strRef>
          </c:tx>
          <c:spPr>
            <a:solidFill>
              <a:srgbClr val="00919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Sheet1!$H$2:$H$3</c:f>
              <c:numCache>
                <c:formatCode>General</c:formatCode>
                <c:ptCount val="2"/>
                <c:pt idx="1">
                  <c:v>4</c:v>
                </c:pt>
              </c:numCache>
            </c:numRef>
          </c:val>
          <c:extLst>
            <c:ext xmlns:c16="http://schemas.microsoft.com/office/drawing/2014/chart" uri="{C3380CC4-5D6E-409C-BE32-E72D297353CC}">
              <c16:uniqueId val="{00000007-B0F7-3F41-83E7-B54C739CD03C}"/>
            </c:ext>
          </c:extLst>
        </c:ser>
        <c:ser>
          <c:idx val="7"/>
          <c:order val="7"/>
          <c:tx>
            <c:strRef>
              <c:f>Sheet1!$I$1</c:f>
              <c:strCache>
                <c:ptCount val="1"/>
                <c:pt idx="0">
                  <c:v>Outsourced Fleet</c:v>
                </c:pt>
              </c:strCache>
            </c:strRef>
          </c:tx>
          <c:spPr>
            <a:solidFill>
              <a:srgbClr val="00AD7F"/>
            </a:solidFill>
            <a:ln>
              <a:noFill/>
            </a:ln>
            <a:effectLst/>
          </c:spPr>
          <c:invertIfNegative val="0"/>
          <c:dPt>
            <c:idx val="1"/>
            <c:invertIfNegative val="0"/>
            <c:bubble3D val="0"/>
            <c:spPr>
              <a:solidFill>
                <a:srgbClr val="00AD7F"/>
              </a:solidFill>
              <a:ln>
                <a:noFill/>
              </a:ln>
              <a:effectLst/>
            </c:spPr>
            <c:extLst>
              <c:ext xmlns:c16="http://schemas.microsoft.com/office/drawing/2014/chart" uri="{C3380CC4-5D6E-409C-BE32-E72D297353CC}">
                <c16:uniqueId val="{00000010-B0F7-3F41-83E7-B54C739CD03C}"/>
              </c:ext>
            </c:extLst>
          </c:dPt>
          <c:dLbls>
            <c:dLbl>
              <c:idx val="1"/>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B0F7-3F41-83E7-B54C739CD03C}"/>
                </c:ext>
              </c:extLst>
            </c:dLbl>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eparator>
</c:separator>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Sheet1!$I$2:$I$3</c:f>
              <c:numCache>
                <c:formatCode>General</c:formatCode>
                <c:ptCount val="2"/>
                <c:pt idx="1">
                  <c:v>29</c:v>
                </c:pt>
              </c:numCache>
            </c:numRef>
          </c:val>
          <c:extLst>
            <c:ext xmlns:c16="http://schemas.microsoft.com/office/drawing/2014/chart" uri="{C3380CC4-5D6E-409C-BE32-E72D297353CC}">
              <c16:uniqueId val="{00000008-B0F7-3F41-83E7-B54C739CD03C}"/>
            </c:ext>
          </c:extLst>
        </c:ser>
        <c:ser>
          <c:idx val="8"/>
          <c:order val="8"/>
          <c:tx>
            <c:strRef>
              <c:f>Sheet1!$J$1</c:f>
              <c:strCache>
                <c:ptCount val="1"/>
                <c:pt idx="0">
                  <c:v>Buddy Incentive</c:v>
                </c:pt>
              </c:strCache>
            </c:strRef>
          </c:tx>
          <c:spPr>
            <a:solidFill>
              <a:schemeClr val="accent1">
                <a:lumMod val="60000"/>
                <a:lumOff val="40000"/>
              </a:schemeClr>
            </a:solidFill>
            <a:ln>
              <a:noFill/>
            </a:ln>
            <a:effectLst/>
          </c:spPr>
          <c:invertIfNegative val="0"/>
          <c:dPt>
            <c:idx val="1"/>
            <c:invertIfNegative val="0"/>
            <c:bubble3D val="0"/>
            <c:spPr>
              <a:solidFill>
                <a:srgbClr val="009051"/>
              </a:solidFill>
              <a:ln>
                <a:noFill/>
              </a:ln>
              <a:effectLst/>
            </c:spPr>
            <c:extLst>
              <c:ext xmlns:c16="http://schemas.microsoft.com/office/drawing/2014/chart" uri="{C3380CC4-5D6E-409C-BE32-E72D297353CC}">
                <c16:uniqueId val="{00000002-3957-8742-B1A0-EAAF688148CF}"/>
              </c:ext>
            </c:extLst>
          </c:dPt>
          <c:dLbls>
            <c:spPr>
              <a:noFill/>
              <a:ln>
                <a:noFill/>
              </a:ln>
              <a:effectLst/>
            </c:spPr>
            <c:txPr>
              <a:bodyPr rot="0" spcFirstLastPara="1" vertOverflow="ellipsis" vert="horz" wrap="square" lIns="38100" tIns="19050" rIns="38100" bIns="19050" anchor="ctr" anchorCtr="1">
                <a:spAutoFit/>
              </a:bodyPr>
              <a:lstStyle/>
              <a:p>
                <a:pPr>
                  <a:defRPr sz="13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Sheet1!$J$2:$J$3</c:f>
              <c:numCache>
                <c:formatCode>General</c:formatCode>
                <c:ptCount val="2"/>
                <c:pt idx="1">
                  <c:v>3</c:v>
                </c:pt>
              </c:numCache>
            </c:numRef>
          </c:val>
          <c:extLst>
            <c:ext xmlns:c16="http://schemas.microsoft.com/office/drawing/2014/chart" uri="{C3380CC4-5D6E-409C-BE32-E72D297353CC}">
              <c16:uniqueId val="{00000009-B0F7-3F41-83E7-B54C739CD03C}"/>
            </c:ext>
          </c:extLst>
        </c:ser>
        <c:ser>
          <c:idx val="9"/>
          <c:order val="9"/>
          <c:tx>
            <c:strRef>
              <c:f>Sheet1!$K$1</c:f>
              <c:strCache>
                <c:ptCount val="1"/>
                <c:pt idx="0">
                  <c:v>Locker Setup</c:v>
                </c:pt>
              </c:strCache>
            </c:strRef>
          </c:tx>
          <c:spPr>
            <a:solidFill>
              <a:schemeClr val="accent1">
                <a:lumMod val="40000"/>
                <a:lumOff val="60000"/>
              </a:schemeClr>
            </a:solidFill>
            <a:ln w="12700">
              <a:noFill/>
            </a:ln>
            <a:effectLst/>
          </c:spPr>
          <c:invertIfNegative val="0"/>
          <c:dPt>
            <c:idx val="1"/>
            <c:invertIfNegative val="0"/>
            <c:bubble3D val="0"/>
            <c:spPr>
              <a:solidFill>
                <a:srgbClr val="247500"/>
              </a:solidFill>
              <a:ln w="12700">
                <a:noFill/>
              </a:ln>
              <a:effectLst/>
            </c:spPr>
            <c:extLst>
              <c:ext xmlns:c16="http://schemas.microsoft.com/office/drawing/2014/chart" uri="{C3380CC4-5D6E-409C-BE32-E72D297353CC}">
                <c16:uniqueId val="{00000011-B0F7-3F41-83E7-B54C739CD03C}"/>
              </c:ext>
            </c:extLst>
          </c:dPt>
          <c:dLbls>
            <c:dLbl>
              <c:idx val="1"/>
              <c:layout>
                <c:manualLayout>
                  <c:x val="-0.2192838967648128"/>
                  <c:y val="7.8436342906183246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B0F7-3F41-83E7-B54C739CD03C}"/>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Sheet1!$K$2:$K$3</c:f>
              <c:numCache>
                <c:formatCode>General</c:formatCode>
                <c:ptCount val="2"/>
                <c:pt idx="1">
                  <c:v>1</c:v>
                </c:pt>
              </c:numCache>
            </c:numRef>
          </c:val>
          <c:extLst>
            <c:ext xmlns:c16="http://schemas.microsoft.com/office/drawing/2014/chart" uri="{C3380CC4-5D6E-409C-BE32-E72D297353CC}">
              <c16:uniqueId val="{0000000A-B0F7-3F41-83E7-B54C739CD03C}"/>
            </c:ext>
          </c:extLst>
        </c:ser>
        <c:ser>
          <c:idx val="10"/>
          <c:order val="10"/>
          <c:tx>
            <c:strRef>
              <c:f>Sheet1!$L$1</c:f>
              <c:strCache>
                <c:ptCount val="1"/>
                <c:pt idx="0">
                  <c:v>SDS Setup</c:v>
                </c:pt>
              </c:strCache>
            </c:strRef>
          </c:tx>
          <c:spPr>
            <a:solidFill>
              <a:schemeClr val="accent1">
                <a:lumMod val="20000"/>
                <a:lumOff val="80000"/>
              </a:schemeClr>
            </a:solidFill>
            <a:ln w="12700">
              <a:solidFill>
                <a:schemeClr val="accent1">
                  <a:lumMod val="20000"/>
                  <a:lumOff val="80000"/>
                </a:schemeClr>
              </a:solidFill>
            </a:ln>
            <a:effectLst/>
          </c:spPr>
          <c:invertIfNegative val="0"/>
          <c:dLbls>
            <c:dLbl>
              <c:idx val="1"/>
              <c:layout>
                <c:manualLayout>
                  <c:x val="-0.2154368108566582"/>
                  <c:y val="3.0692482006767382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B0F7-3F41-83E7-B54C739CD03C}"/>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Sheet1!$L$2:$L$3</c:f>
              <c:numCache>
                <c:formatCode>General</c:formatCode>
                <c:ptCount val="2"/>
                <c:pt idx="1">
                  <c:v>0.5</c:v>
                </c:pt>
              </c:numCache>
            </c:numRef>
          </c:val>
          <c:extLst>
            <c:ext xmlns:c16="http://schemas.microsoft.com/office/drawing/2014/chart" uri="{C3380CC4-5D6E-409C-BE32-E72D297353CC}">
              <c16:uniqueId val="{0000000B-B0F7-3F41-83E7-B54C739CD03C}"/>
            </c:ext>
          </c:extLst>
        </c:ser>
        <c:ser>
          <c:idx val="11"/>
          <c:order val="11"/>
          <c:tx>
            <c:strRef>
              <c:f>Sheet1!$M$1</c:f>
              <c:strCache>
                <c:ptCount val="1"/>
                <c:pt idx="0">
                  <c:v>EV Purchase</c:v>
                </c:pt>
              </c:strCache>
            </c:strRef>
          </c:tx>
          <c:spPr>
            <a:solidFill>
              <a:schemeClr val="accent1">
                <a:lumMod val="75000"/>
              </a:schemeClr>
            </a:solidFill>
            <a:ln w="12700">
              <a:noFill/>
            </a:ln>
            <a:effectLst/>
          </c:spPr>
          <c:invertIfNegative val="0"/>
          <c:dLbls>
            <c:dLbl>
              <c:idx val="1"/>
              <c:layout>
                <c:manualLayout>
                  <c:x val="-0.2154368108566582"/>
                  <c:y val="-3.0692482006767382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B0F7-3F41-83E7-B54C739CD03C}"/>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Sheet1!$M$2:$M$3</c:f>
              <c:numCache>
                <c:formatCode>General</c:formatCode>
                <c:ptCount val="2"/>
                <c:pt idx="1">
                  <c:v>1</c:v>
                </c:pt>
              </c:numCache>
            </c:numRef>
          </c:val>
          <c:extLst>
            <c:ext xmlns:c16="http://schemas.microsoft.com/office/drawing/2014/chart" uri="{C3380CC4-5D6E-409C-BE32-E72D297353CC}">
              <c16:uniqueId val="{0000000C-B0F7-3F41-83E7-B54C739CD03C}"/>
            </c:ext>
          </c:extLst>
        </c:ser>
        <c:dLbls>
          <c:dLblPos val="ctr"/>
          <c:showLegendKey val="0"/>
          <c:showVal val="1"/>
          <c:showCatName val="0"/>
          <c:showSerName val="0"/>
          <c:showPercent val="0"/>
          <c:showBubbleSize val="0"/>
        </c:dLbls>
        <c:gapWidth val="34"/>
        <c:overlap val="100"/>
        <c:axId val="1035606239"/>
        <c:axId val="1035482671"/>
      </c:barChart>
      <c:catAx>
        <c:axId val="1035606239"/>
        <c:scaling>
          <c:orientation val="minMax"/>
        </c:scaling>
        <c:delete val="1"/>
        <c:axPos val="b"/>
        <c:numFmt formatCode="General" sourceLinked="1"/>
        <c:majorTickMark val="none"/>
        <c:minorTickMark val="none"/>
        <c:tickLblPos val="nextTo"/>
        <c:crossAx val="1035482671"/>
        <c:crosses val="autoZero"/>
        <c:auto val="1"/>
        <c:lblAlgn val="ctr"/>
        <c:lblOffset val="100"/>
        <c:noMultiLvlLbl val="0"/>
      </c:catAx>
      <c:valAx>
        <c:axId val="1035482671"/>
        <c:scaling>
          <c:orientation val="minMax"/>
        </c:scaling>
        <c:delete val="1"/>
        <c:axPos val="l"/>
        <c:numFmt formatCode="General" sourceLinked="1"/>
        <c:majorTickMark val="none"/>
        <c:minorTickMark val="none"/>
        <c:tickLblPos val="nextTo"/>
        <c:crossAx val="1035606239"/>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col"/>
        <c:grouping val="stacked"/>
        <c:varyColors val="0"/>
        <c:ser>
          <c:idx val="0"/>
          <c:order val="0"/>
          <c:tx>
            <c:strRef>
              <c:f>Sheet1!$B$1</c:f>
              <c:strCache>
                <c:ptCount val="1"/>
                <c:pt idx="0">
                  <c:v>Ecomm Delivery</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Sheet1!$B$2:$B$3</c:f>
              <c:numCache>
                <c:formatCode>General</c:formatCode>
                <c:ptCount val="2"/>
                <c:pt idx="0">
                  <c:v>29</c:v>
                </c:pt>
              </c:numCache>
            </c:numRef>
          </c:val>
          <c:extLst>
            <c:ext xmlns:c16="http://schemas.microsoft.com/office/drawing/2014/chart" uri="{C3380CC4-5D6E-409C-BE32-E72D297353CC}">
              <c16:uniqueId val="{00000000-E509-D04B-A2E6-11E11A0D7552}"/>
            </c:ext>
          </c:extLst>
        </c:ser>
        <c:ser>
          <c:idx val="1"/>
          <c:order val="1"/>
          <c:tx>
            <c:strRef>
              <c:f>Sheet1!$C$1</c:f>
              <c:strCache>
                <c:ptCount val="1"/>
                <c:pt idx="0">
                  <c:v>Employee Wage</c:v>
                </c:pt>
              </c:strCache>
            </c:strRef>
          </c:tx>
          <c:spPr>
            <a:solidFill>
              <a:schemeClr val="accent1"/>
            </a:solidFill>
            <a:ln>
              <a:noFill/>
            </a:ln>
            <a:effectLst/>
          </c:spPr>
          <c:invertIfNegative val="0"/>
          <c:dPt>
            <c:idx val="1"/>
            <c:invertIfNegative val="0"/>
            <c:bubble3D val="0"/>
            <c:spPr>
              <a:solidFill>
                <a:srgbClr val="00AD7F"/>
              </a:solidFill>
              <a:ln>
                <a:noFill/>
              </a:ln>
              <a:effectLst/>
            </c:spPr>
            <c:extLst>
              <c:ext xmlns:c16="http://schemas.microsoft.com/office/drawing/2014/chart" uri="{C3380CC4-5D6E-409C-BE32-E72D297353CC}">
                <c16:uniqueId val="{0000000D-E509-D04B-A2E6-11E11A0D7552}"/>
              </c:ext>
            </c:extLst>
          </c:dPt>
          <c:dLbls>
            <c:dLbl>
              <c:idx val="1"/>
              <c:layout>
                <c:manualLayout>
                  <c:x val="0"/>
                  <c:y val="-4.738035155474718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E509-D04B-A2E6-11E11A0D7552}"/>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Sheet1!$C$2:$C$3</c:f>
              <c:numCache>
                <c:formatCode>General</c:formatCode>
                <c:ptCount val="2"/>
                <c:pt idx="1">
                  <c:v>8</c:v>
                </c:pt>
              </c:numCache>
            </c:numRef>
          </c:val>
          <c:extLst>
            <c:ext xmlns:c16="http://schemas.microsoft.com/office/drawing/2014/chart" uri="{C3380CC4-5D6E-409C-BE32-E72D297353CC}">
              <c16:uniqueId val="{00000001-E509-D04B-A2E6-11E11A0D7552}"/>
            </c:ext>
          </c:extLst>
        </c:ser>
        <c:ser>
          <c:idx val="2"/>
          <c:order val="2"/>
          <c:tx>
            <c:strRef>
              <c:f>Sheet1!$D$1</c:f>
              <c:strCache>
                <c:ptCount val="1"/>
                <c:pt idx="0">
                  <c:v>Fleet RMO</c:v>
                </c:pt>
              </c:strCache>
            </c:strRef>
          </c:tx>
          <c:spPr>
            <a:solidFill>
              <a:srgbClr val="00919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Revenue</c:v>
                </c:pt>
                <c:pt idx="1">
                  <c:v>Cost</c:v>
                </c:pt>
              </c:strCache>
            </c:strRef>
          </c:cat>
          <c:val>
            <c:numRef>
              <c:f>Sheet1!$D$2:$D$3</c:f>
              <c:numCache>
                <c:formatCode>General</c:formatCode>
                <c:ptCount val="2"/>
                <c:pt idx="1">
                  <c:v>14</c:v>
                </c:pt>
              </c:numCache>
            </c:numRef>
          </c:val>
          <c:extLst>
            <c:ext xmlns:c16="http://schemas.microsoft.com/office/drawing/2014/chart" uri="{C3380CC4-5D6E-409C-BE32-E72D297353CC}">
              <c16:uniqueId val="{00000002-E509-D04B-A2E6-11E11A0D7552}"/>
            </c:ext>
          </c:extLst>
        </c:ser>
        <c:dLbls>
          <c:dLblPos val="ctr"/>
          <c:showLegendKey val="0"/>
          <c:showVal val="1"/>
          <c:showCatName val="0"/>
          <c:showSerName val="0"/>
          <c:showPercent val="0"/>
          <c:showBubbleSize val="0"/>
        </c:dLbls>
        <c:gapWidth val="34"/>
        <c:overlap val="100"/>
        <c:axId val="1035606239"/>
        <c:axId val="1035482671"/>
      </c:barChart>
      <c:catAx>
        <c:axId val="1035606239"/>
        <c:scaling>
          <c:orientation val="minMax"/>
        </c:scaling>
        <c:delete val="1"/>
        <c:axPos val="b"/>
        <c:numFmt formatCode="General" sourceLinked="1"/>
        <c:majorTickMark val="none"/>
        <c:minorTickMark val="none"/>
        <c:tickLblPos val="nextTo"/>
        <c:crossAx val="1035482671"/>
        <c:crosses val="autoZero"/>
        <c:auto val="1"/>
        <c:lblAlgn val="ctr"/>
        <c:lblOffset val="100"/>
        <c:noMultiLvlLbl val="0"/>
      </c:catAx>
      <c:valAx>
        <c:axId val="1035482671"/>
        <c:scaling>
          <c:orientation val="minMax"/>
        </c:scaling>
        <c:delete val="1"/>
        <c:axPos val="l"/>
        <c:numFmt formatCode="General" sourceLinked="1"/>
        <c:majorTickMark val="none"/>
        <c:minorTickMark val="none"/>
        <c:tickLblPos val="nextTo"/>
        <c:crossAx val="1035606239"/>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col"/>
        <c:grouping val="stacked"/>
        <c:varyColors val="0"/>
        <c:ser>
          <c:idx val="0"/>
          <c:order val="0"/>
          <c:tx>
            <c:strRef>
              <c:f>Sheet1!$B$1</c:f>
              <c:strCache>
                <c:ptCount val="1"/>
                <c:pt idx="0">
                  <c:v>Fleet Outsourcing</c:v>
                </c:pt>
              </c:strCache>
            </c:strRef>
          </c:tx>
          <c:spPr>
            <a:solidFill>
              <a:schemeClr val="accent1">
                <a:lumMod val="75000"/>
              </a:schemeClr>
            </a:solidFill>
            <a:ln>
              <a:noFill/>
            </a:ln>
            <a:effectLst/>
          </c:spPr>
          <c:invertIfNegative val="0"/>
          <c:dPt>
            <c:idx val="1"/>
            <c:invertIfNegative val="0"/>
            <c:bubble3D val="0"/>
            <c:spPr>
              <a:solidFill>
                <a:schemeClr val="accent1">
                  <a:lumMod val="60000"/>
                  <a:lumOff val="40000"/>
                </a:schemeClr>
              </a:solidFill>
              <a:ln>
                <a:noFill/>
              </a:ln>
              <a:effectLst/>
            </c:spPr>
            <c:extLst>
              <c:ext xmlns:c16="http://schemas.microsoft.com/office/drawing/2014/chart" uri="{C3380CC4-5D6E-409C-BE32-E72D297353CC}">
                <c16:uniqueId val="{00000001-63C9-6D41-A6A4-C3F57F397A5B}"/>
              </c:ext>
            </c:extLst>
          </c:dPt>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2023C</c:v>
                </c:pt>
                <c:pt idx="1">
                  <c:v>2030N</c:v>
                </c:pt>
              </c:strCache>
            </c:strRef>
          </c:cat>
          <c:val>
            <c:numRef>
              <c:f>Sheet1!$B$2:$B$3</c:f>
              <c:numCache>
                <c:formatCode>General</c:formatCode>
                <c:ptCount val="2"/>
                <c:pt idx="0">
                  <c:v>55</c:v>
                </c:pt>
                <c:pt idx="1">
                  <c:v>109</c:v>
                </c:pt>
              </c:numCache>
            </c:numRef>
          </c:val>
          <c:extLst>
            <c:ext xmlns:c16="http://schemas.microsoft.com/office/drawing/2014/chart" uri="{C3380CC4-5D6E-409C-BE32-E72D297353CC}">
              <c16:uniqueId val="{00000002-63C9-6D41-A6A4-C3F57F397A5B}"/>
            </c:ext>
          </c:extLst>
        </c:ser>
        <c:dLbls>
          <c:dLblPos val="ctr"/>
          <c:showLegendKey val="0"/>
          <c:showVal val="1"/>
          <c:showCatName val="0"/>
          <c:showSerName val="0"/>
          <c:showPercent val="0"/>
          <c:showBubbleSize val="0"/>
        </c:dLbls>
        <c:gapWidth val="34"/>
        <c:overlap val="100"/>
        <c:axId val="1035606239"/>
        <c:axId val="1035482671"/>
      </c:barChart>
      <c:catAx>
        <c:axId val="1035606239"/>
        <c:scaling>
          <c:orientation val="minMax"/>
        </c:scaling>
        <c:delete val="1"/>
        <c:axPos val="b"/>
        <c:numFmt formatCode="General" sourceLinked="1"/>
        <c:majorTickMark val="none"/>
        <c:minorTickMark val="none"/>
        <c:tickLblPos val="nextTo"/>
        <c:crossAx val="1035482671"/>
        <c:crosses val="autoZero"/>
        <c:auto val="1"/>
        <c:lblAlgn val="ctr"/>
        <c:lblOffset val="100"/>
        <c:noMultiLvlLbl val="0"/>
      </c:catAx>
      <c:valAx>
        <c:axId val="1035482671"/>
        <c:scaling>
          <c:orientation val="minMax"/>
        </c:scaling>
        <c:delete val="1"/>
        <c:axPos val="l"/>
        <c:numFmt formatCode="General" sourceLinked="1"/>
        <c:majorTickMark val="none"/>
        <c:minorTickMark val="none"/>
        <c:tickLblPos val="nextTo"/>
        <c:crossAx val="1035606239"/>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col"/>
        <c:grouping val="stacked"/>
        <c:varyColors val="0"/>
        <c:ser>
          <c:idx val="0"/>
          <c:order val="0"/>
          <c:tx>
            <c:strRef>
              <c:f>Sheet1!$B$1</c:f>
              <c:strCache>
                <c:ptCount val="1"/>
                <c:pt idx="0">
                  <c:v>Fleet Outsourcing</c:v>
                </c:pt>
              </c:strCache>
            </c:strRef>
          </c:tx>
          <c:spPr>
            <a:solidFill>
              <a:schemeClr val="accent1">
                <a:lumMod val="75000"/>
              </a:schemeClr>
            </a:solidFill>
            <a:ln>
              <a:noFill/>
            </a:ln>
            <a:effectLst/>
          </c:spPr>
          <c:invertIfNegative val="0"/>
          <c:dPt>
            <c:idx val="1"/>
            <c:invertIfNegative val="0"/>
            <c:bubble3D val="0"/>
            <c:spPr>
              <a:solidFill>
                <a:schemeClr val="accent1">
                  <a:lumMod val="60000"/>
                  <a:lumOff val="40000"/>
                </a:schemeClr>
              </a:solidFill>
              <a:ln>
                <a:noFill/>
              </a:ln>
              <a:effectLst/>
            </c:spPr>
            <c:extLst>
              <c:ext xmlns:c16="http://schemas.microsoft.com/office/drawing/2014/chart" uri="{C3380CC4-5D6E-409C-BE32-E72D297353CC}">
                <c16:uniqueId val="{00000001-99E3-EE46-8DB6-287244164C5F}"/>
              </c:ext>
            </c:extLst>
          </c:dPt>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2030C</c:v>
                </c:pt>
                <c:pt idx="1">
                  <c:v>2030N</c:v>
                </c:pt>
              </c:strCache>
            </c:strRef>
          </c:cat>
          <c:val>
            <c:numRef>
              <c:f>Sheet1!$B$2:$B$3</c:f>
              <c:numCache>
                <c:formatCode>General</c:formatCode>
                <c:ptCount val="2"/>
                <c:pt idx="0">
                  <c:v>126</c:v>
                </c:pt>
                <c:pt idx="1">
                  <c:v>75</c:v>
                </c:pt>
              </c:numCache>
            </c:numRef>
          </c:val>
          <c:extLst>
            <c:ext xmlns:c16="http://schemas.microsoft.com/office/drawing/2014/chart" uri="{C3380CC4-5D6E-409C-BE32-E72D297353CC}">
              <c16:uniqueId val="{00000002-99E3-EE46-8DB6-287244164C5F}"/>
            </c:ext>
          </c:extLst>
        </c:ser>
        <c:dLbls>
          <c:dLblPos val="ctr"/>
          <c:showLegendKey val="0"/>
          <c:showVal val="1"/>
          <c:showCatName val="0"/>
          <c:showSerName val="0"/>
          <c:showPercent val="0"/>
          <c:showBubbleSize val="0"/>
        </c:dLbls>
        <c:gapWidth val="34"/>
        <c:overlap val="100"/>
        <c:axId val="1035606239"/>
        <c:axId val="1035482671"/>
      </c:barChart>
      <c:catAx>
        <c:axId val="1035606239"/>
        <c:scaling>
          <c:orientation val="minMax"/>
        </c:scaling>
        <c:delete val="1"/>
        <c:axPos val="b"/>
        <c:numFmt formatCode="General" sourceLinked="1"/>
        <c:majorTickMark val="none"/>
        <c:minorTickMark val="none"/>
        <c:tickLblPos val="nextTo"/>
        <c:crossAx val="1035482671"/>
        <c:crosses val="autoZero"/>
        <c:auto val="1"/>
        <c:lblAlgn val="ctr"/>
        <c:lblOffset val="100"/>
        <c:noMultiLvlLbl val="0"/>
      </c:catAx>
      <c:valAx>
        <c:axId val="1035482671"/>
        <c:scaling>
          <c:orientation val="minMax"/>
        </c:scaling>
        <c:delete val="1"/>
        <c:axPos val="l"/>
        <c:numFmt formatCode="General" sourceLinked="1"/>
        <c:majorTickMark val="none"/>
        <c:minorTickMark val="none"/>
        <c:tickLblPos val="nextTo"/>
        <c:crossAx val="1035606239"/>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col"/>
        <c:grouping val="stacked"/>
        <c:varyColors val="0"/>
        <c:ser>
          <c:idx val="0"/>
          <c:order val="0"/>
          <c:tx>
            <c:strRef>
              <c:f>Sheet1!$B$1</c:f>
              <c:strCache>
                <c:ptCount val="1"/>
                <c:pt idx="0">
                  <c:v>Fleet Outsourcing</c:v>
                </c:pt>
              </c:strCache>
            </c:strRef>
          </c:tx>
          <c:spPr>
            <a:solidFill>
              <a:schemeClr val="accent1">
                <a:lumMod val="75000"/>
              </a:schemeClr>
            </a:solidFill>
            <a:ln>
              <a:noFill/>
            </a:ln>
            <a:effectLst/>
          </c:spPr>
          <c:invertIfNegative val="0"/>
          <c:dPt>
            <c:idx val="1"/>
            <c:invertIfNegative val="0"/>
            <c:bubble3D val="0"/>
            <c:spPr>
              <a:solidFill>
                <a:schemeClr val="accent1">
                  <a:lumMod val="60000"/>
                  <a:lumOff val="40000"/>
                </a:schemeClr>
              </a:solidFill>
              <a:ln>
                <a:noFill/>
              </a:ln>
              <a:effectLst/>
            </c:spPr>
            <c:extLst>
              <c:ext xmlns:c16="http://schemas.microsoft.com/office/drawing/2014/chart" uri="{C3380CC4-5D6E-409C-BE32-E72D297353CC}">
                <c16:uniqueId val="{00000001-3FA9-1F48-832B-FAD54571FF07}"/>
              </c:ext>
            </c:extLst>
          </c:dPt>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2023C</c:v>
                </c:pt>
                <c:pt idx="1">
                  <c:v>2030N</c:v>
                </c:pt>
              </c:strCache>
            </c:strRef>
          </c:cat>
          <c:val>
            <c:numRef>
              <c:f>Sheet1!$B$2:$B$3</c:f>
              <c:numCache>
                <c:formatCode>General</c:formatCode>
                <c:ptCount val="2"/>
                <c:pt idx="0">
                  <c:v>18</c:v>
                </c:pt>
                <c:pt idx="1">
                  <c:v>24</c:v>
                </c:pt>
              </c:numCache>
            </c:numRef>
          </c:val>
          <c:extLst>
            <c:ext xmlns:c16="http://schemas.microsoft.com/office/drawing/2014/chart" uri="{C3380CC4-5D6E-409C-BE32-E72D297353CC}">
              <c16:uniqueId val="{00000002-3FA9-1F48-832B-FAD54571FF07}"/>
            </c:ext>
          </c:extLst>
        </c:ser>
        <c:dLbls>
          <c:dLblPos val="ctr"/>
          <c:showLegendKey val="0"/>
          <c:showVal val="1"/>
          <c:showCatName val="0"/>
          <c:showSerName val="0"/>
          <c:showPercent val="0"/>
          <c:showBubbleSize val="0"/>
        </c:dLbls>
        <c:gapWidth val="34"/>
        <c:overlap val="100"/>
        <c:axId val="1035606239"/>
        <c:axId val="1035482671"/>
      </c:barChart>
      <c:catAx>
        <c:axId val="1035606239"/>
        <c:scaling>
          <c:orientation val="minMax"/>
        </c:scaling>
        <c:delete val="1"/>
        <c:axPos val="b"/>
        <c:numFmt formatCode="General" sourceLinked="1"/>
        <c:majorTickMark val="none"/>
        <c:minorTickMark val="none"/>
        <c:tickLblPos val="nextTo"/>
        <c:crossAx val="1035482671"/>
        <c:crosses val="autoZero"/>
        <c:auto val="1"/>
        <c:lblAlgn val="ctr"/>
        <c:lblOffset val="100"/>
        <c:noMultiLvlLbl val="0"/>
      </c:catAx>
      <c:valAx>
        <c:axId val="1035482671"/>
        <c:scaling>
          <c:orientation val="minMax"/>
        </c:scaling>
        <c:delete val="1"/>
        <c:axPos val="l"/>
        <c:numFmt formatCode="General" sourceLinked="1"/>
        <c:majorTickMark val="none"/>
        <c:minorTickMark val="none"/>
        <c:tickLblPos val="nextTo"/>
        <c:crossAx val="1035606239"/>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barChart>
        <c:barDir val="col"/>
        <c:grouping val="stacked"/>
        <c:varyColors val="0"/>
        <c:ser>
          <c:idx val="0"/>
          <c:order val="0"/>
          <c:tx>
            <c:strRef>
              <c:f>Sheet1!$B$1</c:f>
              <c:strCache>
                <c:ptCount val="1"/>
                <c:pt idx="0">
                  <c:v>Fleet Outsourcing</c:v>
                </c:pt>
              </c:strCache>
            </c:strRef>
          </c:tx>
          <c:spPr>
            <a:solidFill>
              <a:schemeClr val="accent1">
                <a:lumMod val="75000"/>
              </a:schemeClr>
            </a:solidFill>
            <a:ln>
              <a:noFill/>
            </a:ln>
            <a:effectLst/>
          </c:spPr>
          <c:invertIfNegative val="0"/>
          <c:dPt>
            <c:idx val="1"/>
            <c:invertIfNegative val="0"/>
            <c:bubble3D val="0"/>
            <c:spPr>
              <a:solidFill>
                <a:schemeClr val="accent1">
                  <a:lumMod val="60000"/>
                  <a:lumOff val="40000"/>
                </a:schemeClr>
              </a:solidFill>
              <a:ln>
                <a:noFill/>
              </a:ln>
              <a:effectLst/>
            </c:spPr>
            <c:extLst>
              <c:ext xmlns:c16="http://schemas.microsoft.com/office/drawing/2014/chart" uri="{C3380CC4-5D6E-409C-BE32-E72D297353CC}">
                <c16:uniqueId val="{00000001-E0F9-C847-9148-3D3E561A7934}"/>
              </c:ext>
            </c:extLst>
          </c:dPt>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2030C</c:v>
                </c:pt>
                <c:pt idx="1">
                  <c:v>2030N</c:v>
                </c:pt>
              </c:strCache>
            </c:strRef>
          </c:cat>
          <c:val>
            <c:numRef>
              <c:f>Sheet1!$B$2:$B$3</c:f>
              <c:numCache>
                <c:formatCode>General</c:formatCode>
                <c:ptCount val="2"/>
                <c:pt idx="0">
                  <c:v>42</c:v>
                </c:pt>
                <c:pt idx="1">
                  <c:v>61</c:v>
                </c:pt>
              </c:numCache>
            </c:numRef>
          </c:val>
          <c:extLst>
            <c:ext xmlns:c16="http://schemas.microsoft.com/office/drawing/2014/chart" uri="{C3380CC4-5D6E-409C-BE32-E72D297353CC}">
              <c16:uniqueId val="{00000002-E0F9-C847-9148-3D3E561A7934}"/>
            </c:ext>
          </c:extLst>
        </c:ser>
        <c:dLbls>
          <c:dLblPos val="ctr"/>
          <c:showLegendKey val="0"/>
          <c:showVal val="1"/>
          <c:showCatName val="0"/>
          <c:showSerName val="0"/>
          <c:showPercent val="0"/>
          <c:showBubbleSize val="0"/>
        </c:dLbls>
        <c:gapWidth val="34"/>
        <c:overlap val="100"/>
        <c:axId val="1035606239"/>
        <c:axId val="1035482671"/>
      </c:barChart>
      <c:catAx>
        <c:axId val="1035606239"/>
        <c:scaling>
          <c:orientation val="minMax"/>
        </c:scaling>
        <c:delete val="1"/>
        <c:axPos val="b"/>
        <c:numFmt formatCode="General" sourceLinked="1"/>
        <c:majorTickMark val="none"/>
        <c:minorTickMark val="none"/>
        <c:tickLblPos val="nextTo"/>
        <c:crossAx val="1035482671"/>
        <c:crosses val="autoZero"/>
        <c:auto val="1"/>
        <c:lblAlgn val="ctr"/>
        <c:lblOffset val="100"/>
        <c:noMultiLvlLbl val="0"/>
      </c:catAx>
      <c:valAx>
        <c:axId val="1035482671"/>
        <c:scaling>
          <c:orientation val="minMax"/>
        </c:scaling>
        <c:delete val="1"/>
        <c:axPos val="l"/>
        <c:numFmt formatCode="General" sourceLinked="1"/>
        <c:majorTickMark val="none"/>
        <c:minorTickMark val="none"/>
        <c:tickLblPos val="nextTo"/>
        <c:crossAx val="1035606239"/>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withinLinear" id="14">
  <a:schemeClr val="accent1"/>
</cs:colorStyle>
</file>

<file path=ppt/charts/colors2.xml><?xml version="1.0" encoding="utf-8"?>
<cs:colorStyle xmlns:cs="http://schemas.microsoft.com/office/drawing/2012/chartStyle" xmlns:a="http://schemas.openxmlformats.org/drawingml/2006/main" meth="withinLinear" id="14">
  <a:schemeClr val="accent1"/>
</cs:colorStyle>
</file>

<file path=ppt/charts/colors3.xml><?xml version="1.0" encoding="utf-8"?>
<cs:colorStyle xmlns:cs="http://schemas.microsoft.com/office/drawing/2012/chartStyle" xmlns:a="http://schemas.openxmlformats.org/drawingml/2006/main" meth="withinLinear" id="14">
  <a:schemeClr val="accent1"/>
</cs:colorStyle>
</file>

<file path=ppt/charts/colors4.xml><?xml version="1.0" encoding="utf-8"?>
<cs:colorStyle xmlns:cs="http://schemas.microsoft.com/office/drawing/2012/chartStyle" xmlns:a="http://schemas.openxmlformats.org/drawingml/2006/main" meth="withinLinear" id="14">
  <a:schemeClr val="accent1"/>
</cs:colorStyle>
</file>

<file path=ppt/charts/colors5.xml><?xml version="1.0" encoding="utf-8"?>
<cs:colorStyle xmlns:cs="http://schemas.microsoft.com/office/drawing/2012/chartStyle" xmlns:a="http://schemas.openxmlformats.org/drawingml/2006/main" meth="withinLinearReversed" id="21">
  <a:schemeClr val="accent1"/>
</cs:colorStyle>
</file>

<file path=ppt/charts/colors6.xml><?xml version="1.0" encoding="utf-8"?>
<cs:colorStyle xmlns:cs="http://schemas.microsoft.com/office/drawing/2012/chartStyle" xmlns:a="http://schemas.openxmlformats.org/drawingml/2006/main" meth="withinLinearReversed" id="21">
  <a:schemeClr val="accent1"/>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withinLinear" id="14">
  <a:schemeClr val="accent1"/>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withinLinear" id="14">
  <a:schemeClr val="accent1"/>
</cs:colorStyle>
</file>

<file path=ppt/charts/colors12.xml><?xml version="1.0" encoding="utf-8"?>
<cs:colorStyle xmlns:cs="http://schemas.microsoft.com/office/drawing/2012/chartStyle" xmlns:a="http://schemas.openxmlformats.org/drawingml/2006/main" meth="withinLinearReversed" id="21">
  <a:schemeClr val="accent1"/>
</cs:colorStyle>
</file>

<file path=ppt/charts/colors13.xml><?xml version="1.0" encoding="utf-8"?>
<cs:colorStyle xmlns:cs="http://schemas.microsoft.com/office/drawing/2012/chartStyle" xmlns:a="http://schemas.openxmlformats.org/drawingml/2006/main" meth="withinLinearReversed" id="21">
  <a:schemeClr val="accent1"/>
</cs:colorStyle>
</file>

<file path=ppt/charts/colors14.xml><?xml version="1.0" encoding="utf-8"?>
<cs:colorStyle xmlns:cs="http://schemas.microsoft.com/office/drawing/2012/chartStyle" xmlns:a="http://schemas.openxmlformats.org/drawingml/2006/main" meth="withinLinear" id="14">
  <a:schemeClr val="accent1"/>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withinLinear" id="14">
  <a:schemeClr val="accent1"/>
</cs:colorStyle>
</file>

<file path=ppt/charts/colors17.xml><?xml version="1.0" encoding="utf-8"?>
<cs:colorStyle xmlns:cs="http://schemas.microsoft.com/office/drawing/2012/chartStyle" xmlns:a="http://schemas.openxmlformats.org/drawingml/2006/main" meth="withinLinear" id="14">
  <a:schemeClr val="accent1"/>
</cs:colorStyle>
</file>

<file path=ppt/charts/colors18.xml><?xml version="1.0" encoding="utf-8"?>
<cs:colorStyle xmlns:cs="http://schemas.microsoft.com/office/drawing/2012/chartStyle" xmlns:a="http://schemas.openxmlformats.org/drawingml/2006/main" meth="withinLinearReversed" id="21">
  <a:schemeClr val="accent1"/>
</cs:colorStyle>
</file>

<file path=ppt/charts/colors19.xml><?xml version="1.0" encoding="utf-8"?>
<cs:colorStyle xmlns:cs="http://schemas.microsoft.com/office/drawing/2012/chartStyle" xmlns:a="http://schemas.openxmlformats.org/drawingml/2006/main" meth="withinLinearReversed" id="21">
  <a:schemeClr val="accent1"/>
</cs:colorStyle>
</file>

<file path=ppt/charts/colors20.xml><?xml version="1.0" encoding="utf-8"?>
<cs:colorStyle xmlns:cs="http://schemas.microsoft.com/office/drawing/2012/chartStyle" xmlns:a="http://schemas.openxmlformats.org/drawingml/2006/main" meth="withinLinearReversed" id="21">
  <a:schemeClr val="accent1"/>
</cs:colorStyle>
</file>

<file path=ppt/charts/colors21.xml><?xml version="1.0" encoding="utf-8"?>
<cs:colorStyle xmlns:cs="http://schemas.microsoft.com/office/drawing/2012/chartStyle" xmlns:a="http://schemas.openxmlformats.org/drawingml/2006/main" meth="withinLinearReversed" id="21">
  <a:schemeClr val="accent1"/>
</cs:colorStyle>
</file>

<file path=ppt/charts/colors22.xml><?xml version="1.0" encoding="utf-8"?>
<cs:colorStyle xmlns:cs="http://schemas.microsoft.com/office/drawing/2012/chartStyle" xmlns:a="http://schemas.openxmlformats.org/drawingml/2006/main" meth="withinLinearReversed" id="21">
  <a:schemeClr val="accent1"/>
</cs:colorStyle>
</file>

<file path=ppt/charts/colors23.xml><?xml version="1.0" encoding="utf-8"?>
<cs:colorStyle xmlns:cs="http://schemas.microsoft.com/office/drawing/2012/chartStyle" xmlns:a="http://schemas.openxmlformats.org/drawingml/2006/main" meth="withinLinearReversed" id="21">
  <a:schemeClr val="accent1"/>
</cs:colorStyle>
</file>

<file path=ppt/charts/style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accent5_1">
  <dgm:title val=""/>
  <dgm:desc val=""/>
  <dgm:catLst>
    <dgm:cat type="accent5" pri="11100"/>
  </dgm:catLst>
  <dgm:styleLbl name="node0">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accent5">
        <a:shade val="80000"/>
      </a:schemeClr>
    </dgm:linClrLst>
    <dgm:effectClrLst/>
    <dgm:txLinClrLst/>
    <dgm:txFillClrLst/>
    <dgm:txEffectClrLst/>
  </dgm:styleLbl>
  <dgm:styleLbl name="node2">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fgImgPlace1">
    <dgm:fillClrLst meth="repeat">
      <a:schemeClr val="accent5">
        <a:tint val="40000"/>
      </a:schemeClr>
    </dgm:fillClrLst>
    <dgm:linClrLst meth="repeat">
      <a:schemeClr val="accent5">
        <a:shade val="80000"/>
      </a:schemeClr>
    </dgm:linClrLst>
    <dgm:effectClrLst/>
    <dgm:txLinClrLst/>
    <dgm:txFillClrLst meth="repeat">
      <a:schemeClr val="lt1"/>
    </dgm:txFillClrLst>
    <dgm:txEffectClrLst/>
  </dgm:styleLbl>
  <dgm:styleLbl name="alignImgPlace1">
    <dgm:fillClrLst meth="repeat">
      <a:schemeClr val="accent5">
        <a:tint val="40000"/>
      </a:schemeClr>
    </dgm:fillClrLst>
    <dgm:linClrLst meth="repeat">
      <a:schemeClr val="accent5">
        <a:shade val="80000"/>
      </a:schemeClr>
    </dgm:linClrLst>
    <dgm:effectClrLst/>
    <dgm:txLinClrLst/>
    <dgm:txFillClrLst meth="repeat">
      <a:schemeClr val="lt1"/>
    </dgm:txFillClrLst>
    <dgm:txEffectClrLst/>
  </dgm:styleLbl>
  <dgm:styleLbl name="bgImgPlace1">
    <dgm:fillClrLst meth="repeat">
      <a:schemeClr val="accent5">
        <a:tint val="40000"/>
      </a:schemeClr>
    </dgm:fillClrLst>
    <dgm:linClrLst meth="repeat">
      <a:schemeClr val="accent5">
        <a:shade val="80000"/>
      </a:schemeClr>
    </dgm:linClrLst>
    <dgm:effectClrLst/>
    <dgm:txLinClrLst/>
    <dgm:txFillClrLst meth="repeat">
      <a:schemeClr val="lt1"/>
    </dgm:txFillClrLst>
    <dgm:txEffectClrLst/>
  </dgm:styleLbl>
  <dgm:styleLbl name="sibTrans2D1">
    <dgm:fillClrLst meth="repeat">
      <a:schemeClr val="accent5">
        <a:tint val="60000"/>
      </a:schemeClr>
    </dgm:fillClrLst>
    <dgm:linClrLst meth="repeat">
      <a:schemeClr val="accent5">
        <a:tint val="60000"/>
      </a:schemeClr>
    </dgm:linClrLst>
    <dgm:effectClrLst/>
    <dgm:txLinClrLst/>
    <dgm:txFillClrLst meth="repeat">
      <a:schemeClr val="dk1"/>
    </dgm:txFillClrLst>
    <dgm:txEffectClrLst/>
  </dgm:styleLbl>
  <dgm:styleLbl name="fgSibTrans2D1">
    <dgm:fillClrLst meth="repeat">
      <a:schemeClr val="accent5">
        <a:tint val="60000"/>
      </a:schemeClr>
    </dgm:fillClrLst>
    <dgm:linClrLst meth="repeat">
      <a:schemeClr val="accent5">
        <a:tint val="60000"/>
      </a:schemeClr>
    </dgm:linClrLst>
    <dgm:effectClrLst/>
    <dgm:txLinClrLst/>
    <dgm:txFillClrLst meth="repeat">
      <a:schemeClr val="dk1"/>
    </dgm:txFillClrLst>
    <dgm:txEffectClrLst/>
  </dgm:styleLbl>
  <dgm:styleLbl name="bgSibTrans2D1">
    <dgm:fillClrLst meth="repeat">
      <a:schemeClr val="accent5">
        <a:tint val="60000"/>
      </a:schemeClr>
    </dgm:fillClrLst>
    <dgm:linClrLst meth="repeat">
      <a:schemeClr val="accent5">
        <a:tint val="60000"/>
      </a:schemeClr>
    </dgm:linClrLst>
    <dgm:effectClrLst/>
    <dgm:txLinClrLst/>
    <dgm:txFillClrLst meth="repeat">
      <a:schemeClr val="dk1"/>
    </dgm:txFillClrLst>
    <dgm:txEffectClrLst/>
  </dgm:styleLbl>
  <dgm:styleLbl name="sibTrans1D1">
    <dgm:fillClrLst meth="repeat">
      <a:schemeClr val="accent5"/>
    </dgm:fillClrLst>
    <dgm:linClrLst meth="repeat">
      <a:schemeClr val="accent5"/>
    </dgm:linClrLst>
    <dgm:effectClrLst/>
    <dgm:txLinClrLst/>
    <dgm:txFillClrLst meth="repeat">
      <a:schemeClr val="tx1"/>
    </dgm:txFillClrLst>
    <dgm:txEffectClrLst/>
  </dgm:styleLbl>
  <dgm:styleLbl name="callout">
    <dgm:fillClrLst meth="repeat">
      <a:schemeClr val="accent5"/>
    </dgm:fillClrLst>
    <dgm:linClrLst meth="repeat">
      <a:schemeClr val="accent5"/>
    </dgm:linClrLst>
    <dgm:effectClrLst/>
    <dgm:txLinClrLst/>
    <dgm:txFillClrLst meth="repeat">
      <a:schemeClr val="tx1"/>
    </dgm:txFillClrLst>
    <dgm:txEffectClrLst/>
  </dgm:styleLbl>
  <dgm:styleLbl name="asst0">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parChTrans2D1">
    <dgm:fillClrLst meth="repeat">
      <a:schemeClr val="accent5">
        <a:tint val="60000"/>
      </a:schemeClr>
    </dgm:fillClrLst>
    <dgm:linClrLst meth="repeat">
      <a:schemeClr val="accent5">
        <a:tint val="60000"/>
      </a:schemeClr>
    </dgm:linClrLst>
    <dgm:effectClrLst/>
    <dgm:txLinClrLst/>
    <dgm:txFillClrLst/>
    <dgm:txEffectClrLst/>
  </dgm:styleLbl>
  <dgm:styleLbl name="parChTrans2D2">
    <dgm:fillClrLst meth="repeat">
      <a:schemeClr val="accent5"/>
    </dgm:fillClrLst>
    <dgm:linClrLst meth="repeat">
      <a:schemeClr val="accent5"/>
    </dgm:linClrLst>
    <dgm:effectClrLst/>
    <dgm:txLinClrLst/>
    <dgm:txFillClrLst/>
    <dgm:txEffectClrLst/>
  </dgm:styleLbl>
  <dgm:styleLbl name="parChTrans2D3">
    <dgm:fillClrLst meth="repeat">
      <a:schemeClr val="accent5"/>
    </dgm:fillClrLst>
    <dgm:linClrLst meth="repeat">
      <a:schemeClr val="accent5"/>
    </dgm:linClrLst>
    <dgm:effectClrLst/>
    <dgm:txLinClrLst/>
    <dgm:txFillClrLst/>
    <dgm:txEffectClrLst/>
  </dgm:styleLbl>
  <dgm:styleLbl name="parChTrans2D4">
    <dgm:fillClrLst meth="repeat">
      <a:schemeClr val="accent5"/>
    </dgm:fillClrLst>
    <dgm:linClrLst meth="repeat">
      <a:schemeClr val="accent5"/>
    </dgm:linClrLst>
    <dgm:effectClrLst/>
    <dgm:txLinClrLst/>
    <dgm:txFillClrLst meth="repeat">
      <a:schemeClr val="lt1"/>
    </dgm:txFillClrLst>
    <dgm:txEffectClrLst/>
  </dgm:styleLbl>
  <dgm:styleLbl name="parChTrans1D1">
    <dgm:fillClrLst meth="repeat">
      <a:schemeClr val="accent5"/>
    </dgm:fillClrLst>
    <dgm:linClrLst meth="repeat">
      <a:schemeClr val="accent5">
        <a:shade val="60000"/>
      </a:schemeClr>
    </dgm:linClrLst>
    <dgm:effectClrLst/>
    <dgm:txLinClrLst/>
    <dgm:txFillClrLst meth="repeat">
      <a:schemeClr val="tx1"/>
    </dgm:txFillClrLst>
    <dgm:txEffectClrLst/>
  </dgm:styleLbl>
  <dgm:styleLbl name="parChTrans1D2">
    <dgm:fillClrLst meth="repeat">
      <a:schemeClr val="accent5"/>
    </dgm:fillClrLst>
    <dgm:linClrLst meth="repeat">
      <a:schemeClr val="accent5">
        <a:shade val="60000"/>
      </a:schemeClr>
    </dgm:linClrLst>
    <dgm:effectClrLst/>
    <dgm:txLinClrLst/>
    <dgm:txFillClrLst meth="repeat">
      <a:schemeClr val="tx1"/>
    </dgm:txFillClrLst>
    <dgm:txEffectClrLst/>
  </dgm:styleLbl>
  <dgm:styleLbl name="parChTrans1D3">
    <dgm:fillClrLst meth="repeat">
      <a:schemeClr val="accent5"/>
    </dgm:fillClrLst>
    <dgm:linClrLst meth="repeat">
      <a:schemeClr val="accent5">
        <a:shade val="80000"/>
      </a:schemeClr>
    </dgm:linClrLst>
    <dgm:effectClrLst/>
    <dgm:txLinClrLst/>
    <dgm:txFillClrLst meth="repeat">
      <a:schemeClr val="tx1"/>
    </dgm:txFillClrLst>
    <dgm:txEffectClrLst/>
  </dgm:styleLbl>
  <dgm:styleLbl name="parChTrans1D4">
    <dgm:fillClrLst meth="repeat">
      <a:schemeClr val="accent5"/>
    </dgm:fillClrLst>
    <dgm:linClrLst meth="repeat">
      <a:schemeClr val="accent5">
        <a:shade val="80000"/>
      </a:schemeClr>
    </dgm:linClrLst>
    <dgm:effectClrLst/>
    <dgm:txLinClrLst/>
    <dgm:txFillClrLst meth="repeat">
      <a:schemeClr val="tx1"/>
    </dgm:txFillClrLst>
    <dgm:txEffectClrLst/>
  </dgm:styleLbl>
  <dgm:styleLbl name="fgAcc1">
    <dgm:fillClrLst meth="repeat">
      <a:schemeClr val="accent5">
        <a:alpha val="90000"/>
        <a:tint val="40000"/>
      </a:schemeClr>
    </dgm:fillClrLst>
    <dgm:linClrLst meth="repeat">
      <a:schemeClr val="accent5"/>
    </dgm:linClrLst>
    <dgm:effectClrLst/>
    <dgm:txLinClrLst/>
    <dgm:txFillClrLst meth="repeat">
      <a:schemeClr val="dk1"/>
    </dgm:txFillClrLst>
    <dgm:txEffectClrLst/>
  </dgm:styleLbl>
  <dgm:styleLbl name="conFgAcc1">
    <dgm:fillClrLst meth="repeat">
      <a:schemeClr val="accent5">
        <a:alpha val="90000"/>
        <a:tint val="40000"/>
      </a:schemeClr>
    </dgm:fillClrLst>
    <dgm:linClrLst meth="repeat">
      <a:schemeClr val="accent5"/>
    </dgm:linClrLst>
    <dgm:effectClrLst/>
    <dgm:txLinClrLst/>
    <dgm:txFillClrLst meth="repeat">
      <a:schemeClr val="dk1"/>
    </dgm:txFillClrLst>
    <dgm:txEffectClrLst/>
  </dgm:styleLbl>
  <dgm:styleLbl name="alignAcc1">
    <dgm:fillClrLst meth="repeat">
      <a:schemeClr val="accent5">
        <a:alpha val="90000"/>
        <a:tint val="40000"/>
      </a:schemeClr>
    </dgm:fillClrLst>
    <dgm:linClrLst meth="repeat">
      <a:schemeClr val="accent5"/>
    </dgm:linClrLst>
    <dgm:effectClrLst/>
    <dgm:txLinClrLst/>
    <dgm:txFillClrLst meth="repeat">
      <a:schemeClr val="dk1"/>
    </dgm:txFillClrLst>
    <dgm:txEffectClrLst/>
  </dgm:styleLbl>
  <dgm:styleLbl name="trAlignAcc1">
    <dgm:fillClrLst meth="repeat">
      <a:schemeClr val="accent5">
        <a:alpha val="40000"/>
        <a:tint val="40000"/>
      </a:schemeClr>
    </dgm:fillClrLst>
    <dgm:linClrLst meth="repeat">
      <a:schemeClr val="accent5"/>
    </dgm:linClrLst>
    <dgm:effectClrLst/>
    <dgm:txLinClrLst/>
    <dgm:txFillClrLst meth="repeat">
      <a:schemeClr val="dk1"/>
    </dgm:txFillClrLst>
    <dgm:txEffectClrLst/>
  </dgm:styleLbl>
  <dgm:styleLbl name="bgAcc1">
    <dgm:fillClrLst meth="repeat">
      <a:schemeClr val="accent5">
        <a:alpha val="90000"/>
        <a:tint val="40000"/>
      </a:schemeClr>
    </dgm:fillClrLst>
    <dgm:linClrLst meth="repeat">
      <a:schemeClr val="accent5"/>
    </dgm:linClrLst>
    <dgm:effectClrLst/>
    <dgm:txLinClrLst/>
    <dgm:txFillClrLst meth="repeat">
      <a:schemeClr val="dk1"/>
    </dgm:txFillClrLst>
    <dgm:txEffectClrLst/>
  </dgm:styleLbl>
  <dgm:styleLbl name="solidFgAcc1">
    <dgm:fillClrLst meth="repeat">
      <a:schemeClr val="lt1"/>
    </dgm:fillClrLst>
    <dgm:linClrLst meth="repeat">
      <a:schemeClr val="accent5"/>
    </dgm:linClrLst>
    <dgm:effectClrLst/>
    <dgm:txLinClrLst/>
    <dgm:txFillClrLst meth="repeat">
      <a:schemeClr val="dk1"/>
    </dgm:txFillClrLst>
    <dgm:txEffectClrLst/>
  </dgm:styleLbl>
  <dgm:styleLbl name="solidAlignAcc1">
    <dgm:fillClrLst meth="repeat">
      <a:schemeClr val="lt1"/>
    </dgm:fillClrLst>
    <dgm:linClrLst meth="repeat">
      <a:schemeClr val="accent5"/>
    </dgm:linClrLst>
    <dgm:effectClrLst/>
    <dgm:txLinClrLst/>
    <dgm:txFillClrLst meth="repeat">
      <a:schemeClr val="dk1"/>
    </dgm:txFillClrLst>
    <dgm:txEffectClrLst/>
  </dgm:styleLbl>
  <dgm:styleLbl name="solidBgAcc1">
    <dgm:fillClrLst meth="repeat">
      <a:schemeClr val="lt1"/>
    </dgm:fillClrLst>
    <dgm:linClrLst meth="repeat">
      <a:schemeClr val="accent5"/>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accent5">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accent5">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accent5">
        <a:alpha val="90000"/>
      </a:schemeClr>
    </dgm:linClrLst>
    <dgm:effectClrLst/>
    <dgm:txLinClrLst/>
    <dgm:txFillClrLst meth="repeat">
      <a:schemeClr val="dk1"/>
    </dgm:txFillClrLst>
    <dgm:txEffectClrLst/>
  </dgm:styleLbl>
  <dgm:styleLbl name="fgAcc0">
    <dgm:fillClrLst meth="repeat">
      <a:schemeClr val="accent5">
        <a:alpha val="90000"/>
        <a:tint val="40000"/>
      </a:schemeClr>
    </dgm:fillClrLst>
    <dgm:linClrLst meth="repeat">
      <a:schemeClr val="accent5"/>
    </dgm:linClrLst>
    <dgm:effectClrLst/>
    <dgm:txLinClrLst/>
    <dgm:txFillClrLst meth="repeat">
      <a:schemeClr val="dk1"/>
    </dgm:txFillClrLst>
    <dgm:txEffectClrLst/>
  </dgm:styleLbl>
  <dgm:styleLbl name="fgAcc2">
    <dgm:fillClrLst meth="repeat">
      <a:schemeClr val="accent5">
        <a:alpha val="90000"/>
        <a:tint val="40000"/>
      </a:schemeClr>
    </dgm:fillClrLst>
    <dgm:linClrLst meth="repeat">
      <a:schemeClr val="accent5"/>
    </dgm:linClrLst>
    <dgm:effectClrLst/>
    <dgm:txLinClrLst/>
    <dgm:txFillClrLst meth="repeat">
      <a:schemeClr val="dk1"/>
    </dgm:txFillClrLst>
    <dgm:txEffectClrLst/>
  </dgm:styleLbl>
  <dgm:styleLbl name="fgAcc3">
    <dgm:fillClrLst meth="repeat">
      <a:schemeClr val="accent5">
        <a:alpha val="90000"/>
        <a:tint val="40000"/>
      </a:schemeClr>
    </dgm:fillClrLst>
    <dgm:linClrLst meth="repeat">
      <a:schemeClr val="accent5"/>
    </dgm:linClrLst>
    <dgm:effectClrLst/>
    <dgm:txLinClrLst/>
    <dgm:txFillClrLst meth="repeat">
      <a:schemeClr val="dk1"/>
    </dgm:txFillClrLst>
    <dgm:txEffectClrLst/>
  </dgm:styleLbl>
  <dgm:styleLbl name="fgAcc4">
    <dgm:fillClrLst meth="repeat">
      <a:schemeClr val="accent5">
        <a:alpha val="90000"/>
        <a:tint val="40000"/>
      </a:schemeClr>
    </dgm:fillClrLst>
    <dgm:linClrLst meth="repeat">
      <a:schemeClr val="accent5"/>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accent5"/>
    </dgm:linClrLst>
    <dgm:effectClrLst/>
    <dgm:txLinClrLst/>
    <dgm:txFillClrLst meth="repeat">
      <a:schemeClr val="dk1"/>
    </dgm:txFillClrLst>
    <dgm:txEffectClrLst/>
  </dgm:styleLbl>
  <dgm:styleLbl name="dkBgShp">
    <dgm:fillClrLst meth="repeat">
      <a:schemeClr val="accent5">
        <a:shade val="80000"/>
      </a:schemeClr>
    </dgm:fillClrLst>
    <dgm:linClrLst meth="repeat">
      <a:schemeClr val="accent5"/>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5_1">
  <dgm:title val=""/>
  <dgm:desc val=""/>
  <dgm:catLst>
    <dgm:cat type="accent5" pri="11100"/>
  </dgm:catLst>
  <dgm:styleLbl name="node0">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accent5">
        <a:shade val="80000"/>
      </a:schemeClr>
    </dgm:linClrLst>
    <dgm:effectClrLst/>
    <dgm:txLinClrLst/>
    <dgm:txFillClrLst/>
    <dgm:txEffectClrLst/>
  </dgm:styleLbl>
  <dgm:styleLbl name="node2">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fgImgPlace1">
    <dgm:fillClrLst meth="repeat">
      <a:schemeClr val="accent5">
        <a:tint val="40000"/>
      </a:schemeClr>
    </dgm:fillClrLst>
    <dgm:linClrLst meth="repeat">
      <a:schemeClr val="accent5">
        <a:shade val="80000"/>
      </a:schemeClr>
    </dgm:linClrLst>
    <dgm:effectClrLst/>
    <dgm:txLinClrLst/>
    <dgm:txFillClrLst meth="repeat">
      <a:schemeClr val="lt1"/>
    </dgm:txFillClrLst>
    <dgm:txEffectClrLst/>
  </dgm:styleLbl>
  <dgm:styleLbl name="alignImgPlace1">
    <dgm:fillClrLst meth="repeat">
      <a:schemeClr val="accent5">
        <a:tint val="40000"/>
      </a:schemeClr>
    </dgm:fillClrLst>
    <dgm:linClrLst meth="repeat">
      <a:schemeClr val="accent5">
        <a:shade val="80000"/>
      </a:schemeClr>
    </dgm:linClrLst>
    <dgm:effectClrLst/>
    <dgm:txLinClrLst/>
    <dgm:txFillClrLst meth="repeat">
      <a:schemeClr val="lt1"/>
    </dgm:txFillClrLst>
    <dgm:txEffectClrLst/>
  </dgm:styleLbl>
  <dgm:styleLbl name="bgImgPlace1">
    <dgm:fillClrLst meth="repeat">
      <a:schemeClr val="accent5">
        <a:tint val="40000"/>
      </a:schemeClr>
    </dgm:fillClrLst>
    <dgm:linClrLst meth="repeat">
      <a:schemeClr val="accent5">
        <a:shade val="80000"/>
      </a:schemeClr>
    </dgm:linClrLst>
    <dgm:effectClrLst/>
    <dgm:txLinClrLst/>
    <dgm:txFillClrLst meth="repeat">
      <a:schemeClr val="lt1"/>
    </dgm:txFillClrLst>
    <dgm:txEffectClrLst/>
  </dgm:styleLbl>
  <dgm:styleLbl name="sibTrans2D1">
    <dgm:fillClrLst meth="repeat">
      <a:schemeClr val="accent5">
        <a:tint val="60000"/>
      </a:schemeClr>
    </dgm:fillClrLst>
    <dgm:linClrLst meth="repeat">
      <a:schemeClr val="accent5">
        <a:tint val="60000"/>
      </a:schemeClr>
    </dgm:linClrLst>
    <dgm:effectClrLst/>
    <dgm:txLinClrLst/>
    <dgm:txFillClrLst meth="repeat">
      <a:schemeClr val="dk1"/>
    </dgm:txFillClrLst>
    <dgm:txEffectClrLst/>
  </dgm:styleLbl>
  <dgm:styleLbl name="fgSibTrans2D1">
    <dgm:fillClrLst meth="repeat">
      <a:schemeClr val="accent5">
        <a:tint val="60000"/>
      </a:schemeClr>
    </dgm:fillClrLst>
    <dgm:linClrLst meth="repeat">
      <a:schemeClr val="accent5">
        <a:tint val="60000"/>
      </a:schemeClr>
    </dgm:linClrLst>
    <dgm:effectClrLst/>
    <dgm:txLinClrLst/>
    <dgm:txFillClrLst meth="repeat">
      <a:schemeClr val="dk1"/>
    </dgm:txFillClrLst>
    <dgm:txEffectClrLst/>
  </dgm:styleLbl>
  <dgm:styleLbl name="bgSibTrans2D1">
    <dgm:fillClrLst meth="repeat">
      <a:schemeClr val="accent5">
        <a:tint val="60000"/>
      </a:schemeClr>
    </dgm:fillClrLst>
    <dgm:linClrLst meth="repeat">
      <a:schemeClr val="accent5">
        <a:tint val="60000"/>
      </a:schemeClr>
    </dgm:linClrLst>
    <dgm:effectClrLst/>
    <dgm:txLinClrLst/>
    <dgm:txFillClrLst meth="repeat">
      <a:schemeClr val="dk1"/>
    </dgm:txFillClrLst>
    <dgm:txEffectClrLst/>
  </dgm:styleLbl>
  <dgm:styleLbl name="sibTrans1D1">
    <dgm:fillClrLst meth="repeat">
      <a:schemeClr val="accent5"/>
    </dgm:fillClrLst>
    <dgm:linClrLst meth="repeat">
      <a:schemeClr val="accent5"/>
    </dgm:linClrLst>
    <dgm:effectClrLst/>
    <dgm:txLinClrLst/>
    <dgm:txFillClrLst meth="repeat">
      <a:schemeClr val="tx1"/>
    </dgm:txFillClrLst>
    <dgm:txEffectClrLst/>
  </dgm:styleLbl>
  <dgm:styleLbl name="callout">
    <dgm:fillClrLst meth="repeat">
      <a:schemeClr val="accent5"/>
    </dgm:fillClrLst>
    <dgm:linClrLst meth="repeat">
      <a:schemeClr val="accent5"/>
    </dgm:linClrLst>
    <dgm:effectClrLst/>
    <dgm:txLinClrLst/>
    <dgm:txFillClrLst meth="repeat">
      <a:schemeClr val="tx1"/>
    </dgm:txFillClrLst>
    <dgm:txEffectClrLst/>
  </dgm:styleLbl>
  <dgm:styleLbl name="asst0">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accent5">
        <a:shade val="80000"/>
      </a:schemeClr>
    </dgm:linClrLst>
    <dgm:effectClrLst/>
    <dgm:txLinClrLst/>
    <dgm:txFillClrLst meth="repeat">
      <a:schemeClr val="dk1"/>
    </dgm:txFillClrLst>
    <dgm:txEffectClrLst/>
  </dgm:styleLbl>
  <dgm:styleLbl name="parChTrans2D1">
    <dgm:fillClrLst meth="repeat">
      <a:schemeClr val="accent5">
        <a:tint val="60000"/>
      </a:schemeClr>
    </dgm:fillClrLst>
    <dgm:linClrLst meth="repeat">
      <a:schemeClr val="accent5">
        <a:tint val="60000"/>
      </a:schemeClr>
    </dgm:linClrLst>
    <dgm:effectClrLst/>
    <dgm:txLinClrLst/>
    <dgm:txFillClrLst/>
    <dgm:txEffectClrLst/>
  </dgm:styleLbl>
  <dgm:styleLbl name="parChTrans2D2">
    <dgm:fillClrLst meth="repeat">
      <a:schemeClr val="accent5"/>
    </dgm:fillClrLst>
    <dgm:linClrLst meth="repeat">
      <a:schemeClr val="accent5"/>
    </dgm:linClrLst>
    <dgm:effectClrLst/>
    <dgm:txLinClrLst/>
    <dgm:txFillClrLst/>
    <dgm:txEffectClrLst/>
  </dgm:styleLbl>
  <dgm:styleLbl name="parChTrans2D3">
    <dgm:fillClrLst meth="repeat">
      <a:schemeClr val="accent5"/>
    </dgm:fillClrLst>
    <dgm:linClrLst meth="repeat">
      <a:schemeClr val="accent5"/>
    </dgm:linClrLst>
    <dgm:effectClrLst/>
    <dgm:txLinClrLst/>
    <dgm:txFillClrLst/>
    <dgm:txEffectClrLst/>
  </dgm:styleLbl>
  <dgm:styleLbl name="parChTrans2D4">
    <dgm:fillClrLst meth="repeat">
      <a:schemeClr val="accent5"/>
    </dgm:fillClrLst>
    <dgm:linClrLst meth="repeat">
      <a:schemeClr val="accent5"/>
    </dgm:linClrLst>
    <dgm:effectClrLst/>
    <dgm:txLinClrLst/>
    <dgm:txFillClrLst meth="repeat">
      <a:schemeClr val="lt1"/>
    </dgm:txFillClrLst>
    <dgm:txEffectClrLst/>
  </dgm:styleLbl>
  <dgm:styleLbl name="parChTrans1D1">
    <dgm:fillClrLst meth="repeat">
      <a:schemeClr val="accent5"/>
    </dgm:fillClrLst>
    <dgm:linClrLst meth="repeat">
      <a:schemeClr val="accent5">
        <a:shade val="60000"/>
      </a:schemeClr>
    </dgm:linClrLst>
    <dgm:effectClrLst/>
    <dgm:txLinClrLst/>
    <dgm:txFillClrLst meth="repeat">
      <a:schemeClr val="tx1"/>
    </dgm:txFillClrLst>
    <dgm:txEffectClrLst/>
  </dgm:styleLbl>
  <dgm:styleLbl name="parChTrans1D2">
    <dgm:fillClrLst meth="repeat">
      <a:schemeClr val="accent5"/>
    </dgm:fillClrLst>
    <dgm:linClrLst meth="repeat">
      <a:schemeClr val="accent5">
        <a:shade val="60000"/>
      </a:schemeClr>
    </dgm:linClrLst>
    <dgm:effectClrLst/>
    <dgm:txLinClrLst/>
    <dgm:txFillClrLst meth="repeat">
      <a:schemeClr val="tx1"/>
    </dgm:txFillClrLst>
    <dgm:txEffectClrLst/>
  </dgm:styleLbl>
  <dgm:styleLbl name="parChTrans1D3">
    <dgm:fillClrLst meth="repeat">
      <a:schemeClr val="accent5"/>
    </dgm:fillClrLst>
    <dgm:linClrLst meth="repeat">
      <a:schemeClr val="accent5">
        <a:shade val="80000"/>
      </a:schemeClr>
    </dgm:linClrLst>
    <dgm:effectClrLst/>
    <dgm:txLinClrLst/>
    <dgm:txFillClrLst meth="repeat">
      <a:schemeClr val="tx1"/>
    </dgm:txFillClrLst>
    <dgm:txEffectClrLst/>
  </dgm:styleLbl>
  <dgm:styleLbl name="parChTrans1D4">
    <dgm:fillClrLst meth="repeat">
      <a:schemeClr val="accent5"/>
    </dgm:fillClrLst>
    <dgm:linClrLst meth="repeat">
      <a:schemeClr val="accent5">
        <a:shade val="80000"/>
      </a:schemeClr>
    </dgm:linClrLst>
    <dgm:effectClrLst/>
    <dgm:txLinClrLst/>
    <dgm:txFillClrLst meth="repeat">
      <a:schemeClr val="tx1"/>
    </dgm:txFillClrLst>
    <dgm:txEffectClrLst/>
  </dgm:styleLbl>
  <dgm:styleLbl name="fgAcc1">
    <dgm:fillClrLst meth="repeat">
      <a:schemeClr val="accent5">
        <a:alpha val="90000"/>
        <a:tint val="40000"/>
      </a:schemeClr>
    </dgm:fillClrLst>
    <dgm:linClrLst meth="repeat">
      <a:schemeClr val="accent5"/>
    </dgm:linClrLst>
    <dgm:effectClrLst/>
    <dgm:txLinClrLst/>
    <dgm:txFillClrLst meth="repeat">
      <a:schemeClr val="dk1"/>
    </dgm:txFillClrLst>
    <dgm:txEffectClrLst/>
  </dgm:styleLbl>
  <dgm:styleLbl name="conFgAcc1">
    <dgm:fillClrLst meth="repeat">
      <a:schemeClr val="accent5">
        <a:alpha val="90000"/>
        <a:tint val="40000"/>
      </a:schemeClr>
    </dgm:fillClrLst>
    <dgm:linClrLst meth="repeat">
      <a:schemeClr val="accent5"/>
    </dgm:linClrLst>
    <dgm:effectClrLst/>
    <dgm:txLinClrLst/>
    <dgm:txFillClrLst meth="repeat">
      <a:schemeClr val="dk1"/>
    </dgm:txFillClrLst>
    <dgm:txEffectClrLst/>
  </dgm:styleLbl>
  <dgm:styleLbl name="alignAcc1">
    <dgm:fillClrLst meth="repeat">
      <a:schemeClr val="accent5">
        <a:alpha val="90000"/>
        <a:tint val="40000"/>
      </a:schemeClr>
    </dgm:fillClrLst>
    <dgm:linClrLst meth="repeat">
      <a:schemeClr val="accent5"/>
    </dgm:linClrLst>
    <dgm:effectClrLst/>
    <dgm:txLinClrLst/>
    <dgm:txFillClrLst meth="repeat">
      <a:schemeClr val="dk1"/>
    </dgm:txFillClrLst>
    <dgm:txEffectClrLst/>
  </dgm:styleLbl>
  <dgm:styleLbl name="trAlignAcc1">
    <dgm:fillClrLst meth="repeat">
      <a:schemeClr val="accent5">
        <a:alpha val="40000"/>
        <a:tint val="40000"/>
      </a:schemeClr>
    </dgm:fillClrLst>
    <dgm:linClrLst meth="repeat">
      <a:schemeClr val="accent5"/>
    </dgm:linClrLst>
    <dgm:effectClrLst/>
    <dgm:txLinClrLst/>
    <dgm:txFillClrLst meth="repeat">
      <a:schemeClr val="dk1"/>
    </dgm:txFillClrLst>
    <dgm:txEffectClrLst/>
  </dgm:styleLbl>
  <dgm:styleLbl name="bgAcc1">
    <dgm:fillClrLst meth="repeat">
      <a:schemeClr val="accent5">
        <a:alpha val="90000"/>
        <a:tint val="40000"/>
      </a:schemeClr>
    </dgm:fillClrLst>
    <dgm:linClrLst meth="repeat">
      <a:schemeClr val="accent5"/>
    </dgm:linClrLst>
    <dgm:effectClrLst/>
    <dgm:txLinClrLst/>
    <dgm:txFillClrLst meth="repeat">
      <a:schemeClr val="dk1"/>
    </dgm:txFillClrLst>
    <dgm:txEffectClrLst/>
  </dgm:styleLbl>
  <dgm:styleLbl name="solidFgAcc1">
    <dgm:fillClrLst meth="repeat">
      <a:schemeClr val="lt1"/>
    </dgm:fillClrLst>
    <dgm:linClrLst meth="repeat">
      <a:schemeClr val="accent5"/>
    </dgm:linClrLst>
    <dgm:effectClrLst/>
    <dgm:txLinClrLst/>
    <dgm:txFillClrLst meth="repeat">
      <a:schemeClr val="dk1"/>
    </dgm:txFillClrLst>
    <dgm:txEffectClrLst/>
  </dgm:styleLbl>
  <dgm:styleLbl name="solidAlignAcc1">
    <dgm:fillClrLst meth="repeat">
      <a:schemeClr val="lt1"/>
    </dgm:fillClrLst>
    <dgm:linClrLst meth="repeat">
      <a:schemeClr val="accent5"/>
    </dgm:linClrLst>
    <dgm:effectClrLst/>
    <dgm:txLinClrLst/>
    <dgm:txFillClrLst meth="repeat">
      <a:schemeClr val="dk1"/>
    </dgm:txFillClrLst>
    <dgm:txEffectClrLst/>
  </dgm:styleLbl>
  <dgm:styleLbl name="solidBgAcc1">
    <dgm:fillClrLst meth="repeat">
      <a:schemeClr val="lt1"/>
    </dgm:fillClrLst>
    <dgm:linClrLst meth="repeat">
      <a:schemeClr val="accent5"/>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accent5">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accent5">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accent5">
        <a:alpha val="90000"/>
      </a:schemeClr>
    </dgm:linClrLst>
    <dgm:effectClrLst/>
    <dgm:txLinClrLst/>
    <dgm:txFillClrLst meth="repeat">
      <a:schemeClr val="dk1"/>
    </dgm:txFillClrLst>
    <dgm:txEffectClrLst/>
  </dgm:styleLbl>
  <dgm:styleLbl name="fgAcc0">
    <dgm:fillClrLst meth="repeat">
      <a:schemeClr val="accent5">
        <a:alpha val="90000"/>
        <a:tint val="40000"/>
      </a:schemeClr>
    </dgm:fillClrLst>
    <dgm:linClrLst meth="repeat">
      <a:schemeClr val="accent5"/>
    </dgm:linClrLst>
    <dgm:effectClrLst/>
    <dgm:txLinClrLst/>
    <dgm:txFillClrLst meth="repeat">
      <a:schemeClr val="dk1"/>
    </dgm:txFillClrLst>
    <dgm:txEffectClrLst/>
  </dgm:styleLbl>
  <dgm:styleLbl name="fgAcc2">
    <dgm:fillClrLst meth="repeat">
      <a:schemeClr val="accent5">
        <a:alpha val="90000"/>
        <a:tint val="40000"/>
      </a:schemeClr>
    </dgm:fillClrLst>
    <dgm:linClrLst meth="repeat">
      <a:schemeClr val="accent5"/>
    </dgm:linClrLst>
    <dgm:effectClrLst/>
    <dgm:txLinClrLst/>
    <dgm:txFillClrLst meth="repeat">
      <a:schemeClr val="dk1"/>
    </dgm:txFillClrLst>
    <dgm:txEffectClrLst/>
  </dgm:styleLbl>
  <dgm:styleLbl name="fgAcc3">
    <dgm:fillClrLst meth="repeat">
      <a:schemeClr val="accent5">
        <a:alpha val="90000"/>
        <a:tint val="40000"/>
      </a:schemeClr>
    </dgm:fillClrLst>
    <dgm:linClrLst meth="repeat">
      <a:schemeClr val="accent5"/>
    </dgm:linClrLst>
    <dgm:effectClrLst/>
    <dgm:txLinClrLst/>
    <dgm:txFillClrLst meth="repeat">
      <a:schemeClr val="dk1"/>
    </dgm:txFillClrLst>
    <dgm:txEffectClrLst/>
  </dgm:styleLbl>
  <dgm:styleLbl name="fgAcc4">
    <dgm:fillClrLst meth="repeat">
      <a:schemeClr val="accent5">
        <a:alpha val="90000"/>
        <a:tint val="40000"/>
      </a:schemeClr>
    </dgm:fillClrLst>
    <dgm:linClrLst meth="repeat">
      <a:schemeClr val="accent5"/>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accent5"/>
    </dgm:linClrLst>
    <dgm:effectClrLst/>
    <dgm:txLinClrLst/>
    <dgm:txFillClrLst meth="repeat">
      <a:schemeClr val="dk1"/>
    </dgm:txFillClrLst>
    <dgm:txEffectClrLst/>
  </dgm:styleLbl>
  <dgm:styleLbl name="dkBgShp">
    <dgm:fillClrLst meth="repeat">
      <a:schemeClr val="accent5">
        <a:shade val="80000"/>
      </a:schemeClr>
    </dgm:fillClrLst>
    <dgm:linClrLst meth="repeat">
      <a:schemeClr val="accent5"/>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9E837C2E-8BE8-7448-A34E-B580F94C97E3}" type="doc">
      <dgm:prSet loTypeId="urn:microsoft.com/office/officeart/2005/8/layout/cycle8" loCatId="" qsTypeId="urn:microsoft.com/office/officeart/2005/8/quickstyle/simple1" qsCatId="simple" csTypeId="urn:microsoft.com/office/officeart/2005/8/colors/accent5_1" csCatId="accent5" phldr="1"/>
      <dgm:spPr/>
    </dgm:pt>
    <dgm:pt modelId="{1E90A9D4-B6FA-A742-A0B0-0C3342A060FB}">
      <dgm:prSet phldrT="[Text]"/>
      <dgm:spPr>
        <a:noFill/>
        <a:ln w="6350">
          <a:solidFill>
            <a:schemeClr val="tx1"/>
          </a:solidFill>
        </a:ln>
      </dgm:spPr>
      <dgm:t>
        <a:bodyPr/>
        <a:lstStyle/>
        <a:p>
          <a:endParaRPr lang="en-GB"/>
        </a:p>
      </dgm:t>
    </dgm:pt>
    <dgm:pt modelId="{D321A1F4-A959-4B48-805F-55B11C982EE9}" type="parTrans" cxnId="{CC79AB5E-C410-5D49-B1DE-67297F4C9F59}">
      <dgm:prSet/>
      <dgm:spPr/>
      <dgm:t>
        <a:bodyPr/>
        <a:lstStyle/>
        <a:p>
          <a:endParaRPr lang="en-GB"/>
        </a:p>
      </dgm:t>
    </dgm:pt>
    <dgm:pt modelId="{F9AFCDCF-B0EA-7440-8AE5-B70BDCA11B36}" type="sibTrans" cxnId="{CC79AB5E-C410-5D49-B1DE-67297F4C9F59}">
      <dgm:prSet/>
      <dgm:spPr/>
      <dgm:t>
        <a:bodyPr/>
        <a:lstStyle/>
        <a:p>
          <a:endParaRPr lang="en-GB"/>
        </a:p>
      </dgm:t>
    </dgm:pt>
    <dgm:pt modelId="{5C9B531B-3CE2-D24E-8EC9-5EAB606AAAF8}">
      <dgm:prSet phldrT="[Text]"/>
      <dgm:spPr>
        <a:noFill/>
        <a:ln w="6350">
          <a:solidFill>
            <a:schemeClr val="tx1"/>
          </a:solidFill>
        </a:ln>
      </dgm:spPr>
      <dgm:t>
        <a:bodyPr/>
        <a:lstStyle/>
        <a:p>
          <a:endParaRPr lang="en-GB"/>
        </a:p>
      </dgm:t>
    </dgm:pt>
    <dgm:pt modelId="{A9B6F3D5-5BF5-1A4E-B462-D8DF68B73E88}" type="parTrans" cxnId="{C7332781-51E1-A843-8AD1-2D4D53000948}">
      <dgm:prSet/>
      <dgm:spPr/>
      <dgm:t>
        <a:bodyPr/>
        <a:lstStyle/>
        <a:p>
          <a:endParaRPr lang="en-GB"/>
        </a:p>
      </dgm:t>
    </dgm:pt>
    <dgm:pt modelId="{59ABECBB-E128-BF4C-8347-52976703D39E}" type="sibTrans" cxnId="{C7332781-51E1-A843-8AD1-2D4D53000948}">
      <dgm:prSet/>
      <dgm:spPr/>
      <dgm:t>
        <a:bodyPr/>
        <a:lstStyle/>
        <a:p>
          <a:endParaRPr lang="en-GB"/>
        </a:p>
      </dgm:t>
    </dgm:pt>
    <dgm:pt modelId="{61ADD8FE-0014-394B-B983-59A358255564}">
      <dgm:prSet phldrT="[Text]"/>
      <dgm:spPr>
        <a:noFill/>
        <a:ln w="6350">
          <a:solidFill>
            <a:schemeClr val="tx1"/>
          </a:solidFill>
        </a:ln>
      </dgm:spPr>
      <dgm:t>
        <a:bodyPr/>
        <a:lstStyle/>
        <a:p>
          <a:endParaRPr lang="en-GB"/>
        </a:p>
      </dgm:t>
    </dgm:pt>
    <dgm:pt modelId="{F4D3FAA8-7245-3C41-9BCE-8F1DBBACD057}" type="parTrans" cxnId="{556EC285-7CB5-F042-87B2-E2F825732025}">
      <dgm:prSet/>
      <dgm:spPr/>
      <dgm:t>
        <a:bodyPr/>
        <a:lstStyle/>
        <a:p>
          <a:endParaRPr lang="en-GB"/>
        </a:p>
      </dgm:t>
    </dgm:pt>
    <dgm:pt modelId="{E9F2E866-DAEE-8041-ADD1-7DDAAF7E6CF1}" type="sibTrans" cxnId="{556EC285-7CB5-F042-87B2-E2F825732025}">
      <dgm:prSet/>
      <dgm:spPr/>
      <dgm:t>
        <a:bodyPr/>
        <a:lstStyle/>
        <a:p>
          <a:endParaRPr lang="en-GB"/>
        </a:p>
      </dgm:t>
    </dgm:pt>
    <dgm:pt modelId="{D4CB3DD4-43D2-7840-A4F2-7A19329FE2EC}">
      <dgm:prSet phldrT="[Text]"/>
      <dgm:spPr>
        <a:noFill/>
        <a:ln w="6350">
          <a:solidFill>
            <a:schemeClr val="tx1"/>
          </a:solidFill>
        </a:ln>
      </dgm:spPr>
      <dgm:t>
        <a:bodyPr/>
        <a:lstStyle/>
        <a:p>
          <a:endParaRPr lang="en-GB"/>
        </a:p>
      </dgm:t>
    </dgm:pt>
    <dgm:pt modelId="{8B906C75-0C97-F944-93C8-2D9A0F9F06ED}" type="parTrans" cxnId="{DF1A06BE-7D1C-4141-A5D8-1E8A0EB65365}">
      <dgm:prSet/>
      <dgm:spPr/>
      <dgm:t>
        <a:bodyPr/>
        <a:lstStyle/>
        <a:p>
          <a:endParaRPr lang="en-GB"/>
        </a:p>
      </dgm:t>
    </dgm:pt>
    <dgm:pt modelId="{01089F66-60F2-0643-9531-E7A1A6C8FC36}" type="sibTrans" cxnId="{DF1A06BE-7D1C-4141-A5D8-1E8A0EB65365}">
      <dgm:prSet/>
      <dgm:spPr/>
      <dgm:t>
        <a:bodyPr/>
        <a:lstStyle/>
        <a:p>
          <a:endParaRPr lang="en-GB"/>
        </a:p>
      </dgm:t>
    </dgm:pt>
    <dgm:pt modelId="{5024E784-88DF-124F-A778-3589A4DCB8D4}">
      <dgm:prSet phldrT="[Text]"/>
      <dgm:spPr>
        <a:noFill/>
        <a:ln w="6350">
          <a:solidFill>
            <a:schemeClr val="tx1"/>
          </a:solidFill>
        </a:ln>
      </dgm:spPr>
      <dgm:t>
        <a:bodyPr/>
        <a:lstStyle/>
        <a:p>
          <a:endParaRPr lang="en-GB"/>
        </a:p>
      </dgm:t>
    </dgm:pt>
    <dgm:pt modelId="{04C4AB4C-53B5-6A4D-9141-F3922A1F966B}" type="parTrans" cxnId="{0391059D-D1DD-814E-A08B-6AD69D0C44A4}">
      <dgm:prSet/>
      <dgm:spPr/>
      <dgm:t>
        <a:bodyPr/>
        <a:lstStyle/>
        <a:p>
          <a:endParaRPr lang="en-GB"/>
        </a:p>
      </dgm:t>
    </dgm:pt>
    <dgm:pt modelId="{29AB8842-0B28-2841-85E1-B2C3A280E216}" type="sibTrans" cxnId="{0391059D-D1DD-814E-A08B-6AD69D0C44A4}">
      <dgm:prSet/>
      <dgm:spPr/>
      <dgm:t>
        <a:bodyPr/>
        <a:lstStyle/>
        <a:p>
          <a:endParaRPr lang="en-GB"/>
        </a:p>
      </dgm:t>
    </dgm:pt>
    <dgm:pt modelId="{6DC04D32-B089-1C4D-8181-5871B36B0941}">
      <dgm:prSet phldrT="[Text]"/>
      <dgm:spPr>
        <a:noFill/>
        <a:ln w="6350">
          <a:solidFill>
            <a:schemeClr val="tx1"/>
          </a:solidFill>
        </a:ln>
      </dgm:spPr>
      <dgm:t>
        <a:bodyPr/>
        <a:lstStyle/>
        <a:p>
          <a:endParaRPr lang="en-GB"/>
        </a:p>
      </dgm:t>
    </dgm:pt>
    <dgm:pt modelId="{49A16952-CA9F-7B4F-A29B-AAC0D1565162}" type="parTrans" cxnId="{58CAF0B7-DCF5-0144-93B7-6E1069845F00}">
      <dgm:prSet/>
      <dgm:spPr/>
      <dgm:t>
        <a:bodyPr/>
        <a:lstStyle/>
        <a:p>
          <a:endParaRPr lang="en-GB"/>
        </a:p>
      </dgm:t>
    </dgm:pt>
    <dgm:pt modelId="{BAB2FAB4-0E49-8D44-830E-66FC7F3181DC}" type="sibTrans" cxnId="{58CAF0B7-DCF5-0144-93B7-6E1069845F00}">
      <dgm:prSet/>
      <dgm:spPr/>
      <dgm:t>
        <a:bodyPr/>
        <a:lstStyle/>
        <a:p>
          <a:endParaRPr lang="en-GB"/>
        </a:p>
      </dgm:t>
    </dgm:pt>
    <dgm:pt modelId="{011DEDF3-0107-5142-A228-C800044FE57F}" type="pres">
      <dgm:prSet presAssocID="{9E837C2E-8BE8-7448-A34E-B580F94C97E3}" presName="compositeShape" presStyleCnt="0">
        <dgm:presLayoutVars>
          <dgm:chMax val="7"/>
          <dgm:dir/>
          <dgm:resizeHandles val="exact"/>
        </dgm:presLayoutVars>
      </dgm:prSet>
      <dgm:spPr/>
    </dgm:pt>
    <dgm:pt modelId="{94FDC1B5-DD98-574B-AC35-4B2A8FC0D944}" type="pres">
      <dgm:prSet presAssocID="{9E837C2E-8BE8-7448-A34E-B580F94C97E3}" presName="wedge1" presStyleLbl="node1" presStyleIdx="0" presStyleCnt="6"/>
      <dgm:spPr/>
    </dgm:pt>
    <dgm:pt modelId="{898DA54C-02B9-7145-8BD7-6E3DC21C71AC}" type="pres">
      <dgm:prSet presAssocID="{9E837C2E-8BE8-7448-A34E-B580F94C97E3}" presName="dummy1a" presStyleCnt="0"/>
      <dgm:spPr/>
    </dgm:pt>
    <dgm:pt modelId="{082B1222-FBFC-2640-9070-7342F0458755}" type="pres">
      <dgm:prSet presAssocID="{9E837C2E-8BE8-7448-A34E-B580F94C97E3}" presName="dummy1b" presStyleCnt="0"/>
      <dgm:spPr/>
    </dgm:pt>
    <dgm:pt modelId="{657ACF6B-2B80-5E42-869B-3C70E7DE4B9D}" type="pres">
      <dgm:prSet presAssocID="{9E837C2E-8BE8-7448-A34E-B580F94C97E3}" presName="wedge1Tx" presStyleLbl="node1" presStyleIdx="0" presStyleCnt="6">
        <dgm:presLayoutVars>
          <dgm:chMax val="0"/>
          <dgm:chPref val="0"/>
          <dgm:bulletEnabled val="1"/>
        </dgm:presLayoutVars>
      </dgm:prSet>
      <dgm:spPr/>
    </dgm:pt>
    <dgm:pt modelId="{FA8B10F4-1716-0D4F-8946-2BD0BCFF76D4}" type="pres">
      <dgm:prSet presAssocID="{9E837C2E-8BE8-7448-A34E-B580F94C97E3}" presName="wedge2" presStyleLbl="node1" presStyleIdx="1" presStyleCnt="6"/>
      <dgm:spPr/>
    </dgm:pt>
    <dgm:pt modelId="{25B4D0D1-66E2-8A43-AF18-6A6670E39BB8}" type="pres">
      <dgm:prSet presAssocID="{9E837C2E-8BE8-7448-A34E-B580F94C97E3}" presName="dummy2a" presStyleCnt="0"/>
      <dgm:spPr/>
    </dgm:pt>
    <dgm:pt modelId="{F293A0C2-036A-0748-B4CE-98FE94CE1639}" type="pres">
      <dgm:prSet presAssocID="{9E837C2E-8BE8-7448-A34E-B580F94C97E3}" presName="dummy2b" presStyleCnt="0"/>
      <dgm:spPr/>
    </dgm:pt>
    <dgm:pt modelId="{0C0D7036-EC57-9C46-A069-F624FFBFA80F}" type="pres">
      <dgm:prSet presAssocID="{9E837C2E-8BE8-7448-A34E-B580F94C97E3}" presName="wedge2Tx" presStyleLbl="node1" presStyleIdx="1" presStyleCnt="6">
        <dgm:presLayoutVars>
          <dgm:chMax val="0"/>
          <dgm:chPref val="0"/>
          <dgm:bulletEnabled val="1"/>
        </dgm:presLayoutVars>
      </dgm:prSet>
      <dgm:spPr/>
    </dgm:pt>
    <dgm:pt modelId="{5BB35CE9-353A-FC44-93B1-D87A8170D99A}" type="pres">
      <dgm:prSet presAssocID="{9E837C2E-8BE8-7448-A34E-B580F94C97E3}" presName="wedge3" presStyleLbl="node1" presStyleIdx="2" presStyleCnt="6"/>
      <dgm:spPr/>
    </dgm:pt>
    <dgm:pt modelId="{2840D214-D30F-674A-B2CA-1A974FFC8548}" type="pres">
      <dgm:prSet presAssocID="{9E837C2E-8BE8-7448-A34E-B580F94C97E3}" presName="dummy3a" presStyleCnt="0"/>
      <dgm:spPr/>
    </dgm:pt>
    <dgm:pt modelId="{AA678AD4-CF3D-C34A-9EE9-C4D33201AB55}" type="pres">
      <dgm:prSet presAssocID="{9E837C2E-8BE8-7448-A34E-B580F94C97E3}" presName="dummy3b" presStyleCnt="0"/>
      <dgm:spPr/>
    </dgm:pt>
    <dgm:pt modelId="{E4B085C8-8600-7847-9BE4-4C1F92CC1443}" type="pres">
      <dgm:prSet presAssocID="{9E837C2E-8BE8-7448-A34E-B580F94C97E3}" presName="wedge3Tx" presStyleLbl="node1" presStyleIdx="2" presStyleCnt="6">
        <dgm:presLayoutVars>
          <dgm:chMax val="0"/>
          <dgm:chPref val="0"/>
          <dgm:bulletEnabled val="1"/>
        </dgm:presLayoutVars>
      </dgm:prSet>
      <dgm:spPr/>
    </dgm:pt>
    <dgm:pt modelId="{73A0E037-86C6-7B41-9114-5D4F31E08C88}" type="pres">
      <dgm:prSet presAssocID="{9E837C2E-8BE8-7448-A34E-B580F94C97E3}" presName="wedge4" presStyleLbl="node1" presStyleIdx="3" presStyleCnt="6"/>
      <dgm:spPr/>
    </dgm:pt>
    <dgm:pt modelId="{E283F45E-3675-2043-AF25-8C6D0CABC3D2}" type="pres">
      <dgm:prSet presAssocID="{9E837C2E-8BE8-7448-A34E-B580F94C97E3}" presName="dummy4a" presStyleCnt="0"/>
      <dgm:spPr/>
    </dgm:pt>
    <dgm:pt modelId="{C70572A3-9387-5F4A-AB0C-924EF5B8B85A}" type="pres">
      <dgm:prSet presAssocID="{9E837C2E-8BE8-7448-A34E-B580F94C97E3}" presName="dummy4b" presStyleCnt="0"/>
      <dgm:spPr/>
    </dgm:pt>
    <dgm:pt modelId="{6A71459C-8327-764A-9518-5CC907FB8D54}" type="pres">
      <dgm:prSet presAssocID="{9E837C2E-8BE8-7448-A34E-B580F94C97E3}" presName="wedge4Tx" presStyleLbl="node1" presStyleIdx="3" presStyleCnt="6">
        <dgm:presLayoutVars>
          <dgm:chMax val="0"/>
          <dgm:chPref val="0"/>
          <dgm:bulletEnabled val="1"/>
        </dgm:presLayoutVars>
      </dgm:prSet>
      <dgm:spPr/>
    </dgm:pt>
    <dgm:pt modelId="{4A05BA7F-13F5-6F4D-9438-34315E0B29D9}" type="pres">
      <dgm:prSet presAssocID="{9E837C2E-8BE8-7448-A34E-B580F94C97E3}" presName="wedge5" presStyleLbl="node1" presStyleIdx="4" presStyleCnt="6"/>
      <dgm:spPr/>
    </dgm:pt>
    <dgm:pt modelId="{00E76428-102B-A043-8E55-DE2984A2FF57}" type="pres">
      <dgm:prSet presAssocID="{9E837C2E-8BE8-7448-A34E-B580F94C97E3}" presName="dummy5a" presStyleCnt="0"/>
      <dgm:spPr/>
    </dgm:pt>
    <dgm:pt modelId="{31356914-E929-C84E-939E-F8CAB03A327F}" type="pres">
      <dgm:prSet presAssocID="{9E837C2E-8BE8-7448-A34E-B580F94C97E3}" presName="dummy5b" presStyleCnt="0"/>
      <dgm:spPr/>
    </dgm:pt>
    <dgm:pt modelId="{F5D4696D-A39B-0D4C-8DBA-E47A713F1691}" type="pres">
      <dgm:prSet presAssocID="{9E837C2E-8BE8-7448-A34E-B580F94C97E3}" presName="wedge5Tx" presStyleLbl="node1" presStyleIdx="4" presStyleCnt="6">
        <dgm:presLayoutVars>
          <dgm:chMax val="0"/>
          <dgm:chPref val="0"/>
          <dgm:bulletEnabled val="1"/>
        </dgm:presLayoutVars>
      </dgm:prSet>
      <dgm:spPr/>
    </dgm:pt>
    <dgm:pt modelId="{7B0A8251-83FC-AE42-96A3-753AF3BAFAE2}" type="pres">
      <dgm:prSet presAssocID="{9E837C2E-8BE8-7448-A34E-B580F94C97E3}" presName="wedge6" presStyleLbl="node1" presStyleIdx="5" presStyleCnt="6"/>
      <dgm:spPr/>
    </dgm:pt>
    <dgm:pt modelId="{6F0B7B12-FB51-F549-B483-EA0170278E4F}" type="pres">
      <dgm:prSet presAssocID="{9E837C2E-8BE8-7448-A34E-B580F94C97E3}" presName="dummy6a" presStyleCnt="0"/>
      <dgm:spPr/>
    </dgm:pt>
    <dgm:pt modelId="{2972DB09-9613-3646-A601-BDD51323B1A6}" type="pres">
      <dgm:prSet presAssocID="{9E837C2E-8BE8-7448-A34E-B580F94C97E3}" presName="dummy6b" presStyleCnt="0"/>
      <dgm:spPr/>
    </dgm:pt>
    <dgm:pt modelId="{486D06A4-11CB-F549-B3C6-7CF2A1FFDABF}" type="pres">
      <dgm:prSet presAssocID="{9E837C2E-8BE8-7448-A34E-B580F94C97E3}" presName="wedge6Tx" presStyleLbl="node1" presStyleIdx="5" presStyleCnt="6">
        <dgm:presLayoutVars>
          <dgm:chMax val="0"/>
          <dgm:chPref val="0"/>
          <dgm:bulletEnabled val="1"/>
        </dgm:presLayoutVars>
      </dgm:prSet>
      <dgm:spPr/>
    </dgm:pt>
    <dgm:pt modelId="{DF9E42BF-9842-9340-881D-1E87FA7B7871}" type="pres">
      <dgm:prSet presAssocID="{59ABECBB-E128-BF4C-8347-52976703D39E}" presName="arrowWedge1" presStyleLbl="fgSibTrans2D1" presStyleIdx="0" presStyleCnt="6"/>
      <dgm:spPr>
        <a:solidFill>
          <a:srgbClr val="7030A0"/>
        </a:solidFill>
      </dgm:spPr>
    </dgm:pt>
    <dgm:pt modelId="{3C03FCEC-D44C-634E-B679-7B636225944A}" type="pres">
      <dgm:prSet presAssocID="{E9F2E866-DAEE-8041-ADD1-7DDAAF7E6CF1}" presName="arrowWedge2" presStyleLbl="fgSibTrans2D1" presStyleIdx="1" presStyleCnt="6"/>
      <dgm:spPr>
        <a:solidFill>
          <a:srgbClr val="7030A0"/>
        </a:solidFill>
      </dgm:spPr>
    </dgm:pt>
    <dgm:pt modelId="{CAC1B9FE-EAF0-5040-9970-B0087BDBC9C2}" type="pres">
      <dgm:prSet presAssocID="{01089F66-60F2-0643-9531-E7A1A6C8FC36}" presName="arrowWedge3" presStyleLbl="fgSibTrans2D1" presStyleIdx="2" presStyleCnt="6"/>
      <dgm:spPr>
        <a:solidFill>
          <a:srgbClr val="7030A0"/>
        </a:solidFill>
      </dgm:spPr>
    </dgm:pt>
    <dgm:pt modelId="{C44ED3D2-A3B3-904C-B522-A9E753DA7DC0}" type="pres">
      <dgm:prSet presAssocID="{29AB8842-0B28-2841-85E1-B2C3A280E216}" presName="arrowWedge4" presStyleLbl="fgSibTrans2D1" presStyleIdx="3" presStyleCnt="6"/>
      <dgm:spPr>
        <a:solidFill>
          <a:srgbClr val="7030A0"/>
        </a:solidFill>
      </dgm:spPr>
    </dgm:pt>
    <dgm:pt modelId="{BB3A7203-1D52-6240-A9B0-7271DEE3EE4A}" type="pres">
      <dgm:prSet presAssocID="{BAB2FAB4-0E49-8D44-830E-66FC7F3181DC}" presName="arrowWedge5" presStyleLbl="fgSibTrans2D1" presStyleIdx="4" presStyleCnt="6"/>
      <dgm:spPr>
        <a:solidFill>
          <a:srgbClr val="7030A0"/>
        </a:solidFill>
      </dgm:spPr>
    </dgm:pt>
    <dgm:pt modelId="{EC0580EB-F71D-7F43-AE92-8E130E0EF971}" type="pres">
      <dgm:prSet presAssocID="{F9AFCDCF-B0EA-7440-8AE5-B70BDCA11B36}" presName="arrowWedge6" presStyleLbl="fgSibTrans2D1" presStyleIdx="5" presStyleCnt="6"/>
      <dgm:spPr>
        <a:solidFill>
          <a:srgbClr val="7030A0"/>
        </a:solidFill>
      </dgm:spPr>
    </dgm:pt>
  </dgm:ptLst>
  <dgm:cxnLst>
    <dgm:cxn modelId="{8DCC4515-2932-3049-BADE-37641E35EFAF}" type="presOf" srcId="{1E90A9D4-B6FA-A742-A0B0-0C3342A060FB}" destId="{7B0A8251-83FC-AE42-96A3-753AF3BAFAE2}" srcOrd="0" destOrd="0" presId="urn:microsoft.com/office/officeart/2005/8/layout/cycle8"/>
    <dgm:cxn modelId="{05D39326-099A-B24D-9AF9-CDBB5CE7CD87}" type="presOf" srcId="{5C9B531B-3CE2-D24E-8EC9-5EAB606AAAF8}" destId="{657ACF6B-2B80-5E42-869B-3C70E7DE4B9D}" srcOrd="1" destOrd="0" presId="urn:microsoft.com/office/officeart/2005/8/layout/cycle8"/>
    <dgm:cxn modelId="{64FA9E2A-DE6B-C947-8AFA-C89F94CD781C}" type="presOf" srcId="{D4CB3DD4-43D2-7840-A4F2-7A19329FE2EC}" destId="{5BB35CE9-353A-FC44-93B1-D87A8170D99A}" srcOrd="0" destOrd="0" presId="urn:microsoft.com/office/officeart/2005/8/layout/cycle8"/>
    <dgm:cxn modelId="{B83E772E-C39B-FA47-AFEE-2729E8F3A447}" type="presOf" srcId="{9E837C2E-8BE8-7448-A34E-B580F94C97E3}" destId="{011DEDF3-0107-5142-A228-C800044FE57F}" srcOrd="0" destOrd="0" presId="urn:microsoft.com/office/officeart/2005/8/layout/cycle8"/>
    <dgm:cxn modelId="{CC79AB5E-C410-5D49-B1DE-67297F4C9F59}" srcId="{9E837C2E-8BE8-7448-A34E-B580F94C97E3}" destId="{1E90A9D4-B6FA-A742-A0B0-0C3342A060FB}" srcOrd="5" destOrd="0" parTransId="{D321A1F4-A959-4B48-805F-55B11C982EE9}" sibTransId="{F9AFCDCF-B0EA-7440-8AE5-B70BDCA11B36}"/>
    <dgm:cxn modelId="{6B33ED5E-B98B-FF42-B5CF-23D7248D23A0}" type="presOf" srcId="{D4CB3DD4-43D2-7840-A4F2-7A19329FE2EC}" destId="{E4B085C8-8600-7847-9BE4-4C1F92CC1443}" srcOrd="1" destOrd="0" presId="urn:microsoft.com/office/officeart/2005/8/layout/cycle8"/>
    <dgm:cxn modelId="{C7332781-51E1-A843-8AD1-2D4D53000948}" srcId="{9E837C2E-8BE8-7448-A34E-B580F94C97E3}" destId="{5C9B531B-3CE2-D24E-8EC9-5EAB606AAAF8}" srcOrd="0" destOrd="0" parTransId="{A9B6F3D5-5BF5-1A4E-B462-D8DF68B73E88}" sibTransId="{59ABECBB-E128-BF4C-8347-52976703D39E}"/>
    <dgm:cxn modelId="{7B410C82-1A51-784E-B34C-3CD23D49B79F}" type="presOf" srcId="{61ADD8FE-0014-394B-B983-59A358255564}" destId="{0C0D7036-EC57-9C46-A069-F624FFBFA80F}" srcOrd="1" destOrd="0" presId="urn:microsoft.com/office/officeart/2005/8/layout/cycle8"/>
    <dgm:cxn modelId="{556EC285-7CB5-F042-87B2-E2F825732025}" srcId="{9E837C2E-8BE8-7448-A34E-B580F94C97E3}" destId="{61ADD8FE-0014-394B-B983-59A358255564}" srcOrd="1" destOrd="0" parTransId="{F4D3FAA8-7245-3C41-9BCE-8F1DBBACD057}" sibTransId="{E9F2E866-DAEE-8041-ADD1-7DDAAF7E6CF1}"/>
    <dgm:cxn modelId="{07AC509A-4790-3A43-8FE6-CCC8EDE5AF27}" type="presOf" srcId="{1E90A9D4-B6FA-A742-A0B0-0C3342A060FB}" destId="{486D06A4-11CB-F549-B3C6-7CF2A1FFDABF}" srcOrd="1" destOrd="0" presId="urn:microsoft.com/office/officeart/2005/8/layout/cycle8"/>
    <dgm:cxn modelId="{0391059D-D1DD-814E-A08B-6AD69D0C44A4}" srcId="{9E837C2E-8BE8-7448-A34E-B580F94C97E3}" destId="{5024E784-88DF-124F-A778-3589A4DCB8D4}" srcOrd="3" destOrd="0" parTransId="{04C4AB4C-53B5-6A4D-9141-F3922A1F966B}" sibTransId="{29AB8842-0B28-2841-85E1-B2C3A280E216}"/>
    <dgm:cxn modelId="{58CAF0B7-DCF5-0144-93B7-6E1069845F00}" srcId="{9E837C2E-8BE8-7448-A34E-B580F94C97E3}" destId="{6DC04D32-B089-1C4D-8181-5871B36B0941}" srcOrd="4" destOrd="0" parTransId="{49A16952-CA9F-7B4F-A29B-AAC0D1565162}" sibTransId="{BAB2FAB4-0E49-8D44-830E-66FC7F3181DC}"/>
    <dgm:cxn modelId="{152423BB-5123-2147-8FDE-1B1BD60A68D3}" type="presOf" srcId="{61ADD8FE-0014-394B-B983-59A358255564}" destId="{FA8B10F4-1716-0D4F-8946-2BD0BCFF76D4}" srcOrd="0" destOrd="0" presId="urn:microsoft.com/office/officeart/2005/8/layout/cycle8"/>
    <dgm:cxn modelId="{DF1A06BE-7D1C-4141-A5D8-1E8A0EB65365}" srcId="{9E837C2E-8BE8-7448-A34E-B580F94C97E3}" destId="{D4CB3DD4-43D2-7840-A4F2-7A19329FE2EC}" srcOrd="2" destOrd="0" parTransId="{8B906C75-0C97-F944-93C8-2D9A0F9F06ED}" sibTransId="{01089F66-60F2-0643-9531-E7A1A6C8FC36}"/>
    <dgm:cxn modelId="{C237D7BE-6FF6-B04E-B5ED-05DA55152815}" type="presOf" srcId="{6DC04D32-B089-1C4D-8181-5871B36B0941}" destId="{4A05BA7F-13F5-6F4D-9438-34315E0B29D9}" srcOrd="0" destOrd="0" presId="urn:microsoft.com/office/officeart/2005/8/layout/cycle8"/>
    <dgm:cxn modelId="{321EF9DC-B81B-6847-B155-FC57F8998DA0}" type="presOf" srcId="{5024E784-88DF-124F-A778-3589A4DCB8D4}" destId="{73A0E037-86C6-7B41-9114-5D4F31E08C88}" srcOrd="0" destOrd="0" presId="urn:microsoft.com/office/officeart/2005/8/layout/cycle8"/>
    <dgm:cxn modelId="{289866F2-98BC-EE4B-82A3-20AD3F9D3C1A}" type="presOf" srcId="{5C9B531B-3CE2-D24E-8EC9-5EAB606AAAF8}" destId="{94FDC1B5-DD98-574B-AC35-4B2A8FC0D944}" srcOrd="0" destOrd="0" presId="urn:microsoft.com/office/officeart/2005/8/layout/cycle8"/>
    <dgm:cxn modelId="{3B55B3F3-E224-024C-9834-0DDCC97AFA0C}" type="presOf" srcId="{5024E784-88DF-124F-A778-3589A4DCB8D4}" destId="{6A71459C-8327-764A-9518-5CC907FB8D54}" srcOrd="1" destOrd="0" presId="urn:microsoft.com/office/officeart/2005/8/layout/cycle8"/>
    <dgm:cxn modelId="{75D87BF8-8B5F-AB45-9FDA-B830B2B1856F}" type="presOf" srcId="{6DC04D32-B089-1C4D-8181-5871B36B0941}" destId="{F5D4696D-A39B-0D4C-8DBA-E47A713F1691}" srcOrd="1" destOrd="0" presId="urn:microsoft.com/office/officeart/2005/8/layout/cycle8"/>
    <dgm:cxn modelId="{97E9E1BB-AA30-CB4E-B95F-B3F268854C8F}" type="presParOf" srcId="{011DEDF3-0107-5142-A228-C800044FE57F}" destId="{94FDC1B5-DD98-574B-AC35-4B2A8FC0D944}" srcOrd="0" destOrd="0" presId="urn:microsoft.com/office/officeart/2005/8/layout/cycle8"/>
    <dgm:cxn modelId="{92F12AF7-38B6-C340-BFDD-D82DD55D1FD3}" type="presParOf" srcId="{011DEDF3-0107-5142-A228-C800044FE57F}" destId="{898DA54C-02B9-7145-8BD7-6E3DC21C71AC}" srcOrd="1" destOrd="0" presId="urn:microsoft.com/office/officeart/2005/8/layout/cycle8"/>
    <dgm:cxn modelId="{C4FEB1AB-AF45-2340-9E96-77ADD009DD9F}" type="presParOf" srcId="{011DEDF3-0107-5142-A228-C800044FE57F}" destId="{082B1222-FBFC-2640-9070-7342F0458755}" srcOrd="2" destOrd="0" presId="urn:microsoft.com/office/officeart/2005/8/layout/cycle8"/>
    <dgm:cxn modelId="{2BB22167-B55F-FF41-9AB0-316CF2FCB175}" type="presParOf" srcId="{011DEDF3-0107-5142-A228-C800044FE57F}" destId="{657ACF6B-2B80-5E42-869B-3C70E7DE4B9D}" srcOrd="3" destOrd="0" presId="urn:microsoft.com/office/officeart/2005/8/layout/cycle8"/>
    <dgm:cxn modelId="{17A8A2D9-DD00-1F45-997A-F2C8E27D0D94}" type="presParOf" srcId="{011DEDF3-0107-5142-A228-C800044FE57F}" destId="{FA8B10F4-1716-0D4F-8946-2BD0BCFF76D4}" srcOrd="4" destOrd="0" presId="urn:microsoft.com/office/officeart/2005/8/layout/cycle8"/>
    <dgm:cxn modelId="{47E5D6AC-D584-824B-9B66-41D2F8877A93}" type="presParOf" srcId="{011DEDF3-0107-5142-A228-C800044FE57F}" destId="{25B4D0D1-66E2-8A43-AF18-6A6670E39BB8}" srcOrd="5" destOrd="0" presId="urn:microsoft.com/office/officeart/2005/8/layout/cycle8"/>
    <dgm:cxn modelId="{A1EFBF61-0B8D-7C4E-AE4C-BB3D5C625DD3}" type="presParOf" srcId="{011DEDF3-0107-5142-A228-C800044FE57F}" destId="{F293A0C2-036A-0748-B4CE-98FE94CE1639}" srcOrd="6" destOrd="0" presId="urn:microsoft.com/office/officeart/2005/8/layout/cycle8"/>
    <dgm:cxn modelId="{B20E329D-9085-2C43-8589-EA65A35FED19}" type="presParOf" srcId="{011DEDF3-0107-5142-A228-C800044FE57F}" destId="{0C0D7036-EC57-9C46-A069-F624FFBFA80F}" srcOrd="7" destOrd="0" presId="urn:microsoft.com/office/officeart/2005/8/layout/cycle8"/>
    <dgm:cxn modelId="{9074E245-699B-E949-B836-105CE82494EA}" type="presParOf" srcId="{011DEDF3-0107-5142-A228-C800044FE57F}" destId="{5BB35CE9-353A-FC44-93B1-D87A8170D99A}" srcOrd="8" destOrd="0" presId="urn:microsoft.com/office/officeart/2005/8/layout/cycle8"/>
    <dgm:cxn modelId="{1566CE81-6059-544E-B1B3-1D5ACAAB70AA}" type="presParOf" srcId="{011DEDF3-0107-5142-A228-C800044FE57F}" destId="{2840D214-D30F-674A-B2CA-1A974FFC8548}" srcOrd="9" destOrd="0" presId="urn:microsoft.com/office/officeart/2005/8/layout/cycle8"/>
    <dgm:cxn modelId="{AF7B5144-8475-794C-A90F-92CC02E7F882}" type="presParOf" srcId="{011DEDF3-0107-5142-A228-C800044FE57F}" destId="{AA678AD4-CF3D-C34A-9EE9-C4D33201AB55}" srcOrd="10" destOrd="0" presId="urn:microsoft.com/office/officeart/2005/8/layout/cycle8"/>
    <dgm:cxn modelId="{06188950-F5AE-E54C-B243-8CA90A03E78E}" type="presParOf" srcId="{011DEDF3-0107-5142-A228-C800044FE57F}" destId="{E4B085C8-8600-7847-9BE4-4C1F92CC1443}" srcOrd="11" destOrd="0" presId="urn:microsoft.com/office/officeart/2005/8/layout/cycle8"/>
    <dgm:cxn modelId="{FFAD9C10-8E2B-2B4A-8A68-400F41DBA494}" type="presParOf" srcId="{011DEDF3-0107-5142-A228-C800044FE57F}" destId="{73A0E037-86C6-7B41-9114-5D4F31E08C88}" srcOrd="12" destOrd="0" presId="urn:microsoft.com/office/officeart/2005/8/layout/cycle8"/>
    <dgm:cxn modelId="{FF4B1D89-CD47-FE46-B457-27A03C7EE32F}" type="presParOf" srcId="{011DEDF3-0107-5142-A228-C800044FE57F}" destId="{E283F45E-3675-2043-AF25-8C6D0CABC3D2}" srcOrd="13" destOrd="0" presId="urn:microsoft.com/office/officeart/2005/8/layout/cycle8"/>
    <dgm:cxn modelId="{1153BBCC-9F10-0F4B-ACD3-70937B9C8A7A}" type="presParOf" srcId="{011DEDF3-0107-5142-A228-C800044FE57F}" destId="{C70572A3-9387-5F4A-AB0C-924EF5B8B85A}" srcOrd="14" destOrd="0" presId="urn:microsoft.com/office/officeart/2005/8/layout/cycle8"/>
    <dgm:cxn modelId="{2C90448B-7ABB-0F43-B75A-5AE7CF819C9F}" type="presParOf" srcId="{011DEDF3-0107-5142-A228-C800044FE57F}" destId="{6A71459C-8327-764A-9518-5CC907FB8D54}" srcOrd="15" destOrd="0" presId="urn:microsoft.com/office/officeart/2005/8/layout/cycle8"/>
    <dgm:cxn modelId="{68005C4C-F7DD-DE4E-9CB6-37B5FBD0F8DE}" type="presParOf" srcId="{011DEDF3-0107-5142-A228-C800044FE57F}" destId="{4A05BA7F-13F5-6F4D-9438-34315E0B29D9}" srcOrd="16" destOrd="0" presId="urn:microsoft.com/office/officeart/2005/8/layout/cycle8"/>
    <dgm:cxn modelId="{0B74D9E4-5A2E-6C46-B681-D0E6366A723F}" type="presParOf" srcId="{011DEDF3-0107-5142-A228-C800044FE57F}" destId="{00E76428-102B-A043-8E55-DE2984A2FF57}" srcOrd="17" destOrd="0" presId="urn:microsoft.com/office/officeart/2005/8/layout/cycle8"/>
    <dgm:cxn modelId="{D10A5D0E-2539-344A-B301-575A1CFAF0A0}" type="presParOf" srcId="{011DEDF3-0107-5142-A228-C800044FE57F}" destId="{31356914-E929-C84E-939E-F8CAB03A327F}" srcOrd="18" destOrd="0" presId="urn:microsoft.com/office/officeart/2005/8/layout/cycle8"/>
    <dgm:cxn modelId="{5D217F20-396A-1342-9403-81498F4C8FD5}" type="presParOf" srcId="{011DEDF3-0107-5142-A228-C800044FE57F}" destId="{F5D4696D-A39B-0D4C-8DBA-E47A713F1691}" srcOrd="19" destOrd="0" presId="urn:microsoft.com/office/officeart/2005/8/layout/cycle8"/>
    <dgm:cxn modelId="{D4F08576-C676-3E45-A493-8433D38C07B5}" type="presParOf" srcId="{011DEDF3-0107-5142-A228-C800044FE57F}" destId="{7B0A8251-83FC-AE42-96A3-753AF3BAFAE2}" srcOrd="20" destOrd="0" presId="urn:microsoft.com/office/officeart/2005/8/layout/cycle8"/>
    <dgm:cxn modelId="{057CE3B3-BDFC-2D49-A892-7A477E902E27}" type="presParOf" srcId="{011DEDF3-0107-5142-A228-C800044FE57F}" destId="{6F0B7B12-FB51-F549-B483-EA0170278E4F}" srcOrd="21" destOrd="0" presId="urn:microsoft.com/office/officeart/2005/8/layout/cycle8"/>
    <dgm:cxn modelId="{CD8AD0F1-74E6-EF40-B4FA-7251E4153F57}" type="presParOf" srcId="{011DEDF3-0107-5142-A228-C800044FE57F}" destId="{2972DB09-9613-3646-A601-BDD51323B1A6}" srcOrd="22" destOrd="0" presId="urn:microsoft.com/office/officeart/2005/8/layout/cycle8"/>
    <dgm:cxn modelId="{FA54D130-F736-B74F-AC64-098293ABC750}" type="presParOf" srcId="{011DEDF3-0107-5142-A228-C800044FE57F}" destId="{486D06A4-11CB-F549-B3C6-7CF2A1FFDABF}" srcOrd="23" destOrd="0" presId="urn:microsoft.com/office/officeart/2005/8/layout/cycle8"/>
    <dgm:cxn modelId="{604B2AB9-F3B3-1343-BB34-CA62E87D5C81}" type="presParOf" srcId="{011DEDF3-0107-5142-A228-C800044FE57F}" destId="{DF9E42BF-9842-9340-881D-1E87FA7B7871}" srcOrd="24" destOrd="0" presId="urn:microsoft.com/office/officeart/2005/8/layout/cycle8"/>
    <dgm:cxn modelId="{A77698C3-E27D-444D-890F-3FA59F791504}" type="presParOf" srcId="{011DEDF3-0107-5142-A228-C800044FE57F}" destId="{3C03FCEC-D44C-634E-B679-7B636225944A}" srcOrd="25" destOrd="0" presId="urn:microsoft.com/office/officeart/2005/8/layout/cycle8"/>
    <dgm:cxn modelId="{B39A9E91-3D9F-6D49-9D5E-523D365239E3}" type="presParOf" srcId="{011DEDF3-0107-5142-A228-C800044FE57F}" destId="{CAC1B9FE-EAF0-5040-9970-B0087BDBC9C2}" srcOrd="26" destOrd="0" presId="urn:microsoft.com/office/officeart/2005/8/layout/cycle8"/>
    <dgm:cxn modelId="{B4517B7D-FB11-BC40-81D6-8B2B9F822214}" type="presParOf" srcId="{011DEDF3-0107-5142-A228-C800044FE57F}" destId="{C44ED3D2-A3B3-904C-B522-A9E753DA7DC0}" srcOrd="27" destOrd="0" presId="urn:microsoft.com/office/officeart/2005/8/layout/cycle8"/>
    <dgm:cxn modelId="{DE9DAE5B-38BB-FB46-9DA7-5CE92E387CEC}" type="presParOf" srcId="{011DEDF3-0107-5142-A228-C800044FE57F}" destId="{BB3A7203-1D52-6240-A9B0-7271DEE3EE4A}" srcOrd="28" destOrd="0" presId="urn:microsoft.com/office/officeart/2005/8/layout/cycle8"/>
    <dgm:cxn modelId="{921966BA-19C2-6649-BE49-33E58D853053}" type="presParOf" srcId="{011DEDF3-0107-5142-A228-C800044FE57F}" destId="{EC0580EB-F71D-7F43-AE92-8E130E0EF971}" srcOrd="29" destOrd="0" presId="urn:microsoft.com/office/officeart/2005/8/layout/cycle8"/>
  </dgm:cxnLst>
  <dgm:bg/>
  <dgm:whole/>
  <dgm:extLst>
    <a:ext uri="http://schemas.microsoft.com/office/drawing/2008/diagram">
      <dsp:dataModelExt xmlns:dsp="http://schemas.microsoft.com/office/drawing/2008/diagram" relId="rId21" minVer="http://schemas.openxmlformats.org/drawingml/2006/diagram"/>
    </a:ext>
    <a:ext uri="{C62137D5-CB1D-491B-B009-E17868A290BF}">
      <dgm14:recolorImg xmlns:dgm14="http://schemas.microsoft.com/office/drawing/2010/diagram" val="1"/>
    </a:ext>
  </dgm:extLst>
</dgm:dataModel>
</file>

<file path=ppt/diagrams/data2.xml><?xml version="1.0" encoding="utf-8"?>
<dgm:dataModel xmlns:dgm="http://schemas.openxmlformats.org/drawingml/2006/diagram" xmlns:a="http://schemas.openxmlformats.org/drawingml/2006/main">
  <dgm:ptLst>
    <dgm:pt modelId="{9E837C2E-8BE8-7448-A34E-B580F94C97E3}" type="doc">
      <dgm:prSet loTypeId="urn:microsoft.com/office/officeart/2005/8/layout/cycle8" loCatId="" qsTypeId="urn:microsoft.com/office/officeart/2005/8/quickstyle/simple1" qsCatId="simple" csTypeId="urn:microsoft.com/office/officeart/2005/8/colors/accent5_1" csCatId="accent5" phldr="1"/>
      <dgm:spPr/>
    </dgm:pt>
    <dgm:pt modelId="{1E90A9D4-B6FA-A742-A0B0-0C3342A060FB}">
      <dgm:prSet phldrT="[Text]"/>
      <dgm:spPr>
        <a:noFill/>
        <a:ln w="6350">
          <a:solidFill>
            <a:schemeClr val="tx1"/>
          </a:solidFill>
        </a:ln>
      </dgm:spPr>
      <dgm:t>
        <a:bodyPr/>
        <a:lstStyle/>
        <a:p>
          <a:endParaRPr lang="en-GB"/>
        </a:p>
      </dgm:t>
    </dgm:pt>
    <dgm:pt modelId="{D321A1F4-A959-4B48-805F-55B11C982EE9}" type="parTrans" cxnId="{CC79AB5E-C410-5D49-B1DE-67297F4C9F59}">
      <dgm:prSet/>
      <dgm:spPr/>
      <dgm:t>
        <a:bodyPr/>
        <a:lstStyle/>
        <a:p>
          <a:endParaRPr lang="en-GB"/>
        </a:p>
      </dgm:t>
    </dgm:pt>
    <dgm:pt modelId="{F9AFCDCF-B0EA-7440-8AE5-B70BDCA11B36}" type="sibTrans" cxnId="{CC79AB5E-C410-5D49-B1DE-67297F4C9F59}">
      <dgm:prSet/>
      <dgm:spPr/>
      <dgm:t>
        <a:bodyPr/>
        <a:lstStyle/>
        <a:p>
          <a:endParaRPr lang="en-GB"/>
        </a:p>
      </dgm:t>
    </dgm:pt>
    <dgm:pt modelId="{5C9B531B-3CE2-D24E-8EC9-5EAB606AAAF8}">
      <dgm:prSet phldrT="[Text]"/>
      <dgm:spPr>
        <a:noFill/>
        <a:ln w="6350">
          <a:solidFill>
            <a:schemeClr val="tx1"/>
          </a:solidFill>
        </a:ln>
      </dgm:spPr>
      <dgm:t>
        <a:bodyPr/>
        <a:lstStyle/>
        <a:p>
          <a:endParaRPr lang="en-GB"/>
        </a:p>
      </dgm:t>
    </dgm:pt>
    <dgm:pt modelId="{A9B6F3D5-5BF5-1A4E-B462-D8DF68B73E88}" type="parTrans" cxnId="{C7332781-51E1-A843-8AD1-2D4D53000948}">
      <dgm:prSet/>
      <dgm:spPr/>
      <dgm:t>
        <a:bodyPr/>
        <a:lstStyle/>
        <a:p>
          <a:endParaRPr lang="en-GB"/>
        </a:p>
      </dgm:t>
    </dgm:pt>
    <dgm:pt modelId="{59ABECBB-E128-BF4C-8347-52976703D39E}" type="sibTrans" cxnId="{C7332781-51E1-A843-8AD1-2D4D53000948}">
      <dgm:prSet/>
      <dgm:spPr/>
      <dgm:t>
        <a:bodyPr/>
        <a:lstStyle/>
        <a:p>
          <a:endParaRPr lang="en-GB"/>
        </a:p>
      </dgm:t>
    </dgm:pt>
    <dgm:pt modelId="{61ADD8FE-0014-394B-B983-59A358255564}">
      <dgm:prSet phldrT="[Text]"/>
      <dgm:spPr>
        <a:noFill/>
        <a:ln w="6350">
          <a:solidFill>
            <a:schemeClr val="tx1"/>
          </a:solidFill>
        </a:ln>
      </dgm:spPr>
      <dgm:t>
        <a:bodyPr/>
        <a:lstStyle/>
        <a:p>
          <a:endParaRPr lang="en-GB"/>
        </a:p>
      </dgm:t>
    </dgm:pt>
    <dgm:pt modelId="{F4D3FAA8-7245-3C41-9BCE-8F1DBBACD057}" type="parTrans" cxnId="{556EC285-7CB5-F042-87B2-E2F825732025}">
      <dgm:prSet/>
      <dgm:spPr/>
      <dgm:t>
        <a:bodyPr/>
        <a:lstStyle/>
        <a:p>
          <a:endParaRPr lang="en-GB"/>
        </a:p>
      </dgm:t>
    </dgm:pt>
    <dgm:pt modelId="{E9F2E866-DAEE-8041-ADD1-7DDAAF7E6CF1}" type="sibTrans" cxnId="{556EC285-7CB5-F042-87B2-E2F825732025}">
      <dgm:prSet/>
      <dgm:spPr/>
      <dgm:t>
        <a:bodyPr/>
        <a:lstStyle/>
        <a:p>
          <a:endParaRPr lang="en-GB"/>
        </a:p>
      </dgm:t>
    </dgm:pt>
    <dgm:pt modelId="{D4CB3DD4-43D2-7840-A4F2-7A19329FE2EC}">
      <dgm:prSet phldrT="[Text]"/>
      <dgm:spPr>
        <a:noFill/>
        <a:ln w="6350">
          <a:solidFill>
            <a:schemeClr val="tx1"/>
          </a:solidFill>
        </a:ln>
      </dgm:spPr>
      <dgm:t>
        <a:bodyPr/>
        <a:lstStyle/>
        <a:p>
          <a:endParaRPr lang="en-GB"/>
        </a:p>
      </dgm:t>
    </dgm:pt>
    <dgm:pt modelId="{8B906C75-0C97-F944-93C8-2D9A0F9F06ED}" type="parTrans" cxnId="{DF1A06BE-7D1C-4141-A5D8-1E8A0EB65365}">
      <dgm:prSet/>
      <dgm:spPr/>
      <dgm:t>
        <a:bodyPr/>
        <a:lstStyle/>
        <a:p>
          <a:endParaRPr lang="en-GB"/>
        </a:p>
      </dgm:t>
    </dgm:pt>
    <dgm:pt modelId="{01089F66-60F2-0643-9531-E7A1A6C8FC36}" type="sibTrans" cxnId="{DF1A06BE-7D1C-4141-A5D8-1E8A0EB65365}">
      <dgm:prSet/>
      <dgm:spPr/>
      <dgm:t>
        <a:bodyPr/>
        <a:lstStyle/>
        <a:p>
          <a:endParaRPr lang="en-GB"/>
        </a:p>
      </dgm:t>
    </dgm:pt>
    <dgm:pt modelId="{5024E784-88DF-124F-A778-3589A4DCB8D4}">
      <dgm:prSet phldrT="[Text]"/>
      <dgm:spPr>
        <a:noFill/>
        <a:ln w="6350">
          <a:solidFill>
            <a:schemeClr val="tx1"/>
          </a:solidFill>
        </a:ln>
      </dgm:spPr>
      <dgm:t>
        <a:bodyPr/>
        <a:lstStyle/>
        <a:p>
          <a:endParaRPr lang="en-GB"/>
        </a:p>
      </dgm:t>
    </dgm:pt>
    <dgm:pt modelId="{04C4AB4C-53B5-6A4D-9141-F3922A1F966B}" type="parTrans" cxnId="{0391059D-D1DD-814E-A08B-6AD69D0C44A4}">
      <dgm:prSet/>
      <dgm:spPr/>
      <dgm:t>
        <a:bodyPr/>
        <a:lstStyle/>
        <a:p>
          <a:endParaRPr lang="en-GB"/>
        </a:p>
      </dgm:t>
    </dgm:pt>
    <dgm:pt modelId="{29AB8842-0B28-2841-85E1-B2C3A280E216}" type="sibTrans" cxnId="{0391059D-D1DD-814E-A08B-6AD69D0C44A4}">
      <dgm:prSet/>
      <dgm:spPr/>
      <dgm:t>
        <a:bodyPr/>
        <a:lstStyle/>
        <a:p>
          <a:endParaRPr lang="en-GB"/>
        </a:p>
      </dgm:t>
    </dgm:pt>
    <dgm:pt modelId="{6DC04D32-B089-1C4D-8181-5871B36B0941}">
      <dgm:prSet phldrT="[Text]"/>
      <dgm:spPr>
        <a:noFill/>
        <a:ln w="6350">
          <a:solidFill>
            <a:schemeClr val="tx1"/>
          </a:solidFill>
        </a:ln>
      </dgm:spPr>
      <dgm:t>
        <a:bodyPr/>
        <a:lstStyle/>
        <a:p>
          <a:endParaRPr lang="en-GB"/>
        </a:p>
      </dgm:t>
    </dgm:pt>
    <dgm:pt modelId="{49A16952-CA9F-7B4F-A29B-AAC0D1565162}" type="parTrans" cxnId="{58CAF0B7-DCF5-0144-93B7-6E1069845F00}">
      <dgm:prSet/>
      <dgm:spPr/>
      <dgm:t>
        <a:bodyPr/>
        <a:lstStyle/>
        <a:p>
          <a:endParaRPr lang="en-GB"/>
        </a:p>
      </dgm:t>
    </dgm:pt>
    <dgm:pt modelId="{BAB2FAB4-0E49-8D44-830E-66FC7F3181DC}" type="sibTrans" cxnId="{58CAF0B7-DCF5-0144-93B7-6E1069845F00}">
      <dgm:prSet/>
      <dgm:spPr/>
      <dgm:t>
        <a:bodyPr/>
        <a:lstStyle/>
        <a:p>
          <a:endParaRPr lang="en-GB"/>
        </a:p>
      </dgm:t>
    </dgm:pt>
    <dgm:pt modelId="{011DEDF3-0107-5142-A228-C800044FE57F}" type="pres">
      <dgm:prSet presAssocID="{9E837C2E-8BE8-7448-A34E-B580F94C97E3}" presName="compositeShape" presStyleCnt="0">
        <dgm:presLayoutVars>
          <dgm:chMax val="7"/>
          <dgm:dir/>
          <dgm:resizeHandles val="exact"/>
        </dgm:presLayoutVars>
      </dgm:prSet>
      <dgm:spPr/>
    </dgm:pt>
    <dgm:pt modelId="{94FDC1B5-DD98-574B-AC35-4B2A8FC0D944}" type="pres">
      <dgm:prSet presAssocID="{9E837C2E-8BE8-7448-A34E-B580F94C97E3}" presName="wedge1" presStyleLbl="node1" presStyleIdx="0" presStyleCnt="6"/>
      <dgm:spPr/>
    </dgm:pt>
    <dgm:pt modelId="{898DA54C-02B9-7145-8BD7-6E3DC21C71AC}" type="pres">
      <dgm:prSet presAssocID="{9E837C2E-8BE8-7448-A34E-B580F94C97E3}" presName="dummy1a" presStyleCnt="0"/>
      <dgm:spPr/>
    </dgm:pt>
    <dgm:pt modelId="{082B1222-FBFC-2640-9070-7342F0458755}" type="pres">
      <dgm:prSet presAssocID="{9E837C2E-8BE8-7448-A34E-B580F94C97E3}" presName="dummy1b" presStyleCnt="0"/>
      <dgm:spPr/>
    </dgm:pt>
    <dgm:pt modelId="{657ACF6B-2B80-5E42-869B-3C70E7DE4B9D}" type="pres">
      <dgm:prSet presAssocID="{9E837C2E-8BE8-7448-A34E-B580F94C97E3}" presName="wedge1Tx" presStyleLbl="node1" presStyleIdx="0" presStyleCnt="6">
        <dgm:presLayoutVars>
          <dgm:chMax val="0"/>
          <dgm:chPref val="0"/>
          <dgm:bulletEnabled val="1"/>
        </dgm:presLayoutVars>
      </dgm:prSet>
      <dgm:spPr/>
    </dgm:pt>
    <dgm:pt modelId="{FA8B10F4-1716-0D4F-8946-2BD0BCFF76D4}" type="pres">
      <dgm:prSet presAssocID="{9E837C2E-8BE8-7448-A34E-B580F94C97E3}" presName="wedge2" presStyleLbl="node1" presStyleIdx="1" presStyleCnt="6"/>
      <dgm:spPr/>
    </dgm:pt>
    <dgm:pt modelId="{25B4D0D1-66E2-8A43-AF18-6A6670E39BB8}" type="pres">
      <dgm:prSet presAssocID="{9E837C2E-8BE8-7448-A34E-B580F94C97E3}" presName="dummy2a" presStyleCnt="0"/>
      <dgm:spPr/>
    </dgm:pt>
    <dgm:pt modelId="{F293A0C2-036A-0748-B4CE-98FE94CE1639}" type="pres">
      <dgm:prSet presAssocID="{9E837C2E-8BE8-7448-A34E-B580F94C97E3}" presName="dummy2b" presStyleCnt="0"/>
      <dgm:spPr/>
    </dgm:pt>
    <dgm:pt modelId="{0C0D7036-EC57-9C46-A069-F624FFBFA80F}" type="pres">
      <dgm:prSet presAssocID="{9E837C2E-8BE8-7448-A34E-B580F94C97E3}" presName="wedge2Tx" presStyleLbl="node1" presStyleIdx="1" presStyleCnt="6">
        <dgm:presLayoutVars>
          <dgm:chMax val="0"/>
          <dgm:chPref val="0"/>
          <dgm:bulletEnabled val="1"/>
        </dgm:presLayoutVars>
      </dgm:prSet>
      <dgm:spPr/>
    </dgm:pt>
    <dgm:pt modelId="{5BB35CE9-353A-FC44-93B1-D87A8170D99A}" type="pres">
      <dgm:prSet presAssocID="{9E837C2E-8BE8-7448-A34E-B580F94C97E3}" presName="wedge3" presStyleLbl="node1" presStyleIdx="2" presStyleCnt="6"/>
      <dgm:spPr/>
    </dgm:pt>
    <dgm:pt modelId="{2840D214-D30F-674A-B2CA-1A974FFC8548}" type="pres">
      <dgm:prSet presAssocID="{9E837C2E-8BE8-7448-A34E-B580F94C97E3}" presName="dummy3a" presStyleCnt="0"/>
      <dgm:spPr/>
    </dgm:pt>
    <dgm:pt modelId="{AA678AD4-CF3D-C34A-9EE9-C4D33201AB55}" type="pres">
      <dgm:prSet presAssocID="{9E837C2E-8BE8-7448-A34E-B580F94C97E3}" presName="dummy3b" presStyleCnt="0"/>
      <dgm:spPr/>
    </dgm:pt>
    <dgm:pt modelId="{E4B085C8-8600-7847-9BE4-4C1F92CC1443}" type="pres">
      <dgm:prSet presAssocID="{9E837C2E-8BE8-7448-A34E-B580F94C97E3}" presName="wedge3Tx" presStyleLbl="node1" presStyleIdx="2" presStyleCnt="6">
        <dgm:presLayoutVars>
          <dgm:chMax val="0"/>
          <dgm:chPref val="0"/>
          <dgm:bulletEnabled val="1"/>
        </dgm:presLayoutVars>
      </dgm:prSet>
      <dgm:spPr/>
    </dgm:pt>
    <dgm:pt modelId="{73A0E037-86C6-7B41-9114-5D4F31E08C88}" type="pres">
      <dgm:prSet presAssocID="{9E837C2E-8BE8-7448-A34E-B580F94C97E3}" presName="wedge4" presStyleLbl="node1" presStyleIdx="3" presStyleCnt="6"/>
      <dgm:spPr/>
    </dgm:pt>
    <dgm:pt modelId="{E283F45E-3675-2043-AF25-8C6D0CABC3D2}" type="pres">
      <dgm:prSet presAssocID="{9E837C2E-8BE8-7448-A34E-B580F94C97E3}" presName="dummy4a" presStyleCnt="0"/>
      <dgm:spPr/>
    </dgm:pt>
    <dgm:pt modelId="{C70572A3-9387-5F4A-AB0C-924EF5B8B85A}" type="pres">
      <dgm:prSet presAssocID="{9E837C2E-8BE8-7448-A34E-B580F94C97E3}" presName="dummy4b" presStyleCnt="0"/>
      <dgm:spPr/>
    </dgm:pt>
    <dgm:pt modelId="{6A71459C-8327-764A-9518-5CC907FB8D54}" type="pres">
      <dgm:prSet presAssocID="{9E837C2E-8BE8-7448-A34E-B580F94C97E3}" presName="wedge4Tx" presStyleLbl="node1" presStyleIdx="3" presStyleCnt="6">
        <dgm:presLayoutVars>
          <dgm:chMax val="0"/>
          <dgm:chPref val="0"/>
          <dgm:bulletEnabled val="1"/>
        </dgm:presLayoutVars>
      </dgm:prSet>
      <dgm:spPr/>
    </dgm:pt>
    <dgm:pt modelId="{4A05BA7F-13F5-6F4D-9438-34315E0B29D9}" type="pres">
      <dgm:prSet presAssocID="{9E837C2E-8BE8-7448-A34E-B580F94C97E3}" presName="wedge5" presStyleLbl="node1" presStyleIdx="4" presStyleCnt="6"/>
      <dgm:spPr/>
    </dgm:pt>
    <dgm:pt modelId="{00E76428-102B-A043-8E55-DE2984A2FF57}" type="pres">
      <dgm:prSet presAssocID="{9E837C2E-8BE8-7448-A34E-B580F94C97E3}" presName="dummy5a" presStyleCnt="0"/>
      <dgm:spPr/>
    </dgm:pt>
    <dgm:pt modelId="{31356914-E929-C84E-939E-F8CAB03A327F}" type="pres">
      <dgm:prSet presAssocID="{9E837C2E-8BE8-7448-A34E-B580F94C97E3}" presName="dummy5b" presStyleCnt="0"/>
      <dgm:spPr/>
    </dgm:pt>
    <dgm:pt modelId="{F5D4696D-A39B-0D4C-8DBA-E47A713F1691}" type="pres">
      <dgm:prSet presAssocID="{9E837C2E-8BE8-7448-A34E-B580F94C97E3}" presName="wedge5Tx" presStyleLbl="node1" presStyleIdx="4" presStyleCnt="6">
        <dgm:presLayoutVars>
          <dgm:chMax val="0"/>
          <dgm:chPref val="0"/>
          <dgm:bulletEnabled val="1"/>
        </dgm:presLayoutVars>
      </dgm:prSet>
      <dgm:spPr/>
    </dgm:pt>
    <dgm:pt modelId="{7B0A8251-83FC-AE42-96A3-753AF3BAFAE2}" type="pres">
      <dgm:prSet presAssocID="{9E837C2E-8BE8-7448-A34E-B580F94C97E3}" presName="wedge6" presStyleLbl="node1" presStyleIdx="5" presStyleCnt="6"/>
      <dgm:spPr/>
    </dgm:pt>
    <dgm:pt modelId="{6F0B7B12-FB51-F549-B483-EA0170278E4F}" type="pres">
      <dgm:prSet presAssocID="{9E837C2E-8BE8-7448-A34E-B580F94C97E3}" presName="dummy6a" presStyleCnt="0"/>
      <dgm:spPr/>
    </dgm:pt>
    <dgm:pt modelId="{2972DB09-9613-3646-A601-BDD51323B1A6}" type="pres">
      <dgm:prSet presAssocID="{9E837C2E-8BE8-7448-A34E-B580F94C97E3}" presName="dummy6b" presStyleCnt="0"/>
      <dgm:spPr/>
    </dgm:pt>
    <dgm:pt modelId="{486D06A4-11CB-F549-B3C6-7CF2A1FFDABF}" type="pres">
      <dgm:prSet presAssocID="{9E837C2E-8BE8-7448-A34E-B580F94C97E3}" presName="wedge6Tx" presStyleLbl="node1" presStyleIdx="5" presStyleCnt="6">
        <dgm:presLayoutVars>
          <dgm:chMax val="0"/>
          <dgm:chPref val="0"/>
          <dgm:bulletEnabled val="1"/>
        </dgm:presLayoutVars>
      </dgm:prSet>
      <dgm:spPr/>
    </dgm:pt>
    <dgm:pt modelId="{DF9E42BF-9842-9340-881D-1E87FA7B7871}" type="pres">
      <dgm:prSet presAssocID="{59ABECBB-E128-BF4C-8347-52976703D39E}" presName="arrowWedge1" presStyleLbl="fgSibTrans2D1" presStyleIdx="0" presStyleCnt="6"/>
      <dgm:spPr>
        <a:solidFill>
          <a:srgbClr val="7030A0"/>
        </a:solidFill>
      </dgm:spPr>
    </dgm:pt>
    <dgm:pt modelId="{3C03FCEC-D44C-634E-B679-7B636225944A}" type="pres">
      <dgm:prSet presAssocID="{E9F2E866-DAEE-8041-ADD1-7DDAAF7E6CF1}" presName="arrowWedge2" presStyleLbl="fgSibTrans2D1" presStyleIdx="1" presStyleCnt="6"/>
      <dgm:spPr>
        <a:solidFill>
          <a:srgbClr val="7030A0"/>
        </a:solidFill>
      </dgm:spPr>
    </dgm:pt>
    <dgm:pt modelId="{CAC1B9FE-EAF0-5040-9970-B0087BDBC9C2}" type="pres">
      <dgm:prSet presAssocID="{01089F66-60F2-0643-9531-E7A1A6C8FC36}" presName="arrowWedge3" presStyleLbl="fgSibTrans2D1" presStyleIdx="2" presStyleCnt="6"/>
      <dgm:spPr>
        <a:solidFill>
          <a:srgbClr val="7030A0"/>
        </a:solidFill>
      </dgm:spPr>
    </dgm:pt>
    <dgm:pt modelId="{C44ED3D2-A3B3-904C-B522-A9E753DA7DC0}" type="pres">
      <dgm:prSet presAssocID="{29AB8842-0B28-2841-85E1-B2C3A280E216}" presName="arrowWedge4" presStyleLbl="fgSibTrans2D1" presStyleIdx="3" presStyleCnt="6"/>
      <dgm:spPr>
        <a:solidFill>
          <a:srgbClr val="7030A0"/>
        </a:solidFill>
      </dgm:spPr>
    </dgm:pt>
    <dgm:pt modelId="{BB3A7203-1D52-6240-A9B0-7271DEE3EE4A}" type="pres">
      <dgm:prSet presAssocID="{BAB2FAB4-0E49-8D44-830E-66FC7F3181DC}" presName="arrowWedge5" presStyleLbl="fgSibTrans2D1" presStyleIdx="4" presStyleCnt="6"/>
      <dgm:spPr>
        <a:solidFill>
          <a:srgbClr val="7030A0"/>
        </a:solidFill>
      </dgm:spPr>
    </dgm:pt>
    <dgm:pt modelId="{EC0580EB-F71D-7F43-AE92-8E130E0EF971}" type="pres">
      <dgm:prSet presAssocID="{F9AFCDCF-B0EA-7440-8AE5-B70BDCA11B36}" presName="arrowWedge6" presStyleLbl="fgSibTrans2D1" presStyleIdx="5" presStyleCnt="6"/>
      <dgm:spPr>
        <a:solidFill>
          <a:srgbClr val="7030A0"/>
        </a:solidFill>
      </dgm:spPr>
    </dgm:pt>
  </dgm:ptLst>
  <dgm:cxnLst>
    <dgm:cxn modelId="{8DCC4515-2932-3049-BADE-37641E35EFAF}" type="presOf" srcId="{1E90A9D4-B6FA-A742-A0B0-0C3342A060FB}" destId="{7B0A8251-83FC-AE42-96A3-753AF3BAFAE2}" srcOrd="0" destOrd="0" presId="urn:microsoft.com/office/officeart/2005/8/layout/cycle8"/>
    <dgm:cxn modelId="{05D39326-099A-B24D-9AF9-CDBB5CE7CD87}" type="presOf" srcId="{5C9B531B-3CE2-D24E-8EC9-5EAB606AAAF8}" destId="{657ACF6B-2B80-5E42-869B-3C70E7DE4B9D}" srcOrd="1" destOrd="0" presId="urn:microsoft.com/office/officeart/2005/8/layout/cycle8"/>
    <dgm:cxn modelId="{64FA9E2A-DE6B-C947-8AFA-C89F94CD781C}" type="presOf" srcId="{D4CB3DD4-43D2-7840-A4F2-7A19329FE2EC}" destId="{5BB35CE9-353A-FC44-93B1-D87A8170D99A}" srcOrd="0" destOrd="0" presId="urn:microsoft.com/office/officeart/2005/8/layout/cycle8"/>
    <dgm:cxn modelId="{B83E772E-C39B-FA47-AFEE-2729E8F3A447}" type="presOf" srcId="{9E837C2E-8BE8-7448-A34E-B580F94C97E3}" destId="{011DEDF3-0107-5142-A228-C800044FE57F}" srcOrd="0" destOrd="0" presId="urn:microsoft.com/office/officeart/2005/8/layout/cycle8"/>
    <dgm:cxn modelId="{CC79AB5E-C410-5D49-B1DE-67297F4C9F59}" srcId="{9E837C2E-8BE8-7448-A34E-B580F94C97E3}" destId="{1E90A9D4-B6FA-A742-A0B0-0C3342A060FB}" srcOrd="5" destOrd="0" parTransId="{D321A1F4-A959-4B48-805F-55B11C982EE9}" sibTransId="{F9AFCDCF-B0EA-7440-8AE5-B70BDCA11B36}"/>
    <dgm:cxn modelId="{6B33ED5E-B98B-FF42-B5CF-23D7248D23A0}" type="presOf" srcId="{D4CB3DD4-43D2-7840-A4F2-7A19329FE2EC}" destId="{E4B085C8-8600-7847-9BE4-4C1F92CC1443}" srcOrd="1" destOrd="0" presId="urn:microsoft.com/office/officeart/2005/8/layout/cycle8"/>
    <dgm:cxn modelId="{C7332781-51E1-A843-8AD1-2D4D53000948}" srcId="{9E837C2E-8BE8-7448-A34E-B580F94C97E3}" destId="{5C9B531B-3CE2-D24E-8EC9-5EAB606AAAF8}" srcOrd="0" destOrd="0" parTransId="{A9B6F3D5-5BF5-1A4E-B462-D8DF68B73E88}" sibTransId="{59ABECBB-E128-BF4C-8347-52976703D39E}"/>
    <dgm:cxn modelId="{7B410C82-1A51-784E-B34C-3CD23D49B79F}" type="presOf" srcId="{61ADD8FE-0014-394B-B983-59A358255564}" destId="{0C0D7036-EC57-9C46-A069-F624FFBFA80F}" srcOrd="1" destOrd="0" presId="urn:microsoft.com/office/officeart/2005/8/layout/cycle8"/>
    <dgm:cxn modelId="{556EC285-7CB5-F042-87B2-E2F825732025}" srcId="{9E837C2E-8BE8-7448-A34E-B580F94C97E3}" destId="{61ADD8FE-0014-394B-B983-59A358255564}" srcOrd="1" destOrd="0" parTransId="{F4D3FAA8-7245-3C41-9BCE-8F1DBBACD057}" sibTransId="{E9F2E866-DAEE-8041-ADD1-7DDAAF7E6CF1}"/>
    <dgm:cxn modelId="{07AC509A-4790-3A43-8FE6-CCC8EDE5AF27}" type="presOf" srcId="{1E90A9D4-B6FA-A742-A0B0-0C3342A060FB}" destId="{486D06A4-11CB-F549-B3C6-7CF2A1FFDABF}" srcOrd="1" destOrd="0" presId="urn:microsoft.com/office/officeart/2005/8/layout/cycle8"/>
    <dgm:cxn modelId="{0391059D-D1DD-814E-A08B-6AD69D0C44A4}" srcId="{9E837C2E-8BE8-7448-A34E-B580F94C97E3}" destId="{5024E784-88DF-124F-A778-3589A4DCB8D4}" srcOrd="3" destOrd="0" parTransId="{04C4AB4C-53B5-6A4D-9141-F3922A1F966B}" sibTransId="{29AB8842-0B28-2841-85E1-B2C3A280E216}"/>
    <dgm:cxn modelId="{58CAF0B7-DCF5-0144-93B7-6E1069845F00}" srcId="{9E837C2E-8BE8-7448-A34E-B580F94C97E3}" destId="{6DC04D32-B089-1C4D-8181-5871B36B0941}" srcOrd="4" destOrd="0" parTransId="{49A16952-CA9F-7B4F-A29B-AAC0D1565162}" sibTransId="{BAB2FAB4-0E49-8D44-830E-66FC7F3181DC}"/>
    <dgm:cxn modelId="{152423BB-5123-2147-8FDE-1B1BD60A68D3}" type="presOf" srcId="{61ADD8FE-0014-394B-B983-59A358255564}" destId="{FA8B10F4-1716-0D4F-8946-2BD0BCFF76D4}" srcOrd="0" destOrd="0" presId="urn:microsoft.com/office/officeart/2005/8/layout/cycle8"/>
    <dgm:cxn modelId="{DF1A06BE-7D1C-4141-A5D8-1E8A0EB65365}" srcId="{9E837C2E-8BE8-7448-A34E-B580F94C97E3}" destId="{D4CB3DD4-43D2-7840-A4F2-7A19329FE2EC}" srcOrd="2" destOrd="0" parTransId="{8B906C75-0C97-F944-93C8-2D9A0F9F06ED}" sibTransId="{01089F66-60F2-0643-9531-E7A1A6C8FC36}"/>
    <dgm:cxn modelId="{C237D7BE-6FF6-B04E-B5ED-05DA55152815}" type="presOf" srcId="{6DC04D32-B089-1C4D-8181-5871B36B0941}" destId="{4A05BA7F-13F5-6F4D-9438-34315E0B29D9}" srcOrd="0" destOrd="0" presId="urn:microsoft.com/office/officeart/2005/8/layout/cycle8"/>
    <dgm:cxn modelId="{321EF9DC-B81B-6847-B155-FC57F8998DA0}" type="presOf" srcId="{5024E784-88DF-124F-A778-3589A4DCB8D4}" destId="{73A0E037-86C6-7B41-9114-5D4F31E08C88}" srcOrd="0" destOrd="0" presId="urn:microsoft.com/office/officeart/2005/8/layout/cycle8"/>
    <dgm:cxn modelId="{289866F2-98BC-EE4B-82A3-20AD3F9D3C1A}" type="presOf" srcId="{5C9B531B-3CE2-D24E-8EC9-5EAB606AAAF8}" destId="{94FDC1B5-DD98-574B-AC35-4B2A8FC0D944}" srcOrd="0" destOrd="0" presId="urn:microsoft.com/office/officeart/2005/8/layout/cycle8"/>
    <dgm:cxn modelId="{3B55B3F3-E224-024C-9834-0DDCC97AFA0C}" type="presOf" srcId="{5024E784-88DF-124F-A778-3589A4DCB8D4}" destId="{6A71459C-8327-764A-9518-5CC907FB8D54}" srcOrd="1" destOrd="0" presId="urn:microsoft.com/office/officeart/2005/8/layout/cycle8"/>
    <dgm:cxn modelId="{75D87BF8-8B5F-AB45-9FDA-B830B2B1856F}" type="presOf" srcId="{6DC04D32-B089-1C4D-8181-5871B36B0941}" destId="{F5D4696D-A39B-0D4C-8DBA-E47A713F1691}" srcOrd="1" destOrd="0" presId="urn:microsoft.com/office/officeart/2005/8/layout/cycle8"/>
    <dgm:cxn modelId="{97E9E1BB-AA30-CB4E-B95F-B3F268854C8F}" type="presParOf" srcId="{011DEDF3-0107-5142-A228-C800044FE57F}" destId="{94FDC1B5-DD98-574B-AC35-4B2A8FC0D944}" srcOrd="0" destOrd="0" presId="urn:microsoft.com/office/officeart/2005/8/layout/cycle8"/>
    <dgm:cxn modelId="{92F12AF7-38B6-C340-BFDD-D82DD55D1FD3}" type="presParOf" srcId="{011DEDF3-0107-5142-A228-C800044FE57F}" destId="{898DA54C-02B9-7145-8BD7-6E3DC21C71AC}" srcOrd="1" destOrd="0" presId="urn:microsoft.com/office/officeart/2005/8/layout/cycle8"/>
    <dgm:cxn modelId="{C4FEB1AB-AF45-2340-9E96-77ADD009DD9F}" type="presParOf" srcId="{011DEDF3-0107-5142-A228-C800044FE57F}" destId="{082B1222-FBFC-2640-9070-7342F0458755}" srcOrd="2" destOrd="0" presId="urn:microsoft.com/office/officeart/2005/8/layout/cycle8"/>
    <dgm:cxn modelId="{2BB22167-B55F-FF41-9AB0-316CF2FCB175}" type="presParOf" srcId="{011DEDF3-0107-5142-A228-C800044FE57F}" destId="{657ACF6B-2B80-5E42-869B-3C70E7DE4B9D}" srcOrd="3" destOrd="0" presId="urn:microsoft.com/office/officeart/2005/8/layout/cycle8"/>
    <dgm:cxn modelId="{17A8A2D9-DD00-1F45-997A-F2C8E27D0D94}" type="presParOf" srcId="{011DEDF3-0107-5142-A228-C800044FE57F}" destId="{FA8B10F4-1716-0D4F-8946-2BD0BCFF76D4}" srcOrd="4" destOrd="0" presId="urn:microsoft.com/office/officeart/2005/8/layout/cycle8"/>
    <dgm:cxn modelId="{47E5D6AC-D584-824B-9B66-41D2F8877A93}" type="presParOf" srcId="{011DEDF3-0107-5142-A228-C800044FE57F}" destId="{25B4D0D1-66E2-8A43-AF18-6A6670E39BB8}" srcOrd="5" destOrd="0" presId="urn:microsoft.com/office/officeart/2005/8/layout/cycle8"/>
    <dgm:cxn modelId="{A1EFBF61-0B8D-7C4E-AE4C-BB3D5C625DD3}" type="presParOf" srcId="{011DEDF3-0107-5142-A228-C800044FE57F}" destId="{F293A0C2-036A-0748-B4CE-98FE94CE1639}" srcOrd="6" destOrd="0" presId="urn:microsoft.com/office/officeart/2005/8/layout/cycle8"/>
    <dgm:cxn modelId="{B20E329D-9085-2C43-8589-EA65A35FED19}" type="presParOf" srcId="{011DEDF3-0107-5142-A228-C800044FE57F}" destId="{0C0D7036-EC57-9C46-A069-F624FFBFA80F}" srcOrd="7" destOrd="0" presId="urn:microsoft.com/office/officeart/2005/8/layout/cycle8"/>
    <dgm:cxn modelId="{9074E245-699B-E949-B836-105CE82494EA}" type="presParOf" srcId="{011DEDF3-0107-5142-A228-C800044FE57F}" destId="{5BB35CE9-353A-FC44-93B1-D87A8170D99A}" srcOrd="8" destOrd="0" presId="urn:microsoft.com/office/officeart/2005/8/layout/cycle8"/>
    <dgm:cxn modelId="{1566CE81-6059-544E-B1B3-1D5ACAAB70AA}" type="presParOf" srcId="{011DEDF3-0107-5142-A228-C800044FE57F}" destId="{2840D214-D30F-674A-B2CA-1A974FFC8548}" srcOrd="9" destOrd="0" presId="urn:microsoft.com/office/officeart/2005/8/layout/cycle8"/>
    <dgm:cxn modelId="{AF7B5144-8475-794C-A90F-92CC02E7F882}" type="presParOf" srcId="{011DEDF3-0107-5142-A228-C800044FE57F}" destId="{AA678AD4-CF3D-C34A-9EE9-C4D33201AB55}" srcOrd="10" destOrd="0" presId="urn:microsoft.com/office/officeart/2005/8/layout/cycle8"/>
    <dgm:cxn modelId="{06188950-F5AE-E54C-B243-8CA90A03E78E}" type="presParOf" srcId="{011DEDF3-0107-5142-A228-C800044FE57F}" destId="{E4B085C8-8600-7847-9BE4-4C1F92CC1443}" srcOrd="11" destOrd="0" presId="urn:microsoft.com/office/officeart/2005/8/layout/cycle8"/>
    <dgm:cxn modelId="{FFAD9C10-8E2B-2B4A-8A68-400F41DBA494}" type="presParOf" srcId="{011DEDF3-0107-5142-A228-C800044FE57F}" destId="{73A0E037-86C6-7B41-9114-5D4F31E08C88}" srcOrd="12" destOrd="0" presId="urn:microsoft.com/office/officeart/2005/8/layout/cycle8"/>
    <dgm:cxn modelId="{FF4B1D89-CD47-FE46-B457-27A03C7EE32F}" type="presParOf" srcId="{011DEDF3-0107-5142-A228-C800044FE57F}" destId="{E283F45E-3675-2043-AF25-8C6D0CABC3D2}" srcOrd="13" destOrd="0" presId="urn:microsoft.com/office/officeart/2005/8/layout/cycle8"/>
    <dgm:cxn modelId="{1153BBCC-9F10-0F4B-ACD3-70937B9C8A7A}" type="presParOf" srcId="{011DEDF3-0107-5142-A228-C800044FE57F}" destId="{C70572A3-9387-5F4A-AB0C-924EF5B8B85A}" srcOrd="14" destOrd="0" presId="urn:microsoft.com/office/officeart/2005/8/layout/cycle8"/>
    <dgm:cxn modelId="{2C90448B-7ABB-0F43-B75A-5AE7CF819C9F}" type="presParOf" srcId="{011DEDF3-0107-5142-A228-C800044FE57F}" destId="{6A71459C-8327-764A-9518-5CC907FB8D54}" srcOrd="15" destOrd="0" presId="urn:microsoft.com/office/officeart/2005/8/layout/cycle8"/>
    <dgm:cxn modelId="{68005C4C-F7DD-DE4E-9CB6-37B5FBD0F8DE}" type="presParOf" srcId="{011DEDF3-0107-5142-A228-C800044FE57F}" destId="{4A05BA7F-13F5-6F4D-9438-34315E0B29D9}" srcOrd="16" destOrd="0" presId="urn:microsoft.com/office/officeart/2005/8/layout/cycle8"/>
    <dgm:cxn modelId="{0B74D9E4-5A2E-6C46-B681-D0E6366A723F}" type="presParOf" srcId="{011DEDF3-0107-5142-A228-C800044FE57F}" destId="{00E76428-102B-A043-8E55-DE2984A2FF57}" srcOrd="17" destOrd="0" presId="urn:microsoft.com/office/officeart/2005/8/layout/cycle8"/>
    <dgm:cxn modelId="{D10A5D0E-2539-344A-B301-575A1CFAF0A0}" type="presParOf" srcId="{011DEDF3-0107-5142-A228-C800044FE57F}" destId="{31356914-E929-C84E-939E-F8CAB03A327F}" srcOrd="18" destOrd="0" presId="urn:microsoft.com/office/officeart/2005/8/layout/cycle8"/>
    <dgm:cxn modelId="{5D217F20-396A-1342-9403-81498F4C8FD5}" type="presParOf" srcId="{011DEDF3-0107-5142-A228-C800044FE57F}" destId="{F5D4696D-A39B-0D4C-8DBA-E47A713F1691}" srcOrd="19" destOrd="0" presId="urn:microsoft.com/office/officeart/2005/8/layout/cycle8"/>
    <dgm:cxn modelId="{D4F08576-C676-3E45-A493-8433D38C07B5}" type="presParOf" srcId="{011DEDF3-0107-5142-A228-C800044FE57F}" destId="{7B0A8251-83FC-AE42-96A3-753AF3BAFAE2}" srcOrd="20" destOrd="0" presId="urn:microsoft.com/office/officeart/2005/8/layout/cycle8"/>
    <dgm:cxn modelId="{057CE3B3-BDFC-2D49-A892-7A477E902E27}" type="presParOf" srcId="{011DEDF3-0107-5142-A228-C800044FE57F}" destId="{6F0B7B12-FB51-F549-B483-EA0170278E4F}" srcOrd="21" destOrd="0" presId="urn:microsoft.com/office/officeart/2005/8/layout/cycle8"/>
    <dgm:cxn modelId="{CD8AD0F1-74E6-EF40-B4FA-7251E4153F57}" type="presParOf" srcId="{011DEDF3-0107-5142-A228-C800044FE57F}" destId="{2972DB09-9613-3646-A601-BDD51323B1A6}" srcOrd="22" destOrd="0" presId="urn:microsoft.com/office/officeart/2005/8/layout/cycle8"/>
    <dgm:cxn modelId="{FA54D130-F736-B74F-AC64-098293ABC750}" type="presParOf" srcId="{011DEDF3-0107-5142-A228-C800044FE57F}" destId="{486D06A4-11CB-F549-B3C6-7CF2A1FFDABF}" srcOrd="23" destOrd="0" presId="urn:microsoft.com/office/officeart/2005/8/layout/cycle8"/>
    <dgm:cxn modelId="{604B2AB9-F3B3-1343-BB34-CA62E87D5C81}" type="presParOf" srcId="{011DEDF3-0107-5142-A228-C800044FE57F}" destId="{DF9E42BF-9842-9340-881D-1E87FA7B7871}" srcOrd="24" destOrd="0" presId="urn:microsoft.com/office/officeart/2005/8/layout/cycle8"/>
    <dgm:cxn modelId="{A77698C3-E27D-444D-890F-3FA59F791504}" type="presParOf" srcId="{011DEDF3-0107-5142-A228-C800044FE57F}" destId="{3C03FCEC-D44C-634E-B679-7B636225944A}" srcOrd="25" destOrd="0" presId="urn:microsoft.com/office/officeart/2005/8/layout/cycle8"/>
    <dgm:cxn modelId="{B39A9E91-3D9F-6D49-9D5E-523D365239E3}" type="presParOf" srcId="{011DEDF3-0107-5142-A228-C800044FE57F}" destId="{CAC1B9FE-EAF0-5040-9970-B0087BDBC9C2}" srcOrd="26" destOrd="0" presId="urn:microsoft.com/office/officeart/2005/8/layout/cycle8"/>
    <dgm:cxn modelId="{B4517B7D-FB11-BC40-81D6-8B2B9F822214}" type="presParOf" srcId="{011DEDF3-0107-5142-A228-C800044FE57F}" destId="{C44ED3D2-A3B3-904C-B522-A9E753DA7DC0}" srcOrd="27" destOrd="0" presId="urn:microsoft.com/office/officeart/2005/8/layout/cycle8"/>
    <dgm:cxn modelId="{DE9DAE5B-38BB-FB46-9DA7-5CE92E387CEC}" type="presParOf" srcId="{011DEDF3-0107-5142-A228-C800044FE57F}" destId="{BB3A7203-1D52-6240-A9B0-7271DEE3EE4A}" srcOrd="28" destOrd="0" presId="urn:microsoft.com/office/officeart/2005/8/layout/cycle8"/>
    <dgm:cxn modelId="{921966BA-19C2-6649-BE49-33E58D853053}" type="presParOf" srcId="{011DEDF3-0107-5142-A228-C800044FE57F}" destId="{EC0580EB-F71D-7F43-AE92-8E130E0EF971}" srcOrd="29" destOrd="0" presId="urn:microsoft.com/office/officeart/2005/8/layout/cycle8"/>
  </dgm:cxnLst>
  <dgm:bg/>
  <dgm:whole/>
  <dgm:extLst>
    <a:ext uri="http://schemas.microsoft.com/office/drawing/2008/diagram">
      <dsp:dataModelExt xmlns:dsp="http://schemas.microsoft.com/office/drawing/2008/diagram" relId="rId13" minVer="http://schemas.openxmlformats.org/drawingml/2006/diagram"/>
    </a:ext>
    <a:ext uri="{C62137D5-CB1D-491B-B009-E17868A290BF}">
      <dgm14:recolorImg xmlns:dgm14="http://schemas.microsoft.com/office/drawing/2010/diagram" val="1"/>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FDC1B5-DD98-574B-AC35-4B2A8FC0D944}">
      <dsp:nvSpPr>
        <dsp:cNvPr id="0" name=""/>
        <dsp:cNvSpPr/>
      </dsp:nvSpPr>
      <dsp:spPr>
        <a:xfrm>
          <a:off x="478793" y="64870"/>
          <a:ext cx="1110226" cy="1110226"/>
        </a:xfrm>
        <a:prstGeom prst="pie">
          <a:avLst>
            <a:gd name="adj1" fmla="val 16200000"/>
            <a:gd name="adj2" fmla="val 19800000"/>
          </a:avLst>
        </a:prstGeom>
        <a:noFill/>
        <a:ln w="6350" cap="flat" cmpd="sng" algn="ctr">
          <a:solidFill>
            <a:schemeClr val="tx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6510" tIns="16510" rIns="16510" bIns="16510" numCol="1" spcCol="1270" anchor="ctr" anchorCtr="0">
          <a:noAutofit/>
        </a:bodyPr>
        <a:lstStyle/>
        <a:p>
          <a:pPr marL="0" lvl="0" indent="0" algn="ctr" defTabSz="577850">
            <a:lnSpc>
              <a:spcPct val="90000"/>
            </a:lnSpc>
            <a:spcBef>
              <a:spcPct val="0"/>
            </a:spcBef>
            <a:spcAft>
              <a:spcPct val="35000"/>
            </a:spcAft>
            <a:buNone/>
          </a:pPr>
          <a:endParaRPr lang="en-GB" sz="1300" kern="1200"/>
        </a:p>
      </dsp:txBody>
      <dsp:txXfrm>
        <a:off x="1060340" y="206688"/>
        <a:ext cx="290773" cy="224688"/>
      </dsp:txXfrm>
    </dsp:sp>
    <dsp:sp modelId="{FA8B10F4-1716-0D4F-8946-2BD0BCFF76D4}">
      <dsp:nvSpPr>
        <dsp:cNvPr id="0" name=""/>
        <dsp:cNvSpPr/>
      </dsp:nvSpPr>
      <dsp:spPr>
        <a:xfrm>
          <a:off x="492010" y="87735"/>
          <a:ext cx="1110226" cy="1110226"/>
        </a:xfrm>
        <a:prstGeom prst="pie">
          <a:avLst>
            <a:gd name="adj1" fmla="val 19800000"/>
            <a:gd name="adj2" fmla="val 1800000"/>
          </a:avLst>
        </a:prstGeom>
        <a:noFill/>
        <a:ln w="6350" cap="flat" cmpd="sng" algn="ctr">
          <a:solidFill>
            <a:schemeClr val="tx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6510" tIns="16510" rIns="16510" bIns="16510" numCol="1" spcCol="1270" anchor="ctr" anchorCtr="0">
          <a:noAutofit/>
        </a:bodyPr>
        <a:lstStyle/>
        <a:p>
          <a:pPr marL="0" lvl="0" indent="0" algn="ctr" defTabSz="577850">
            <a:lnSpc>
              <a:spcPct val="90000"/>
            </a:lnSpc>
            <a:spcBef>
              <a:spcPct val="0"/>
            </a:spcBef>
            <a:spcAft>
              <a:spcPct val="35000"/>
            </a:spcAft>
            <a:buNone/>
          </a:pPr>
          <a:endParaRPr lang="en-GB" sz="1300" kern="1200"/>
        </a:p>
      </dsp:txBody>
      <dsp:txXfrm>
        <a:off x="1245378" y="537113"/>
        <a:ext cx="303990" cy="218080"/>
      </dsp:txXfrm>
    </dsp:sp>
    <dsp:sp modelId="{5BB35CE9-353A-FC44-93B1-D87A8170D99A}">
      <dsp:nvSpPr>
        <dsp:cNvPr id="0" name=""/>
        <dsp:cNvSpPr/>
      </dsp:nvSpPr>
      <dsp:spPr>
        <a:xfrm>
          <a:off x="478793" y="110601"/>
          <a:ext cx="1110226" cy="1110226"/>
        </a:xfrm>
        <a:prstGeom prst="pie">
          <a:avLst>
            <a:gd name="adj1" fmla="val 1800000"/>
            <a:gd name="adj2" fmla="val 5400000"/>
          </a:avLst>
        </a:prstGeom>
        <a:noFill/>
        <a:ln w="6350" cap="flat" cmpd="sng" algn="ctr">
          <a:solidFill>
            <a:schemeClr val="tx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6510" tIns="16510" rIns="16510" bIns="16510" numCol="1" spcCol="1270" anchor="ctr" anchorCtr="0">
          <a:noAutofit/>
        </a:bodyPr>
        <a:lstStyle/>
        <a:p>
          <a:pPr marL="0" lvl="0" indent="0" algn="ctr" defTabSz="577850">
            <a:lnSpc>
              <a:spcPct val="90000"/>
            </a:lnSpc>
            <a:spcBef>
              <a:spcPct val="0"/>
            </a:spcBef>
            <a:spcAft>
              <a:spcPct val="35000"/>
            </a:spcAft>
            <a:buNone/>
          </a:pPr>
          <a:endParaRPr lang="en-GB" sz="1300" kern="1200"/>
        </a:p>
      </dsp:txBody>
      <dsp:txXfrm>
        <a:off x="1060340" y="860929"/>
        <a:ext cx="290773" cy="224688"/>
      </dsp:txXfrm>
    </dsp:sp>
    <dsp:sp modelId="{73A0E037-86C6-7B41-9114-5D4F31E08C88}">
      <dsp:nvSpPr>
        <dsp:cNvPr id="0" name=""/>
        <dsp:cNvSpPr/>
      </dsp:nvSpPr>
      <dsp:spPr>
        <a:xfrm>
          <a:off x="452359" y="110601"/>
          <a:ext cx="1110226" cy="1110226"/>
        </a:xfrm>
        <a:prstGeom prst="pie">
          <a:avLst>
            <a:gd name="adj1" fmla="val 5400000"/>
            <a:gd name="adj2" fmla="val 9000000"/>
          </a:avLst>
        </a:prstGeom>
        <a:noFill/>
        <a:ln w="6350" cap="flat" cmpd="sng" algn="ctr">
          <a:solidFill>
            <a:schemeClr val="tx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6510" tIns="16510" rIns="16510" bIns="16510" numCol="1" spcCol="1270" anchor="ctr" anchorCtr="0">
          <a:noAutofit/>
        </a:bodyPr>
        <a:lstStyle/>
        <a:p>
          <a:pPr marL="0" lvl="0" indent="0" algn="ctr" defTabSz="577850">
            <a:lnSpc>
              <a:spcPct val="90000"/>
            </a:lnSpc>
            <a:spcBef>
              <a:spcPct val="0"/>
            </a:spcBef>
            <a:spcAft>
              <a:spcPct val="35000"/>
            </a:spcAft>
            <a:buNone/>
          </a:pPr>
          <a:endParaRPr lang="en-GB" sz="1300" kern="1200"/>
        </a:p>
      </dsp:txBody>
      <dsp:txXfrm>
        <a:off x="690265" y="860929"/>
        <a:ext cx="290773" cy="224688"/>
      </dsp:txXfrm>
    </dsp:sp>
    <dsp:sp modelId="{4A05BA7F-13F5-6F4D-9438-34315E0B29D9}">
      <dsp:nvSpPr>
        <dsp:cNvPr id="0" name=""/>
        <dsp:cNvSpPr/>
      </dsp:nvSpPr>
      <dsp:spPr>
        <a:xfrm>
          <a:off x="439142" y="87735"/>
          <a:ext cx="1110226" cy="1110226"/>
        </a:xfrm>
        <a:prstGeom prst="pie">
          <a:avLst>
            <a:gd name="adj1" fmla="val 9000000"/>
            <a:gd name="adj2" fmla="val 12600000"/>
          </a:avLst>
        </a:prstGeom>
        <a:noFill/>
        <a:ln w="6350" cap="flat" cmpd="sng" algn="ctr">
          <a:solidFill>
            <a:schemeClr val="tx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6510" tIns="16510" rIns="16510" bIns="16510" numCol="1" spcCol="1270" anchor="ctr" anchorCtr="0">
          <a:noAutofit/>
        </a:bodyPr>
        <a:lstStyle/>
        <a:p>
          <a:pPr marL="0" lvl="0" indent="0" algn="ctr" defTabSz="577850">
            <a:lnSpc>
              <a:spcPct val="90000"/>
            </a:lnSpc>
            <a:spcBef>
              <a:spcPct val="0"/>
            </a:spcBef>
            <a:spcAft>
              <a:spcPct val="35000"/>
            </a:spcAft>
            <a:buNone/>
          </a:pPr>
          <a:endParaRPr lang="en-GB" sz="1300" kern="1200"/>
        </a:p>
      </dsp:txBody>
      <dsp:txXfrm>
        <a:off x="492010" y="537113"/>
        <a:ext cx="303990" cy="218080"/>
      </dsp:txXfrm>
    </dsp:sp>
    <dsp:sp modelId="{7B0A8251-83FC-AE42-96A3-753AF3BAFAE2}">
      <dsp:nvSpPr>
        <dsp:cNvPr id="0" name=""/>
        <dsp:cNvSpPr/>
      </dsp:nvSpPr>
      <dsp:spPr>
        <a:xfrm>
          <a:off x="452359" y="64870"/>
          <a:ext cx="1110226" cy="1110226"/>
        </a:xfrm>
        <a:prstGeom prst="pie">
          <a:avLst>
            <a:gd name="adj1" fmla="val 12600000"/>
            <a:gd name="adj2" fmla="val 16200000"/>
          </a:avLst>
        </a:prstGeom>
        <a:noFill/>
        <a:ln w="6350" cap="flat" cmpd="sng" algn="ctr">
          <a:solidFill>
            <a:schemeClr val="tx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6510" tIns="16510" rIns="16510" bIns="16510" numCol="1" spcCol="1270" anchor="ctr" anchorCtr="0">
          <a:noAutofit/>
        </a:bodyPr>
        <a:lstStyle/>
        <a:p>
          <a:pPr marL="0" lvl="0" indent="0" algn="ctr" defTabSz="577850">
            <a:lnSpc>
              <a:spcPct val="90000"/>
            </a:lnSpc>
            <a:spcBef>
              <a:spcPct val="0"/>
            </a:spcBef>
            <a:spcAft>
              <a:spcPct val="35000"/>
            </a:spcAft>
            <a:buNone/>
          </a:pPr>
          <a:endParaRPr lang="en-GB" sz="1300" kern="1200"/>
        </a:p>
      </dsp:txBody>
      <dsp:txXfrm>
        <a:off x="690265" y="206688"/>
        <a:ext cx="290773" cy="224688"/>
      </dsp:txXfrm>
    </dsp:sp>
    <dsp:sp modelId="{DF9E42BF-9842-9340-881D-1E87FA7B7871}">
      <dsp:nvSpPr>
        <dsp:cNvPr id="0" name=""/>
        <dsp:cNvSpPr/>
      </dsp:nvSpPr>
      <dsp:spPr>
        <a:xfrm>
          <a:off x="410024" y="-3857"/>
          <a:ext cx="1247682" cy="1247682"/>
        </a:xfrm>
        <a:prstGeom prst="circularArrow">
          <a:avLst>
            <a:gd name="adj1" fmla="val 5085"/>
            <a:gd name="adj2" fmla="val 327528"/>
            <a:gd name="adj3" fmla="val 19472472"/>
            <a:gd name="adj4" fmla="val 16200251"/>
            <a:gd name="adj5" fmla="val 5932"/>
          </a:avLst>
        </a:prstGeom>
        <a:solidFill>
          <a:srgbClr val="7030A0"/>
        </a:solidFill>
        <a:ln>
          <a:noFill/>
        </a:ln>
        <a:effectLst/>
      </dsp:spPr>
      <dsp:style>
        <a:lnRef idx="0">
          <a:scrgbClr r="0" g="0" b="0"/>
        </a:lnRef>
        <a:fillRef idx="1">
          <a:scrgbClr r="0" g="0" b="0"/>
        </a:fillRef>
        <a:effectRef idx="0">
          <a:scrgbClr r="0" g="0" b="0"/>
        </a:effectRef>
        <a:fontRef idx="minor">
          <a:schemeClr val="lt1"/>
        </a:fontRef>
      </dsp:style>
    </dsp:sp>
    <dsp:sp modelId="{3C03FCEC-D44C-634E-B679-7B636225944A}">
      <dsp:nvSpPr>
        <dsp:cNvPr id="0" name=""/>
        <dsp:cNvSpPr/>
      </dsp:nvSpPr>
      <dsp:spPr>
        <a:xfrm>
          <a:off x="423241" y="19007"/>
          <a:ext cx="1247682" cy="1247682"/>
        </a:xfrm>
        <a:prstGeom prst="circularArrow">
          <a:avLst>
            <a:gd name="adj1" fmla="val 5085"/>
            <a:gd name="adj2" fmla="val 327528"/>
            <a:gd name="adj3" fmla="val 1472472"/>
            <a:gd name="adj4" fmla="val 19800000"/>
            <a:gd name="adj5" fmla="val 5932"/>
          </a:avLst>
        </a:prstGeom>
        <a:solidFill>
          <a:srgbClr val="7030A0"/>
        </a:solidFill>
        <a:ln>
          <a:noFill/>
        </a:ln>
        <a:effectLst/>
      </dsp:spPr>
      <dsp:style>
        <a:lnRef idx="0">
          <a:scrgbClr r="0" g="0" b="0"/>
        </a:lnRef>
        <a:fillRef idx="1">
          <a:scrgbClr r="0" g="0" b="0"/>
        </a:fillRef>
        <a:effectRef idx="0">
          <a:scrgbClr r="0" g="0" b="0"/>
        </a:effectRef>
        <a:fontRef idx="minor">
          <a:schemeClr val="lt1"/>
        </a:fontRef>
      </dsp:style>
    </dsp:sp>
    <dsp:sp modelId="{CAC1B9FE-EAF0-5040-9970-B0087BDBC9C2}">
      <dsp:nvSpPr>
        <dsp:cNvPr id="0" name=""/>
        <dsp:cNvSpPr/>
      </dsp:nvSpPr>
      <dsp:spPr>
        <a:xfrm>
          <a:off x="410024" y="41872"/>
          <a:ext cx="1247682" cy="1247682"/>
        </a:xfrm>
        <a:prstGeom prst="circularArrow">
          <a:avLst>
            <a:gd name="adj1" fmla="val 5085"/>
            <a:gd name="adj2" fmla="val 327528"/>
            <a:gd name="adj3" fmla="val 5072221"/>
            <a:gd name="adj4" fmla="val 1800000"/>
            <a:gd name="adj5" fmla="val 5932"/>
          </a:avLst>
        </a:prstGeom>
        <a:solidFill>
          <a:srgbClr val="7030A0"/>
        </a:solidFill>
        <a:ln>
          <a:noFill/>
        </a:ln>
        <a:effectLst/>
      </dsp:spPr>
      <dsp:style>
        <a:lnRef idx="0">
          <a:scrgbClr r="0" g="0" b="0"/>
        </a:lnRef>
        <a:fillRef idx="1">
          <a:scrgbClr r="0" g="0" b="0"/>
        </a:fillRef>
        <a:effectRef idx="0">
          <a:scrgbClr r="0" g="0" b="0"/>
        </a:effectRef>
        <a:fontRef idx="minor">
          <a:schemeClr val="lt1"/>
        </a:fontRef>
      </dsp:style>
    </dsp:sp>
    <dsp:sp modelId="{C44ED3D2-A3B3-904C-B522-A9E753DA7DC0}">
      <dsp:nvSpPr>
        <dsp:cNvPr id="0" name=""/>
        <dsp:cNvSpPr/>
      </dsp:nvSpPr>
      <dsp:spPr>
        <a:xfrm>
          <a:off x="383671" y="41872"/>
          <a:ext cx="1247682" cy="1247682"/>
        </a:xfrm>
        <a:prstGeom prst="circularArrow">
          <a:avLst>
            <a:gd name="adj1" fmla="val 5085"/>
            <a:gd name="adj2" fmla="val 327528"/>
            <a:gd name="adj3" fmla="val 8672472"/>
            <a:gd name="adj4" fmla="val 5400251"/>
            <a:gd name="adj5" fmla="val 5932"/>
          </a:avLst>
        </a:prstGeom>
        <a:solidFill>
          <a:srgbClr val="7030A0"/>
        </a:solidFill>
        <a:ln>
          <a:noFill/>
        </a:ln>
        <a:effectLst/>
      </dsp:spPr>
      <dsp:style>
        <a:lnRef idx="0">
          <a:scrgbClr r="0" g="0" b="0"/>
        </a:lnRef>
        <a:fillRef idx="1">
          <a:scrgbClr r="0" g="0" b="0"/>
        </a:fillRef>
        <a:effectRef idx="0">
          <a:scrgbClr r="0" g="0" b="0"/>
        </a:effectRef>
        <a:fontRef idx="minor">
          <a:schemeClr val="lt1"/>
        </a:fontRef>
      </dsp:style>
    </dsp:sp>
    <dsp:sp modelId="{BB3A7203-1D52-6240-A9B0-7271DEE3EE4A}">
      <dsp:nvSpPr>
        <dsp:cNvPr id="0" name=""/>
        <dsp:cNvSpPr/>
      </dsp:nvSpPr>
      <dsp:spPr>
        <a:xfrm>
          <a:off x="370454" y="19007"/>
          <a:ext cx="1247682" cy="1247682"/>
        </a:xfrm>
        <a:prstGeom prst="circularArrow">
          <a:avLst>
            <a:gd name="adj1" fmla="val 5085"/>
            <a:gd name="adj2" fmla="val 327528"/>
            <a:gd name="adj3" fmla="val 12272472"/>
            <a:gd name="adj4" fmla="val 9000000"/>
            <a:gd name="adj5" fmla="val 5932"/>
          </a:avLst>
        </a:prstGeom>
        <a:solidFill>
          <a:srgbClr val="7030A0"/>
        </a:solidFill>
        <a:ln>
          <a:noFill/>
        </a:ln>
        <a:effectLst/>
      </dsp:spPr>
      <dsp:style>
        <a:lnRef idx="0">
          <a:scrgbClr r="0" g="0" b="0"/>
        </a:lnRef>
        <a:fillRef idx="1">
          <a:scrgbClr r="0" g="0" b="0"/>
        </a:fillRef>
        <a:effectRef idx="0">
          <a:scrgbClr r="0" g="0" b="0"/>
        </a:effectRef>
        <a:fontRef idx="minor">
          <a:schemeClr val="lt1"/>
        </a:fontRef>
      </dsp:style>
    </dsp:sp>
    <dsp:sp modelId="{EC0580EB-F71D-7F43-AE92-8E130E0EF971}">
      <dsp:nvSpPr>
        <dsp:cNvPr id="0" name=""/>
        <dsp:cNvSpPr/>
      </dsp:nvSpPr>
      <dsp:spPr>
        <a:xfrm>
          <a:off x="383671" y="-3857"/>
          <a:ext cx="1247682" cy="1247682"/>
        </a:xfrm>
        <a:prstGeom prst="circularArrow">
          <a:avLst>
            <a:gd name="adj1" fmla="val 5085"/>
            <a:gd name="adj2" fmla="val 327528"/>
            <a:gd name="adj3" fmla="val 15872221"/>
            <a:gd name="adj4" fmla="val 12600000"/>
            <a:gd name="adj5" fmla="val 5932"/>
          </a:avLst>
        </a:prstGeom>
        <a:solidFill>
          <a:srgbClr val="7030A0"/>
        </a:solidFill>
        <a:ln>
          <a:noFill/>
        </a:ln>
        <a:effectLst/>
      </dsp:spPr>
      <dsp:style>
        <a:lnRef idx="0">
          <a:scrgbClr r="0" g="0" b="0"/>
        </a:lnRef>
        <a:fillRef idx="1">
          <a:scrgbClr r="0" g="0" b="0"/>
        </a:fillRef>
        <a:effectRef idx="0">
          <a:scrgbClr r="0" g="0" b="0"/>
        </a:effectRef>
        <a:fontRef idx="minor">
          <a:schemeClr val="lt1"/>
        </a:fontRef>
      </dsp:style>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FDC1B5-DD98-574B-AC35-4B2A8FC0D944}">
      <dsp:nvSpPr>
        <dsp:cNvPr id="0" name=""/>
        <dsp:cNvSpPr/>
      </dsp:nvSpPr>
      <dsp:spPr>
        <a:xfrm>
          <a:off x="307009" y="91140"/>
          <a:ext cx="1462173" cy="1462173"/>
        </a:xfrm>
        <a:prstGeom prst="pie">
          <a:avLst>
            <a:gd name="adj1" fmla="val 16200000"/>
            <a:gd name="adj2" fmla="val 19800000"/>
          </a:avLst>
        </a:prstGeom>
        <a:noFill/>
        <a:ln w="6350" cap="flat" cmpd="sng" algn="ctr">
          <a:solidFill>
            <a:schemeClr val="tx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1590" tIns="21590" rIns="21590" bIns="21590" numCol="1" spcCol="1270" anchor="ctr" anchorCtr="0">
          <a:noAutofit/>
        </a:bodyPr>
        <a:lstStyle/>
        <a:p>
          <a:pPr marL="0" lvl="0" indent="0" algn="ctr" defTabSz="755650">
            <a:lnSpc>
              <a:spcPct val="90000"/>
            </a:lnSpc>
            <a:spcBef>
              <a:spcPct val="0"/>
            </a:spcBef>
            <a:spcAft>
              <a:spcPct val="35000"/>
            </a:spcAft>
            <a:buNone/>
          </a:pPr>
          <a:endParaRPr lang="en-GB" sz="1700" kern="1200"/>
        </a:p>
      </dsp:txBody>
      <dsp:txXfrm>
        <a:off x="1072909" y="277916"/>
        <a:ext cx="382950" cy="295916"/>
      </dsp:txXfrm>
    </dsp:sp>
    <dsp:sp modelId="{FA8B10F4-1716-0D4F-8946-2BD0BCFF76D4}">
      <dsp:nvSpPr>
        <dsp:cNvPr id="0" name=""/>
        <dsp:cNvSpPr/>
      </dsp:nvSpPr>
      <dsp:spPr>
        <a:xfrm>
          <a:off x="324416" y="121254"/>
          <a:ext cx="1462173" cy="1462173"/>
        </a:xfrm>
        <a:prstGeom prst="pie">
          <a:avLst>
            <a:gd name="adj1" fmla="val 19800000"/>
            <a:gd name="adj2" fmla="val 1800000"/>
          </a:avLst>
        </a:prstGeom>
        <a:noFill/>
        <a:ln w="6350" cap="flat" cmpd="sng" algn="ctr">
          <a:solidFill>
            <a:schemeClr val="tx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1590" tIns="21590" rIns="21590" bIns="21590" numCol="1" spcCol="1270" anchor="ctr" anchorCtr="0">
          <a:noAutofit/>
        </a:bodyPr>
        <a:lstStyle/>
        <a:p>
          <a:pPr marL="0" lvl="0" indent="0" algn="ctr" defTabSz="755650">
            <a:lnSpc>
              <a:spcPct val="90000"/>
            </a:lnSpc>
            <a:spcBef>
              <a:spcPct val="0"/>
            </a:spcBef>
            <a:spcAft>
              <a:spcPct val="35000"/>
            </a:spcAft>
            <a:buNone/>
          </a:pPr>
          <a:endParaRPr lang="en-GB" sz="1700" kern="1200"/>
        </a:p>
      </dsp:txBody>
      <dsp:txXfrm>
        <a:off x="1316605" y="713086"/>
        <a:ext cx="400357" cy="287212"/>
      </dsp:txXfrm>
    </dsp:sp>
    <dsp:sp modelId="{5BB35CE9-353A-FC44-93B1-D87A8170D99A}">
      <dsp:nvSpPr>
        <dsp:cNvPr id="0" name=""/>
        <dsp:cNvSpPr/>
      </dsp:nvSpPr>
      <dsp:spPr>
        <a:xfrm>
          <a:off x="307009" y="151368"/>
          <a:ext cx="1462173" cy="1462173"/>
        </a:xfrm>
        <a:prstGeom prst="pie">
          <a:avLst>
            <a:gd name="adj1" fmla="val 1800000"/>
            <a:gd name="adj2" fmla="val 5400000"/>
          </a:avLst>
        </a:prstGeom>
        <a:noFill/>
        <a:ln w="6350" cap="flat" cmpd="sng" algn="ctr">
          <a:solidFill>
            <a:schemeClr val="tx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1590" tIns="21590" rIns="21590" bIns="21590" numCol="1" spcCol="1270" anchor="ctr" anchorCtr="0">
          <a:noAutofit/>
        </a:bodyPr>
        <a:lstStyle/>
        <a:p>
          <a:pPr marL="0" lvl="0" indent="0" algn="ctr" defTabSz="755650">
            <a:lnSpc>
              <a:spcPct val="90000"/>
            </a:lnSpc>
            <a:spcBef>
              <a:spcPct val="0"/>
            </a:spcBef>
            <a:spcAft>
              <a:spcPct val="35000"/>
            </a:spcAft>
            <a:buNone/>
          </a:pPr>
          <a:endParaRPr lang="en-GB" sz="1700" kern="1200"/>
        </a:p>
      </dsp:txBody>
      <dsp:txXfrm>
        <a:off x="1072909" y="1139554"/>
        <a:ext cx="382950" cy="295916"/>
      </dsp:txXfrm>
    </dsp:sp>
    <dsp:sp modelId="{73A0E037-86C6-7B41-9114-5D4F31E08C88}">
      <dsp:nvSpPr>
        <dsp:cNvPr id="0" name=""/>
        <dsp:cNvSpPr/>
      </dsp:nvSpPr>
      <dsp:spPr>
        <a:xfrm>
          <a:off x="272195" y="151368"/>
          <a:ext cx="1462173" cy="1462173"/>
        </a:xfrm>
        <a:prstGeom prst="pie">
          <a:avLst>
            <a:gd name="adj1" fmla="val 5400000"/>
            <a:gd name="adj2" fmla="val 9000000"/>
          </a:avLst>
        </a:prstGeom>
        <a:noFill/>
        <a:ln w="6350" cap="flat" cmpd="sng" algn="ctr">
          <a:solidFill>
            <a:schemeClr val="tx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1590" tIns="21590" rIns="21590" bIns="21590" numCol="1" spcCol="1270" anchor="ctr" anchorCtr="0">
          <a:noAutofit/>
        </a:bodyPr>
        <a:lstStyle/>
        <a:p>
          <a:pPr marL="0" lvl="0" indent="0" algn="ctr" defTabSz="755650">
            <a:lnSpc>
              <a:spcPct val="90000"/>
            </a:lnSpc>
            <a:spcBef>
              <a:spcPct val="0"/>
            </a:spcBef>
            <a:spcAft>
              <a:spcPct val="35000"/>
            </a:spcAft>
            <a:buNone/>
          </a:pPr>
          <a:endParaRPr lang="en-GB" sz="1700" kern="1200"/>
        </a:p>
      </dsp:txBody>
      <dsp:txXfrm>
        <a:off x="585518" y="1139554"/>
        <a:ext cx="382950" cy="295916"/>
      </dsp:txXfrm>
    </dsp:sp>
    <dsp:sp modelId="{4A05BA7F-13F5-6F4D-9438-34315E0B29D9}">
      <dsp:nvSpPr>
        <dsp:cNvPr id="0" name=""/>
        <dsp:cNvSpPr/>
      </dsp:nvSpPr>
      <dsp:spPr>
        <a:xfrm>
          <a:off x="254788" y="121254"/>
          <a:ext cx="1462173" cy="1462173"/>
        </a:xfrm>
        <a:prstGeom prst="pie">
          <a:avLst>
            <a:gd name="adj1" fmla="val 9000000"/>
            <a:gd name="adj2" fmla="val 12600000"/>
          </a:avLst>
        </a:prstGeom>
        <a:noFill/>
        <a:ln w="6350" cap="flat" cmpd="sng" algn="ctr">
          <a:solidFill>
            <a:schemeClr val="tx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1590" tIns="21590" rIns="21590" bIns="21590" numCol="1" spcCol="1270" anchor="ctr" anchorCtr="0">
          <a:noAutofit/>
        </a:bodyPr>
        <a:lstStyle/>
        <a:p>
          <a:pPr marL="0" lvl="0" indent="0" algn="ctr" defTabSz="755650">
            <a:lnSpc>
              <a:spcPct val="90000"/>
            </a:lnSpc>
            <a:spcBef>
              <a:spcPct val="0"/>
            </a:spcBef>
            <a:spcAft>
              <a:spcPct val="35000"/>
            </a:spcAft>
            <a:buNone/>
          </a:pPr>
          <a:endParaRPr lang="en-GB" sz="1700" kern="1200"/>
        </a:p>
      </dsp:txBody>
      <dsp:txXfrm>
        <a:off x="324416" y="713086"/>
        <a:ext cx="400357" cy="287212"/>
      </dsp:txXfrm>
    </dsp:sp>
    <dsp:sp modelId="{7B0A8251-83FC-AE42-96A3-753AF3BAFAE2}">
      <dsp:nvSpPr>
        <dsp:cNvPr id="0" name=""/>
        <dsp:cNvSpPr/>
      </dsp:nvSpPr>
      <dsp:spPr>
        <a:xfrm>
          <a:off x="272195" y="91140"/>
          <a:ext cx="1462173" cy="1462173"/>
        </a:xfrm>
        <a:prstGeom prst="pie">
          <a:avLst>
            <a:gd name="adj1" fmla="val 12600000"/>
            <a:gd name="adj2" fmla="val 16200000"/>
          </a:avLst>
        </a:prstGeom>
        <a:noFill/>
        <a:ln w="6350" cap="flat" cmpd="sng" algn="ctr">
          <a:solidFill>
            <a:schemeClr val="tx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1590" tIns="21590" rIns="21590" bIns="21590" numCol="1" spcCol="1270" anchor="ctr" anchorCtr="0">
          <a:noAutofit/>
        </a:bodyPr>
        <a:lstStyle/>
        <a:p>
          <a:pPr marL="0" lvl="0" indent="0" algn="ctr" defTabSz="755650">
            <a:lnSpc>
              <a:spcPct val="90000"/>
            </a:lnSpc>
            <a:spcBef>
              <a:spcPct val="0"/>
            </a:spcBef>
            <a:spcAft>
              <a:spcPct val="35000"/>
            </a:spcAft>
            <a:buNone/>
          </a:pPr>
          <a:endParaRPr lang="en-GB" sz="1700" kern="1200"/>
        </a:p>
      </dsp:txBody>
      <dsp:txXfrm>
        <a:off x="585518" y="277916"/>
        <a:ext cx="382950" cy="295916"/>
      </dsp:txXfrm>
    </dsp:sp>
    <dsp:sp modelId="{DF9E42BF-9842-9340-881D-1E87FA7B7871}">
      <dsp:nvSpPr>
        <dsp:cNvPr id="0" name=""/>
        <dsp:cNvSpPr/>
      </dsp:nvSpPr>
      <dsp:spPr>
        <a:xfrm>
          <a:off x="216440" y="625"/>
          <a:ext cx="1643204" cy="1643204"/>
        </a:xfrm>
        <a:prstGeom prst="circularArrow">
          <a:avLst>
            <a:gd name="adj1" fmla="val 5085"/>
            <a:gd name="adj2" fmla="val 327528"/>
            <a:gd name="adj3" fmla="val 19472472"/>
            <a:gd name="adj4" fmla="val 16200251"/>
            <a:gd name="adj5" fmla="val 5932"/>
          </a:avLst>
        </a:prstGeom>
        <a:solidFill>
          <a:srgbClr val="7030A0"/>
        </a:solidFill>
        <a:ln>
          <a:noFill/>
        </a:ln>
        <a:effectLst/>
      </dsp:spPr>
      <dsp:style>
        <a:lnRef idx="0">
          <a:scrgbClr r="0" g="0" b="0"/>
        </a:lnRef>
        <a:fillRef idx="1">
          <a:scrgbClr r="0" g="0" b="0"/>
        </a:fillRef>
        <a:effectRef idx="0">
          <a:scrgbClr r="0" g="0" b="0"/>
        </a:effectRef>
        <a:fontRef idx="minor">
          <a:schemeClr val="lt1"/>
        </a:fontRef>
      </dsp:style>
    </dsp:sp>
    <dsp:sp modelId="{3C03FCEC-D44C-634E-B679-7B636225944A}">
      <dsp:nvSpPr>
        <dsp:cNvPr id="0" name=""/>
        <dsp:cNvSpPr/>
      </dsp:nvSpPr>
      <dsp:spPr>
        <a:xfrm>
          <a:off x="233847" y="30739"/>
          <a:ext cx="1643204" cy="1643204"/>
        </a:xfrm>
        <a:prstGeom prst="circularArrow">
          <a:avLst>
            <a:gd name="adj1" fmla="val 5085"/>
            <a:gd name="adj2" fmla="val 327528"/>
            <a:gd name="adj3" fmla="val 1472472"/>
            <a:gd name="adj4" fmla="val 19800000"/>
            <a:gd name="adj5" fmla="val 5932"/>
          </a:avLst>
        </a:prstGeom>
        <a:solidFill>
          <a:srgbClr val="7030A0"/>
        </a:solidFill>
        <a:ln>
          <a:noFill/>
        </a:ln>
        <a:effectLst/>
      </dsp:spPr>
      <dsp:style>
        <a:lnRef idx="0">
          <a:scrgbClr r="0" g="0" b="0"/>
        </a:lnRef>
        <a:fillRef idx="1">
          <a:scrgbClr r="0" g="0" b="0"/>
        </a:fillRef>
        <a:effectRef idx="0">
          <a:scrgbClr r="0" g="0" b="0"/>
        </a:effectRef>
        <a:fontRef idx="minor">
          <a:schemeClr val="lt1"/>
        </a:fontRef>
      </dsp:style>
    </dsp:sp>
    <dsp:sp modelId="{CAC1B9FE-EAF0-5040-9970-B0087BDBC9C2}">
      <dsp:nvSpPr>
        <dsp:cNvPr id="0" name=""/>
        <dsp:cNvSpPr/>
      </dsp:nvSpPr>
      <dsp:spPr>
        <a:xfrm>
          <a:off x="216440" y="60852"/>
          <a:ext cx="1643204" cy="1643204"/>
        </a:xfrm>
        <a:prstGeom prst="circularArrow">
          <a:avLst>
            <a:gd name="adj1" fmla="val 5085"/>
            <a:gd name="adj2" fmla="val 327528"/>
            <a:gd name="adj3" fmla="val 5072221"/>
            <a:gd name="adj4" fmla="val 1800000"/>
            <a:gd name="adj5" fmla="val 5932"/>
          </a:avLst>
        </a:prstGeom>
        <a:solidFill>
          <a:srgbClr val="7030A0"/>
        </a:solidFill>
        <a:ln>
          <a:noFill/>
        </a:ln>
        <a:effectLst/>
      </dsp:spPr>
      <dsp:style>
        <a:lnRef idx="0">
          <a:scrgbClr r="0" g="0" b="0"/>
        </a:lnRef>
        <a:fillRef idx="1">
          <a:scrgbClr r="0" g="0" b="0"/>
        </a:fillRef>
        <a:effectRef idx="0">
          <a:scrgbClr r="0" g="0" b="0"/>
        </a:effectRef>
        <a:fontRef idx="minor">
          <a:schemeClr val="lt1"/>
        </a:fontRef>
      </dsp:style>
    </dsp:sp>
    <dsp:sp modelId="{C44ED3D2-A3B3-904C-B522-A9E753DA7DC0}">
      <dsp:nvSpPr>
        <dsp:cNvPr id="0" name=""/>
        <dsp:cNvSpPr/>
      </dsp:nvSpPr>
      <dsp:spPr>
        <a:xfrm>
          <a:off x="181733" y="60852"/>
          <a:ext cx="1643204" cy="1643204"/>
        </a:xfrm>
        <a:prstGeom prst="circularArrow">
          <a:avLst>
            <a:gd name="adj1" fmla="val 5085"/>
            <a:gd name="adj2" fmla="val 327528"/>
            <a:gd name="adj3" fmla="val 8672472"/>
            <a:gd name="adj4" fmla="val 5400251"/>
            <a:gd name="adj5" fmla="val 5932"/>
          </a:avLst>
        </a:prstGeom>
        <a:solidFill>
          <a:srgbClr val="7030A0"/>
        </a:solidFill>
        <a:ln>
          <a:noFill/>
        </a:ln>
        <a:effectLst/>
      </dsp:spPr>
      <dsp:style>
        <a:lnRef idx="0">
          <a:scrgbClr r="0" g="0" b="0"/>
        </a:lnRef>
        <a:fillRef idx="1">
          <a:scrgbClr r="0" g="0" b="0"/>
        </a:fillRef>
        <a:effectRef idx="0">
          <a:scrgbClr r="0" g="0" b="0"/>
        </a:effectRef>
        <a:fontRef idx="minor">
          <a:schemeClr val="lt1"/>
        </a:fontRef>
      </dsp:style>
    </dsp:sp>
    <dsp:sp modelId="{BB3A7203-1D52-6240-A9B0-7271DEE3EE4A}">
      <dsp:nvSpPr>
        <dsp:cNvPr id="0" name=""/>
        <dsp:cNvSpPr/>
      </dsp:nvSpPr>
      <dsp:spPr>
        <a:xfrm>
          <a:off x="164326" y="30739"/>
          <a:ext cx="1643204" cy="1643204"/>
        </a:xfrm>
        <a:prstGeom prst="circularArrow">
          <a:avLst>
            <a:gd name="adj1" fmla="val 5085"/>
            <a:gd name="adj2" fmla="val 327528"/>
            <a:gd name="adj3" fmla="val 12272472"/>
            <a:gd name="adj4" fmla="val 9000000"/>
            <a:gd name="adj5" fmla="val 5932"/>
          </a:avLst>
        </a:prstGeom>
        <a:solidFill>
          <a:srgbClr val="7030A0"/>
        </a:solidFill>
        <a:ln>
          <a:noFill/>
        </a:ln>
        <a:effectLst/>
      </dsp:spPr>
      <dsp:style>
        <a:lnRef idx="0">
          <a:scrgbClr r="0" g="0" b="0"/>
        </a:lnRef>
        <a:fillRef idx="1">
          <a:scrgbClr r="0" g="0" b="0"/>
        </a:fillRef>
        <a:effectRef idx="0">
          <a:scrgbClr r="0" g="0" b="0"/>
        </a:effectRef>
        <a:fontRef idx="minor">
          <a:schemeClr val="lt1"/>
        </a:fontRef>
      </dsp:style>
    </dsp:sp>
    <dsp:sp modelId="{EC0580EB-F71D-7F43-AE92-8E130E0EF971}">
      <dsp:nvSpPr>
        <dsp:cNvPr id="0" name=""/>
        <dsp:cNvSpPr/>
      </dsp:nvSpPr>
      <dsp:spPr>
        <a:xfrm>
          <a:off x="181733" y="625"/>
          <a:ext cx="1643204" cy="1643204"/>
        </a:xfrm>
        <a:prstGeom prst="circularArrow">
          <a:avLst>
            <a:gd name="adj1" fmla="val 5085"/>
            <a:gd name="adj2" fmla="val 327528"/>
            <a:gd name="adj3" fmla="val 15872221"/>
            <a:gd name="adj4" fmla="val 12600000"/>
            <a:gd name="adj5" fmla="val 5932"/>
          </a:avLst>
        </a:prstGeom>
        <a:solidFill>
          <a:srgbClr val="7030A0"/>
        </a:solidFill>
        <a:ln>
          <a:noFill/>
        </a:ln>
        <a:effectLst/>
      </dsp:spPr>
      <dsp:style>
        <a:lnRef idx="0">
          <a:scrgbClr r="0" g="0" b="0"/>
        </a:lnRef>
        <a:fillRef idx="1">
          <a:scrgbClr r="0" g="0" b="0"/>
        </a:fillRef>
        <a:effectRef idx="0">
          <a:scrgbClr r="0" g="0" b="0"/>
        </a:effectRef>
        <a:fontRef idx="minor">
          <a:schemeClr val="lt1"/>
        </a:fontRef>
      </dsp:style>
    </dsp:sp>
  </dsp:spTree>
</dsp:drawing>
</file>

<file path=ppt/diagrams/layout1.xml><?xml version="1.0" encoding="utf-8"?>
<dgm:layoutDef xmlns:dgm="http://schemas.openxmlformats.org/drawingml/2006/diagram" xmlns:a="http://schemas.openxmlformats.org/drawingml/2006/main" uniqueId="urn:microsoft.com/office/officeart/2005/8/layout/cycle8">
  <dgm:title val=""/>
  <dgm:desc val=""/>
  <dgm:catLst>
    <dgm:cat type="cycle" pri="7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 modelId="5"/>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clrData>
  <dgm:layoutNode name="compositeShape">
    <dgm:varLst>
      <dgm:chMax val="7"/>
      <dgm:dir/>
      <dgm:resizeHandles val="exact"/>
    </dgm:varLst>
    <dgm:alg type="composite">
      <dgm:param type="horzAlign" val="ctr"/>
      <dgm:param type="vertAlign" val="mid"/>
      <dgm:param type="ar" val="1"/>
    </dgm:alg>
    <dgm:shape xmlns:r="http://schemas.openxmlformats.org/officeDocument/2006/relationships" r:blip="">
      <dgm:adjLst/>
    </dgm:shape>
    <dgm:presOf/>
    <dgm:choose name="Name0">
      <dgm:if name="Name1" axis="ch" ptType="node" func="cnt" op="equ" val="1">
        <dgm:constrLst>
          <dgm:constr type="l" for="ch" forName="wedge1" refType="w" fact="0.08"/>
          <dgm:constr type="t" for="ch" forName="wedge1" refType="w" fact="0.08"/>
          <dgm:constr type="w" for="ch" forName="wedge1" refType="w" fact="0.84"/>
          <dgm:constr type="h" for="ch" forName="wedge1" refType="h" fact="0.84"/>
          <dgm:constr type="l" for="ch" forName="dummy1a" refType="w" fact="0.5"/>
          <dgm:constr type="t" for="ch" forName="dummy1a" refType="h" fact="0.08"/>
          <dgm:constr type="l" for="ch" forName="dummy1b" refType="w" fact="0.5"/>
          <dgm:constr type="t" for="ch" forName="dummy1b" refType="h" fact="0.08"/>
          <dgm:constr type="l" for="ch" forName="wedge1Tx" refType="w" fact="0.22"/>
          <dgm:constr type="t" for="ch" forName="wedge1Tx" refType="h" fact="0.22"/>
          <dgm:constr type="w" for="ch" forName="wedge1Tx" refType="w" fact="0.56"/>
          <dgm:constr type="h" for="ch" forName="wedge1Tx" refType="h" fact="0.56"/>
          <dgm:constr type="h" for="ch" forName="arrowWedge1single" refType="w" fact="0.08"/>
          <dgm:constr type="diam" for="ch" forName="arrowWedge1single" refType="w" fact="0.84"/>
          <dgm:constr type="l" for="ch" forName="arrowWedge1single" refType="w" fact="0.5"/>
          <dgm:constr type="t" for="ch" forName="arrowWedge1single" refType="w" fact="0.5"/>
          <dgm:constr type="primFontSz" for="ch" ptType="node" op="equ"/>
        </dgm:constrLst>
      </dgm:if>
      <dgm:if name="Name2" axis="ch" ptType="node" func="cnt" op="equ" val="2">
        <dgm:constrLst>
          <dgm:constr type="l" for="ch" forName="wedge1" refType="w" fact="0.1"/>
          <dgm:constr type="t" for="ch" forName="wedge1" refType="w" fact="0.08"/>
          <dgm:constr type="w" for="ch" forName="wedge1" refType="w" fact="0.84"/>
          <dgm:constr type="h" for="ch" forName="wedge1" refType="h" fact="0.84"/>
          <dgm:constr type="l" for="ch" forName="dummy1a" refType="w" fact="0.52"/>
          <dgm:constr type="t" for="ch" forName="dummy1a" refType="h" fact="0.08"/>
          <dgm:constr type="l" for="ch" forName="dummy1b" refType="w" fact="0.52"/>
          <dgm:constr type="t" for="ch" forName="dummy1b" refType="h" fact="0.92"/>
          <dgm:constr type="l" for="ch" forName="wedge1Tx" refType="w" fact="0.559"/>
          <dgm:constr type="t" for="ch" forName="wedge1Tx" refType="h" fact="0.3"/>
          <dgm:constr type="w" for="ch" forName="wedge1Tx" refType="w" fact="0.3"/>
          <dgm:constr type="h" for="ch" forName="wedge1Tx" refType="h" fact="0.4"/>
          <dgm:constr type="l" for="ch" forName="wedge2" refType="w" fact="0.06"/>
          <dgm:constr type="t" for="ch" forName="wedge2" refType="w" fact="0.08"/>
          <dgm:constr type="w" for="ch" forName="wedge2" refType="w" fact="0.84"/>
          <dgm:constr type="h" for="ch" forName="wedge2" refType="h" fact="0.84"/>
          <dgm:constr type="l" for="ch" forName="dummy2a" refType="w" fact="0.48"/>
          <dgm:constr type="t" for="ch" forName="dummy2a" refType="h" fact="0.92"/>
          <dgm:constr type="l" for="ch" forName="dummy2b" refType="w" fact="0.48"/>
          <dgm:constr type="t" for="ch" forName="dummy2b" refType="h" fact="0.08"/>
          <dgm:constr type="r" for="ch" forName="wedge2Tx" refType="w" fact="0.441"/>
          <dgm:constr type="t" for="ch" forName="wedge2Tx" refType="h" fact="0.3"/>
          <dgm:constr type="w" for="ch" forName="wedge2Tx" refType="w" fact="0.3"/>
          <dgm:constr type="h" for="ch" forName="wedge2Tx" refType="h" fact="0.4"/>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primFontSz" for="ch" ptType="node" op="equ"/>
        </dgm:constrLst>
      </dgm:if>
      <dgm:if name="Name3" axis="ch" ptType="node" func="cnt" op="equ" val="3">
        <dgm:constrLst>
          <dgm:constr type="l" for="ch" forName="wedge1" refType="w" fact="0.0973"/>
          <dgm:constr type="t" for="ch" forName="wedge1" refType="w" fact="0.07"/>
          <dgm:constr type="w" for="ch" forName="wedge1" refType="w" fact="0.84"/>
          <dgm:constr type="h" for="ch" forName="wedge1" refType="h" fact="0.84"/>
          <dgm:constr type="l" for="ch" forName="dummy1a" refType="w" fact="0.5173"/>
          <dgm:constr type="t" for="ch" forName="dummy1a" refType="h" fact="0.07"/>
          <dgm:constr type="l" for="ch" forName="dummy1b" refType="w" fact="0.8811"/>
          <dgm:constr type="t" for="ch" forName="dummy1b" refType="h" fact="0.7"/>
          <dgm:constr type="l" for="ch" forName="wedge1Tx" refType="w" fact="0.54"/>
          <dgm:constr type="t" for="ch" forName="wedge1Tx" refType="h" fact="0.248"/>
          <dgm:constr type="w" for="ch" forName="wedge1Tx" refType="w" fact="0.3"/>
          <dgm:constr type="h" for="ch" forName="wedge1Tx" refType="h" fact="0.25"/>
          <dgm:constr type="l" for="ch" forName="wedge2" refType="w" fact="0.08"/>
          <dgm:constr type="t" for="ch" forName="wedge2" refType="w" fact="0.1"/>
          <dgm:constr type="w" for="ch" forName="wedge2" refType="w" fact="0.84"/>
          <dgm:constr type="h" for="ch" forName="wedge2" refType="h" fact="0.84"/>
          <dgm:constr type="l" for="ch" forName="dummy2a" refType="w" fact="0.8637"/>
          <dgm:constr type="t" for="ch" forName="dummy2a" refType="h" fact="0.73"/>
          <dgm:constr type="l" for="ch" forName="dummy2b" refType="w" fact="0.1363"/>
          <dgm:constr type="t" for="ch" forName="dummy2b" refType="h" fact="0.73"/>
          <dgm:constr type="l" for="ch" forName="wedge2Tx" refType="w" fact="0.28"/>
          <dgm:constr type="t" for="ch" forName="wedge2Tx" refType="h" fact="0.645"/>
          <dgm:constr type="w" for="ch" forName="wedge2Tx" refType="w" fact="0.45"/>
          <dgm:constr type="h" for="ch" forName="wedge2Tx" refType="h" fact="0.22"/>
          <dgm:constr type="l" for="ch" forName="wedge3" refType="w" fact="0.0627"/>
          <dgm:constr type="t" for="ch" forName="wedge3" refType="w" fact="0.07"/>
          <dgm:constr type="w" for="ch" forName="wedge3" refType="w" fact="0.84"/>
          <dgm:constr type="h" for="ch" forName="wedge3" refType="h" fact="0.84"/>
          <dgm:constr type="l" for="ch" forName="dummy3a" refType="w" fact="0.1189"/>
          <dgm:constr type="t" for="ch" forName="dummy3a" refType="h" fact="0.7"/>
          <dgm:constr type="l" for="ch" forName="dummy3b" refType="w" fact="0.4827"/>
          <dgm:constr type="t" for="ch" forName="dummy3b" refType="h" fact="0.07"/>
          <dgm:constr type="r" for="ch" forName="wedge3Tx" refType="w" fact="0.46"/>
          <dgm:constr type="t" for="ch" forName="wedge3Tx" refType="h" fact="0.248"/>
          <dgm:constr type="w" for="ch" forName="wedge3Tx" refType="w" fact="0.3"/>
          <dgm:constr type="h" for="ch" forName="wedge3Tx" refType="h" fact="0.25"/>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primFontSz" for="ch" ptType="node" op="equ"/>
        </dgm:constrLst>
      </dgm:if>
      <dgm:if name="Name4" axis="ch" ptType="node" func="cnt" op="equ" val="4">
        <dgm:constrLst>
          <dgm:constr type="l" for="ch" forName="wedge1" refType="w" fact="0.0941"/>
          <dgm:constr type="t" for="ch" forName="wedge1" refType="w" fact="0.0659"/>
          <dgm:constr type="w" for="ch" forName="wedge1" refType="w" fact="0.84"/>
          <dgm:constr type="h" for="ch" forName="wedge1" refType="h" fact="0.84"/>
          <dgm:constr type="l" for="ch" forName="dummy1a" refType="w" fact="0.5141"/>
          <dgm:constr type="t" for="ch" forName="dummy1a" refType="h" fact="0.0659"/>
          <dgm:constr type="l" for="ch" forName="dummy1b" refType="w" fact="0.9341"/>
          <dgm:constr type="t" for="ch" forName="dummy1b" refType="h" fact="0.4859"/>
          <dgm:constr type="l" for="ch" forName="wedge1Tx" refType="w" fact="0.54"/>
          <dgm:constr type="t" for="ch" forName="wedge1Tx" refType="h" fact="0.24"/>
          <dgm:constr type="w" for="ch" forName="wedge1Tx" refType="w" fact="0.31"/>
          <dgm:constr type="h" for="ch" forName="wedge1Tx" refType="h" fact="0.23"/>
          <dgm:constr type="l" for="ch" forName="wedge2" refType="w" fact="0.0941"/>
          <dgm:constr type="t" for="ch" forName="wedge2" refType="w" fact="0.0941"/>
          <dgm:constr type="w" for="ch" forName="wedge2" refType="w" fact="0.84"/>
          <dgm:constr type="h" for="ch" forName="wedge2" refType="h" fact="0.84"/>
          <dgm:constr type="l" for="ch" forName="dummy2a" refType="w" fact="0.9341"/>
          <dgm:constr type="t" for="ch" forName="dummy2a" refType="h" fact="0.5141"/>
          <dgm:constr type="l" for="ch" forName="dummy2b" refType="w" fact="0.5141"/>
          <dgm:constr type="t" for="ch" forName="dummy2b" refType="h" fact="0.9341"/>
          <dgm:constr type="l" for="ch" forName="wedge2Tx" refType="w" fact="0.54"/>
          <dgm:constr type="t" for="ch" forName="wedge2Tx" refType="h" fact="0.53"/>
          <dgm:constr type="w" for="ch" forName="wedge2Tx" refType="w" fact="0.31"/>
          <dgm:constr type="h" for="ch" forName="wedge2Tx" refType="h" fact="0.23"/>
          <dgm:constr type="l" for="ch" forName="wedge3" refType="w" fact="0.0659"/>
          <dgm:constr type="t" for="ch" forName="wedge3" refType="w" fact="0.0941"/>
          <dgm:constr type="w" for="ch" forName="wedge3" refType="w" fact="0.84"/>
          <dgm:constr type="h" for="ch" forName="wedge3" refType="h" fact="0.84"/>
          <dgm:constr type="l" for="ch" forName="dummy3a" refType="w" fact="0.4859"/>
          <dgm:constr type="t" for="ch" forName="dummy3a" refType="h" fact="0.9341"/>
          <dgm:constr type="l" for="ch" forName="dummy3b" refType="w" fact="0.0659"/>
          <dgm:constr type="t" for="ch" forName="dummy3b" refType="h" fact="0.5141"/>
          <dgm:constr type="r" for="ch" forName="wedge3Tx" refType="w" fact="0.46"/>
          <dgm:constr type="t" for="ch" forName="wedge3Tx" refType="h" fact="0.53"/>
          <dgm:constr type="w" for="ch" forName="wedge3Tx" refType="w" fact="0.31"/>
          <dgm:constr type="h" for="ch" forName="wedge3Tx" refType="h" fact="0.23"/>
          <dgm:constr type="l" for="ch" forName="wedge4" refType="w" fact="0.0659"/>
          <dgm:constr type="t" for="ch" forName="wedge4" refType="h" fact="0.0659"/>
          <dgm:constr type="w" for="ch" forName="wedge4" refType="w" fact="0.84"/>
          <dgm:constr type="h" for="ch" forName="wedge4" refType="h" fact="0.84"/>
          <dgm:constr type="l" for="ch" forName="dummy4a" refType="w" fact="0.0659"/>
          <dgm:constr type="t" for="ch" forName="dummy4a" refType="h" fact="0.4859"/>
          <dgm:constr type="l" for="ch" forName="dummy4b" refType="w" fact="0.4859"/>
          <dgm:constr type="t" for="ch" forName="dummy4b" refType="h" fact="0.0659"/>
          <dgm:constr type="r" for="ch" forName="wedge4Tx" refType="w" fact="0.46"/>
          <dgm:constr type="t" for="ch" forName="wedge4Tx" refType="h" fact="0.24"/>
          <dgm:constr type="w" for="ch" forName="wedge4Tx" refType="w" fact="0.31"/>
          <dgm:constr type="h" for="ch" forName="wedge4Tx" refType="h" fact="0.23"/>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primFontSz" for="ch" ptType="node" op="equ"/>
        </dgm:constrLst>
      </dgm:if>
      <dgm:if name="Name5" axis="ch" ptType="node" func="cnt" op="equ" val="5">
        <dgm:constrLst>
          <dgm:constr type="l" for="ch" forName="wedge1" refType="w" fact="0.0918"/>
          <dgm:constr type="t" for="ch" forName="wedge1" refType="w" fact="0.0638"/>
          <dgm:constr type="w" for="ch" forName="wedge1" refType="w" fact="0.84"/>
          <dgm:constr type="h" for="ch" forName="wedge1" refType="h" fact="0.84"/>
          <dgm:constr type="l" for="ch" forName="dummy1a" refType="w" fact="0.5118"/>
          <dgm:constr type="t" for="ch" forName="dummy1a" refType="h" fact="0.0638"/>
          <dgm:constr type="l" for="ch" forName="dummy1b" refType="w" fact="0.9112"/>
          <dgm:constr type="t" for="ch" forName="dummy1b" refType="h" fact="0.354"/>
          <dgm:constr type="l" for="ch" forName="wedge1Tx" refType="w" fact="0.53"/>
          <dgm:constr type="t" for="ch" forName="wedge1Tx" refType="h" fact="0.205"/>
          <dgm:constr type="w" for="ch" forName="wedge1Tx" refType="w" fact="0.27"/>
          <dgm:constr type="h" for="ch" forName="wedge1Tx" refType="h" fact="0.18"/>
          <dgm:constr type="l" for="ch" forName="wedge2" refType="w" fact="0.099"/>
          <dgm:constr type="t" for="ch" forName="wedge2" refType="w" fact="0.0862"/>
          <dgm:constr type="w" for="ch" forName="wedge2" refType="w" fact="0.84"/>
          <dgm:constr type="h" for="ch" forName="wedge2" refType="h" fact="0.84"/>
          <dgm:constr type="l" for="ch" forName="dummy2a" refType="w" fact="0.9185"/>
          <dgm:constr type="t" for="ch" forName="dummy2a" refType="h" fact="0.3764"/>
          <dgm:constr type="l" for="ch" forName="dummy2b" refType="w" fact="0.7659"/>
          <dgm:constr type="t" for="ch" forName="dummy2b" refType="h" fact="0.846"/>
          <dgm:constr type="l" for="ch" forName="wedge2Tx" refType="w" fact="0.64"/>
          <dgm:constr type="t" for="ch" forName="wedge2Tx" refType="h" fact="0.47"/>
          <dgm:constr type="w" for="ch" forName="wedge2Tx" refType="w" fact="0.25"/>
          <dgm:constr type="h" for="ch" forName="wedge2Tx" refType="h" fact="0.2"/>
          <dgm:constr type="l" for="ch" forName="wedge3" refType="w" fact="0.08"/>
          <dgm:constr type="t" for="ch" forName="wedge3" refType="w" fact="0.1"/>
          <dgm:constr type="w" for="ch" forName="wedge3" refType="w" fact="0.84"/>
          <dgm:constr type="h" for="ch" forName="wedge3" refType="h" fact="0.84"/>
          <dgm:constr type="l" for="ch" forName="dummy3a" refType="w" fact="0.7469"/>
          <dgm:constr type="t" for="ch" forName="dummy3a" refType="h" fact="0.8598"/>
          <dgm:constr type="l" for="ch" forName="dummy3b" refType="w" fact="0.2531"/>
          <dgm:constr type="t" for="ch" forName="dummy3b" refType="h" fact="0.8598"/>
          <dgm:constr type="l" for="ch" forName="wedge3Tx" refType="w" fact="0.38"/>
          <dgm:constr type="t" for="ch" forName="wedge3Tx" refType="h" fact="0.69"/>
          <dgm:constr type="w" for="ch" forName="wedge3Tx" refType="w" fact="0.24"/>
          <dgm:constr type="h" for="ch" forName="wedge3Tx" refType="h" fact="0.22"/>
          <dgm:constr type="l" for="ch" forName="wedge4" refType="w" fact="0.061"/>
          <dgm:constr type="t" for="ch" forName="wedge4" refType="h" fact="0.0862"/>
          <dgm:constr type="w" for="ch" forName="wedge4" refType="w" fact="0.84"/>
          <dgm:constr type="h" for="ch" forName="wedge4" refType="h" fact="0.84"/>
          <dgm:constr type="l" for="ch" forName="dummy4a" refType="w" fact="0.2341"/>
          <dgm:constr type="t" for="ch" forName="dummy4a" refType="h" fact="0.846"/>
          <dgm:constr type="l" for="ch" forName="dummy4b" refType="w" fact="0.0815"/>
          <dgm:constr type="t" for="ch" forName="dummy4b" refType="h" fact="0.3764"/>
          <dgm:constr type="r" for="ch" forName="wedge4Tx" refType="w" fact="0.36"/>
          <dgm:constr type="t" for="ch" forName="wedge4Tx" refType="h" fact="0.47"/>
          <dgm:constr type="w" for="ch" forName="wedge4Tx" refType="w" fact="0.25"/>
          <dgm:constr type="h" for="ch" forName="wedge4Tx" refType="h" fact="0.2"/>
          <dgm:constr type="l" for="ch" forName="wedge5" refType="w" fact="0.0682"/>
          <dgm:constr type="t" for="ch" forName="wedge5" refType="h" fact="0.0638"/>
          <dgm:constr type="w" for="ch" forName="wedge5" refType="w" fact="0.84"/>
          <dgm:constr type="h" for="ch" forName="wedge5" refType="h" fact="0.84"/>
          <dgm:constr type="l" for="ch" forName="dummy5a" refType="w" fact="0.0888"/>
          <dgm:constr type="t" for="ch" forName="dummy5a" refType="h" fact="0.354"/>
          <dgm:constr type="l" for="ch" forName="dummy5b" refType="w" fact="0.4882"/>
          <dgm:constr type="t" for="ch" forName="dummy5b" refType="h" fact="0.0638"/>
          <dgm:constr type="r" for="ch" forName="wedge5Tx" refType="w" fact="0.47"/>
          <dgm:constr type="t" for="ch" forName="wedge5Tx" refType="h" fact="0.205"/>
          <dgm:constr type="w" for="ch" forName="wedge5Tx" refType="w" fact="0.27"/>
          <dgm:constr type="h" for="ch" forName="wedge5Tx" refType="h" fact="0.18"/>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primFontSz" for="ch" ptType="node" op="equ"/>
        </dgm:constrLst>
      </dgm:if>
      <dgm:if name="Name6" axis="ch" ptType="node" func="cnt" op="equ" val="6">
        <dgm:constrLst>
          <dgm:constr type="l" for="ch" forName="wedge1" refType="w" fact="0.09"/>
          <dgm:constr type="t" for="ch" forName="wedge1" refType="w" fact="0.0627"/>
          <dgm:constr type="w" for="ch" forName="wedge1" refType="w" fact="0.84"/>
          <dgm:constr type="h" for="ch" forName="wedge1" refType="h" fact="0.84"/>
          <dgm:constr type="l" for="ch" forName="dummy1a" refType="w" fact="0.51"/>
          <dgm:constr type="t" for="ch" forName="dummy1a" refType="h" fact="0.0627"/>
          <dgm:constr type="l" for="ch" forName="dummy1b" refType="w" fact="0.8737"/>
          <dgm:constr type="t" for="ch" forName="dummy1b" refType="h" fact="0.2727"/>
          <dgm:constr type="l" for="ch" forName="wedge1Tx" refType="w" fact="0.53"/>
          <dgm:constr type="t" for="ch" forName="wedge1Tx" refType="h" fact="0.17"/>
          <dgm:constr type="w" for="ch" forName="wedge1Tx" refType="w" fact="0.22"/>
          <dgm:constr type="h" for="ch" forName="wedge1Tx" refType="h" fact="0.17"/>
          <dgm:constr type="l" for="ch" forName="wedge2" refType="w" fact="0.1"/>
          <dgm:constr type="t" for="ch" forName="wedge2" refType="w" fact="0.08"/>
          <dgm:constr type="w" for="ch" forName="wedge2" refType="w" fact="0.84"/>
          <dgm:constr type="h" for="ch" forName="wedge2" refType="h" fact="0.84"/>
          <dgm:constr type="l" for="ch" forName="dummy2a" refType="w" fact="0.8837"/>
          <dgm:constr type="t" for="ch" forName="dummy2a" refType="h" fact="0.29"/>
          <dgm:constr type="l" for="ch" forName="dummy2b" refType="w" fact="0.8837"/>
          <dgm:constr type="t" for="ch" forName="dummy2b" refType="h" fact="0.71"/>
          <dgm:constr type="l" for="ch" forName="wedge2Tx" refType="w" fact="0.67"/>
          <dgm:constr type="t" for="ch" forName="wedge2Tx" refType="h" fact="0.42"/>
          <dgm:constr type="w" for="ch" forName="wedge2Tx" refType="w" fact="0.23"/>
          <dgm:constr type="h" for="ch" forName="wedge2Tx" refType="h" fact="0.165"/>
          <dgm:constr type="l" for="ch" forName="wedge3" refType="w" fact="0.09"/>
          <dgm:constr type="t" for="ch" forName="wedge3" refType="w" fact="0.0973"/>
          <dgm:constr type="w" for="ch" forName="wedge3" refType="w" fact="0.84"/>
          <dgm:constr type="h" for="ch" forName="wedge3" refType="h" fact="0.84"/>
          <dgm:constr type="l" for="ch" forName="dummy3a" refType="w" fact="0.8737"/>
          <dgm:constr type="t" for="ch" forName="dummy3a" refType="h" fact="0.7273"/>
          <dgm:constr type="l" for="ch" forName="dummy3b" refType="w" fact="0.51"/>
          <dgm:constr type="t" for="ch" forName="dummy3b" refType="h" fact="0.9373"/>
          <dgm:constr type="l" for="ch" forName="wedge3Tx" refType="w" fact="0.53"/>
          <dgm:constr type="t" for="ch" forName="wedge3Tx" refType="h" fact="0.665"/>
          <dgm:constr type="w" for="ch" forName="wedge3Tx" refType="w" fact="0.22"/>
          <dgm:constr type="h" for="ch" forName="wedge3Tx" refType="h" fact="0.17"/>
          <dgm:constr type="l" for="ch" forName="wedge4" refType="w" fact="0.07"/>
          <dgm:constr type="t" for="ch" forName="wedge4" refType="h" fact="0.0973"/>
          <dgm:constr type="w" for="ch" forName="wedge4" refType="w" fact="0.84"/>
          <dgm:constr type="h" for="ch" forName="wedge4" refType="h" fact="0.84"/>
          <dgm:constr type="l" for="ch" forName="dummy4a" refType="w" fact="0.49"/>
          <dgm:constr type="t" for="ch" forName="dummy4a" refType="h" fact="0.9373"/>
          <dgm:constr type="l" for="ch" forName="dummy4b" refType="w" fact="0.1263"/>
          <dgm:constr type="t" for="ch" forName="dummy4b" refType="h" fact="0.7273"/>
          <dgm:constr type="r" for="ch" forName="wedge4Tx" refType="w" fact="0.47"/>
          <dgm:constr type="t" for="ch" forName="wedge4Tx" refType="h" fact="0.665"/>
          <dgm:constr type="w" for="ch" forName="wedge4Tx" refType="w" fact="0.22"/>
          <dgm:constr type="h" for="ch" forName="wedge4Tx" refType="h" fact="0.17"/>
          <dgm:constr type="l" for="ch" forName="wedge5" refType="w" fact="0.06"/>
          <dgm:constr type="t" for="ch" forName="wedge5" refType="h" fact="0.08"/>
          <dgm:constr type="w" for="ch" forName="wedge5" refType="w" fact="0.84"/>
          <dgm:constr type="h" for="ch" forName="wedge5" refType="h" fact="0.84"/>
          <dgm:constr type="l" for="ch" forName="dummy5a" refType="w" fact="0.1163"/>
          <dgm:constr type="t" for="ch" forName="dummy5a" refType="h" fact="0.71"/>
          <dgm:constr type="l" for="ch" forName="dummy5b" refType="w" fact="0.1163"/>
          <dgm:constr type="t" for="ch" forName="dummy5b" refType="h" fact="0.29"/>
          <dgm:constr type="r" for="ch" forName="wedge5Tx" refType="w" fact="0.33"/>
          <dgm:constr type="t" for="ch" forName="wedge5Tx" refType="h" fact="0.42"/>
          <dgm:constr type="w" for="ch" forName="wedge5Tx" refType="w" fact="0.23"/>
          <dgm:constr type="h" for="ch" forName="wedge5Tx" refType="h" fact="0.165"/>
          <dgm:constr type="l" for="ch" forName="wedge6" refType="w" fact="0.07"/>
          <dgm:constr type="t" for="ch" forName="wedge6" refType="h" fact="0.0627"/>
          <dgm:constr type="w" for="ch" forName="wedge6" refType="w" fact="0.84"/>
          <dgm:constr type="h" for="ch" forName="wedge6" refType="h" fact="0.84"/>
          <dgm:constr type="l" for="ch" forName="dummy6a" refType="w" fact="0.1263"/>
          <dgm:constr type="t" for="ch" forName="dummy6a" refType="h" fact="0.2727"/>
          <dgm:constr type="l" for="ch" forName="dummy6b" refType="w" fact="0.49"/>
          <dgm:constr type="t" for="ch" forName="dummy6b" refType="h" fact="0.0627"/>
          <dgm:constr type="r" for="ch" forName="wedge6Tx" refType="w" fact="0.47"/>
          <dgm:constr type="t" for="ch" forName="wedge6Tx" refType="h" fact="0.17"/>
          <dgm:constr type="w" for="ch" forName="wedge6Tx" refType="w" fact="0.22"/>
          <dgm:constr type="h" for="ch" forName="wedge6Tx" refType="h" fact="0.17"/>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h" for="ch" forName="arrowWedge6" refType="w" fact="0.08"/>
          <dgm:constr type="diam" for="ch" forName="arrowWedge6" refType="w" fact="0.84"/>
          <dgm:constr type="l" for="ch" forName="arrowWedge6" refType="w" fact="0.5"/>
          <dgm:constr type="t" for="ch" forName="arrowWedge6" refType="w" fact="0.5"/>
          <dgm:constr type="primFontSz" for="ch" ptType="node" op="equ"/>
        </dgm:constrLst>
      </dgm:if>
      <dgm:else name="Name7">
        <dgm:constrLst>
          <dgm:constr type="l" for="ch" forName="wedge1" refType="w" fact="0.0887"/>
          <dgm:constr type="t" for="ch" forName="wedge1" refType="w" fact="0.062"/>
          <dgm:constr type="w" for="ch" forName="wedge1" refType="w" fact="0.84"/>
          <dgm:constr type="h" for="ch" forName="wedge1" refType="h" fact="0.84"/>
          <dgm:constr type="l" for="ch" forName="dummy1a" refType="w" fact="0.5087"/>
          <dgm:constr type="t" for="ch" forName="dummy1a" refType="h" fact="0.062"/>
          <dgm:constr type="l" for="ch" forName="dummy1b" refType="w" fact="0.837"/>
          <dgm:constr type="t" for="ch" forName="dummy1b" refType="h" fact="0.2201"/>
          <dgm:constr type="l" for="ch" forName="wedge1Tx" refType="w" fact="0.53"/>
          <dgm:constr type="t" for="ch" forName="wedge1Tx" refType="h" fact="0.14"/>
          <dgm:constr type="w" for="ch" forName="wedge1Tx" refType="w" fact="0.2"/>
          <dgm:constr type="h" for="ch" forName="wedge1Tx" refType="h" fact="0.16"/>
          <dgm:constr type="l" for="ch" forName="wedge2" refType="w" fact="0.0995"/>
          <dgm:constr type="t" for="ch" forName="wedge2" refType="w" fact="0.0755"/>
          <dgm:constr type="w" for="ch" forName="wedge2" refType="w" fact="0.84"/>
          <dgm:constr type="h" for="ch" forName="wedge2" refType="h" fact="0.84"/>
          <dgm:constr type="l" for="ch" forName="dummy2a" refType="w" fact="0.8479"/>
          <dgm:constr type="t" for="ch" forName="dummy2a" refType="h" fact="0.2337"/>
          <dgm:constr type="l" for="ch" forName="dummy2b" refType="w" fact="0.929"/>
          <dgm:constr type="t" for="ch" forName="dummy2b" refType="h" fact="0.589"/>
          <dgm:constr type="l" for="ch" forName="wedge2Tx" refType="w" fact="0.67"/>
          <dgm:constr type="t" for="ch" forName="wedge2Tx" refType="h" fact="0.38"/>
          <dgm:constr type="w" for="ch" forName="wedge2Tx" refType="w" fact="0.23"/>
          <dgm:constr type="h" for="ch" forName="wedge2Tx" refType="h" fact="0.14"/>
          <dgm:constr type="l" for="ch" forName="wedge3" refType="w" fact="0.0956"/>
          <dgm:constr type="t" for="ch" forName="wedge3" refType="w" fact="0.0925"/>
          <dgm:constr type="w" for="ch" forName="wedge3" refType="w" fact="0.84"/>
          <dgm:constr type="h" for="ch" forName="wedge3" refType="h" fact="0.84"/>
          <dgm:constr type="l" for="ch" forName="dummy3a" refType="w" fact="0.9251"/>
          <dgm:constr type="t" for="ch" forName="dummy3a" refType="h" fact="0.6059"/>
          <dgm:constr type="l" for="ch" forName="dummy3b" refType="w" fact="0.6979"/>
          <dgm:constr type="t" for="ch" forName="dummy3b" refType="h" fact="0.8909"/>
          <dgm:constr type="l" for="ch" forName="wedge3Tx" refType="w" fact="0.635"/>
          <dgm:constr type="t" for="ch" forName="wedge3Tx" refType="h" fact="0.59"/>
          <dgm:constr type="w" for="ch" forName="wedge3Tx" refType="w" fact="0.2"/>
          <dgm:constr type="h" for="ch" forName="wedge3Tx" refType="h" fact="0.155"/>
          <dgm:constr type="l" for="ch" forName="wedge4" refType="w" fact="0.08"/>
          <dgm:constr type="t" for="ch" forName="wedge4" refType="h" fact="0.1"/>
          <dgm:constr type="w" for="ch" forName="wedge4" refType="w" fact="0.84"/>
          <dgm:constr type="h" for="ch" forName="wedge4" refType="h" fact="0.84"/>
          <dgm:constr type="l" for="ch" forName="dummy4a" refType="w" fact="0.6822"/>
          <dgm:constr type="t" for="ch" forName="dummy4a" refType="h" fact="0.8984"/>
          <dgm:constr type="l" for="ch" forName="dummy4b" refType="w" fact="0.3178"/>
          <dgm:constr type="t" for="ch" forName="dummy4b" refType="h" fact="0.8984"/>
          <dgm:constr type="l" for="ch" forName="wedge4Tx" refType="w" fact="0.4025"/>
          <dgm:constr type="t" for="ch" forName="wedge4Tx" refType="h" fact="0.76"/>
          <dgm:constr type="w" for="ch" forName="wedge4Tx" refType="w" fact="0.195"/>
          <dgm:constr type="h" for="ch" forName="wedge4Tx" refType="h" fact="0.14"/>
          <dgm:constr type="l" for="ch" forName="wedge5" refType="w" fact="0.0644"/>
          <dgm:constr type="t" for="ch" forName="wedge5" refType="h" fact="0.0925"/>
          <dgm:constr type="w" for="ch" forName="wedge5" refType="w" fact="0.84"/>
          <dgm:constr type="h" for="ch" forName="wedge5" refType="h" fact="0.84"/>
          <dgm:constr type="l" for="ch" forName="dummy5a" refType="w" fact="0.3021"/>
          <dgm:constr type="t" for="ch" forName="dummy5a" refType="h" fact="0.8909"/>
          <dgm:constr type="l" for="ch" forName="dummy5b" refType="w" fact="0.0749"/>
          <dgm:constr type="t" for="ch" forName="dummy5b" refType="h" fact="0.6059"/>
          <dgm:constr type="r" for="ch" forName="wedge5Tx" refType="w" fact="0.365"/>
          <dgm:constr type="t" for="ch" forName="wedge5Tx" refType="h" fact="0.59"/>
          <dgm:constr type="w" for="ch" forName="wedge5Tx" refType="w" fact="0.2"/>
          <dgm:constr type="h" for="ch" forName="wedge5Tx" refType="h" fact="0.155"/>
          <dgm:constr type="l" for="ch" forName="wedge6" refType="w" fact="0.0605"/>
          <dgm:constr type="t" for="ch" forName="wedge6" refType="h" fact="0.0755"/>
          <dgm:constr type="w" for="ch" forName="wedge6" refType="w" fact="0.84"/>
          <dgm:constr type="h" for="ch" forName="wedge6" refType="h" fact="0.84"/>
          <dgm:constr type="l" for="ch" forName="dummy6a" refType="w" fact="0.071"/>
          <dgm:constr type="t" for="ch" forName="dummy6a" refType="h" fact="0.589"/>
          <dgm:constr type="l" for="ch" forName="dummy6b" refType="w" fact="0.1521"/>
          <dgm:constr type="t" for="ch" forName="dummy6b" refType="h" fact="0.2337"/>
          <dgm:constr type="r" for="ch" forName="wedge6Tx" refType="w" fact="0.33"/>
          <dgm:constr type="t" for="ch" forName="wedge6Tx" refType="h" fact="0.38"/>
          <dgm:constr type="w" for="ch" forName="wedge6Tx" refType="w" fact="0.23"/>
          <dgm:constr type="h" for="ch" forName="wedge6Tx" refType="h" fact="0.14"/>
          <dgm:constr type="l" for="ch" forName="wedge7" refType="w" fact="0.0713"/>
          <dgm:constr type="t" for="ch" forName="wedge7" refType="h" fact="0.062"/>
          <dgm:constr type="w" for="ch" forName="wedge7" refType="w" fact="0.84"/>
          <dgm:constr type="h" for="ch" forName="wedge7" refType="h" fact="0.84"/>
          <dgm:constr type="l" for="ch" forName="dummy7a" refType="w" fact="0.163"/>
          <dgm:constr type="t" for="ch" forName="dummy7a" refType="h" fact="0.2201"/>
          <dgm:constr type="l" for="ch" forName="dummy7b" refType="w" fact="0.4913"/>
          <dgm:constr type="t" for="ch" forName="dummy7b" refType="h" fact="0.062"/>
          <dgm:constr type="r" for="ch" forName="wedge7Tx" refType="w" fact="0.47"/>
          <dgm:constr type="t" for="ch" forName="wedge7Tx" refType="h" fact="0.14"/>
          <dgm:constr type="w" for="ch" forName="wedge7Tx" refType="w" fact="0.2"/>
          <dgm:constr type="h" for="ch" forName="wedge7Tx" refType="h" fact="0.16"/>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h" for="ch" forName="arrowWedge6" refType="w" fact="0.08"/>
          <dgm:constr type="diam" for="ch" forName="arrowWedge6" refType="w" fact="0.84"/>
          <dgm:constr type="l" for="ch" forName="arrowWedge6" refType="w" fact="0.5"/>
          <dgm:constr type="t" for="ch" forName="arrowWedge6" refType="w" fact="0.5"/>
          <dgm:constr type="h" for="ch" forName="arrowWedge7" refType="w" fact="0.08"/>
          <dgm:constr type="diam" for="ch" forName="arrowWedge7" refType="w" fact="0.84"/>
          <dgm:constr type="l" for="ch" forName="arrowWedge7" refType="w" fact="0.5"/>
          <dgm:constr type="t" for="ch" forName="arrowWedge7" refType="w" fact="0.5"/>
          <dgm:constr type="primFontSz" for="ch" ptType="node" op="equ"/>
        </dgm:constrLst>
      </dgm:else>
    </dgm:choose>
    <dgm:ruleLst/>
    <dgm:choose name="Name8">
      <dgm:if name="Name9" axis="ch" ptType="node" func="cnt" op="gte" val="1">
        <dgm:layoutNode name="wedge1">
          <dgm:alg type="sp"/>
          <dgm:choose name="Name10">
            <dgm:if name="Name11" axis="ch" ptType="node" func="cnt" op="equ" val="1">
              <dgm:shape xmlns:r="http://schemas.openxmlformats.org/officeDocument/2006/relationships" type="ellipse" r:blip="">
                <dgm:adjLst/>
              </dgm:shape>
            </dgm:if>
            <dgm:if name="Name12" axis="ch" ptType="node" func="cnt" op="equ" val="2">
              <dgm:shape xmlns:r="http://schemas.openxmlformats.org/officeDocument/2006/relationships" type="pie" r:blip="">
                <dgm:adjLst>
                  <dgm:adj idx="1" val="270"/>
                  <dgm:adj idx="2" val="90"/>
                </dgm:adjLst>
              </dgm:shape>
            </dgm:if>
            <dgm:if name="Name13" axis="ch" ptType="node" func="cnt" op="equ" val="3">
              <dgm:shape xmlns:r="http://schemas.openxmlformats.org/officeDocument/2006/relationships" type="pie" r:blip="">
                <dgm:adjLst>
                  <dgm:adj idx="1" val="270"/>
                  <dgm:adj idx="2" val="30"/>
                </dgm:adjLst>
              </dgm:shape>
            </dgm:if>
            <dgm:if name="Name14" axis="ch" ptType="node" func="cnt" op="equ" val="4">
              <dgm:shape xmlns:r="http://schemas.openxmlformats.org/officeDocument/2006/relationships" type="pie" r:blip="">
                <dgm:adjLst>
                  <dgm:adj idx="1" val="270"/>
                  <dgm:adj idx="2" val="0"/>
                </dgm:adjLst>
              </dgm:shape>
            </dgm:if>
            <dgm:if name="Name15" axis="ch" ptType="node" func="cnt" op="equ" val="5">
              <dgm:shape xmlns:r="http://schemas.openxmlformats.org/officeDocument/2006/relationships" type="pie" r:blip="">
                <dgm:adjLst>
                  <dgm:adj idx="1" val="270"/>
                  <dgm:adj idx="2" val="342"/>
                </dgm:adjLst>
              </dgm:shape>
            </dgm:if>
            <dgm:if name="Name16" axis="ch" ptType="node" func="cnt" op="equ" val="6">
              <dgm:shape xmlns:r="http://schemas.openxmlformats.org/officeDocument/2006/relationships" type="pie" r:blip="">
                <dgm:adjLst>
                  <dgm:adj idx="1" val="270"/>
                  <dgm:adj idx="2" val="330"/>
                </dgm:adjLst>
              </dgm:shape>
            </dgm:if>
            <dgm:else name="Name17">
              <dgm:shape xmlns:r="http://schemas.openxmlformats.org/officeDocument/2006/relationships" type="pie" r:blip="">
                <dgm:adjLst>
                  <dgm:adj idx="1" val="270"/>
                  <dgm:adj idx="2" val="321.4286"/>
                </dgm:adjLst>
              </dgm:shape>
            </dgm:else>
          </dgm:choose>
          <dgm:choose name="Name18">
            <dgm:if name="Name19" func="var" arg="dir" op="equ" val="norm">
              <dgm:presOf axis="ch desOrSelf" ptType="node node" st="1 1" cnt="1 0"/>
            </dgm:if>
            <dgm:else name="Name20">
              <dgm:choose name="Name21">
                <dgm:if name="Name22" axis="ch" ptType="node" func="cnt" op="equ" val="1">
                  <dgm:presOf axis="ch desOrSelf" ptType="node node" st="1 1" cnt="1 0"/>
                </dgm:if>
                <dgm:if name="Name23" axis="ch" ptType="node" func="cnt" op="equ" val="2">
                  <dgm:presOf axis="ch desOrSelf" ptType="node node" st="2 1" cnt="1 0"/>
                </dgm:if>
                <dgm:if name="Name24" axis="ch" ptType="node" func="cnt" op="equ" val="3">
                  <dgm:presOf axis="ch desOrSelf" ptType="node node" st="3 1" cnt="1 0"/>
                </dgm:if>
                <dgm:if name="Name25" axis="ch" ptType="node" func="cnt" op="equ" val="4">
                  <dgm:presOf axis="ch desOrSelf" ptType="node node" st="4 1" cnt="1 0"/>
                </dgm:if>
                <dgm:if name="Name26" axis="ch" ptType="node" func="cnt" op="equ" val="5">
                  <dgm:presOf axis="ch desOrSelf" ptType="node node" st="5 1" cnt="1 0"/>
                </dgm:if>
                <dgm:if name="Name27" axis="ch" ptType="node" func="cnt" op="equ" val="6">
                  <dgm:presOf axis="ch desOrSelf" ptType="node node" st="6 1" cnt="1 0"/>
                </dgm:if>
                <dgm:else name="Name28">
                  <dgm:presOf axis="ch desOrSelf" ptType="node node" st="7 1" cnt="1 0"/>
                </dgm:else>
              </dgm:choose>
            </dgm:else>
          </dgm:choose>
          <dgm:constrLst/>
          <dgm:ruleLst/>
        </dgm:layoutNode>
        <dgm:layoutNode name="dummy1a" moveWith="wedge1">
          <dgm:alg type="sp"/>
          <dgm:shape xmlns:r="http://schemas.openxmlformats.org/officeDocument/2006/relationships" r:blip="">
            <dgm:adjLst/>
          </dgm:shape>
          <dgm:presOf/>
          <dgm:constrLst>
            <dgm:constr type="w" val="1"/>
            <dgm:constr type="h" val="1"/>
          </dgm:constrLst>
          <dgm:ruleLst/>
        </dgm:layoutNode>
        <dgm:layoutNode name="dummy1b" moveWith="wedge1">
          <dgm:alg type="sp"/>
          <dgm:shape xmlns:r="http://schemas.openxmlformats.org/officeDocument/2006/relationships" r:blip="">
            <dgm:adjLst/>
          </dgm:shape>
          <dgm:presOf/>
          <dgm:constrLst>
            <dgm:constr type="w" val="1"/>
            <dgm:constr type="h" val="1"/>
          </dgm:constrLst>
          <dgm:ruleLst/>
        </dgm:layoutNode>
        <dgm:layoutNode name="wedge1Tx" moveWith="wedge1">
          <dgm:varLst>
            <dgm:chMax val="0"/>
            <dgm:chPref val="0"/>
            <dgm:bulletEnabled val="1"/>
          </dgm:varLst>
          <dgm:alg type="tx"/>
          <dgm:shape xmlns:r="http://schemas.openxmlformats.org/officeDocument/2006/relationships" type="rect" r:blip="" hideGeom="1">
            <dgm:adjLst/>
          </dgm:shape>
          <dgm:choose name="Name29">
            <dgm:if name="Name30" func="var" arg="dir" op="equ" val="norm">
              <dgm:presOf axis="ch desOrSelf" ptType="node node" st="1 1" cnt="1 0"/>
            </dgm:if>
            <dgm:else name="Name31">
              <dgm:choose name="Name32">
                <dgm:if name="Name33" axis="ch" ptType="node" func="cnt" op="equ" val="1">
                  <dgm:presOf axis="ch desOrSelf" ptType="node node" st="1 1" cnt="1 0"/>
                </dgm:if>
                <dgm:if name="Name34" axis="ch" ptType="node" func="cnt" op="equ" val="2">
                  <dgm:presOf axis="ch desOrSelf" ptType="node node" st="2 1" cnt="1 0"/>
                </dgm:if>
                <dgm:if name="Name35" axis="ch" ptType="node" func="cnt" op="equ" val="3">
                  <dgm:presOf axis="ch desOrSelf" ptType="node node" st="3 1" cnt="1 0"/>
                </dgm:if>
                <dgm:if name="Name36" axis="ch" ptType="node" func="cnt" op="equ" val="4">
                  <dgm:presOf axis="ch desOrSelf" ptType="node node" st="4 1" cnt="1 0"/>
                </dgm:if>
                <dgm:if name="Name37" axis="ch" ptType="node" func="cnt" op="equ" val="5">
                  <dgm:presOf axis="ch desOrSelf" ptType="node node" st="5 1" cnt="1 0"/>
                </dgm:if>
                <dgm:if name="Name38" axis="ch" ptType="node" func="cnt" op="equ" val="6">
                  <dgm:presOf axis="ch desOrSelf" ptType="node node" st="6 1" cnt="1 0"/>
                </dgm:if>
                <dgm:else name="Name39">
                  <dgm:presOf axis="ch desOrSelf" ptType="node node" st="7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40"/>
    </dgm:choose>
    <dgm:choose name="Name41">
      <dgm:if name="Name42" axis="ch" ptType="node" func="cnt" op="gte" val="2">
        <dgm:layoutNode name="wedge2">
          <dgm:alg type="sp"/>
          <dgm:choose name="Name43">
            <dgm:if name="Name44" axis="ch" ptType="node" func="cnt" op="equ" val="2">
              <dgm:shape xmlns:r="http://schemas.openxmlformats.org/officeDocument/2006/relationships" type="pie" r:blip="">
                <dgm:adjLst>
                  <dgm:adj idx="1" val="90"/>
                  <dgm:adj idx="2" val="270"/>
                </dgm:adjLst>
              </dgm:shape>
            </dgm:if>
            <dgm:if name="Name45" axis="ch" ptType="node" func="cnt" op="equ" val="3">
              <dgm:shape xmlns:r="http://schemas.openxmlformats.org/officeDocument/2006/relationships" type="pie" r:blip="">
                <dgm:adjLst>
                  <dgm:adj idx="1" val="30"/>
                  <dgm:adj idx="2" val="150"/>
                </dgm:adjLst>
              </dgm:shape>
            </dgm:if>
            <dgm:if name="Name46" axis="ch" ptType="node" func="cnt" op="equ" val="4">
              <dgm:shape xmlns:r="http://schemas.openxmlformats.org/officeDocument/2006/relationships" type="pie" r:blip="">
                <dgm:adjLst>
                  <dgm:adj idx="1" val="0"/>
                  <dgm:adj idx="2" val="90"/>
                </dgm:adjLst>
              </dgm:shape>
            </dgm:if>
            <dgm:if name="Name47" axis="ch" ptType="node" func="cnt" op="equ" val="5">
              <dgm:shape xmlns:r="http://schemas.openxmlformats.org/officeDocument/2006/relationships" type="pie" r:blip="">
                <dgm:adjLst>
                  <dgm:adj idx="1" val="342"/>
                  <dgm:adj idx="2" val="54"/>
                </dgm:adjLst>
              </dgm:shape>
            </dgm:if>
            <dgm:if name="Name48" axis="ch" ptType="node" func="cnt" op="equ" val="6">
              <dgm:shape xmlns:r="http://schemas.openxmlformats.org/officeDocument/2006/relationships" type="pie" r:blip="">
                <dgm:adjLst>
                  <dgm:adj idx="1" val="330"/>
                  <dgm:adj idx="2" val="30"/>
                </dgm:adjLst>
              </dgm:shape>
            </dgm:if>
            <dgm:else name="Name49">
              <dgm:shape xmlns:r="http://schemas.openxmlformats.org/officeDocument/2006/relationships" type="pie" r:blip="">
                <dgm:adjLst>
                  <dgm:adj idx="1" val="321.4286"/>
                  <dgm:adj idx="2" val="12.85714"/>
                </dgm:adjLst>
              </dgm:shape>
            </dgm:else>
          </dgm:choose>
          <dgm:choose name="Name50">
            <dgm:if name="Name51" func="var" arg="dir" op="equ" val="norm">
              <dgm:presOf axis="ch desOrSelf" ptType="node node" st="2 1" cnt="1 0"/>
            </dgm:if>
            <dgm:else name="Name52">
              <dgm:choose name="Name53">
                <dgm:if name="Name54" axis="ch" ptType="node" func="cnt" op="equ" val="2">
                  <dgm:presOf axis="ch desOrSelf" ptType="node node" st="1 1" cnt="1 0"/>
                </dgm:if>
                <dgm:if name="Name55" axis="ch" ptType="node" func="cnt" op="equ" val="3">
                  <dgm:presOf axis="ch desOrSelf" ptType="node node" st="2 1" cnt="1 0"/>
                </dgm:if>
                <dgm:if name="Name56" axis="ch" ptType="node" func="cnt" op="equ" val="4">
                  <dgm:presOf axis="ch desOrSelf" ptType="node node" st="3 1" cnt="1 0"/>
                </dgm:if>
                <dgm:if name="Name57" axis="ch" ptType="node" func="cnt" op="equ" val="5">
                  <dgm:presOf axis="ch desOrSelf" ptType="node node" st="4 1" cnt="1 0"/>
                </dgm:if>
                <dgm:if name="Name58" axis="ch" ptType="node" func="cnt" op="equ" val="6">
                  <dgm:presOf axis="ch desOrSelf" ptType="node node" st="5 1" cnt="1 0"/>
                </dgm:if>
                <dgm:else name="Name59">
                  <dgm:presOf axis="ch desOrSelf" ptType="node node" st="6 1" cnt="1 0"/>
                </dgm:else>
              </dgm:choose>
            </dgm:else>
          </dgm:choose>
          <dgm:constrLst/>
          <dgm:ruleLst/>
        </dgm:layoutNode>
        <dgm:layoutNode name="dummy2a" moveWith="wedge2">
          <dgm:alg type="sp"/>
          <dgm:shape xmlns:r="http://schemas.openxmlformats.org/officeDocument/2006/relationships" r:blip="">
            <dgm:adjLst/>
          </dgm:shape>
          <dgm:presOf/>
          <dgm:constrLst>
            <dgm:constr type="w" val="1"/>
            <dgm:constr type="h" val="1"/>
          </dgm:constrLst>
          <dgm:ruleLst/>
        </dgm:layoutNode>
        <dgm:layoutNode name="dummy2b" moveWith="wedge2">
          <dgm:alg type="sp"/>
          <dgm:shape xmlns:r="http://schemas.openxmlformats.org/officeDocument/2006/relationships" r:blip="">
            <dgm:adjLst/>
          </dgm:shape>
          <dgm:presOf/>
          <dgm:constrLst>
            <dgm:constr type="w" val="1"/>
            <dgm:constr type="h" val="1"/>
          </dgm:constrLst>
          <dgm:ruleLst/>
        </dgm:layoutNode>
        <dgm:layoutNode name="wedge2Tx" moveWith="wedge2">
          <dgm:varLst>
            <dgm:chMax val="0"/>
            <dgm:chPref val="0"/>
            <dgm:bulletEnabled val="1"/>
          </dgm:varLst>
          <dgm:alg type="tx"/>
          <dgm:shape xmlns:r="http://schemas.openxmlformats.org/officeDocument/2006/relationships" type="rect" r:blip="" hideGeom="1">
            <dgm:adjLst/>
          </dgm:shape>
          <dgm:choose name="Name60">
            <dgm:if name="Name61" func="var" arg="dir" op="equ" val="norm">
              <dgm:presOf axis="ch desOrSelf" ptType="node node" st="2 1" cnt="1 0"/>
            </dgm:if>
            <dgm:else name="Name62">
              <dgm:choose name="Name63">
                <dgm:if name="Name64" axis="ch" ptType="node" func="cnt" op="equ" val="2">
                  <dgm:presOf axis="ch desOrSelf" ptType="node node" st="1 1" cnt="1 0"/>
                </dgm:if>
                <dgm:if name="Name65" axis="ch" ptType="node" func="cnt" op="equ" val="3">
                  <dgm:presOf axis="ch desOrSelf" ptType="node node" st="2 1" cnt="1 0"/>
                </dgm:if>
                <dgm:if name="Name66" axis="ch" ptType="node" func="cnt" op="equ" val="4">
                  <dgm:presOf axis="ch desOrSelf" ptType="node node" st="3 1" cnt="1 0"/>
                </dgm:if>
                <dgm:if name="Name67" axis="ch" ptType="node" func="cnt" op="equ" val="5">
                  <dgm:presOf axis="ch desOrSelf" ptType="node node" st="4 1" cnt="1 0"/>
                </dgm:if>
                <dgm:if name="Name68" axis="ch" ptType="node" func="cnt" op="equ" val="6">
                  <dgm:presOf axis="ch desOrSelf" ptType="node node" st="5 1" cnt="1 0"/>
                </dgm:if>
                <dgm:else name="Name69">
                  <dgm:presOf axis="ch desOrSelf" ptType="node node" st="6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70"/>
    </dgm:choose>
    <dgm:choose name="Name71">
      <dgm:if name="Name72" axis="ch" ptType="node" func="cnt" op="gte" val="3">
        <dgm:layoutNode name="wedge3">
          <dgm:alg type="sp"/>
          <dgm:choose name="Name73">
            <dgm:if name="Name74" axis="ch" ptType="node" func="cnt" op="equ" val="3">
              <dgm:shape xmlns:r="http://schemas.openxmlformats.org/officeDocument/2006/relationships" type="pie" r:blip="">
                <dgm:adjLst>
                  <dgm:adj idx="1" val="150"/>
                  <dgm:adj idx="2" val="270"/>
                </dgm:adjLst>
              </dgm:shape>
            </dgm:if>
            <dgm:if name="Name75" axis="ch" ptType="node" func="cnt" op="equ" val="4">
              <dgm:shape xmlns:r="http://schemas.openxmlformats.org/officeDocument/2006/relationships" type="pie" r:blip="">
                <dgm:adjLst>
                  <dgm:adj idx="1" val="90"/>
                  <dgm:adj idx="2" val="180"/>
                </dgm:adjLst>
              </dgm:shape>
            </dgm:if>
            <dgm:if name="Name76" axis="ch" ptType="node" func="cnt" op="equ" val="5">
              <dgm:shape xmlns:r="http://schemas.openxmlformats.org/officeDocument/2006/relationships" type="pie" r:blip="">
                <dgm:adjLst>
                  <dgm:adj idx="1" val="54"/>
                  <dgm:adj idx="2" val="126"/>
                </dgm:adjLst>
              </dgm:shape>
            </dgm:if>
            <dgm:if name="Name77" axis="ch" ptType="node" func="cnt" op="equ" val="6">
              <dgm:shape xmlns:r="http://schemas.openxmlformats.org/officeDocument/2006/relationships" type="pie" r:blip="">
                <dgm:adjLst>
                  <dgm:adj idx="1" val="30"/>
                  <dgm:adj idx="2" val="90"/>
                </dgm:adjLst>
              </dgm:shape>
            </dgm:if>
            <dgm:else name="Name78">
              <dgm:shape xmlns:r="http://schemas.openxmlformats.org/officeDocument/2006/relationships" type="pie" r:blip="">
                <dgm:adjLst>
                  <dgm:adj idx="1" val="12.85714"/>
                  <dgm:adj idx="2" val="64.28571"/>
                </dgm:adjLst>
              </dgm:shape>
            </dgm:else>
          </dgm:choose>
          <dgm:choose name="Name79">
            <dgm:if name="Name80" func="var" arg="dir" op="equ" val="norm">
              <dgm:presOf axis="ch desOrSelf" ptType="node node" st="3 1" cnt="1 0"/>
            </dgm:if>
            <dgm:else name="Name81">
              <dgm:choose name="Name82">
                <dgm:if name="Name83" axis="ch" ptType="node" func="cnt" op="equ" val="3">
                  <dgm:presOf axis="ch desOrSelf" ptType="node node" st="1 1" cnt="1 0"/>
                </dgm:if>
                <dgm:if name="Name84" axis="ch" ptType="node" func="cnt" op="equ" val="4">
                  <dgm:presOf axis="ch desOrSelf" ptType="node node" st="2 1" cnt="1 0"/>
                </dgm:if>
                <dgm:if name="Name85" axis="ch" ptType="node" func="cnt" op="equ" val="5">
                  <dgm:presOf axis="ch desOrSelf" ptType="node node" st="3 1" cnt="1 0"/>
                </dgm:if>
                <dgm:if name="Name86" axis="ch" ptType="node" func="cnt" op="equ" val="6">
                  <dgm:presOf axis="ch desOrSelf" ptType="node node" st="4 1" cnt="1 0"/>
                </dgm:if>
                <dgm:else name="Name87">
                  <dgm:presOf axis="ch desOrSelf" ptType="node node" st="5 1" cnt="1 0"/>
                </dgm:else>
              </dgm:choose>
            </dgm:else>
          </dgm:choose>
          <dgm:constrLst/>
          <dgm:ruleLst/>
        </dgm:layoutNode>
        <dgm:layoutNode name="dummy3a" moveWith="wedge3">
          <dgm:alg type="sp"/>
          <dgm:shape xmlns:r="http://schemas.openxmlformats.org/officeDocument/2006/relationships" r:blip="">
            <dgm:adjLst/>
          </dgm:shape>
          <dgm:presOf/>
          <dgm:constrLst>
            <dgm:constr type="w" val="1"/>
            <dgm:constr type="h" val="1"/>
          </dgm:constrLst>
          <dgm:ruleLst/>
        </dgm:layoutNode>
        <dgm:layoutNode name="dummy3b" moveWith="wedge3">
          <dgm:alg type="sp"/>
          <dgm:shape xmlns:r="http://schemas.openxmlformats.org/officeDocument/2006/relationships" r:blip="">
            <dgm:adjLst/>
          </dgm:shape>
          <dgm:presOf/>
          <dgm:constrLst>
            <dgm:constr type="w" val="1"/>
            <dgm:constr type="h" val="1"/>
          </dgm:constrLst>
          <dgm:ruleLst/>
        </dgm:layoutNode>
        <dgm:layoutNode name="wedge3Tx" moveWith="wedge3">
          <dgm:varLst>
            <dgm:chMax val="0"/>
            <dgm:chPref val="0"/>
            <dgm:bulletEnabled val="1"/>
          </dgm:varLst>
          <dgm:alg type="tx"/>
          <dgm:shape xmlns:r="http://schemas.openxmlformats.org/officeDocument/2006/relationships" type="rect" r:blip="" hideGeom="1">
            <dgm:adjLst/>
          </dgm:shape>
          <dgm:choose name="Name88">
            <dgm:if name="Name89" func="var" arg="dir" op="equ" val="norm">
              <dgm:presOf axis="ch desOrSelf" ptType="node node" st="3 1" cnt="1 0"/>
            </dgm:if>
            <dgm:else name="Name90">
              <dgm:choose name="Name91">
                <dgm:if name="Name92" axis="ch" ptType="node" func="cnt" op="equ" val="3">
                  <dgm:presOf axis="ch desOrSelf" ptType="node node" st="1 1" cnt="1 0"/>
                </dgm:if>
                <dgm:if name="Name93" axis="ch" ptType="node" func="cnt" op="equ" val="4">
                  <dgm:presOf axis="ch desOrSelf" ptType="node node" st="2 1" cnt="1 0"/>
                </dgm:if>
                <dgm:if name="Name94" axis="ch" ptType="node" func="cnt" op="equ" val="5">
                  <dgm:presOf axis="ch desOrSelf" ptType="node node" st="3 1" cnt="1 0"/>
                </dgm:if>
                <dgm:if name="Name95" axis="ch" ptType="node" func="cnt" op="equ" val="6">
                  <dgm:presOf axis="ch desOrSelf" ptType="node node" st="4 1" cnt="1 0"/>
                </dgm:if>
                <dgm:else name="Name96">
                  <dgm:presOf axis="ch desOrSelf" ptType="node node" st="5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97"/>
    </dgm:choose>
    <dgm:choose name="Name98">
      <dgm:if name="Name99" axis="ch" ptType="node" func="cnt" op="gte" val="4">
        <dgm:layoutNode name="wedge4">
          <dgm:alg type="sp"/>
          <dgm:choose name="Name100">
            <dgm:if name="Name101" axis="ch" ptType="node" func="cnt" op="equ" val="4">
              <dgm:shape xmlns:r="http://schemas.openxmlformats.org/officeDocument/2006/relationships" type="pie" r:blip="">
                <dgm:adjLst>
                  <dgm:adj idx="1" val="180"/>
                  <dgm:adj idx="2" val="270"/>
                </dgm:adjLst>
              </dgm:shape>
            </dgm:if>
            <dgm:if name="Name102" axis="ch" ptType="node" func="cnt" op="equ" val="5">
              <dgm:shape xmlns:r="http://schemas.openxmlformats.org/officeDocument/2006/relationships" type="pie" r:blip="">
                <dgm:adjLst>
                  <dgm:adj idx="1" val="126"/>
                  <dgm:adj idx="2" val="198"/>
                </dgm:adjLst>
              </dgm:shape>
            </dgm:if>
            <dgm:if name="Name103" axis="ch" ptType="node" func="cnt" op="equ" val="6">
              <dgm:shape xmlns:r="http://schemas.openxmlformats.org/officeDocument/2006/relationships" type="pie" r:blip="">
                <dgm:adjLst>
                  <dgm:adj idx="1" val="90"/>
                  <dgm:adj idx="2" val="150"/>
                </dgm:adjLst>
              </dgm:shape>
            </dgm:if>
            <dgm:else name="Name104">
              <dgm:shape xmlns:r="http://schemas.openxmlformats.org/officeDocument/2006/relationships" type="pie" r:blip="">
                <dgm:adjLst>
                  <dgm:adj idx="1" val="64.2871"/>
                  <dgm:adj idx="2" val="115.7143"/>
                </dgm:adjLst>
              </dgm:shape>
            </dgm:else>
          </dgm:choose>
          <dgm:choose name="Name105">
            <dgm:if name="Name106" func="var" arg="dir" op="equ" val="norm">
              <dgm:presOf axis="ch desOrSelf" ptType="node node" st="4 1" cnt="1 0"/>
            </dgm:if>
            <dgm:else name="Name107">
              <dgm:choose name="Name108">
                <dgm:if name="Name109" axis="ch" ptType="node" func="cnt" op="equ" val="4">
                  <dgm:presOf axis="ch desOrSelf" ptType="node node" st="1 1" cnt="1 0"/>
                </dgm:if>
                <dgm:if name="Name110" axis="ch" ptType="node" func="cnt" op="equ" val="5">
                  <dgm:presOf axis="ch desOrSelf" ptType="node node" st="2 1" cnt="1 0"/>
                </dgm:if>
                <dgm:if name="Name111" axis="ch" ptType="node" func="cnt" op="equ" val="6">
                  <dgm:presOf axis="ch desOrSelf" ptType="node node" st="3 1" cnt="1 0"/>
                </dgm:if>
                <dgm:else name="Name112">
                  <dgm:presOf axis="ch desOrSelf" ptType="node node" st="4 1" cnt="1 0"/>
                </dgm:else>
              </dgm:choose>
            </dgm:else>
          </dgm:choose>
          <dgm:constrLst/>
          <dgm:ruleLst/>
        </dgm:layoutNode>
        <dgm:layoutNode name="dummy4a" moveWith="wedge4">
          <dgm:alg type="sp"/>
          <dgm:shape xmlns:r="http://schemas.openxmlformats.org/officeDocument/2006/relationships" r:blip="">
            <dgm:adjLst/>
          </dgm:shape>
          <dgm:presOf/>
          <dgm:constrLst>
            <dgm:constr type="w" val="1"/>
            <dgm:constr type="h" val="1"/>
          </dgm:constrLst>
          <dgm:ruleLst/>
        </dgm:layoutNode>
        <dgm:layoutNode name="dummy4b" moveWith="wedge4">
          <dgm:alg type="sp"/>
          <dgm:shape xmlns:r="http://schemas.openxmlformats.org/officeDocument/2006/relationships" r:blip="">
            <dgm:adjLst/>
          </dgm:shape>
          <dgm:presOf/>
          <dgm:constrLst>
            <dgm:constr type="w" val="1"/>
            <dgm:constr type="h" val="1"/>
          </dgm:constrLst>
          <dgm:ruleLst/>
        </dgm:layoutNode>
        <dgm:layoutNode name="wedge4Tx" moveWith="wedge4">
          <dgm:varLst>
            <dgm:chMax val="0"/>
            <dgm:chPref val="0"/>
            <dgm:bulletEnabled val="1"/>
          </dgm:varLst>
          <dgm:alg type="tx"/>
          <dgm:shape xmlns:r="http://schemas.openxmlformats.org/officeDocument/2006/relationships" type="rect" r:blip="" hideGeom="1">
            <dgm:adjLst/>
          </dgm:shape>
          <dgm:choose name="Name113">
            <dgm:if name="Name114" func="var" arg="dir" op="equ" val="norm">
              <dgm:presOf axis="ch desOrSelf" ptType="node node" st="4 1" cnt="1 0"/>
            </dgm:if>
            <dgm:else name="Name115">
              <dgm:choose name="Name116">
                <dgm:if name="Name117" axis="ch" ptType="node" func="cnt" op="equ" val="4">
                  <dgm:presOf axis="ch desOrSelf" ptType="node node" st="1 1" cnt="1 0"/>
                </dgm:if>
                <dgm:if name="Name118" axis="ch" ptType="node" func="cnt" op="equ" val="5">
                  <dgm:presOf axis="ch desOrSelf" ptType="node node" st="2 1" cnt="1 0"/>
                </dgm:if>
                <dgm:if name="Name119" axis="ch" ptType="node" func="cnt" op="equ" val="6">
                  <dgm:presOf axis="ch desOrSelf" ptType="node node" st="3 1" cnt="1 0"/>
                </dgm:if>
                <dgm:else name="Name120">
                  <dgm:presOf axis="ch desOrSelf" ptType="node node" st="4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21"/>
    </dgm:choose>
    <dgm:choose name="Name122">
      <dgm:if name="Name123" axis="ch" ptType="node" func="cnt" op="gte" val="5">
        <dgm:layoutNode name="wedge5">
          <dgm:alg type="sp"/>
          <dgm:choose name="Name124">
            <dgm:if name="Name125" axis="ch" ptType="node" func="cnt" op="equ" val="5">
              <dgm:shape xmlns:r="http://schemas.openxmlformats.org/officeDocument/2006/relationships" type="pie" r:blip="">
                <dgm:adjLst>
                  <dgm:adj idx="1" val="198"/>
                  <dgm:adj idx="2" val="270"/>
                </dgm:adjLst>
              </dgm:shape>
            </dgm:if>
            <dgm:if name="Name126" axis="ch" ptType="node" func="cnt" op="equ" val="6">
              <dgm:shape xmlns:r="http://schemas.openxmlformats.org/officeDocument/2006/relationships" type="pie" r:blip="">
                <dgm:adjLst>
                  <dgm:adj idx="1" val="150"/>
                  <dgm:adj idx="2" val="210"/>
                </dgm:adjLst>
              </dgm:shape>
            </dgm:if>
            <dgm:else name="Name127">
              <dgm:shape xmlns:r="http://schemas.openxmlformats.org/officeDocument/2006/relationships" type="pie" r:blip="">
                <dgm:adjLst>
                  <dgm:adj idx="1" val="115.7143"/>
                  <dgm:adj idx="2" val="167.1429"/>
                </dgm:adjLst>
              </dgm:shape>
            </dgm:else>
          </dgm:choose>
          <dgm:choose name="Name128">
            <dgm:if name="Name129" func="var" arg="dir" op="equ" val="norm">
              <dgm:presOf axis="ch desOrSelf" ptType="node node" st="5 1" cnt="1 0"/>
            </dgm:if>
            <dgm:else name="Name130">
              <dgm:choose name="Name131">
                <dgm:if name="Name132" axis="ch" ptType="node" func="cnt" op="equ" val="5">
                  <dgm:presOf axis="ch desOrSelf" ptType="node node" st="1 1" cnt="1 0"/>
                </dgm:if>
                <dgm:if name="Name133" axis="ch" ptType="node" func="cnt" op="equ" val="6">
                  <dgm:presOf axis="ch desOrSelf" ptType="node node" st="2 1" cnt="1 0"/>
                </dgm:if>
                <dgm:else name="Name134">
                  <dgm:presOf axis="ch desOrSelf" ptType="node node" st="3 1" cnt="1 0"/>
                </dgm:else>
              </dgm:choose>
            </dgm:else>
          </dgm:choose>
          <dgm:constrLst/>
          <dgm:ruleLst/>
        </dgm:layoutNode>
        <dgm:layoutNode name="dummy5a" moveWith="wedge5">
          <dgm:alg type="sp"/>
          <dgm:shape xmlns:r="http://schemas.openxmlformats.org/officeDocument/2006/relationships" r:blip="">
            <dgm:adjLst/>
          </dgm:shape>
          <dgm:presOf/>
          <dgm:constrLst>
            <dgm:constr type="w" val="1"/>
            <dgm:constr type="h" val="1"/>
          </dgm:constrLst>
          <dgm:ruleLst/>
        </dgm:layoutNode>
        <dgm:layoutNode name="dummy5b" moveWith="wedge5">
          <dgm:alg type="sp"/>
          <dgm:shape xmlns:r="http://schemas.openxmlformats.org/officeDocument/2006/relationships" r:blip="">
            <dgm:adjLst/>
          </dgm:shape>
          <dgm:presOf/>
          <dgm:constrLst>
            <dgm:constr type="w" val="1"/>
            <dgm:constr type="h" val="1"/>
          </dgm:constrLst>
          <dgm:ruleLst/>
        </dgm:layoutNode>
        <dgm:layoutNode name="wedge5Tx" moveWith="wedge5">
          <dgm:varLst>
            <dgm:chMax val="0"/>
            <dgm:chPref val="0"/>
            <dgm:bulletEnabled val="1"/>
          </dgm:varLst>
          <dgm:alg type="tx"/>
          <dgm:shape xmlns:r="http://schemas.openxmlformats.org/officeDocument/2006/relationships" type="rect" r:blip="" hideGeom="1">
            <dgm:adjLst/>
          </dgm:shape>
          <dgm:choose name="Name135">
            <dgm:if name="Name136" func="var" arg="dir" op="equ" val="norm">
              <dgm:presOf axis="ch desOrSelf" ptType="node node" st="5 1" cnt="1 0"/>
            </dgm:if>
            <dgm:else name="Name137">
              <dgm:choose name="Name138">
                <dgm:if name="Name139" axis="ch" ptType="node" func="cnt" op="equ" val="5">
                  <dgm:presOf axis="ch desOrSelf" ptType="node node" st="1 1" cnt="1 0"/>
                </dgm:if>
                <dgm:if name="Name140" axis="ch" ptType="node" func="cnt" op="equ" val="6">
                  <dgm:presOf axis="ch desOrSelf" ptType="node node" st="2 1" cnt="1 0"/>
                </dgm:if>
                <dgm:else name="Name141">
                  <dgm:presOf axis="ch desOrSelf" ptType="node node" st="3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42"/>
    </dgm:choose>
    <dgm:choose name="Name143">
      <dgm:if name="Name144" axis="ch" ptType="node" func="cnt" op="gte" val="6">
        <dgm:layoutNode name="wedge6">
          <dgm:alg type="sp"/>
          <dgm:choose name="Name145">
            <dgm:if name="Name146" axis="ch" ptType="node" func="cnt" op="equ" val="6">
              <dgm:shape xmlns:r="http://schemas.openxmlformats.org/officeDocument/2006/relationships" type="pie" r:blip="">
                <dgm:adjLst>
                  <dgm:adj idx="1" val="210"/>
                  <dgm:adj idx="2" val="270"/>
                </dgm:adjLst>
              </dgm:shape>
            </dgm:if>
            <dgm:else name="Name147">
              <dgm:shape xmlns:r="http://schemas.openxmlformats.org/officeDocument/2006/relationships" type="pie" r:blip="">
                <dgm:adjLst>
                  <dgm:adj idx="1" val="167.1429"/>
                  <dgm:adj idx="2" val="218.5714"/>
                </dgm:adjLst>
              </dgm:shape>
            </dgm:else>
          </dgm:choose>
          <dgm:choose name="Name148">
            <dgm:if name="Name149" func="var" arg="dir" op="equ" val="norm">
              <dgm:presOf axis="ch desOrSelf" ptType="node node" st="6 1" cnt="1 0"/>
            </dgm:if>
            <dgm:else name="Name150">
              <dgm:choose name="Name151">
                <dgm:if name="Name152" axis="ch" ptType="node" func="cnt" op="equ" val="6">
                  <dgm:presOf axis="ch desOrSelf" ptType="node node" st="1 1" cnt="1 0"/>
                </dgm:if>
                <dgm:else name="Name153">
                  <dgm:presOf axis="ch desOrSelf" ptType="node node" st="2 1" cnt="1 0"/>
                </dgm:else>
              </dgm:choose>
            </dgm:else>
          </dgm:choose>
          <dgm:constrLst/>
          <dgm:ruleLst/>
        </dgm:layoutNode>
        <dgm:layoutNode name="dummy6a" moveWith="wedge6">
          <dgm:alg type="sp"/>
          <dgm:shape xmlns:r="http://schemas.openxmlformats.org/officeDocument/2006/relationships" r:blip="">
            <dgm:adjLst/>
          </dgm:shape>
          <dgm:presOf/>
          <dgm:constrLst>
            <dgm:constr type="w" val="1"/>
            <dgm:constr type="h" val="1"/>
          </dgm:constrLst>
          <dgm:ruleLst/>
        </dgm:layoutNode>
        <dgm:layoutNode name="dummy6b" moveWith="wedge6">
          <dgm:alg type="sp"/>
          <dgm:shape xmlns:r="http://schemas.openxmlformats.org/officeDocument/2006/relationships" r:blip="">
            <dgm:adjLst/>
          </dgm:shape>
          <dgm:presOf/>
          <dgm:constrLst>
            <dgm:constr type="w" val="1"/>
            <dgm:constr type="h" val="1"/>
          </dgm:constrLst>
          <dgm:ruleLst/>
        </dgm:layoutNode>
        <dgm:layoutNode name="wedge6Tx" moveWith="wedge6">
          <dgm:varLst>
            <dgm:chMax val="0"/>
            <dgm:chPref val="0"/>
            <dgm:bulletEnabled val="1"/>
          </dgm:varLst>
          <dgm:alg type="tx"/>
          <dgm:shape xmlns:r="http://schemas.openxmlformats.org/officeDocument/2006/relationships" type="rect" r:blip="" hideGeom="1">
            <dgm:adjLst/>
          </dgm:shape>
          <dgm:choose name="Name154">
            <dgm:if name="Name155" func="var" arg="dir" op="equ" val="norm">
              <dgm:presOf axis="ch desOrSelf" ptType="node node" st="6 1" cnt="1 0"/>
            </dgm:if>
            <dgm:else name="Name156">
              <dgm:choose name="Name157">
                <dgm:if name="Name158" axis="ch" ptType="node" func="cnt" op="equ" val="6">
                  <dgm:presOf axis="ch desOrSelf" ptType="node node" st="1 1" cnt="1 0"/>
                </dgm:if>
                <dgm:else name="Name159">
                  <dgm:presOf axis="ch desOrSelf" ptType="node node" st="2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60"/>
    </dgm:choose>
    <dgm:choose name="Name161">
      <dgm:if name="Name162" axis="ch" ptType="node" func="cnt" op="gte" val="7">
        <dgm:layoutNode name="wedge7">
          <dgm:alg type="sp"/>
          <dgm:shape xmlns:r="http://schemas.openxmlformats.org/officeDocument/2006/relationships" type="pie" r:blip="">
            <dgm:adjLst>
              <dgm:adj idx="1" val="218.5714"/>
              <dgm:adj idx="2" val="270"/>
            </dgm:adjLst>
          </dgm:shape>
          <dgm:choose name="Name163">
            <dgm:if name="Name164" func="var" arg="dir" op="equ" val="norm">
              <dgm:presOf axis="ch desOrSelf" ptType="node node" st="7 1" cnt="1 0"/>
            </dgm:if>
            <dgm:else name="Name165">
              <dgm:presOf axis="ch desOrSelf" ptType="node node" st="1 1" cnt="1 0"/>
            </dgm:else>
          </dgm:choose>
          <dgm:constrLst/>
          <dgm:ruleLst/>
        </dgm:layoutNode>
        <dgm:layoutNode name="dummy7a" moveWith="wedge7">
          <dgm:alg type="sp"/>
          <dgm:shape xmlns:r="http://schemas.openxmlformats.org/officeDocument/2006/relationships" r:blip="">
            <dgm:adjLst/>
          </dgm:shape>
          <dgm:presOf/>
          <dgm:constrLst>
            <dgm:constr type="w" val="1"/>
            <dgm:constr type="h" val="1"/>
          </dgm:constrLst>
          <dgm:ruleLst/>
        </dgm:layoutNode>
        <dgm:layoutNode name="dummy7b" moveWith="wedge7">
          <dgm:alg type="sp"/>
          <dgm:shape xmlns:r="http://schemas.openxmlformats.org/officeDocument/2006/relationships" r:blip="">
            <dgm:adjLst/>
          </dgm:shape>
          <dgm:presOf/>
          <dgm:constrLst>
            <dgm:constr type="w" val="1"/>
            <dgm:constr type="h" val="1"/>
          </dgm:constrLst>
          <dgm:ruleLst/>
        </dgm:layoutNode>
        <dgm:layoutNode name="wedge7Tx" moveWith="wedge7">
          <dgm:varLst>
            <dgm:chMax val="0"/>
            <dgm:chPref val="0"/>
            <dgm:bulletEnabled val="1"/>
          </dgm:varLst>
          <dgm:alg type="tx"/>
          <dgm:shape xmlns:r="http://schemas.openxmlformats.org/officeDocument/2006/relationships" type="rect" r:blip="" hideGeom="1">
            <dgm:adjLst/>
          </dgm:shape>
          <dgm:choose name="Name166">
            <dgm:if name="Name167" func="var" arg="dir" op="equ" val="norm">
              <dgm:presOf axis="ch desOrSelf" ptType="node node" st="7 1" cnt="1 0"/>
            </dgm:if>
            <dgm:else name="Name168">
              <dgm:presOf axis="ch desOrSelf" ptType="node node" st="1 1" cnt="1 0"/>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69"/>
    </dgm:choose>
    <dgm:choose name="Name170">
      <dgm:if name="Name171" axis="ch" ptType="node" func="cnt" op="equ" val="1">
        <dgm:forEach name="Name172" axis="ch" ptType="sibTrans" hideLastTrans="0" cnt="1">
          <dgm:layoutNode name="arrowWedge1single" styleLbl="fgSibTrans2D1">
            <dgm:choose name="Name173">
              <dgm:if name="Name174" func="var" arg="dir" op="equ" val="norm">
                <dgm:alg type="conn">
                  <dgm:param type="connRout" val="longCurve"/>
                  <dgm:param type="srcNode" val="dummy1a"/>
                  <dgm:param type="dstNode" val="dummy1b"/>
                  <dgm:param type="begPts" val="tL"/>
                  <dgm:param type="endPts" val="tR"/>
                  <dgm:param type="begSty" val="arr"/>
                  <dgm:param type="endSty" val="noArr"/>
                </dgm:alg>
              </dgm:if>
              <dgm:else name="Name175">
                <dgm:alg type="conn">
                  <dgm:param type="connRout" val="longCurve"/>
                  <dgm:param type="srcNode" val="dummy1a"/>
                  <dgm:param type="dstNode" val="dummy1b"/>
                  <dgm:param type="begPts" val="tL"/>
                  <dgm:param type="endPts" val="tR"/>
                  <dgm:param type="begSty" val="noArr"/>
                  <dgm:param type="endSty" val="arr"/>
                </dgm:alg>
              </dgm:else>
            </dgm:choose>
            <dgm:shape xmlns:r="http://schemas.openxmlformats.org/officeDocument/2006/relationships" type="conn" r:blip="">
              <dgm:adjLst/>
            </dgm:shape>
            <dgm:presOf/>
            <dgm:constrLst>
              <dgm:constr type="w" val="1"/>
              <dgm:constr type="begPad"/>
              <dgm:constr type="endPad"/>
            </dgm:constrLst>
            <dgm:ruleLst/>
          </dgm:layoutNode>
        </dgm:forEach>
      </dgm:if>
      <dgm:if name="Name176" axis="ch" ptType="node" func="cnt" op="gte" val="2">
        <dgm:forEach name="Name177" axis="ch" ptType="sibTrans" hideLastTrans="0" cnt="1">
          <dgm:layoutNode name="arrowWedge1" styleLbl="fgSibTrans2D1">
            <dgm:choose name="Name178">
              <dgm:if name="Name179" func="var" arg="dir" op="equ" val="norm">
                <dgm:alg type="conn">
                  <dgm:param type="connRout" val="curve"/>
                  <dgm:param type="srcNode" val="dummy1a"/>
                  <dgm:param type="dstNode" val="dummy1b"/>
                  <dgm:param type="begPts" val="tL"/>
                  <dgm:param type="endPts" val="tL"/>
                  <dgm:param type="begSty" val="noArr"/>
                  <dgm:param type="endSty" val="arr"/>
                </dgm:alg>
              </dgm:if>
              <dgm:else name="Name180">
                <dgm:alg type="conn">
                  <dgm:param type="connRout" val="curve"/>
                  <dgm:param type="srcNode" val="dummy1a"/>
                  <dgm:param type="dstNode" val="dummy1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if>
      <dgm:else name="Name181"/>
    </dgm:choose>
    <dgm:forEach name="Name182" axis="ch" ptType="sibTrans" hideLastTrans="0" st="2" cnt="1">
      <dgm:layoutNode name="arrowWedge2" styleLbl="fgSibTrans2D1">
        <dgm:choose name="Name183">
          <dgm:if name="Name184" func="var" arg="dir" op="equ" val="norm">
            <dgm:alg type="conn">
              <dgm:param type="connRout" val="curve"/>
              <dgm:param type="srcNode" val="dummy2a"/>
              <dgm:param type="dstNode" val="dummy2b"/>
              <dgm:param type="begPts" val="tL"/>
              <dgm:param type="endPts" val="tL"/>
              <dgm:param type="begSty" val="noArr"/>
              <dgm:param type="endSty" val="arr"/>
            </dgm:alg>
          </dgm:if>
          <dgm:else name="Name185">
            <dgm:alg type="conn">
              <dgm:param type="connRout" val="curve"/>
              <dgm:param type="srcNode" val="dummy2a"/>
              <dgm:param type="dstNode" val="dummy2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86" axis="ch" ptType="sibTrans" hideLastTrans="0" st="3" cnt="1">
      <dgm:layoutNode name="arrowWedge3" styleLbl="fgSibTrans2D1">
        <dgm:choose name="Name187">
          <dgm:if name="Name188" func="var" arg="dir" op="equ" val="norm">
            <dgm:alg type="conn">
              <dgm:param type="connRout" val="curve"/>
              <dgm:param type="srcNode" val="dummy3a"/>
              <dgm:param type="dstNode" val="dummy3b"/>
              <dgm:param type="begPts" val="tL"/>
              <dgm:param type="endPts" val="tL"/>
              <dgm:param type="begSty" val="noArr"/>
              <dgm:param type="endSty" val="arr"/>
            </dgm:alg>
          </dgm:if>
          <dgm:else name="Name189">
            <dgm:alg type="conn">
              <dgm:param type="connRout" val="curve"/>
              <dgm:param type="srcNode" val="dummy3a"/>
              <dgm:param type="dstNode" val="dummy3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0" axis="ch" ptType="sibTrans" hideLastTrans="0" st="4" cnt="1">
      <dgm:layoutNode name="arrowWedge4" styleLbl="fgSibTrans2D1">
        <dgm:choose name="Name191">
          <dgm:if name="Name192" func="var" arg="dir" op="equ" val="norm">
            <dgm:alg type="conn">
              <dgm:param type="connRout" val="curve"/>
              <dgm:param type="srcNode" val="dummy4a"/>
              <dgm:param type="dstNode" val="dummy4b"/>
              <dgm:param type="begPts" val="tL"/>
              <dgm:param type="endPts" val="tL"/>
              <dgm:param type="begSty" val="noArr"/>
              <dgm:param type="endSty" val="arr"/>
            </dgm:alg>
          </dgm:if>
          <dgm:else name="Name193">
            <dgm:alg type="conn">
              <dgm:param type="connRout" val="curve"/>
              <dgm:param type="srcNode" val="dummy4a"/>
              <dgm:param type="dstNode" val="dummy4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4" axis="ch" ptType="sibTrans" hideLastTrans="0" st="5" cnt="1">
      <dgm:layoutNode name="arrowWedge5" styleLbl="fgSibTrans2D1">
        <dgm:choose name="Name195">
          <dgm:if name="Name196" func="var" arg="dir" op="equ" val="norm">
            <dgm:alg type="conn">
              <dgm:param type="connRout" val="curve"/>
              <dgm:param type="srcNode" val="dummy5a"/>
              <dgm:param type="dstNode" val="dummy5b"/>
              <dgm:param type="begPts" val="tL"/>
              <dgm:param type="endPts" val="tL"/>
              <dgm:param type="begSty" val="noArr"/>
              <dgm:param type="endSty" val="arr"/>
            </dgm:alg>
          </dgm:if>
          <dgm:else name="Name197">
            <dgm:alg type="conn">
              <dgm:param type="connRout" val="curve"/>
              <dgm:param type="srcNode" val="dummy5a"/>
              <dgm:param type="dstNode" val="dummy5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8" axis="ch" ptType="sibTrans" hideLastTrans="0" st="6" cnt="1">
      <dgm:layoutNode name="arrowWedge6" styleLbl="fgSibTrans2D1">
        <dgm:choose name="Name199">
          <dgm:if name="Name200" func="var" arg="dir" op="equ" val="norm">
            <dgm:alg type="conn">
              <dgm:param type="connRout" val="curve"/>
              <dgm:param type="srcNode" val="dummy6a"/>
              <dgm:param type="dstNode" val="dummy6b"/>
              <dgm:param type="begPts" val="tL"/>
              <dgm:param type="endPts" val="tL"/>
              <dgm:param type="begSty" val="noArr"/>
              <dgm:param type="endSty" val="arr"/>
            </dgm:alg>
          </dgm:if>
          <dgm:else name="Name201">
            <dgm:alg type="conn">
              <dgm:param type="connRout" val="curve"/>
              <dgm:param type="srcNode" val="dummy6a"/>
              <dgm:param type="dstNode" val="dummy6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202" axis="ch" ptType="sibTrans" hideLastTrans="0" st="7" cnt="1">
      <dgm:layoutNode name="arrowWedge7" styleLbl="fgSibTrans2D1">
        <dgm:choose name="Name203">
          <dgm:if name="Name204" func="var" arg="dir" op="equ" val="norm">
            <dgm:alg type="conn">
              <dgm:param type="connRout" val="curve"/>
              <dgm:param type="srcNode" val="dummy7a"/>
              <dgm:param type="dstNode" val="dummy7b"/>
              <dgm:param type="begPts" val="tL"/>
              <dgm:param type="endPts" val="tL"/>
              <dgm:param type="begSty" val="noArr"/>
              <dgm:param type="endSty" val="arr"/>
            </dgm:alg>
          </dgm:if>
          <dgm:else name="Name205">
            <dgm:alg type="conn">
              <dgm:param type="connRout" val="curve"/>
              <dgm:param type="srcNode" val="dummy7a"/>
              <dgm:param type="dstNode" val="dummy7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layoutNode>
</dgm:layoutDef>
</file>

<file path=ppt/diagrams/layout2.xml><?xml version="1.0" encoding="utf-8"?>
<dgm:layoutDef xmlns:dgm="http://schemas.openxmlformats.org/drawingml/2006/diagram" xmlns:a="http://schemas.openxmlformats.org/drawingml/2006/main" uniqueId="urn:microsoft.com/office/officeart/2005/8/layout/cycle8">
  <dgm:title val=""/>
  <dgm:desc val=""/>
  <dgm:catLst>
    <dgm:cat type="cycle" pri="7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 modelId="5"/>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clrData>
  <dgm:layoutNode name="compositeShape">
    <dgm:varLst>
      <dgm:chMax val="7"/>
      <dgm:dir/>
      <dgm:resizeHandles val="exact"/>
    </dgm:varLst>
    <dgm:alg type="composite">
      <dgm:param type="horzAlign" val="ctr"/>
      <dgm:param type="vertAlign" val="mid"/>
      <dgm:param type="ar" val="1"/>
    </dgm:alg>
    <dgm:shape xmlns:r="http://schemas.openxmlformats.org/officeDocument/2006/relationships" r:blip="">
      <dgm:adjLst/>
    </dgm:shape>
    <dgm:presOf/>
    <dgm:choose name="Name0">
      <dgm:if name="Name1" axis="ch" ptType="node" func="cnt" op="equ" val="1">
        <dgm:constrLst>
          <dgm:constr type="l" for="ch" forName="wedge1" refType="w" fact="0.08"/>
          <dgm:constr type="t" for="ch" forName="wedge1" refType="w" fact="0.08"/>
          <dgm:constr type="w" for="ch" forName="wedge1" refType="w" fact="0.84"/>
          <dgm:constr type="h" for="ch" forName="wedge1" refType="h" fact="0.84"/>
          <dgm:constr type="l" for="ch" forName="dummy1a" refType="w" fact="0.5"/>
          <dgm:constr type="t" for="ch" forName="dummy1a" refType="h" fact="0.08"/>
          <dgm:constr type="l" for="ch" forName="dummy1b" refType="w" fact="0.5"/>
          <dgm:constr type="t" for="ch" forName="dummy1b" refType="h" fact="0.08"/>
          <dgm:constr type="l" for="ch" forName="wedge1Tx" refType="w" fact="0.22"/>
          <dgm:constr type="t" for="ch" forName="wedge1Tx" refType="h" fact="0.22"/>
          <dgm:constr type="w" for="ch" forName="wedge1Tx" refType="w" fact="0.56"/>
          <dgm:constr type="h" for="ch" forName="wedge1Tx" refType="h" fact="0.56"/>
          <dgm:constr type="h" for="ch" forName="arrowWedge1single" refType="w" fact="0.08"/>
          <dgm:constr type="diam" for="ch" forName="arrowWedge1single" refType="w" fact="0.84"/>
          <dgm:constr type="l" for="ch" forName="arrowWedge1single" refType="w" fact="0.5"/>
          <dgm:constr type="t" for="ch" forName="arrowWedge1single" refType="w" fact="0.5"/>
          <dgm:constr type="primFontSz" for="ch" ptType="node" op="equ"/>
        </dgm:constrLst>
      </dgm:if>
      <dgm:if name="Name2" axis="ch" ptType="node" func="cnt" op="equ" val="2">
        <dgm:constrLst>
          <dgm:constr type="l" for="ch" forName="wedge1" refType="w" fact="0.1"/>
          <dgm:constr type="t" for="ch" forName="wedge1" refType="w" fact="0.08"/>
          <dgm:constr type="w" for="ch" forName="wedge1" refType="w" fact="0.84"/>
          <dgm:constr type="h" for="ch" forName="wedge1" refType="h" fact="0.84"/>
          <dgm:constr type="l" for="ch" forName="dummy1a" refType="w" fact="0.52"/>
          <dgm:constr type="t" for="ch" forName="dummy1a" refType="h" fact="0.08"/>
          <dgm:constr type="l" for="ch" forName="dummy1b" refType="w" fact="0.52"/>
          <dgm:constr type="t" for="ch" forName="dummy1b" refType="h" fact="0.92"/>
          <dgm:constr type="l" for="ch" forName="wedge1Tx" refType="w" fact="0.559"/>
          <dgm:constr type="t" for="ch" forName="wedge1Tx" refType="h" fact="0.3"/>
          <dgm:constr type="w" for="ch" forName="wedge1Tx" refType="w" fact="0.3"/>
          <dgm:constr type="h" for="ch" forName="wedge1Tx" refType="h" fact="0.4"/>
          <dgm:constr type="l" for="ch" forName="wedge2" refType="w" fact="0.06"/>
          <dgm:constr type="t" for="ch" forName="wedge2" refType="w" fact="0.08"/>
          <dgm:constr type="w" for="ch" forName="wedge2" refType="w" fact="0.84"/>
          <dgm:constr type="h" for="ch" forName="wedge2" refType="h" fact="0.84"/>
          <dgm:constr type="l" for="ch" forName="dummy2a" refType="w" fact="0.48"/>
          <dgm:constr type="t" for="ch" forName="dummy2a" refType="h" fact="0.92"/>
          <dgm:constr type="l" for="ch" forName="dummy2b" refType="w" fact="0.48"/>
          <dgm:constr type="t" for="ch" forName="dummy2b" refType="h" fact="0.08"/>
          <dgm:constr type="r" for="ch" forName="wedge2Tx" refType="w" fact="0.441"/>
          <dgm:constr type="t" for="ch" forName="wedge2Tx" refType="h" fact="0.3"/>
          <dgm:constr type="w" for="ch" forName="wedge2Tx" refType="w" fact="0.3"/>
          <dgm:constr type="h" for="ch" forName="wedge2Tx" refType="h" fact="0.4"/>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primFontSz" for="ch" ptType="node" op="equ"/>
        </dgm:constrLst>
      </dgm:if>
      <dgm:if name="Name3" axis="ch" ptType="node" func="cnt" op="equ" val="3">
        <dgm:constrLst>
          <dgm:constr type="l" for="ch" forName="wedge1" refType="w" fact="0.0973"/>
          <dgm:constr type="t" for="ch" forName="wedge1" refType="w" fact="0.07"/>
          <dgm:constr type="w" for="ch" forName="wedge1" refType="w" fact="0.84"/>
          <dgm:constr type="h" for="ch" forName="wedge1" refType="h" fact="0.84"/>
          <dgm:constr type="l" for="ch" forName="dummy1a" refType="w" fact="0.5173"/>
          <dgm:constr type="t" for="ch" forName="dummy1a" refType="h" fact="0.07"/>
          <dgm:constr type="l" for="ch" forName="dummy1b" refType="w" fact="0.8811"/>
          <dgm:constr type="t" for="ch" forName="dummy1b" refType="h" fact="0.7"/>
          <dgm:constr type="l" for="ch" forName="wedge1Tx" refType="w" fact="0.54"/>
          <dgm:constr type="t" for="ch" forName="wedge1Tx" refType="h" fact="0.248"/>
          <dgm:constr type="w" for="ch" forName="wedge1Tx" refType="w" fact="0.3"/>
          <dgm:constr type="h" for="ch" forName="wedge1Tx" refType="h" fact="0.25"/>
          <dgm:constr type="l" for="ch" forName="wedge2" refType="w" fact="0.08"/>
          <dgm:constr type="t" for="ch" forName="wedge2" refType="w" fact="0.1"/>
          <dgm:constr type="w" for="ch" forName="wedge2" refType="w" fact="0.84"/>
          <dgm:constr type="h" for="ch" forName="wedge2" refType="h" fact="0.84"/>
          <dgm:constr type="l" for="ch" forName="dummy2a" refType="w" fact="0.8637"/>
          <dgm:constr type="t" for="ch" forName="dummy2a" refType="h" fact="0.73"/>
          <dgm:constr type="l" for="ch" forName="dummy2b" refType="w" fact="0.1363"/>
          <dgm:constr type="t" for="ch" forName="dummy2b" refType="h" fact="0.73"/>
          <dgm:constr type="l" for="ch" forName="wedge2Tx" refType="w" fact="0.28"/>
          <dgm:constr type="t" for="ch" forName="wedge2Tx" refType="h" fact="0.645"/>
          <dgm:constr type="w" for="ch" forName="wedge2Tx" refType="w" fact="0.45"/>
          <dgm:constr type="h" for="ch" forName="wedge2Tx" refType="h" fact="0.22"/>
          <dgm:constr type="l" for="ch" forName="wedge3" refType="w" fact="0.0627"/>
          <dgm:constr type="t" for="ch" forName="wedge3" refType="w" fact="0.07"/>
          <dgm:constr type="w" for="ch" forName="wedge3" refType="w" fact="0.84"/>
          <dgm:constr type="h" for="ch" forName="wedge3" refType="h" fact="0.84"/>
          <dgm:constr type="l" for="ch" forName="dummy3a" refType="w" fact="0.1189"/>
          <dgm:constr type="t" for="ch" forName="dummy3a" refType="h" fact="0.7"/>
          <dgm:constr type="l" for="ch" forName="dummy3b" refType="w" fact="0.4827"/>
          <dgm:constr type="t" for="ch" forName="dummy3b" refType="h" fact="0.07"/>
          <dgm:constr type="r" for="ch" forName="wedge3Tx" refType="w" fact="0.46"/>
          <dgm:constr type="t" for="ch" forName="wedge3Tx" refType="h" fact="0.248"/>
          <dgm:constr type="w" for="ch" forName="wedge3Tx" refType="w" fact="0.3"/>
          <dgm:constr type="h" for="ch" forName="wedge3Tx" refType="h" fact="0.25"/>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primFontSz" for="ch" ptType="node" op="equ"/>
        </dgm:constrLst>
      </dgm:if>
      <dgm:if name="Name4" axis="ch" ptType="node" func="cnt" op="equ" val="4">
        <dgm:constrLst>
          <dgm:constr type="l" for="ch" forName="wedge1" refType="w" fact="0.0941"/>
          <dgm:constr type="t" for="ch" forName="wedge1" refType="w" fact="0.0659"/>
          <dgm:constr type="w" for="ch" forName="wedge1" refType="w" fact="0.84"/>
          <dgm:constr type="h" for="ch" forName="wedge1" refType="h" fact="0.84"/>
          <dgm:constr type="l" for="ch" forName="dummy1a" refType="w" fact="0.5141"/>
          <dgm:constr type="t" for="ch" forName="dummy1a" refType="h" fact="0.0659"/>
          <dgm:constr type="l" for="ch" forName="dummy1b" refType="w" fact="0.9341"/>
          <dgm:constr type="t" for="ch" forName="dummy1b" refType="h" fact="0.4859"/>
          <dgm:constr type="l" for="ch" forName="wedge1Tx" refType="w" fact="0.54"/>
          <dgm:constr type="t" for="ch" forName="wedge1Tx" refType="h" fact="0.24"/>
          <dgm:constr type="w" for="ch" forName="wedge1Tx" refType="w" fact="0.31"/>
          <dgm:constr type="h" for="ch" forName="wedge1Tx" refType="h" fact="0.23"/>
          <dgm:constr type="l" for="ch" forName="wedge2" refType="w" fact="0.0941"/>
          <dgm:constr type="t" for="ch" forName="wedge2" refType="w" fact="0.0941"/>
          <dgm:constr type="w" for="ch" forName="wedge2" refType="w" fact="0.84"/>
          <dgm:constr type="h" for="ch" forName="wedge2" refType="h" fact="0.84"/>
          <dgm:constr type="l" for="ch" forName="dummy2a" refType="w" fact="0.9341"/>
          <dgm:constr type="t" for="ch" forName="dummy2a" refType="h" fact="0.5141"/>
          <dgm:constr type="l" for="ch" forName="dummy2b" refType="w" fact="0.5141"/>
          <dgm:constr type="t" for="ch" forName="dummy2b" refType="h" fact="0.9341"/>
          <dgm:constr type="l" for="ch" forName="wedge2Tx" refType="w" fact="0.54"/>
          <dgm:constr type="t" for="ch" forName="wedge2Tx" refType="h" fact="0.53"/>
          <dgm:constr type="w" for="ch" forName="wedge2Tx" refType="w" fact="0.31"/>
          <dgm:constr type="h" for="ch" forName="wedge2Tx" refType="h" fact="0.23"/>
          <dgm:constr type="l" for="ch" forName="wedge3" refType="w" fact="0.0659"/>
          <dgm:constr type="t" for="ch" forName="wedge3" refType="w" fact="0.0941"/>
          <dgm:constr type="w" for="ch" forName="wedge3" refType="w" fact="0.84"/>
          <dgm:constr type="h" for="ch" forName="wedge3" refType="h" fact="0.84"/>
          <dgm:constr type="l" for="ch" forName="dummy3a" refType="w" fact="0.4859"/>
          <dgm:constr type="t" for="ch" forName="dummy3a" refType="h" fact="0.9341"/>
          <dgm:constr type="l" for="ch" forName="dummy3b" refType="w" fact="0.0659"/>
          <dgm:constr type="t" for="ch" forName="dummy3b" refType="h" fact="0.5141"/>
          <dgm:constr type="r" for="ch" forName="wedge3Tx" refType="w" fact="0.46"/>
          <dgm:constr type="t" for="ch" forName="wedge3Tx" refType="h" fact="0.53"/>
          <dgm:constr type="w" for="ch" forName="wedge3Tx" refType="w" fact="0.31"/>
          <dgm:constr type="h" for="ch" forName="wedge3Tx" refType="h" fact="0.23"/>
          <dgm:constr type="l" for="ch" forName="wedge4" refType="w" fact="0.0659"/>
          <dgm:constr type="t" for="ch" forName="wedge4" refType="h" fact="0.0659"/>
          <dgm:constr type="w" for="ch" forName="wedge4" refType="w" fact="0.84"/>
          <dgm:constr type="h" for="ch" forName="wedge4" refType="h" fact="0.84"/>
          <dgm:constr type="l" for="ch" forName="dummy4a" refType="w" fact="0.0659"/>
          <dgm:constr type="t" for="ch" forName="dummy4a" refType="h" fact="0.4859"/>
          <dgm:constr type="l" for="ch" forName="dummy4b" refType="w" fact="0.4859"/>
          <dgm:constr type="t" for="ch" forName="dummy4b" refType="h" fact="0.0659"/>
          <dgm:constr type="r" for="ch" forName="wedge4Tx" refType="w" fact="0.46"/>
          <dgm:constr type="t" for="ch" forName="wedge4Tx" refType="h" fact="0.24"/>
          <dgm:constr type="w" for="ch" forName="wedge4Tx" refType="w" fact="0.31"/>
          <dgm:constr type="h" for="ch" forName="wedge4Tx" refType="h" fact="0.23"/>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primFontSz" for="ch" ptType="node" op="equ"/>
        </dgm:constrLst>
      </dgm:if>
      <dgm:if name="Name5" axis="ch" ptType="node" func="cnt" op="equ" val="5">
        <dgm:constrLst>
          <dgm:constr type="l" for="ch" forName="wedge1" refType="w" fact="0.0918"/>
          <dgm:constr type="t" for="ch" forName="wedge1" refType="w" fact="0.0638"/>
          <dgm:constr type="w" for="ch" forName="wedge1" refType="w" fact="0.84"/>
          <dgm:constr type="h" for="ch" forName="wedge1" refType="h" fact="0.84"/>
          <dgm:constr type="l" for="ch" forName="dummy1a" refType="w" fact="0.5118"/>
          <dgm:constr type="t" for="ch" forName="dummy1a" refType="h" fact="0.0638"/>
          <dgm:constr type="l" for="ch" forName="dummy1b" refType="w" fact="0.9112"/>
          <dgm:constr type="t" for="ch" forName="dummy1b" refType="h" fact="0.354"/>
          <dgm:constr type="l" for="ch" forName="wedge1Tx" refType="w" fact="0.53"/>
          <dgm:constr type="t" for="ch" forName="wedge1Tx" refType="h" fact="0.205"/>
          <dgm:constr type="w" for="ch" forName="wedge1Tx" refType="w" fact="0.27"/>
          <dgm:constr type="h" for="ch" forName="wedge1Tx" refType="h" fact="0.18"/>
          <dgm:constr type="l" for="ch" forName="wedge2" refType="w" fact="0.099"/>
          <dgm:constr type="t" for="ch" forName="wedge2" refType="w" fact="0.0862"/>
          <dgm:constr type="w" for="ch" forName="wedge2" refType="w" fact="0.84"/>
          <dgm:constr type="h" for="ch" forName="wedge2" refType="h" fact="0.84"/>
          <dgm:constr type="l" for="ch" forName="dummy2a" refType="w" fact="0.9185"/>
          <dgm:constr type="t" for="ch" forName="dummy2a" refType="h" fact="0.3764"/>
          <dgm:constr type="l" for="ch" forName="dummy2b" refType="w" fact="0.7659"/>
          <dgm:constr type="t" for="ch" forName="dummy2b" refType="h" fact="0.846"/>
          <dgm:constr type="l" for="ch" forName="wedge2Tx" refType="w" fact="0.64"/>
          <dgm:constr type="t" for="ch" forName="wedge2Tx" refType="h" fact="0.47"/>
          <dgm:constr type="w" for="ch" forName="wedge2Tx" refType="w" fact="0.25"/>
          <dgm:constr type="h" for="ch" forName="wedge2Tx" refType="h" fact="0.2"/>
          <dgm:constr type="l" for="ch" forName="wedge3" refType="w" fact="0.08"/>
          <dgm:constr type="t" for="ch" forName="wedge3" refType="w" fact="0.1"/>
          <dgm:constr type="w" for="ch" forName="wedge3" refType="w" fact="0.84"/>
          <dgm:constr type="h" for="ch" forName="wedge3" refType="h" fact="0.84"/>
          <dgm:constr type="l" for="ch" forName="dummy3a" refType="w" fact="0.7469"/>
          <dgm:constr type="t" for="ch" forName="dummy3a" refType="h" fact="0.8598"/>
          <dgm:constr type="l" for="ch" forName="dummy3b" refType="w" fact="0.2531"/>
          <dgm:constr type="t" for="ch" forName="dummy3b" refType="h" fact="0.8598"/>
          <dgm:constr type="l" for="ch" forName="wedge3Tx" refType="w" fact="0.38"/>
          <dgm:constr type="t" for="ch" forName="wedge3Tx" refType="h" fact="0.69"/>
          <dgm:constr type="w" for="ch" forName="wedge3Tx" refType="w" fact="0.24"/>
          <dgm:constr type="h" for="ch" forName="wedge3Tx" refType="h" fact="0.22"/>
          <dgm:constr type="l" for="ch" forName="wedge4" refType="w" fact="0.061"/>
          <dgm:constr type="t" for="ch" forName="wedge4" refType="h" fact="0.0862"/>
          <dgm:constr type="w" for="ch" forName="wedge4" refType="w" fact="0.84"/>
          <dgm:constr type="h" for="ch" forName="wedge4" refType="h" fact="0.84"/>
          <dgm:constr type="l" for="ch" forName="dummy4a" refType="w" fact="0.2341"/>
          <dgm:constr type="t" for="ch" forName="dummy4a" refType="h" fact="0.846"/>
          <dgm:constr type="l" for="ch" forName="dummy4b" refType="w" fact="0.0815"/>
          <dgm:constr type="t" for="ch" forName="dummy4b" refType="h" fact="0.3764"/>
          <dgm:constr type="r" for="ch" forName="wedge4Tx" refType="w" fact="0.36"/>
          <dgm:constr type="t" for="ch" forName="wedge4Tx" refType="h" fact="0.47"/>
          <dgm:constr type="w" for="ch" forName="wedge4Tx" refType="w" fact="0.25"/>
          <dgm:constr type="h" for="ch" forName="wedge4Tx" refType="h" fact="0.2"/>
          <dgm:constr type="l" for="ch" forName="wedge5" refType="w" fact="0.0682"/>
          <dgm:constr type="t" for="ch" forName="wedge5" refType="h" fact="0.0638"/>
          <dgm:constr type="w" for="ch" forName="wedge5" refType="w" fact="0.84"/>
          <dgm:constr type="h" for="ch" forName="wedge5" refType="h" fact="0.84"/>
          <dgm:constr type="l" for="ch" forName="dummy5a" refType="w" fact="0.0888"/>
          <dgm:constr type="t" for="ch" forName="dummy5a" refType="h" fact="0.354"/>
          <dgm:constr type="l" for="ch" forName="dummy5b" refType="w" fact="0.4882"/>
          <dgm:constr type="t" for="ch" forName="dummy5b" refType="h" fact="0.0638"/>
          <dgm:constr type="r" for="ch" forName="wedge5Tx" refType="w" fact="0.47"/>
          <dgm:constr type="t" for="ch" forName="wedge5Tx" refType="h" fact="0.205"/>
          <dgm:constr type="w" for="ch" forName="wedge5Tx" refType="w" fact="0.27"/>
          <dgm:constr type="h" for="ch" forName="wedge5Tx" refType="h" fact="0.18"/>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primFontSz" for="ch" ptType="node" op="equ"/>
        </dgm:constrLst>
      </dgm:if>
      <dgm:if name="Name6" axis="ch" ptType="node" func="cnt" op="equ" val="6">
        <dgm:constrLst>
          <dgm:constr type="l" for="ch" forName="wedge1" refType="w" fact="0.09"/>
          <dgm:constr type="t" for="ch" forName="wedge1" refType="w" fact="0.0627"/>
          <dgm:constr type="w" for="ch" forName="wedge1" refType="w" fact="0.84"/>
          <dgm:constr type="h" for="ch" forName="wedge1" refType="h" fact="0.84"/>
          <dgm:constr type="l" for="ch" forName="dummy1a" refType="w" fact="0.51"/>
          <dgm:constr type="t" for="ch" forName="dummy1a" refType="h" fact="0.0627"/>
          <dgm:constr type="l" for="ch" forName="dummy1b" refType="w" fact="0.8737"/>
          <dgm:constr type="t" for="ch" forName="dummy1b" refType="h" fact="0.2727"/>
          <dgm:constr type="l" for="ch" forName="wedge1Tx" refType="w" fact="0.53"/>
          <dgm:constr type="t" for="ch" forName="wedge1Tx" refType="h" fact="0.17"/>
          <dgm:constr type="w" for="ch" forName="wedge1Tx" refType="w" fact="0.22"/>
          <dgm:constr type="h" for="ch" forName="wedge1Tx" refType="h" fact="0.17"/>
          <dgm:constr type="l" for="ch" forName="wedge2" refType="w" fact="0.1"/>
          <dgm:constr type="t" for="ch" forName="wedge2" refType="w" fact="0.08"/>
          <dgm:constr type="w" for="ch" forName="wedge2" refType="w" fact="0.84"/>
          <dgm:constr type="h" for="ch" forName="wedge2" refType="h" fact="0.84"/>
          <dgm:constr type="l" for="ch" forName="dummy2a" refType="w" fact="0.8837"/>
          <dgm:constr type="t" for="ch" forName="dummy2a" refType="h" fact="0.29"/>
          <dgm:constr type="l" for="ch" forName="dummy2b" refType="w" fact="0.8837"/>
          <dgm:constr type="t" for="ch" forName="dummy2b" refType="h" fact="0.71"/>
          <dgm:constr type="l" for="ch" forName="wedge2Tx" refType="w" fact="0.67"/>
          <dgm:constr type="t" for="ch" forName="wedge2Tx" refType="h" fact="0.42"/>
          <dgm:constr type="w" for="ch" forName="wedge2Tx" refType="w" fact="0.23"/>
          <dgm:constr type="h" for="ch" forName="wedge2Tx" refType="h" fact="0.165"/>
          <dgm:constr type="l" for="ch" forName="wedge3" refType="w" fact="0.09"/>
          <dgm:constr type="t" for="ch" forName="wedge3" refType="w" fact="0.0973"/>
          <dgm:constr type="w" for="ch" forName="wedge3" refType="w" fact="0.84"/>
          <dgm:constr type="h" for="ch" forName="wedge3" refType="h" fact="0.84"/>
          <dgm:constr type="l" for="ch" forName="dummy3a" refType="w" fact="0.8737"/>
          <dgm:constr type="t" for="ch" forName="dummy3a" refType="h" fact="0.7273"/>
          <dgm:constr type="l" for="ch" forName="dummy3b" refType="w" fact="0.51"/>
          <dgm:constr type="t" for="ch" forName="dummy3b" refType="h" fact="0.9373"/>
          <dgm:constr type="l" for="ch" forName="wedge3Tx" refType="w" fact="0.53"/>
          <dgm:constr type="t" for="ch" forName="wedge3Tx" refType="h" fact="0.665"/>
          <dgm:constr type="w" for="ch" forName="wedge3Tx" refType="w" fact="0.22"/>
          <dgm:constr type="h" for="ch" forName="wedge3Tx" refType="h" fact="0.17"/>
          <dgm:constr type="l" for="ch" forName="wedge4" refType="w" fact="0.07"/>
          <dgm:constr type="t" for="ch" forName="wedge4" refType="h" fact="0.0973"/>
          <dgm:constr type="w" for="ch" forName="wedge4" refType="w" fact="0.84"/>
          <dgm:constr type="h" for="ch" forName="wedge4" refType="h" fact="0.84"/>
          <dgm:constr type="l" for="ch" forName="dummy4a" refType="w" fact="0.49"/>
          <dgm:constr type="t" for="ch" forName="dummy4a" refType="h" fact="0.9373"/>
          <dgm:constr type="l" for="ch" forName="dummy4b" refType="w" fact="0.1263"/>
          <dgm:constr type="t" for="ch" forName="dummy4b" refType="h" fact="0.7273"/>
          <dgm:constr type="r" for="ch" forName="wedge4Tx" refType="w" fact="0.47"/>
          <dgm:constr type="t" for="ch" forName="wedge4Tx" refType="h" fact="0.665"/>
          <dgm:constr type="w" for="ch" forName="wedge4Tx" refType="w" fact="0.22"/>
          <dgm:constr type="h" for="ch" forName="wedge4Tx" refType="h" fact="0.17"/>
          <dgm:constr type="l" for="ch" forName="wedge5" refType="w" fact="0.06"/>
          <dgm:constr type="t" for="ch" forName="wedge5" refType="h" fact="0.08"/>
          <dgm:constr type="w" for="ch" forName="wedge5" refType="w" fact="0.84"/>
          <dgm:constr type="h" for="ch" forName="wedge5" refType="h" fact="0.84"/>
          <dgm:constr type="l" for="ch" forName="dummy5a" refType="w" fact="0.1163"/>
          <dgm:constr type="t" for="ch" forName="dummy5a" refType="h" fact="0.71"/>
          <dgm:constr type="l" for="ch" forName="dummy5b" refType="w" fact="0.1163"/>
          <dgm:constr type="t" for="ch" forName="dummy5b" refType="h" fact="0.29"/>
          <dgm:constr type="r" for="ch" forName="wedge5Tx" refType="w" fact="0.33"/>
          <dgm:constr type="t" for="ch" forName="wedge5Tx" refType="h" fact="0.42"/>
          <dgm:constr type="w" for="ch" forName="wedge5Tx" refType="w" fact="0.23"/>
          <dgm:constr type="h" for="ch" forName="wedge5Tx" refType="h" fact="0.165"/>
          <dgm:constr type="l" for="ch" forName="wedge6" refType="w" fact="0.07"/>
          <dgm:constr type="t" for="ch" forName="wedge6" refType="h" fact="0.0627"/>
          <dgm:constr type="w" for="ch" forName="wedge6" refType="w" fact="0.84"/>
          <dgm:constr type="h" for="ch" forName="wedge6" refType="h" fact="0.84"/>
          <dgm:constr type="l" for="ch" forName="dummy6a" refType="w" fact="0.1263"/>
          <dgm:constr type="t" for="ch" forName="dummy6a" refType="h" fact="0.2727"/>
          <dgm:constr type="l" for="ch" forName="dummy6b" refType="w" fact="0.49"/>
          <dgm:constr type="t" for="ch" forName="dummy6b" refType="h" fact="0.0627"/>
          <dgm:constr type="r" for="ch" forName="wedge6Tx" refType="w" fact="0.47"/>
          <dgm:constr type="t" for="ch" forName="wedge6Tx" refType="h" fact="0.17"/>
          <dgm:constr type="w" for="ch" forName="wedge6Tx" refType="w" fact="0.22"/>
          <dgm:constr type="h" for="ch" forName="wedge6Tx" refType="h" fact="0.17"/>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h" for="ch" forName="arrowWedge6" refType="w" fact="0.08"/>
          <dgm:constr type="diam" for="ch" forName="arrowWedge6" refType="w" fact="0.84"/>
          <dgm:constr type="l" for="ch" forName="arrowWedge6" refType="w" fact="0.5"/>
          <dgm:constr type="t" for="ch" forName="arrowWedge6" refType="w" fact="0.5"/>
          <dgm:constr type="primFontSz" for="ch" ptType="node" op="equ"/>
        </dgm:constrLst>
      </dgm:if>
      <dgm:else name="Name7">
        <dgm:constrLst>
          <dgm:constr type="l" for="ch" forName="wedge1" refType="w" fact="0.0887"/>
          <dgm:constr type="t" for="ch" forName="wedge1" refType="w" fact="0.062"/>
          <dgm:constr type="w" for="ch" forName="wedge1" refType="w" fact="0.84"/>
          <dgm:constr type="h" for="ch" forName="wedge1" refType="h" fact="0.84"/>
          <dgm:constr type="l" for="ch" forName="dummy1a" refType="w" fact="0.5087"/>
          <dgm:constr type="t" for="ch" forName="dummy1a" refType="h" fact="0.062"/>
          <dgm:constr type="l" for="ch" forName="dummy1b" refType="w" fact="0.837"/>
          <dgm:constr type="t" for="ch" forName="dummy1b" refType="h" fact="0.2201"/>
          <dgm:constr type="l" for="ch" forName="wedge1Tx" refType="w" fact="0.53"/>
          <dgm:constr type="t" for="ch" forName="wedge1Tx" refType="h" fact="0.14"/>
          <dgm:constr type="w" for="ch" forName="wedge1Tx" refType="w" fact="0.2"/>
          <dgm:constr type="h" for="ch" forName="wedge1Tx" refType="h" fact="0.16"/>
          <dgm:constr type="l" for="ch" forName="wedge2" refType="w" fact="0.0995"/>
          <dgm:constr type="t" for="ch" forName="wedge2" refType="w" fact="0.0755"/>
          <dgm:constr type="w" for="ch" forName="wedge2" refType="w" fact="0.84"/>
          <dgm:constr type="h" for="ch" forName="wedge2" refType="h" fact="0.84"/>
          <dgm:constr type="l" for="ch" forName="dummy2a" refType="w" fact="0.8479"/>
          <dgm:constr type="t" for="ch" forName="dummy2a" refType="h" fact="0.2337"/>
          <dgm:constr type="l" for="ch" forName="dummy2b" refType="w" fact="0.929"/>
          <dgm:constr type="t" for="ch" forName="dummy2b" refType="h" fact="0.589"/>
          <dgm:constr type="l" for="ch" forName="wedge2Tx" refType="w" fact="0.67"/>
          <dgm:constr type="t" for="ch" forName="wedge2Tx" refType="h" fact="0.38"/>
          <dgm:constr type="w" for="ch" forName="wedge2Tx" refType="w" fact="0.23"/>
          <dgm:constr type="h" for="ch" forName="wedge2Tx" refType="h" fact="0.14"/>
          <dgm:constr type="l" for="ch" forName="wedge3" refType="w" fact="0.0956"/>
          <dgm:constr type="t" for="ch" forName="wedge3" refType="w" fact="0.0925"/>
          <dgm:constr type="w" for="ch" forName="wedge3" refType="w" fact="0.84"/>
          <dgm:constr type="h" for="ch" forName="wedge3" refType="h" fact="0.84"/>
          <dgm:constr type="l" for="ch" forName="dummy3a" refType="w" fact="0.9251"/>
          <dgm:constr type="t" for="ch" forName="dummy3a" refType="h" fact="0.6059"/>
          <dgm:constr type="l" for="ch" forName="dummy3b" refType="w" fact="0.6979"/>
          <dgm:constr type="t" for="ch" forName="dummy3b" refType="h" fact="0.8909"/>
          <dgm:constr type="l" for="ch" forName="wedge3Tx" refType="w" fact="0.635"/>
          <dgm:constr type="t" for="ch" forName="wedge3Tx" refType="h" fact="0.59"/>
          <dgm:constr type="w" for="ch" forName="wedge3Tx" refType="w" fact="0.2"/>
          <dgm:constr type="h" for="ch" forName="wedge3Tx" refType="h" fact="0.155"/>
          <dgm:constr type="l" for="ch" forName="wedge4" refType="w" fact="0.08"/>
          <dgm:constr type="t" for="ch" forName="wedge4" refType="h" fact="0.1"/>
          <dgm:constr type="w" for="ch" forName="wedge4" refType="w" fact="0.84"/>
          <dgm:constr type="h" for="ch" forName="wedge4" refType="h" fact="0.84"/>
          <dgm:constr type="l" for="ch" forName="dummy4a" refType="w" fact="0.6822"/>
          <dgm:constr type="t" for="ch" forName="dummy4a" refType="h" fact="0.8984"/>
          <dgm:constr type="l" for="ch" forName="dummy4b" refType="w" fact="0.3178"/>
          <dgm:constr type="t" for="ch" forName="dummy4b" refType="h" fact="0.8984"/>
          <dgm:constr type="l" for="ch" forName="wedge4Tx" refType="w" fact="0.4025"/>
          <dgm:constr type="t" for="ch" forName="wedge4Tx" refType="h" fact="0.76"/>
          <dgm:constr type="w" for="ch" forName="wedge4Tx" refType="w" fact="0.195"/>
          <dgm:constr type="h" for="ch" forName="wedge4Tx" refType="h" fact="0.14"/>
          <dgm:constr type="l" for="ch" forName="wedge5" refType="w" fact="0.0644"/>
          <dgm:constr type="t" for="ch" forName="wedge5" refType="h" fact="0.0925"/>
          <dgm:constr type="w" for="ch" forName="wedge5" refType="w" fact="0.84"/>
          <dgm:constr type="h" for="ch" forName="wedge5" refType="h" fact="0.84"/>
          <dgm:constr type="l" for="ch" forName="dummy5a" refType="w" fact="0.3021"/>
          <dgm:constr type="t" for="ch" forName="dummy5a" refType="h" fact="0.8909"/>
          <dgm:constr type="l" for="ch" forName="dummy5b" refType="w" fact="0.0749"/>
          <dgm:constr type="t" for="ch" forName="dummy5b" refType="h" fact="0.6059"/>
          <dgm:constr type="r" for="ch" forName="wedge5Tx" refType="w" fact="0.365"/>
          <dgm:constr type="t" for="ch" forName="wedge5Tx" refType="h" fact="0.59"/>
          <dgm:constr type="w" for="ch" forName="wedge5Tx" refType="w" fact="0.2"/>
          <dgm:constr type="h" for="ch" forName="wedge5Tx" refType="h" fact="0.155"/>
          <dgm:constr type="l" for="ch" forName="wedge6" refType="w" fact="0.0605"/>
          <dgm:constr type="t" for="ch" forName="wedge6" refType="h" fact="0.0755"/>
          <dgm:constr type="w" for="ch" forName="wedge6" refType="w" fact="0.84"/>
          <dgm:constr type="h" for="ch" forName="wedge6" refType="h" fact="0.84"/>
          <dgm:constr type="l" for="ch" forName="dummy6a" refType="w" fact="0.071"/>
          <dgm:constr type="t" for="ch" forName="dummy6a" refType="h" fact="0.589"/>
          <dgm:constr type="l" for="ch" forName="dummy6b" refType="w" fact="0.1521"/>
          <dgm:constr type="t" for="ch" forName="dummy6b" refType="h" fact="0.2337"/>
          <dgm:constr type="r" for="ch" forName="wedge6Tx" refType="w" fact="0.33"/>
          <dgm:constr type="t" for="ch" forName="wedge6Tx" refType="h" fact="0.38"/>
          <dgm:constr type="w" for="ch" forName="wedge6Tx" refType="w" fact="0.23"/>
          <dgm:constr type="h" for="ch" forName="wedge6Tx" refType="h" fact="0.14"/>
          <dgm:constr type="l" for="ch" forName="wedge7" refType="w" fact="0.0713"/>
          <dgm:constr type="t" for="ch" forName="wedge7" refType="h" fact="0.062"/>
          <dgm:constr type="w" for="ch" forName="wedge7" refType="w" fact="0.84"/>
          <dgm:constr type="h" for="ch" forName="wedge7" refType="h" fact="0.84"/>
          <dgm:constr type="l" for="ch" forName="dummy7a" refType="w" fact="0.163"/>
          <dgm:constr type="t" for="ch" forName="dummy7a" refType="h" fact="0.2201"/>
          <dgm:constr type="l" for="ch" forName="dummy7b" refType="w" fact="0.4913"/>
          <dgm:constr type="t" for="ch" forName="dummy7b" refType="h" fact="0.062"/>
          <dgm:constr type="r" for="ch" forName="wedge7Tx" refType="w" fact="0.47"/>
          <dgm:constr type="t" for="ch" forName="wedge7Tx" refType="h" fact="0.14"/>
          <dgm:constr type="w" for="ch" forName="wedge7Tx" refType="w" fact="0.2"/>
          <dgm:constr type="h" for="ch" forName="wedge7Tx" refType="h" fact="0.16"/>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h" for="ch" forName="arrowWedge6" refType="w" fact="0.08"/>
          <dgm:constr type="diam" for="ch" forName="arrowWedge6" refType="w" fact="0.84"/>
          <dgm:constr type="l" for="ch" forName="arrowWedge6" refType="w" fact="0.5"/>
          <dgm:constr type="t" for="ch" forName="arrowWedge6" refType="w" fact="0.5"/>
          <dgm:constr type="h" for="ch" forName="arrowWedge7" refType="w" fact="0.08"/>
          <dgm:constr type="diam" for="ch" forName="arrowWedge7" refType="w" fact="0.84"/>
          <dgm:constr type="l" for="ch" forName="arrowWedge7" refType="w" fact="0.5"/>
          <dgm:constr type="t" for="ch" forName="arrowWedge7" refType="w" fact="0.5"/>
          <dgm:constr type="primFontSz" for="ch" ptType="node" op="equ"/>
        </dgm:constrLst>
      </dgm:else>
    </dgm:choose>
    <dgm:ruleLst/>
    <dgm:choose name="Name8">
      <dgm:if name="Name9" axis="ch" ptType="node" func="cnt" op="gte" val="1">
        <dgm:layoutNode name="wedge1">
          <dgm:alg type="sp"/>
          <dgm:choose name="Name10">
            <dgm:if name="Name11" axis="ch" ptType="node" func="cnt" op="equ" val="1">
              <dgm:shape xmlns:r="http://schemas.openxmlformats.org/officeDocument/2006/relationships" type="ellipse" r:blip="">
                <dgm:adjLst/>
              </dgm:shape>
            </dgm:if>
            <dgm:if name="Name12" axis="ch" ptType="node" func="cnt" op="equ" val="2">
              <dgm:shape xmlns:r="http://schemas.openxmlformats.org/officeDocument/2006/relationships" type="pie" r:blip="">
                <dgm:adjLst>
                  <dgm:adj idx="1" val="270"/>
                  <dgm:adj idx="2" val="90"/>
                </dgm:adjLst>
              </dgm:shape>
            </dgm:if>
            <dgm:if name="Name13" axis="ch" ptType="node" func="cnt" op="equ" val="3">
              <dgm:shape xmlns:r="http://schemas.openxmlformats.org/officeDocument/2006/relationships" type="pie" r:blip="">
                <dgm:adjLst>
                  <dgm:adj idx="1" val="270"/>
                  <dgm:adj idx="2" val="30"/>
                </dgm:adjLst>
              </dgm:shape>
            </dgm:if>
            <dgm:if name="Name14" axis="ch" ptType="node" func="cnt" op="equ" val="4">
              <dgm:shape xmlns:r="http://schemas.openxmlformats.org/officeDocument/2006/relationships" type="pie" r:blip="">
                <dgm:adjLst>
                  <dgm:adj idx="1" val="270"/>
                  <dgm:adj idx="2" val="0"/>
                </dgm:adjLst>
              </dgm:shape>
            </dgm:if>
            <dgm:if name="Name15" axis="ch" ptType="node" func="cnt" op="equ" val="5">
              <dgm:shape xmlns:r="http://schemas.openxmlformats.org/officeDocument/2006/relationships" type="pie" r:blip="">
                <dgm:adjLst>
                  <dgm:adj idx="1" val="270"/>
                  <dgm:adj idx="2" val="342"/>
                </dgm:adjLst>
              </dgm:shape>
            </dgm:if>
            <dgm:if name="Name16" axis="ch" ptType="node" func="cnt" op="equ" val="6">
              <dgm:shape xmlns:r="http://schemas.openxmlformats.org/officeDocument/2006/relationships" type="pie" r:blip="">
                <dgm:adjLst>
                  <dgm:adj idx="1" val="270"/>
                  <dgm:adj idx="2" val="330"/>
                </dgm:adjLst>
              </dgm:shape>
            </dgm:if>
            <dgm:else name="Name17">
              <dgm:shape xmlns:r="http://schemas.openxmlformats.org/officeDocument/2006/relationships" type="pie" r:blip="">
                <dgm:adjLst>
                  <dgm:adj idx="1" val="270"/>
                  <dgm:adj idx="2" val="321.4286"/>
                </dgm:adjLst>
              </dgm:shape>
            </dgm:else>
          </dgm:choose>
          <dgm:choose name="Name18">
            <dgm:if name="Name19" func="var" arg="dir" op="equ" val="norm">
              <dgm:presOf axis="ch desOrSelf" ptType="node node" st="1 1" cnt="1 0"/>
            </dgm:if>
            <dgm:else name="Name20">
              <dgm:choose name="Name21">
                <dgm:if name="Name22" axis="ch" ptType="node" func="cnt" op="equ" val="1">
                  <dgm:presOf axis="ch desOrSelf" ptType="node node" st="1 1" cnt="1 0"/>
                </dgm:if>
                <dgm:if name="Name23" axis="ch" ptType="node" func="cnt" op="equ" val="2">
                  <dgm:presOf axis="ch desOrSelf" ptType="node node" st="2 1" cnt="1 0"/>
                </dgm:if>
                <dgm:if name="Name24" axis="ch" ptType="node" func="cnt" op="equ" val="3">
                  <dgm:presOf axis="ch desOrSelf" ptType="node node" st="3 1" cnt="1 0"/>
                </dgm:if>
                <dgm:if name="Name25" axis="ch" ptType="node" func="cnt" op="equ" val="4">
                  <dgm:presOf axis="ch desOrSelf" ptType="node node" st="4 1" cnt="1 0"/>
                </dgm:if>
                <dgm:if name="Name26" axis="ch" ptType="node" func="cnt" op="equ" val="5">
                  <dgm:presOf axis="ch desOrSelf" ptType="node node" st="5 1" cnt="1 0"/>
                </dgm:if>
                <dgm:if name="Name27" axis="ch" ptType="node" func="cnt" op="equ" val="6">
                  <dgm:presOf axis="ch desOrSelf" ptType="node node" st="6 1" cnt="1 0"/>
                </dgm:if>
                <dgm:else name="Name28">
                  <dgm:presOf axis="ch desOrSelf" ptType="node node" st="7 1" cnt="1 0"/>
                </dgm:else>
              </dgm:choose>
            </dgm:else>
          </dgm:choose>
          <dgm:constrLst/>
          <dgm:ruleLst/>
        </dgm:layoutNode>
        <dgm:layoutNode name="dummy1a" moveWith="wedge1">
          <dgm:alg type="sp"/>
          <dgm:shape xmlns:r="http://schemas.openxmlformats.org/officeDocument/2006/relationships" r:blip="">
            <dgm:adjLst/>
          </dgm:shape>
          <dgm:presOf/>
          <dgm:constrLst>
            <dgm:constr type="w" val="1"/>
            <dgm:constr type="h" val="1"/>
          </dgm:constrLst>
          <dgm:ruleLst/>
        </dgm:layoutNode>
        <dgm:layoutNode name="dummy1b" moveWith="wedge1">
          <dgm:alg type="sp"/>
          <dgm:shape xmlns:r="http://schemas.openxmlformats.org/officeDocument/2006/relationships" r:blip="">
            <dgm:adjLst/>
          </dgm:shape>
          <dgm:presOf/>
          <dgm:constrLst>
            <dgm:constr type="w" val="1"/>
            <dgm:constr type="h" val="1"/>
          </dgm:constrLst>
          <dgm:ruleLst/>
        </dgm:layoutNode>
        <dgm:layoutNode name="wedge1Tx" moveWith="wedge1">
          <dgm:varLst>
            <dgm:chMax val="0"/>
            <dgm:chPref val="0"/>
            <dgm:bulletEnabled val="1"/>
          </dgm:varLst>
          <dgm:alg type="tx"/>
          <dgm:shape xmlns:r="http://schemas.openxmlformats.org/officeDocument/2006/relationships" type="rect" r:blip="" hideGeom="1">
            <dgm:adjLst/>
          </dgm:shape>
          <dgm:choose name="Name29">
            <dgm:if name="Name30" func="var" arg="dir" op="equ" val="norm">
              <dgm:presOf axis="ch desOrSelf" ptType="node node" st="1 1" cnt="1 0"/>
            </dgm:if>
            <dgm:else name="Name31">
              <dgm:choose name="Name32">
                <dgm:if name="Name33" axis="ch" ptType="node" func="cnt" op="equ" val="1">
                  <dgm:presOf axis="ch desOrSelf" ptType="node node" st="1 1" cnt="1 0"/>
                </dgm:if>
                <dgm:if name="Name34" axis="ch" ptType="node" func="cnt" op="equ" val="2">
                  <dgm:presOf axis="ch desOrSelf" ptType="node node" st="2 1" cnt="1 0"/>
                </dgm:if>
                <dgm:if name="Name35" axis="ch" ptType="node" func="cnt" op="equ" val="3">
                  <dgm:presOf axis="ch desOrSelf" ptType="node node" st="3 1" cnt="1 0"/>
                </dgm:if>
                <dgm:if name="Name36" axis="ch" ptType="node" func="cnt" op="equ" val="4">
                  <dgm:presOf axis="ch desOrSelf" ptType="node node" st="4 1" cnt="1 0"/>
                </dgm:if>
                <dgm:if name="Name37" axis="ch" ptType="node" func="cnt" op="equ" val="5">
                  <dgm:presOf axis="ch desOrSelf" ptType="node node" st="5 1" cnt="1 0"/>
                </dgm:if>
                <dgm:if name="Name38" axis="ch" ptType="node" func="cnt" op="equ" val="6">
                  <dgm:presOf axis="ch desOrSelf" ptType="node node" st="6 1" cnt="1 0"/>
                </dgm:if>
                <dgm:else name="Name39">
                  <dgm:presOf axis="ch desOrSelf" ptType="node node" st="7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40"/>
    </dgm:choose>
    <dgm:choose name="Name41">
      <dgm:if name="Name42" axis="ch" ptType="node" func="cnt" op="gte" val="2">
        <dgm:layoutNode name="wedge2">
          <dgm:alg type="sp"/>
          <dgm:choose name="Name43">
            <dgm:if name="Name44" axis="ch" ptType="node" func="cnt" op="equ" val="2">
              <dgm:shape xmlns:r="http://schemas.openxmlformats.org/officeDocument/2006/relationships" type="pie" r:blip="">
                <dgm:adjLst>
                  <dgm:adj idx="1" val="90"/>
                  <dgm:adj idx="2" val="270"/>
                </dgm:adjLst>
              </dgm:shape>
            </dgm:if>
            <dgm:if name="Name45" axis="ch" ptType="node" func="cnt" op="equ" val="3">
              <dgm:shape xmlns:r="http://schemas.openxmlformats.org/officeDocument/2006/relationships" type="pie" r:blip="">
                <dgm:adjLst>
                  <dgm:adj idx="1" val="30"/>
                  <dgm:adj idx="2" val="150"/>
                </dgm:adjLst>
              </dgm:shape>
            </dgm:if>
            <dgm:if name="Name46" axis="ch" ptType="node" func="cnt" op="equ" val="4">
              <dgm:shape xmlns:r="http://schemas.openxmlformats.org/officeDocument/2006/relationships" type="pie" r:blip="">
                <dgm:adjLst>
                  <dgm:adj idx="1" val="0"/>
                  <dgm:adj idx="2" val="90"/>
                </dgm:adjLst>
              </dgm:shape>
            </dgm:if>
            <dgm:if name="Name47" axis="ch" ptType="node" func="cnt" op="equ" val="5">
              <dgm:shape xmlns:r="http://schemas.openxmlformats.org/officeDocument/2006/relationships" type="pie" r:blip="">
                <dgm:adjLst>
                  <dgm:adj idx="1" val="342"/>
                  <dgm:adj idx="2" val="54"/>
                </dgm:adjLst>
              </dgm:shape>
            </dgm:if>
            <dgm:if name="Name48" axis="ch" ptType="node" func="cnt" op="equ" val="6">
              <dgm:shape xmlns:r="http://schemas.openxmlformats.org/officeDocument/2006/relationships" type="pie" r:blip="">
                <dgm:adjLst>
                  <dgm:adj idx="1" val="330"/>
                  <dgm:adj idx="2" val="30"/>
                </dgm:adjLst>
              </dgm:shape>
            </dgm:if>
            <dgm:else name="Name49">
              <dgm:shape xmlns:r="http://schemas.openxmlformats.org/officeDocument/2006/relationships" type="pie" r:blip="">
                <dgm:adjLst>
                  <dgm:adj idx="1" val="321.4286"/>
                  <dgm:adj idx="2" val="12.85714"/>
                </dgm:adjLst>
              </dgm:shape>
            </dgm:else>
          </dgm:choose>
          <dgm:choose name="Name50">
            <dgm:if name="Name51" func="var" arg="dir" op="equ" val="norm">
              <dgm:presOf axis="ch desOrSelf" ptType="node node" st="2 1" cnt="1 0"/>
            </dgm:if>
            <dgm:else name="Name52">
              <dgm:choose name="Name53">
                <dgm:if name="Name54" axis="ch" ptType="node" func="cnt" op="equ" val="2">
                  <dgm:presOf axis="ch desOrSelf" ptType="node node" st="1 1" cnt="1 0"/>
                </dgm:if>
                <dgm:if name="Name55" axis="ch" ptType="node" func="cnt" op="equ" val="3">
                  <dgm:presOf axis="ch desOrSelf" ptType="node node" st="2 1" cnt="1 0"/>
                </dgm:if>
                <dgm:if name="Name56" axis="ch" ptType="node" func="cnt" op="equ" val="4">
                  <dgm:presOf axis="ch desOrSelf" ptType="node node" st="3 1" cnt="1 0"/>
                </dgm:if>
                <dgm:if name="Name57" axis="ch" ptType="node" func="cnt" op="equ" val="5">
                  <dgm:presOf axis="ch desOrSelf" ptType="node node" st="4 1" cnt="1 0"/>
                </dgm:if>
                <dgm:if name="Name58" axis="ch" ptType="node" func="cnt" op="equ" val="6">
                  <dgm:presOf axis="ch desOrSelf" ptType="node node" st="5 1" cnt="1 0"/>
                </dgm:if>
                <dgm:else name="Name59">
                  <dgm:presOf axis="ch desOrSelf" ptType="node node" st="6 1" cnt="1 0"/>
                </dgm:else>
              </dgm:choose>
            </dgm:else>
          </dgm:choose>
          <dgm:constrLst/>
          <dgm:ruleLst/>
        </dgm:layoutNode>
        <dgm:layoutNode name="dummy2a" moveWith="wedge2">
          <dgm:alg type="sp"/>
          <dgm:shape xmlns:r="http://schemas.openxmlformats.org/officeDocument/2006/relationships" r:blip="">
            <dgm:adjLst/>
          </dgm:shape>
          <dgm:presOf/>
          <dgm:constrLst>
            <dgm:constr type="w" val="1"/>
            <dgm:constr type="h" val="1"/>
          </dgm:constrLst>
          <dgm:ruleLst/>
        </dgm:layoutNode>
        <dgm:layoutNode name="dummy2b" moveWith="wedge2">
          <dgm:alg type="sp"/>
          <dgm:shape xmlns:r="http://schemas.openxmlformats.org/officeDocument/2006/relationships" r:blip="">
            <dgm:adjLst/>
          </dgm:shape>
          <dgm:presOf/>
          <dgm:constrLst>
            <dgm:constr type="w" val="1"/>
            <dgm:constr type="h" val="1"/>
          </dgm:constrLst>
          <dgm:ruleLst/>
        </dgm:layoutNode>
        <dgm:layoutNode name="wedge2Tx" moveWith="wedge2">
          <dgm:varLst>
            <dgm:chMax val="0"/>
            <dgm:chPref val="0"/>
            <dgm:bulletEnabled val="1"/>
          </dgm:varLst>
          <dgm:alg type="tx"/>
          <dgm:shape xmlns:r="http://schemas.openxmlformats.org/officeDocument/2006/relationships" type="rect" r:blip="" hideGeom="1">
            <dgm:adjLst/>
          </dgm:shape>
          <dgm:choose name="Name60">
            <dgm:if name="Name61" func="var" arg="dir" op="equ" val="norm">
              <dgm:presOf axis="ch desOrSelf" ptType="node node" st="2 1" cnt="1 0"/>
            </dgm:if>
            <dgm:else name="Name62">
              <dgm:choose name="Name63">
                <dgm:if name="Name64" axis="ch" ptType="node" func="cnt" op="equ" val="2">
                  <dgm:presOf axis="ch desOrSelf" ptType="node node" st="1 1" cnt="1 0"/>
                </dgm:if>
                <dgm:if name="Name65" axis="ch" ptType="node" func="cnt" op="equ" val="3">
                  <dgm:presOf axis="ch desOrSelf" ptType="node node" st="2 1" cnt="1 0"/>
                </dgm:if>
                <dgm:if name="Name66" axis="ch" ptType="node" func="cnt" op="equ" val="4">
                  <dgm:presOf axis="ch desOrSelf" ptType="node node" st="3 1" cnt="1 0"/>
                </dgm:if>
                <dgm:if name="Name67" axis="ch" ptType="node" func="cnt" op="equ" val="5">
                  <dgm:presOf axis="ch desOrSelf" ptType="node node" st="4 1" cnt="1 0"/>
                </dgm:if>
                <dgm:if name="Name68" axis="ch" ptType="node" func="cnt" op="equ" val="6">
                  <dgm:presOf axis="ch desOrSelf" ptType="node node" st="5 1" cnt="1 0"/>
                </dgm:if>
                <dgm:else name="Name69">
                  <dgm:presOf axis="ch desOrSelf" ptType="node node" st="6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70"/>
    </dgm:choose>
    <dgm:choose name="Name71">
      <dgm:if name="Name72" axis="ch" ptType="node" func="cnt" op="gte" val="3">
        <dgm:layoutNode name="wedge3">
          <dgm:alg type="sp"/>
          <dgm:choose name="Name73">
            <dgm:if name="Name74" axis="ch" ptType="node" func="cnt" op="equ" val="3">
              <dgm:shape xmlns:r="http://schemas.openxmlformats.org/officeDocument/2006/relationships" type="pie" r:blip="">
                <dgm:adjLst>
                  <dgm:adj idx="1" val="150"/>
                  <dgm:adj idx="2" val="270"/>
                </dgm:adjLst>
              </dgm:shape>
            </dgm:if>
            <dgm:if name="Name75" axis="ch" ptType="node" func="cnt" op="equ" val="4">
              <dgm:shape xmlns:r="http://schemas.openxmlformats.org/officeDocument/2006/relationships" type="pie" r:blip="">
                <dgm:adjLst>
                  <dgm:adj idx="1" val="90"/>
                  <dgm:adj idx="2" val="180"/>
                </dgm:adjLst>
              </dgm:shape>
            </dgm:if>
            <dgm:if name="Name76" axis="ch" ptType="node" func="cnt" op="equ" val="5">
              <dgm:shape xmlns:r="http://schemas.openxmlformats.org/officeDocument/2006/relationships" type="pie" r:blip="">
                <dgm:adjLst>
                  <dgm:adj idx="1" val="54"/>
                  <dgm:adj idx="2" val="126"/>
                </dgm:adjLst>
              </dgm:shape>
            </dgm:if>
            <dgm:if name="Name77" axis="ch" ptType="node" func="cnt" op="equ" val="6">
              <dgm:shape xmlns:r="http://schemas.openxmlformats.org/officeDocument/2006/relationships" type="pie" r:blip="">
                <dgm:adjLst>
                  <dgm:adj idx="1" val="30"/>
                  <dgm:adj idx="2" val="90"/>
                </dgm:adjLst>
              </dgm:shape>
            </dgm:if>
            <dgm:else name="Name78">
              <dgm:shape xmlns:r="http://schemas.openxmlformats.org/officeDocument/2006/relationships" type="pie" r:blip="">
                <dgm:adjLst>
                  <dgm:adj idx="1" val="12.85714"/>
                  <dgm:adj idx="2" val="64.28571"/>
                </dgm:adjLst>
              </dgm:shape>
            </dgm:else>
          </dgm:choose>
          <dgm:choose name="Name79">
            <dgm:if name="Name80" func="var" arg="dir" op="equ" val="norm">
              <dgm:presOf axis="ch desOrSelf" ptType="node node" st="3 1" cnt="1 0"/>
            </dgm:if>
            <dgm:else name="Name81">
              <dgm:choose name="Name82">
                <dgm:if name="Name83" axis="ch" ptType="node" func="cnt" op="equ" val="3">
                  <dgm:presOf axis="ch desOrSelf" ptType="node node" st="1 1" cnt="1 0"/>
                </dgm:if>
                <dgm:if name="Name84" axis="ch" ptType="node" func="cnt" op="equ" val="4">
                  <dgm:presOf axis="ch desOrSelf" ptType="node node" st="2 1" cnt="1 0"/>
                </dgm:if>
                <dgm:if name="Name85" axis="ch" ptType="node" func="cnt" op="equ" val="5">
                  <dgm:presOf axis="ch desOrSelf" ptType="node node" st="3 1" cnt="1 0"/>
                </dgm:if>
                <dgm:if name="Name86" axis="ch" ptType="node" func="cnt" op="equ" val="6">
                  <dgm:presOf axis="ch desOrSelf" ptType="node node" st="4 1" cnt="1 0"/>
                </dgm:if>
                <dgm:else name="Name87">
                  <dgm:presOf axis="ch desOrSelf" ptType="node node" st="5 1" cnt="1 0"/>
                </dgm:else>
              </dgm:choose>
            </dgm:else>
          </dgm:choose>
          <dgm:constrLst/>
          <dgm:ruleLst/>
        </dgm:layoutNode>
        <dgm:layoutNode name="dummy3a" moveWith="wedge3">
          <dgm:alg type="sp"/>
          <dgm:shape xmlns:r="http://schemas.openxmlformats.org/officeDocument/2006/relationships" r:blip="">
            <dgm:adjLst/>
          </dgm:shape>
          <dgm:presOf/>
          <dgm:constrLst>
            <dgm:constr type="w" val="1"/>
            <dgm:constr type="h" val="1"/>
          </dgm:constrLst>
          <dgm:ruleLst/>
        </dgm:layoutNode>
        <dgm:layoutNode name="dummy3b" moveWith="wedge3">
          <dgm:alg type="sp"/>
          <dgm:shape xmlns:r="http://schemas.openxmlformats.org/officeDocument/2006/relationships" r:blip="">
            <dgm:adjLst/>
          </dgm:shape>
          <dgm:presOf/>
          <dgm:constrLst>
            <dgm:constr type="w" val="1"/>
            <dgm:constr type="h" val="1"/>
          </dgm:constrLst>
          <dgm:ruleLst/>
        </dgm:layoutNode>
        <dgm:layoutNode name="wedge3Tx" moveWith="wedge3">
          <dgm:varLst>
            <dgm:chMax val="0"/>
            <dgm:chPref val="0"/>
            <dgm:bulletEnabled val="1"/>
          </dgm:varLst>
          <dgm:alg type="tx"/>
          <dgm:shape xmlns:r="http://schemas.openxmlformats.org/officeDocument/2006/relationships" type="rect" r:blip="" hideGeom="1">
            <dgm:adjLst/>
          </dgm:shape>
          <dgm:choose name="Name88">
            <dgm:if name="Name89" func="var" arg="dir" op="equ" val="norm">
              <dgm:presOf axis="ch desOrSelf" ptType="node node" st="3 1" cnt="1 0"/>
            </dgm:if>
            <dgm:else name="Name90">
              <dgm:choose name="Name91">
                <dgm:if name="Name92" axis="ch" ptType="node" func="cnt" op="equ" val="3">
                  <dgm:presOf axis="ch desOrSelf" ptType="node node" st="1 1" cnt="1 0"/>
                </dgm:if>
                <dgm:if name="Name93" axis="ch" ptType="node" func="cnt" op="equ" val="4">
                  <dgm:presOf axis="ch desOrSelf" ptType="node node" st="2 1" cnt="1 0"/>
                </dgm:if>
                <dgm:if name="Name94" axis="ch" ptType="node" func="cnt" op="equ" val="5">
                  <dgm:presOf axis="ch desOrSelf" ptType="node node" st="3 1" cnt="1 0"/>
                </dgm:if>
                <dgm:if name="Name95" axis="ch" ptType="node" func="cnt" op="equ" val="6">
                  <dgm:presOf axis="ch desOrSelf" ptType="node node" st="4 1" cnt="1 0"/>
                </dgm:if>
                <dgm:else name="Name96">
                  <dgm:presOf axis="ch desOrSelf" ptType="node node" st="5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97"/>
    </dgm:choose>
    <dgm:choose name="Name98">
      <dgm:if name="Name99" axis="ch" ptType="node" func="cnt" op="gte" val="4">
        <dgm:layoutNode name="wedge4">
          <dgm:alg type="sp"/>
          <dgm:choose name="Name100">
            <dgm:if name="Name101" axis="ch" ptType="node" func="cnt" op="equ" val="4">
              <dgm:shape xmlns:r="http://schemas.openxmlformats.org/officeDocument/2006/relationships" type="pie" r:blip="">
                <dgm:adjLst>
                  <dgm:adj idx="1" val="180"/>
                  <dgm:adj idx="2" val="270"/>
                </dgm:adjLst>
              </dgm:shape>
            </dgm:if>
            <dgm:if name="Name102" axis="ch" ptType="node" func="cnt" op="equ" val="5">
              <dgm:shape xmlns:r="http://schemas.openxmlformats.org/officeDocument/2006/relationships" type="pie" r:blip="">
                <dgm:adjLst>
                  <dgm:adj idx="1" val="126"/>
                  <dgm:adj idx="2" val="198"/>
                </dgm:adjLst>
              </dgm:shape>
            </dgm:if>
            <dgm:if name="Name103" axis="ch" ptType="node" func="cnt" op="equ" val="6">
              <dgm:shape xmlns:r="http://schemas.openxmlformats.org/officeDocument/2006/relationships" type="pie" r:blip="">
                <dgm:adjLst>
                  <dgm:adj idx="1" val="90"/>
                  <dgm:adj idx="2" val="150"/>
                </dgm:adjLst>
              </dgm:shape>
            </dgm:if>
            <dgm:else name="Name104">
              <dgm:shape xmlns:r="http://schemas.openxmlformats.org/officeDocument/2006/relationships" type="pie" r:blip="">
                <dgm:adjLst>
                  <dgm:adj idx="1" val="64.2871"/>
                  <dgm:adj idx="2" val="115.7143"/>
                </dgm:adjLst>
              </dgm:shape>
            </dgm:else>
          </dgm:choose>
          <dgm:choose name="Name105">
            <dgm:if name="Name106" func="var" arg="dir" op="equ" val="norm">
              <dgm:presOf axis="ch desOrSelf" ptType="node node" st="4 1" cnt="1 0"/>
            </dgm:if>
            <dgm:else name="Name107">
              <dgm:choose name="Name108">
                <dgm:if name="Name109" axis="ch" ptType="node" func="cnt" op="equ" val="4">
                  <dgm:presOf axis="ch desOrSelf" ptType="node node" st="1 1" cnt="1 0"/>
                </dgm:if>
                <dgm:if name="Name110" axis="ch" ptType="node" func="cnt" op="equ" val="5">
                  <dgm:presOf axis="ch desOrSelf" ptType="node node" st="2 1" cnt="1 0"/>
                </dgm:if>
                <dgm:if name="Name111" axis="ch" ptType="node" func="cnt" op="equ" val="6">
                  <dgm:presOf axis="ch desOrSelf" ptType="node node" st="3 1" cnt="1 0"/>
                </dgm:if>
                <dgm:else name="Name112">
                  <dgm:presOf axis="ch desOrSelf" ptType="node node" st="4 1" cnt="1 0"/>
                </dgm:else>
              </dgm:choose>
            </dgm:else>
          </dgm:choose>
          <dgm:constrLst/>
          <dgm:ruleLst/>
        </dgm:layoutNode>
        <dgm:layoutNode name="dummy4a" moveWith="wedge4">
          <dgm:alg type="sp"/>
          <dgm:shape xmlns:r="http://schemas.openxmlformats.org/officeDocument/2006/relationships" r:blip="">
            <dgm:adjLst/>
          </dgm:shape>
          <dgm:presOf/>
          <dgm:constrLst>
            <dgm:constr type="w" val="1"/>
            <dgm:constr type="h" val="1"/>
          </dgm:constrLst>
          <dgm:ruleLst/>
        </dgm:layoutNode>
        <dgm:layoutNode name="dummy4b" moveWith="wedge4">
          <dgm:alg type="sp"/>
          <dgm:shape xmlns:r="http://schemas.openxmlformats.org/officeDocument/2006/relationships" r:blip="">
            <dgm:adjLst/>
          </dgm:shape>
          <dgm:presOf/>
          <dgm:constrLst>
            <dgm:constr type="w" val="1"/>
            <dgm:constr type="h" val="1"/>
          </dgm:constrLst>
          <dgm:ruleLst/>
        </dgm:layoutNode>
        <dgm:layoutNode name="wedge4Tx" moveWith="wedge4">
          <dgm:varLst>
            <dgm:chMax val="0"/>
            <dgm:chPref val="0"/>
            <dgm:bulletEnabled val="1"/>
          </dgm:varLst>
          <dgm:alg type="tx"/>
          <dgm:shape xmlns:r="http://schemas.openxmlformats.org/officeDocument/2006/relationships" type="rect" r:blip="" hideGeom="1">
            <dgm:adjLst/>
          </dgm:shape>
          <dgm:choose name="Name113">
            <dgm:if name="Name114" func="var" arg="dir" op="equ" val="norm">
              <dgm:presOf axis="ch desOrSelf" ptType="node node" st="4 1" cnt="1 0"/>
            </dgm:if>
            <dgm:else name="Name115">
              <dgm:choose name="Name116">
                <dgm:if name="Name117" axis="ch" ptType="node" func="cnt" op="equ" val="4">
                  <dgm:presOf axis="ch desOrSelf" ptType="node node" st="1 1" cnt="1 0"/>
                </dgm:if>
                <dgm:if name="Name118" axis="ch" ptType="node" func="cnt" op="equ" val="5">
                  <dgm:presOf axis="ch desOrSelf" ptType="node node" st="2 1" cnt="1 0"/>
                </dgm:if>
                <dgm:if name="Name119" axis="ch" ptType="node" func="cnt" op="equ" val="6">
                  <dgm:presOf axis="ch desOrSelf" ptType="node node" st="3 1" cnt="1 0"/>
                </dgm:if>
                <dgm:else name="Name120">
                  <dgm:presOf axis="ch desOrSelf" ptType="node node" st="4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21"/>
    </dgm:choose>
    <dgm:choose name="Name122">
      <dgm:if name="Name123" axis="ch" ptType="node" func="cnt" op="gte" val="5">
        <dgm:layoutNode name="wedge5">
          <dgm:alg type="sp"/>
          <dgm:choose name="Name124">
            <dgm:if name="Name125" axis="ch" ptType="node" func="cnt" op="equ" val="5">
              <dgm:shape xmlns:r="http://schemas.openxmlformats.org/officeDocument/2006/relationships" type="pie" r:blip="">
                <dgm:adjLst>
                  <dgm:adj idx="1" val="198"/>
                  <dgm:adj idx="2" val="270"/>
                </dgm:adjLst>
              </dgm:shape>
            </dgm:if>
            <dgm:if name="Name126" axis="ch" ptType="node" func="cnt" op="equ" val="6">
              <dgm:shape xmlns:r="http://schemas.openxmlformats.org/officeDocument/2006/relationships" type="pie" r:blip="">
                <dgm:adjLst>
                  <dgm:adj idx="1" val="150"/>
                  <dgm:adj idx="2" val="210"/>
                </dgm:adjLst>
              </dgm:shape>
            </dgm:if>
            <dgm:else name="Name127">
              <dgm:shape xmlns:r="http://schemas.openxmlformats.org/officeDocument/2006/relationships" type="pie" r:blip="">
                <dgm:adjLst>
                  <dgm:adj idx="1" val="115.7143"/>
                  <dgm:adj idx="2" val="167.1429"/>
                </dgm:adjLst>
              </dgm:shape>
            </dgm:else>
          </dgm:choose>
          <dgm:choose name="Name128">
            <dgm:if name="Name129" func="var" arg="dir" op="equ" val="norm">
              <dgm:presOf axis="ch desOrSelf" ptType="node node" st="5 1" cnt="1 0"/>
            </dgm:if>
            <dgm:else name="Name130">
              <dgm:choose name="Name131">
                <dgm:if name="Name132" axis="ch" ptType="node" func="cnt" op="equ" val="5">
                  <dgm:presOf axis="ch desOrSelf" ptType="node node" st="1 1" cnt="1 0"/>
                </dgm:if>
                <dgm:if name="Name133" axis="ch" ptType="node" func="cnt" op="equ" val="6">
                  <dgm:presOf axis="ch desOrSelf" ptType="node node" st="2 1" cnt="1 0"/>
                </dgm:if>
                <dgm:else name="Name134">
                  <dgm:presOf axis="ch desOrSelf" ptType="node node" st="3 1" cnt="1 0"/>
                </dgm:else>
              </dgm:choose>
            </dgm:else>
          </dgm:choose>
          <dgm:constrLst/>
          <dgm:ruleLst/>
        </dgm:layoutNode>
        <dgm:layoutNode name="dummy5a" moveWith="wedge5">
          <dgm:alg type="sp"/>
          <dgm:shape xmlns:r="http://schemas.openxmlformats.org/officeDocument/2006/relationships" r:blip="">
            <dgm:adjLst/>
          </dgm:shape>
          <dgm:presOf/>
          <dgm:constrLst>
            <dgm:constr type="w" val="1"/>
            <dgm:constr type="h" val="1"/>
          </dgm:constrLst>
          <dgm:ruleLst/>
        </dgm:layoutNode>
        <dgm:layoutNode name="dummy5b" moveWith="wedge5">
          <dgm:alg type="sp"/>
          <dgm:shape xmlns:r="http://schemas.openxmlformats.org/officeDocument/2006/relationships" r:blip="">
            <dgm:adjLst/>
          </dgm:shape>
          <dgm:presOf/>
          <dgm:constrLst>
            <dgm:constr type="w" val="1"/>
            <dgm:constr type="h" val="1"/>
          </dgm:constrLst>
          <dgm:ruleLst/>
        </dgm:layoutNode>
        <dgm:layoutNode name="wedge5Tx" moveWith="wedge5">
          <dgm:varLst>
            <dgm:chMax val="0"/>
            <dgm:chPref val="0"/>
            <dgm:bulletEnabled val="1"/>
          </dgm:varLst>
          <dgm:alg type="tx"/>
          <dgm:shape xmlns:r="http://schemas.openxmlformats.org/officeDocument/2006/relationships" type="rect" r:blip="" hideGeom="1">
            <dgm:adjLst/>
          </dgm:shape>
          <dgm:choose name="Name135">
            <dgm:if name="Name136" func="var" arg="dir" op="equ" val="norm">
              <dgm:presOf axis="ch desOrSelf" ptType="node node" st="5 1" cnt="1 0"/>
            </dgm:if>
            <dgm:else name="Name137">
              <dgm:choose name="Name138">
                <dgm:if name="Name139" axis="ch" ptType="node" func="cnt" op="equ" val="5">
                  <dgm:presOf axis="ch desOrSelf" ptType="node node" st="1 1" cnt="1 0"/>
                </dgm:if>
                <dgm:if name="Name140" axis="ch" ptType="node" func="cnt" op="equ" val="6">
                  <dgm:presOf axis="ch desOrSelf" ptType="node node" st="2 1" cnt="1 0"/>
                </dgm:if>
                <dgm:else name="Name141">
                  <dgm:presOf axis="ch desOrSelf" ptType="node node" st="3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42"/>
    </dgm:choose>
    <dgm:choose name="Name143">
      <dgm:if name="Name144" axis="ch" ptType="node" func="cnt" op="gte" val="6">
        <dgm:layoutNode name="wedge6">
          <dgm:alg type="sp"/>
          <dgm:choose name="Name145">
            <dgm:if name="Name146" axis="ch" ptType="node" func="cnt" op="equ" val="6">
              <dgm:shape xmlns:r="http://schemas.openxmlformats.org/officeDocument/2006/relationships" type="pie" r:blip="">
                <dgm:adjLst>
                  <dgm:adj idx="1" val="210"/>
                  <dgm:adj idx="2" val="270"/>
                </dgm:adjLst>
              </dgm:shape>
            </dgm:if>
            <dgm:else name="Name147">
              <dgm:shape xmlns:r="http://schemas.openxmlformats.org/officeDocument/2006/relationships" type="pie" r:blip="">
                <dgm:adjLst>
                  <dgm:adj idx="1" val="167.1429"/>
                  <dgm:adj idx="2" val="218.5714"/>
                </dgm:adjLst>
              </dgm:shape>
            </dgm:else>
          </dgm:choose>
          <dgm:choose name="Name148">
            <dgm:if name="Name149" func="var" arg="dir" op="equ" val="norm">
              <dgm:presOf axis="ch desOrSelf" ptType="node node" st="6 1" cnt="1 0"/>
            </dgm:if>
            <dgm:else name="Name150">
              <dgm:choose name="Name151">
                <dgm:if name="Name152" axis="ch" ptType="node" func="cnt" op="equ" val="6">
                  <dgm:presOf axis="ch desOrSelf" ptType="node node" st="1 1" cnt="1 0"/>
                </dgm:if>
                <dgm:else name="Name153">
                  <dgm:presOf axis="ch desOrSelf" ptType="node node" st="2 1" cnt="1 0"/>
                </dgm:else>
              </dgm:choose>
            </dgm:else>
          </dgm:choose>
          <dgm:constrLst/>
          <dgm:ruleLst/>
        </dgm:layoutNode>
        <dgm:layoutNode name="dummy6a" moveWith="wedge6">
          <dgm:alg type="sp"/>
          <dgm:shape xmlns:r="http://schemas.openxmlformats.org/officeDocument/2006/relationships" r:blip="">
            <dgm:adjLst/>
          </dgm:shape>
          <dgm:presOf/>
          <dgm:constrLst>
            <dgm:constr type="w" val="1"/>
            <dgm:constr type="h" val="1"/>
          </dgm:constrLst>
          <dgm:ruleLst/>
        </dgm:layoutNode>
        <dgm:layoutNode name="dummy6b" moveWith="wedge6">
          <dgm:alg type="sp"/>
          <dgm:shape xmlns:r="http://schemas.openxmlformats.org/officeDocument/2006/relationships" r:blip="">
            <dgm:adjLst/>
          </dgm:shape>
          <dgm:presOf/>
          <dgm:constrLst>
            <dgm:constr type="w" val="1"/>
            <dgm:constr type="h" val="1"/>
          </dgm:constrLst>
          <dgm:ruleLst/>
        </dgm:layoutNode>
        <dgm:layoutNode name="wedge6Tx" moveWith="wedge6">
          <dgm:varLst>
            <dgm:chMax val="0"/>
            <dgm:chPref val="0"/>
            <dgm:bulletEnabled val="1"/>
          </dgm:varLst>
          <dgm:alg type="tx"/>
          <dgm:shape xmlns:r="http://schemas.openxmlformats.org/officeDocument/2006/relationships" type="rect" r:blip="" hideGeom="1">
            <dgm:adjLst/>
          </dgm:shape>
          <dgm:choose name="Name154">
            <dgm:if name="Name155" func="var" arg="dir" op="equ" val="norm">
              <dgm:presOf axis="ch desOrSelf" ptType="node node" st="6 1" cnt="1 0"/>
            </dgm:if>
            <dgm:else name="Name156">
              <dgm:choose name="Name157">
                <dgm:if name="Name158" axis="ch" ptType="node" func="cnt" op="equ" val="6">
                  <dgm:presOf axis="ch desOrSelf" ptType="node node" st="1 1" cnt="1 0"/>
                </dgm:if>
                <dgm:else name="Name159">
                  <dgm:presOf axis="ch desOrSelf" ptType="node node" st="2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60"/>
    </dgm:choose>
    <dgm:choose name="Name161">
      <dgm:if name="Name162" axis="ch" ptType="node" func="cnt" op="gte" val="7">
        <dgm:layoutNode name="wedge7">
          <dgm:alg type="sp"/>
          <dgm:shape xmlns:r="http://schemas.openxmlformats.org/officeDocument/2006/relationships" type="pie" r:blip="">
            <dgm:adjLst>
              <dgm:adj idx="1" val="218.5714"/>
              <dgm:adj idx="2" val="270"/>
            </dgm:adjLst>
          </dgm:shape>
          <dgm:choose name="Name163">
            <dgm:if name="Name164" func="var" arg="dir" op="equ" val="norm">
              <dgm:presOf axis="ch desOrSelf" ptType="node node" st="7 1" cnt="1 0"/>
            </dgm:if>
            <dgm:else name="Name165">
              <dgm:presOf axis="ch desOrSelf" ptType="node node" st="1 1" cnt="1 0"/>
            </dgm:else>
          </dgm:choose>
          <dgm:constrLst/>
          <dgm:ruleLst/>
        </dgm:layoutNode>
        <dgm:layoutNode name="dummy7a" moveWith="wedge7">
          <dgm:alg type="sp"/>
          <dgm:shape xmlns:r="http://schemas.openxmlformats.org/officeDocument/2006/relationships" r:blip="">
            <dgm:adjLst/>
          </dgm:shape>
          <dgm:presOf/>
          <dgm:constrLst>
            <dgm:constr type="w" val="1"/>
            <dgm:constr type="h" val="1"/>
          </dgm:constrLst>
          <dgm:ruleLst/>
        </dgm:layoutNode>
        <dgm:layoutNode name="dummy7b" moveWith="wedge7">
          <dgm:alg type="sp"/>
          <dgm:shape xmlns:r="http://schemas.openxmlformats.org/officeDocument/2006/relationships" r:blip="">
            <dgm:adjLst/>
          </dgm:shape>
          <dgm:presOf/>
          <dgm:constrLst>
            <dgm:constr type="w" val="1"/>
            <dgm:constr type="h" val="1"/>
          </dgm:constrLst>
          <dgm:ruleLst/>
        </dgm:layoutNode>
        <dgm:layoutNode name="wedge7Tx" moveWith="wedge7">
          <dgm:varLst>
            <dgm:chMax val="0"/>
            <dgm:chPref val="0"/>
            <dgm:bulletEnabled val="1"/>
          </dgm:varLst>
          <dgm:alg type="tx"/>
          <dgm:shape xmlns:r="http://schemas.openxmlformats.org/officeDocument/2006/relationships" type="rect" r:blip="" hideGeom="1">
            <dgm:adjLst/>
          </dgm:shape>
          <dgm:choose name="Name166">
            <dgm:if name="Name167" func="var" arg="dir" op="equ" val="norm">
              <dgm:presOf axis="ch desOrSelf" ptType="node node" st="7 1" cnt="1 0"/>
            </dgm:if>
            <dgm:else name="Name168">
              <dgm:presOf axis="ch desOrSelf" ptType="node node" st="1 1" cnt="1 0"/>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69"/>
    </dgm:choose>
    <dgm:choose name="Name170">
      <dgm:if name="Name171" axis="ch" ptType="node" func="cnt" op="equ" val="1">
        <dgm:forEach name="Name172" axis="ch" ptType="sibTrans" hideLastTrans="0" cnt="1">
          <dgm:layoutNode name="arrowWedge1single" styleLbl="fgSibTrans2D1">
            <dgm:choose name="Name173">
              <dgm:if name="Name174" func="var" arg="dir" op="equ" val="norm">
                <dgm:alg type="conn">
                  <dgm:param type="connRout" val="longCurve"/>
                  <dgm:param type="srcNode" val="dummy1a"/>
                  <dgm:param type="dstNode" val="dummy1b"/>
                  <dgm:param type="begPts" val="tL"/>
                  <dgm:param type="endPts" val="tR"/>
                  <dgm:param type="begSty" val="arr"/>
                  <dgm:param type="endSty" val="noArr"/>
                </dgm:alg>
              </dgm:if>
              <dgm:else name="Name175">
                <dgm:alg type="conn">
                  <dgm:param type="connRout" val="longCurve"/>
                  <dgm:param type="srcNode" val="dummy1a"/>
                  <dgm:param type="dstNode" val="dummy1b"/>
                  <dgm:param type="begPts" val="tL"/>
                  <dgm:param type="endPts" val="tR"/>
                  <dgm:param type="begSty" val="noArr"/>
                  <dgm:param type="endSty" val="arr"/>
                </dgm:alg>
              </dgm:else>
            </dgm:choose>
            <dgm:shape xmlns:r="http://schemas.openxmlformats.org/officeDocument/2006/relationships" type="conn" r:blip="">
              <dgm:adjLst/>
            </dgm:shape>
            <dgm:presOf/>
            <dgm:constrLst>
              <dgm:constr type="w" val="1"/>
              <dgm:constr type="begPad"/>
              <dgm:constr type="endPad"/>
            </dgm:constrLst>
            <dgm:ruleLst/>
          </dgm:layoutNode>
        </dgm:forEach>
      </dgm:if>
      <dgm:if name="Name176" axis="ch" ptType="node" func="cnt" op="gte" val="2">
        <dgm:forEach name="Name177" axis="ch" ptType="sibTrans" hideLastTrans="0" cnt="1">
          <dgm:layoutNode name="arrowWedge1" styleLbl="fgSibTrans2D1">
            <dgm:choose name="Name178">
              <dgm:if name="Name179" func="var" arg="dir" op="equ" val="norm">
                <dgm:alg type="conn">
                  <dgm:param type="connRout" val="curve"/>
                  <dgm:param type="srcNode" val="dummy1a"/>
                  <dgm:param type="dstNode" val="dummy1b"/>
                  <dgm:param type="begPts" val="tL"/>
                  <dgm:param type="endPts" val="tL"/>
                  <dgm:param type="begSty" val="noArr"/>
                  <dgm:param type="endSty" val="arr"/>
                </dgm:alg>
              </dgm:if>
              <dgm:else name="Name180">
                <dgm:alg type="conn">
                  <dgm:param type="connRout" val="curve"/>
                  <dgm:param type="srcNode" val="dummy1a"/>
                  <dgm:param type="dstNode" val="dummy1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if>
      <dgm:else name="Name181"/>
    </dgm:choose>
    <dgm:forEach name="Name182" axis="ch" ptType="sibTrans" hideLastTrans="0" st="2" cnt="1">
      <dgm:layoutNode name="arrowWedge2" styleLbl="fgSibTrans2D1">
        <dgm:choose name="Name183">
          <dgm:if name="Name184" func="var" arg="dir" op="equ" val="norm">
            <dgm:alg type="conn">
              <dgm:param type="connRout" val="curve"/>
              <dgm:param type="srcNode" val="dummy2a"/>
              <dgm:param type="dstNode" val="dummy2b"/>
              <dgm:param type="begPts" val="tL"/>
              <dgm:param type="endPts" val="tL"/>
              <dgm:param type="begSty" val="noArr"/>
              <dgm:param type="endSty" val="arr"/>
            </dgm:alg>
          </dgm:if>
          <dgm:else name="Name185">
            <dgm:alg type="conn">
              <dgm:param type="connRout" val="curve"/>
              <dgm:param type="srcNode" val="dummy2a"/>
              <dgm:param type="dstNode" val="dummy2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86" axis="ch" ptType="sibTrans" hideLastTrans="0" st="3" cnt="1">
      <dgm:layoutNode name="arrowWedge3" styleLbl="fgSibTrans2D1">
        <dgm:choose name="Name187">
          <dgm:if name="Name188" func="var" arg="dir" op="equ" val="norm">
            <dgm:alg type="conn">
              <dgm:param type="connRout" val="curve"/>
              <dgm:param type="srcNode" val="dummy3a"/>
              <dgm:param type="dstNode" val="dummy3b"/>
              <dgm:param type="begPts" val="tL"/>
              <dgm:param type="endPts" val="tL"/>
              <dgm:param type="begSty" val="noArr"/>
              <dgm:param type="endSty" val="arr"/>
            </dgm:alg>
          </dgm:if>
          <dgm:else name="Name189">
            <dgm:alg type="conn">
              <dgm:param type="connRout" val="curve"/>
              <dgm:param type="srcNode" val="dummy3a"/>
              <dgm:param type="dstNode" val="dummy3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0" axis="ch" ptType="sibTrans" hideLastTrans="0" st="4" cnt="1">
      <dgm:layoutNode name="arrowWedge4" styleLbl="fgSibTrans2D1">
        <dgm:choose name="Name191">
          <dgm:if name="Name192" func="var" arg="dir" op="equ" val="norm">
            <dgm:alg type="conn">
              <dgm:param type="connRout" val="curve"/>
              <dgm:param type="srcNode" val="dummy4a"/>
              <dgm:param type="dstNode" val="dummy4b"/>
              <dgm:param type="begPts" val="tL"/>
              <dgm:param type="endPts" val="tL"/>
              <dgm:param type="begSty" val="noArr"/>
              <dgm:param type="endSty" val="arr"/>
            </dgm:alg>
          </dgm:if>
          <dgm:else name="Name193">
            <dgm:alg type="conn">
              <dgm:param type="connRout" val="curve"/>
              <dgm:param type="srcNode" val="dummy4a"/>
              <dgm:param type="dstNode" val="dummy4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4" axis="ch" ptType="sibTrans" hideLastTrans="0" st="5" cnt="1">
      <dgm:layoutNode name="arrowWedge5" styleLbl="fgSibTrans2D1">
        <dgm:choose name="Name195">
          <dgm:if name="Name196" func="var" arg="dir" op="equ" val="norm">
            <dgm:alg type="conn">
              <dgm:param type="connRout" val="curve"/>
              <dgm:param type="srcNode" val="dummy5a"/>
              <dgm:param type="dstNode" val="dummy5b"/>
              <dgm:param type="begPts" val="tL"/>
              <dgm:param type="endPts" val="tL"/>
              <dgm:param type="begSty" val="noArr"/>
              <dgm:param type="endSty" val="arr"/>
            </dgm:alg>
          </dgm:if>
          <dgm:else name="Name197">
            <dgm:alg type="conn">
              <dgm:param type="connRout" val="curve"/>
              <dgm:param type="srcNode" val="dummy5a"/>
              <dgm:param type="dstNode" val="dummy5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8" axis="ch" ptType="sibTrans" hideLastTrans="0" st="6" cnt="1">
      <dgm:layoutNode name="arrowWedge6" styleLbl="fgSibTrans2D1">
        <dgm:choose name="Name199">
          <dgm:if name="Name200" func="var" arg="dir" op="equ" val="norm">
            <dgm:alg type="conn">
              <dgm:param type="connRout" val="curve"/>
              <dgm:param type="srcNode" val="dummy6a"/>
              <dgm:param type="dstNode" val="dummy6b"/>
              <dgm:param type="begPts" val="tL"/>
              <dgm:param type="endPts" val="tL"/>
              <dgm:param type="begSty" val="noArr"/>
              <dgm:param type="endSty" val="arr"/>
            </dgm:alg>
          </dgm:if>
          <dgm:else name="Name201">
            <dgm:alg type="conn">
              <dgm:param type="connRout" val="curve"/>
              <dgm:param type="srcNode" val="dummy6a"/>
              <dgm:param type="dstNode" val="dummy6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202" axis="ch" ptType="sibTrans" hideLastTrans="0" st="7" cnt="1">
      <dgm:layoutNode name="arrowWedge7" styleLbl="fgSibTrans2D1">
        <dgm:choose name="Name203">
          <dgm:if name="Name204" func="var" arg="dir" op="equ" val="norm">
            <dgm:alg type="conn">
              <dgm:param type="connRout" val="curve"/>
              <dgm:param type="srcNode" val="dummy7a"/>
              <dgm:param type="dstNode" val="dummy7b"/>
              <dgm:param type="begPts" val="tL"/>
              <dgm:param type="endPts" val="tL"/>
              <dgm:param type="begSty" val="noArr"/>
              <dgm:param type="endSty" val="arr"/>
            </dgm:alg>
          </dgm:if>
          <dgm:else name="Name205">
            <dgm:alg type="conn">
              <dgm:param type="connRout" val="curve"/>
              <dgm:param type="srcNode" val="dummy7a"/>
              <dgm:param type="dstNode" val="dummy7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0.54051</cdr:x>
      <cdr:y>0.29873</cdr:y>
    </cdr:from>
    <cdr:to>
      <cdr:x>0.56593</cdr:x>
      <cdr:y>0.34179</cdr:y>
    </cdr:to>
    <cdr:cxnSp macro="">
      <cdr:nvCxnSpPr>
        <cdr:cNvPr id="3" name="Straight Connector 2">
          <a:extLst xmlns:a="http://schemas.openxmlformats.org/drawingml/2006/main">
            <a:ext uri="{FF2B5EF4-FFF2-40B4-BE49-F238E27FC236}">
              <a16:creationId xmlns:a16="http://schemas.microsoft.com/office/drawing/2014/main" id="{D203D70F-60DB-6E7A-9586-45108B612161}"/>
            </a:ext>
          </a:extLst>
        </cdr:cNvPr>
        <cdr:cNvCxnSpPr/>
      </cdr:nvCxnSpPr>
      <cdr:spPr>
        <a:xfrm xmlns:a="http://schemas.openxmlformats.org/drawingml/2006/main" flipV="1">
          <a:off x="1784347" y="1112472"/>
          <a:ext cx="83895" cy="160365"/>
        </a:xfrm>
        <a:prstGeom xmlns:a="http://schemas.openxmlformats.org/drawingml/2006/main" prst="line">
          <a:avLst/>
        </a:prstGeom>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2.xml><?xml version="1.0" encoding="utf-8"?>
<c:userShapes xmlns:c="http://schemas.openxmlformats.org/drawingml/2006/chart">
  <cdr:relSizeAnchor xmlns:cdr="http://schemas.openxmlformats.org/drawingml/2006/chartDrawing">
    <cdr:from>
      <cdr:x>0.54051</cdr:x>
      <cdr:y>0.29873</cdr:y>
    </cdr:from>
    <cdr:to>
      <cdr:x>0.56593</cdr:x>
      <cdr:y>0.34179</cdr:y>
    </cdr:to>
    <cdr:cxnSp macro="">
      <cdr:nvCxnSpPr>
        <cdr:cNvPr id="3" name="Straight Connector 2">
          <a:extLst xmlns:a="http://schemas.openxmlformats.org/drawingml/2006/main">
            <a:ext uri="{FF2B5EF4-FFF2-40B4-BE49-F238E27FC236}">
              <a16:creationId xmlns:a16="http://schemas.microsoft.com/office/drawing/2014/main" id="{D203D70F-60DB-6E7A-9586-45108B612161}"/>
            </a:ext>
          </a:extLst>
        </cdr:cNvPr>
        <cdr:cNvCxnSpPr/>
      </cdr:nvCxnSpPr>
      <cdr:spPr>
        <a:xfrm xmlns:a="http://schemas.openxmlformats.org/drawingml/2006/main" flipV="1">
          <a:off x="1784347" y="1112472"/>
          <a:ext cx="83895" cy="160365"/>
        </a:xfrm>
        <a:prstGeom xmlns:a="http://schemas.openxmlformats.org/drawingml/2006/main" prst="line">
          <a:avLst/>
        </a:prstGeom>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3.xml><?xml version="1.0" encoding="utf-8"?>
<c:userShapes xmlns:c="http://schemas.openxmlformats.org/drawingml/2006/chart">
  <cdr:relSizeAnchor xmlns:cdr="http://schemas.openxmlformats.org/drawingml/2006/chartDrawing">
    <cdr:from>
      <cdr:x>0.54051</cdr:x>
      <cdr:y>0.29873</cdr:y>
    </cdr:from>
    <cdr:to>
      <cdr:x>0.56593</cdr:x>
      <cdr:y>0.34179</cdr:y>
    </cdr:to>
    <cdr:cxnSp macro="">
      <cdr:nvCxnSpPr>
        <cdr:cNvPr id="3" name="Straight Connector 2">
          <a:extLst xmlns:a="http://schemas.openxmlformats.org/drawingml/2006/main">
            <a:ext uri="{FF2B5EF4-FFF2-40B4-BE49-F238E27FC236}">
              <a16:creationId xmlns:a16="http://schemas.microsoft.com/office/drawing/2014/main" id="{D203D70F-60DB-6E7A-9586-45108B612161}"/>
            </a:ext>
          </a:extLst>
        </cdr:cNvPr>
        <cdr:cNvCxnSpPr/>
      </cdr:nvCxnSpPr>
      <cdr:spPr>
        <a:xfrm xmlns:a="http://schemas.openxmlformats.org/drawingml/2006/main" flipV="1">
          <a:off x="1784347" y="1112472"/>
          <a:ext cx="83895" cy="160365"/>
        </a:xfrm>
        <a:prstGeom xmlns:a="http://schemas.openxmlformats.org/drawingml/2006/main" prst="line">
          <a:avLst/>
        </a:prstGeom>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DBD23BE-CCFD-C542-9DED-23494CAC70A3}" type="datetimeFigureOut">
              <a:rPr lang="en-US" smtClean="0"/>
              <a:t>9/20/2023</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2B4F5A9-739C-A54F-B974-6FAB7C87BE4C}" type="slidenum">
              <a:rPr lang="en-US" smtClean="0"/>
              <a:t>‹#›</a:t>
            </a:fld>
            <a:endParaRPr lang="en-US"/>
          </a:p>
        </p:txBody>
      </p:sp>
    </p:spTree>
    <p:extLst>
      <p:ext uri="{BB962C8B-B14F-4D97-AF65-F5344CB8AC3E}">
        <p14:creationId xmlns:p14="http://schemas.microsoft.com/office/powerpoint/2010/main" val="278435039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22B4F5A9-739C-A54F-B974-6FAB7C87BE4C}" type="slidenum">
              <a:rPr lang="en-US" smtClean="0"/>
              <a:t>2</a:t>
            </a:fld>
            <a:endParaRPr lang="en-US"/>
          </a:p>
        </p:txBody>
      </p:sp>
    </p:spTree>
    <p:extLst>
      <p:ext uri="{BB962C8B-B14F-4D97-AF65-F5344CB8AC3E}">
        <p14:creationId xmlns:p14="http://schemas.microsoft.com/office/powerpoint/2010/main" val="56702616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How to win option -1</a:t>
            </a:r>
          </a:p>
          <a:p>
            <a:endParaRPr lang="en-US"/>
          </a:p>
        </p:txBody>
      </p:sp>
      <p:sp>
        <p:nvSpPr>
          <p:cNvPr id="4" name="Slide Number Placeholder 3"/>
          <p:cNvSpPr>
            <a:spLocks noGrp="1"/>
          </p:cNvSpPr>
          <p:nvPr>
            <p:ph type="sldNum" sz="quarter" idx="5"/>
          </p:nvPr>
        </p:nvSpPr>
        <p:spPr/>
        <p:txBody>
          <a:bodyPr/>
          <a:lstStyle/>
          <a:p>
            <a:fld id="{22B4F5A9-739C-A54F-B974-6FAB7C87BE4C}" type="slidenum">
              <a:rPr lang="en-US" smtClean="0"/>
              <a:t>3</a:t>
            </a:fld>
            <a:endParaRPr lang="en-US"/>
          </a:p>
        </p:txBody>
      </p:sp>
    </p:spTree>
    <p:extLst>
      <p:ext uri="{BB962C8B-B14F-4D97-AF65-F5344CB8AC3E}">
        <p14:creationId xmlns:p14="http://schemas.microsoft.com/office/powerpoint/2010/main" val="152909547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How to win option -1</a:t>
            </a:r>
          </a:p>
          <a:p>
            <a:endParaRPr lang="en-US"/>
          </a:p>
        </p:txBody>
      </p:sp>
      <p:sp>
        <p:nvSpPr>
          <p:cNvPr id="4" name="Slide Number Placeholder 3"/>
          <p:cNvSpPr>
            <a:spLocks noGrp="1"/>
          </p:cNvSpPr>
          <p:nvPr>
            <p:ph type="sldNum" sz="quarter" idx="5"/>
          </p:nvPr>
        </p:nvSpPr>
        <p:spPr/>
        <p:txBody>
          <a:bodyPr/>
          <a:lstStyle/>
          <a:p>
            <a:fld id="{22B4F5A9-739C-A54F-B974-6FAB7C87BE4C}" type="slidenum">
              <a:rPr lang="en-US" smtClean="0"/>
              <a:t>4</a:t>
            </a:fld>
            <a:endParaRPr lang="en-US"/>
          </a:p>
        </p:txBody>
      </p:sp>
    </p:spTree>
    <p:extLst>
      <p:ext uri="{BB962C8B-B14F-4D97-AF65-F5344CB8AC3E}">
        <p14:creationId xmlns:p14="http://schemas.microsoft.com/office/powerpoint/2010/main" val="352368137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How to win option -1</a:t>
            </a:r>
          </a:p>
          <a:p>
            <a:endParaRPr lang="en-US"/>
          </a:p>
        </p:txBody>
      </p:sp>
      <p:sp>
        <p:nvSpPr>
          <p:cNvPr id="4" name="Slide Number Placeholder 3"/>
          <p:cNvSpPr>
            <a:spLocks noGrp="1"/>
          </p:cNvSpPr>
          <p:nvPr>
            <p:ph type="sldNum" sz="quarter" idx="5"/>
          </p:nvPr>
        </p:nvSpPr>
        <p:spPr/>
        <p:txBody>
          <a:bodyPr/>
          <a:lstStyle/>
          <a:p>
            <a:fld id="{22B4F5A9-739C-A54F-B974-6FAB7C87BE4C}" type="slidenum">
              <a:rPr lang="en-US" smtClean="0"/>
              <a:t>5</a:t>
            </a:fld>
            <a:endParaRPr lang="en-US"/>
          </a:p>
        </p:txBody>
      </p:sp>
    </p:spTree>
    <p:extLst>
      <p:ext uri="{BB962C8B-B14F-4D97-AF65-F5344CB8AC3E}">
        <p14:creationId xmlns:p14="http://schemas.microsoft.com/office/powerpoint/2010/main" val="30013817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Club them, max 3-4 items, don’t have </a:t>
            </a:r>
            <a:r>
              <a:rPr lang="en-US" dirty="0" err="1"/>
              <a:t>chotu</a:t>
            </a:r>
            <a:r>
              <a:rPr lang="en-US" dirty="0"/>
              <a:t> </a:t>
            </a:r>
            <a:r>
              <a:rPr lang="en-US" dirty="0" err="1"/>
              <a:t>chotu</a:t>
            </a:r>
            <a:r>
              <a:rPr lang="en-US" dirty="0"/>
              <a:t> items, risk: need data exposure from various companies</a:t>
            </a:r>
          </a:p>
        </p:txBody>
      </p:sp>
      <p:sp>
        <p:nvSpPr>
          <p:cNvPr id="4" name="Slide Number Placeholder 3"/>
          <p:cNvSpPr>
            <a:spLocks noGrp="1"/>
          </p:cNvSpPr>
          <p:nvPr>
            <p:ph type="sldNum" sz="quarter" idx="5"/>
          </p:nvPr>
        </p:nvSpPr>
        <p:spPr/>
        <p:txBody>
          <a:bodyPr/>
          <a:lstStyle/>
          <a:p>
            <a:fld id="{22B4F5A9-739C-A54F-B974-6FAB7C87BE4C}" type="slidenum">
              <a:rPr lang="en-US" smtClean="0"/>
              <a:t>6</a:t>
            </a:fld>
            <a:endParaRPr lang="en-US"/>
          </a:p>
        </p:txBody>
      </p:sp>
    </p:spTree>
    <p:extLst>
      <p:ext uri="{BB962C8B-B14F-4D97-AF65-F5344CB8AC3E}">
        <p14:creationId xmlns:p14="http://schemas.microsoft.com/office/powerpoint/2010/main" val="217672236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22B4F5A9-739C-A54F-B974-6FAB7C87BE4C}" type="slidenum">
              <a:rPr lang="en-US" smtClean="0"/>
              <a:t>10</a:t>
            </a:fld>
            <a:endParaRPr lang="en-US"/>
          </a:p>
        </p:txBody>
      </p:sp>
    </p:spTree>
    <p:extLst>
      <p:ext uri="{BB962C8B-B14F-4D97-AF65-F5344CB8AC3E}">
        <p14:creationId xmlns:p14="http://schemas.microsoft.com/office/powerpoint/2010/main" val="244793399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5" name="Slide Image Placeholder 1"/>
          <p:cNvSpPr>
            <a:spLocks noGrp="1" noRot="1" noChangeAspect="1"/>
          </p:cNvSpPr>
          <p:nvPr>
            <p:ph type="sldImg"/>
          </p:nvPr>
        </p:nvSpPr>
        <p:spPr bwMode="auto">
          <a:xfrm>
            <a:off x="458788" y="720725"/>
            <a:ext cx="6397625" cy="3598863"/>
          </a:xfrm>
          <a:noFill/>
          <a:ln>
            <a:solidFill>
              <a:srgbClr val="000000"/>
            </a:solidFill>
            <a:miter lim="800000"/>
            <a:headEnd/>
            <a:tailEnd/>
          </a:ln>
        </p:spPr>
      </p:sp>
      <p:sp>
        <p:nvSpPr>
          <p:cNvPr id="845826" name="Notes Placeholder 2"/>
          <p:cNvSpPr>
            <a:spLocks noGrp="1"/>
          </p:cNvSpPr>
          <p:nvPr>
            <p:ph type="body" idx="1"/>
          </p:nvPr>
        </p:nvSpPr>
        <p:spPr>
          <a:noFill/>
          <a:ln/>
        </p:spPr>
        <p:txBody>
          <a:bodyPr/>
          <a:lstStyle/>
          <a:p>
            <a:endParaRPr lang="en-US"/>
          </a:p>
        </p:txBody>
      </p:sp>
      <p:sp>
        <p:nvSpPr>
          <p:cNvPr id="845827" name="Slide Number Placeholder 3"/>
          <p:cNvSpPr>
            <a:spLocks noGrp="1"/>
          </p:cNvSpPr>
          <p:nvPr>
            <p:ph type="sldNum" sz="quarter" idx="5"/>
          </p:nvPr>
        </p:nvSpPr>
        <p:spPr>
          <a:noFill/>
        </p:spPr>
        <p:txBody>
          <a:bodyPr/>
          <a:lstStyle/>
          <a:p>
            <a:fld id="{A559B68C-5915-4D23-A2C6-5B96549FD7A0}" type="slidenum">
              <a:rPr lang="en-US" smtClean="0"/>
              <a:pPr/>
              <a:t>14</a:t>
            </a:fld>
            <a:endParaRPr lang="en-US"/>
          </a:p>
        </p:txBody>
      </p:sp>
    </p:spTree>
    <p:extLst>
      <p:ext uri="{BB962C8B-B14F-4D97-AF65-F5344CB8AC3E}">
        <p14:creationId xmlns:p14="http://schemas.microsoft.com/office/powerpoint/2010/main" val="241055702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r>
              <a:rPr lang="en-US"/>
              <a:t>Notes view: </a:t>
            </a:r>
            <a:fld id="{128CEAFE-FA94-43E5-B0FF-D47E1CCDD1B4}" type="slidenum">
              <a:rPr lang="en-US" smtClean="0"/>
              <a:pPr/>
              <a:t>18</a:t>
            </a:fld>
            <a:endParaRPr lang="en-US"/>
          </a:p>
        </p:txBody>
      </p:sp>
    </p:spTree>
    <p:extLst>
      <p:ext uri="{BB962C8B-B14F-4D97-AF65-F5344CB8AC3E}">
        <p14:creationId xmlns:p14="http://schemas.microsoft.com/office/powerpoint/2010/main" val="165506020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55575" y="574675"/>
            <a:ext cx="6621463" cy="3724275"/>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r>
              <a:rPr lang="en-US"/>
              <a:t>Notes view: </a:t>
            </a:r>
            <a:fld id="{128CEAFE-FA94-43E5-B0FF-D47E1CCDD1B4}" type="slidenum">
              <a:rPr lang="en-US" smtClean="0"/>
              <a:pPr/>
              <a:t>19</a:t>
            </a:fld>
            <a:endParaRPr lang="en-US"/>
          </a:p>
        </p:txBody>
      </p:sp>
    </p:spTree>
    <p:extLst>
      <p:ext uri="{BB962C8B-B14F-4D97-AF65-F5344CB8AC3E}">
        <p14:creationId xmlns:p14="http://schemas.microsoft.com/office/powerpoint/2010/main" val="119736548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Context setting – (value chain, business is growing) &amp; these are the problems it is facing</a:t>
            </a:r>
            <a:br>
              <a:rPr lang="en-US"/>
            </a:br>
            <a:r>
              <a:rPr lang="en-US"/>
              <a:t>How to win + impact of the strategy – number the parts of “how to win”</a:t>
            </a:r>
          </a:p>
        </p:txBody>
      </p:sp>
      <p:sp>
        <p:nvSpPr>
          <p:cNvPr id="4" name="Slide Number Placeholder 3"/>
          <p:cNvSpPr>
            <a:spLocks noGrp="1"/>
          </p:cNvSpPr>
          <p:nvPr>
            <p:ph type="sldNum" sz="quarter" idx="5"/>
          </p:nvPr>
        </p:nvSpPr>
        <p:spPr/>
        <p:txBody>
          <a:bodyPr/>
          <a:lstStyle/>
          <a:p>
            <a:fld id="{22B4F5A9-739C-A54F-B974-6FAB7C87BE4C}" type="slidenum">
              <a:rPr lang="en-US" smtClean="0"/>
              <a:t>26</a:t>
            </a:fld>
            <a:endParaRPr lang="en-US"/>
          </a:p>
        </p:txBody>
      </p:sp>
    </p:spTree>
    <p:extLst>
      <p:ext uri="{BB962C8B-B14F-4D97-AF65-F5344CB8AC3E}">
        <p14:creationId xmlns:p14="http://schemas.microsoft.com/office/powerpoint/2010/main" val="395567785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18"/>
        <p:cNvGrpSpPr/>
        <p:nvPr/>
      </p:nvGrpSpPr>
      <p:grpSpPr>
        <a:xfrm>
          <a:off x="0" y="0"/>
          <a:ext cx="0" cy="0"/>
          <a:chOff x="0" y="0"/>
          <a:chExt cx="0" cy="0"/>
        </a:xfrm>
      </p:grpSpPr>
      <p:sp>
        <p:nvSpPr>
          <p:cNvPr id="1619" name="Google Shape;1619;g8c073b35a6_0_104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0" name="Google Shape;1620;g8c073b35a6_0_104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55"/>
        <p:cNvGrpSpPr/>
        <p:nvPr/>
      </p:nvGrpSpPr>
      <p:grpSpPr>
        <a:xfrm>
          <a:off x="0" y="0"/>
          <a:ext cx="0" cy="0"/>
          <a:chOff x="0" y="0"/>
          <a:chExt cx="0" cy="0"/>
        </a:xfrm>
      </p:grpSpPr>
      <p:sp>
        <p:nvSpPr>
          <p:cNvPr id="1956" name="Google Shape;1956;g8c073b35a6_0_107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57" name="Google Shape;1957;g8c073b35a6_0_107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55"/>
        <p:cNvGrpSpPr/>
        <p:nvPr/>
      </p:nvGrpSpPr>
      <p:grpSpPr>
        <a:xfrm>
          <a:off x="0" y="0"/>
          <a:ext cx="0" cy="0"/>
          <a:chOff x="0" y="0"/>
          <a:chExt cx="0" cy="0"/>
        </a:xfrm>
      </p:grpSpPr>
      <p:sp>
        <p:nvSpPr>
          <p:cNvPr id="8456" name="Google Shape;8456;g8c073b35a6_0_172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57" name="Google Shape;8457;g8c073b35a6_0_172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45"/>
        <p:cNvGrpSpPr/>
        <p:nvPr/>
      </p:nvGrpSpPr>
      <p:grpSpPr>
        <a:xfrm>
          <a:off x="0" y="0"/>
          <a:ext cx="0" cy="0"/>
          <a:chOff x="0" y="0"/>
          <a:chExt cx="0" cy="0"/>
        </a:xfrm>
      </p:grpSpPr>
      <p:sp>
        <p:nvSpPr>
          <p:cNvPr id="9046" name="Google Shape;9046;g8c073b35a6_0_178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47" name="Google Shape;9047;g8c073b35a6_0_178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47"/>
        <p:cNvGrpSpPr/>
        <p:nvPr/>
      </p:nvGrpSpPr>
      <p:grpSpPr>
        <a:xfrm>
          <a:off x="0" y="0"/>
          <a:ext cx="0" cy="0"/>
          <a:chOff x="0" y="0"/>
          <a:chExt cx="0" cy="0"/>
        </a:xfrm>
      </p:grpSpPr>
      <p:sp>
        <p:nvSpPr>
          <p:cNvPr id="9448" name="Google Shape;9448;g8c073b35a6_0_182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49" name="Google Shape;9449;g8c073b35a6_0_182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8"/>
        <p:cNvGrpSpPr/>
        <p:nvPr/>
      </p:nvGrpSpPr>
      <p:grpSpPr>
        <a:xfrm>
          <a:off x="0" y="0"/>
          <a:ext cx="0" cy="0"/>
          <a:chOff x="0" y="0"/>
          <a:chExt cx="0" cy="0"/>
        </a:xfrm>
      </p:grpSpPr>
      <p:sp>
        <p:nvSpPr>
          <p:cNvPr id="9819" name="Google Shape;9819;g8c073b35a6_0_186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20" name="Google Shape;9820;g8c073b35a6_0_186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20"/>
        <p:cNvGrpSpPr/>
        <p:nvPr/>
      </p:nvGrpSpPr>
      <p:grpSpPr>
        <a:xfrm>
          <a:off x="0" y="0"/>
          <a:ext cx="0" cy="0"/>
          <a:chOff x="0" y="0"/>
          <a:chExt cx="0" cy="0"/>
        </a:xfrm>
      </p:grpSpPr>
      <p:sp>
        <p:nvSpPr>
          <p:cNvPr id="10121" name="Google Shape;10121;g8c073b35a6_0_189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22" name="Google Shape;10122;g8c073b35a6_0_189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12"/>
        <p:cNvGrpSpPr/>
        <p:nvPr/>
      </p:nvGrpSpPr>
      <p:grpSpPr>
        <a:xfrm>
          <a:off x="0" y="0"/>
          <a:ext cx="0" cy="0"/>
          <a:chOff x="0" y="0"/>
          <a:chExt cx="0" cy="0"/>
        </a:xfrm>
      </p:grpSpPr>
      <p:sp>
        <p:nvSpPr>
          <p:cNvPr id="10413" name="Google Shape;10413;g8c073b35a6_0_19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14" name="Google Shape;10414;g8c073b35a6_0_19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71"/>
        <p:cNvGrpSpPr/>
        <p:nvPr/>
      </p:nvGrpSpPr>
      <p:grpSpPr>
        <a:xfrm>
          <a:off x="0" y="0"/>
          <a:ext cx="0" cy="0"/>
          <a:chOff x="0" y="0"/>
          <a:chExt cx="0" cy="0"/>
        </a:xfrm>
      </p:grpSpPr>
      <p:sp>
        <p:nvSpPr>
          <p:cNvPr id="10772" name="Google Shape;10772;g8c073b35a6_0_195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73" name="Google Shape;10773;g8c073b35a6_0_195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88"/>
        <p:cNvGrpSpPr/>
        <p:nvPr/>
      </p:nvGrpSpPr>
      <p:grpSpPr>
        <a:xfrm>
          <a:off x="0" y="0"/>
          <a:ext cx="0" cy="0"/>
          <a:chOff x="0" y="0"/>
          <a:chExt cx="0" cy="0"/>
        </a:xfrm>
      </p:grpSpPr>
      <p:sp>
        <p:nvSpPr>
          <p:cNvPr id="11189" name="Google Shape;11189;g8c073b35a6_0_199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90" name="Google Shape;11190;g8c073b35a6_0_199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27"/>
        <p:cNvGrpSpPr/>
        <p:nvPr/>
      </p:nvGrpSpPr>
      <p:grpSpPr>
        <a:xfrm>
          <a:off x="0" y="0"/>
          <a:ext cx="0" cy="0"/>
          <a:chOff x="0" y="0"/>
          <a:chExt cx="0" cy="0"/>
        </a:xfrm>
      </p:grpSpPr>
      <p:sp>
        <p:nvSpPr>
          <p:cNvPr id="11528" name="Google Shape;11528;g8c073b35a6_0_203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29" name="Google Shape;11529;g8c073b35a6_0_203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15"/>
        <p:cNvGrpSpPr/>
        <p:nvPr/>
      </p:nvGrpSpPr>
      <p:grpSpPr>
        <a:xfrm>
          <a:off x="0" y="0"/>
          <a:ext cx="0" cy="0"/>
          <a:chOff x="0" y="0"/>
          <a:chExt cx="0" cy="0"/>
        </a:xfrm>
      </p:grpSpPr>
      <p:sp>
        <p:nvSpPr>
          <p:cNvPr id="11716" name="Google Shape;11716;g8c073b35a6_0_205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17" name="Google Shape;11717;g8c073b35a6_0_205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Context setting – (value chain, business is growing) &amp; these are the problems it is facing</a:t>
            </a:r>
            <a:br>
              <a:rPr lang="en-US"/>
            </a:br>
            <a:r>
              <a:rPr lang="en-US"/>
              <a:t>How to win + impact of the strategy – number the parts of “how to win”</a:t>
            </a:r>
          </a:p>
          <a:p>
            <a:r>
              <a:rPr kumimoji="0" lang="en-US" sz="1200" i="0" u="none" strike="noStrike" kern="1200" cap="none" spc="0" normalizeH="0" baseline="0" noProof="0">
                <a:ln>
                  <a:noFill/>
                </a:ln>
                <a:solidFill>
                  <a:prstClr val="white"/>
                </a:solidFill>
                <a:effectLst/>
                <a:uLnTx/>
                <a:uFillTx/>
                <a:latin typeface="Calibri"/>
                <a:ea typeface="+mn-ea"/>
                <a:cs typeface="Verdana" panose="020B0604030504040204" pitchFamily="34" charset="0"/>
              </a:rPr>
              <a:t>LMD accounts for 42% of SC costs. As most of it is variable, this proportion will continue to grow as the volume of e-commerce grows, potentially hurting the profits by 26% in the long-run</a:t>
            </a:r>
            <a:endParaRPr lang="en-US"/>
          </a:p>
        </p:txBody>
      </p:sp>
      <p:sp>
        <p:nvSpPr>
          <p:cNvPr id="4" name="Slide Number Placeholder 3"/>
          <p:cNvSpPr>
            <a:spLocks noGrp="1"/>
          </p:cNvSpPr>
          <p:nvPr>
            <p:ph type="sldNum" sz="quarter" idx="5"/>
          </p:nvPr>
        </p:nvSpPr>
        <p:spPr/>
        <p:txBody>
          <a:bodyPr/>
          <a:lstStyle/>
          <a:p>
            <a:fld id="{22B4F5A9-739C-A54F-B974-6FAB7C87BE4C}" type="slidenum">
              <a:rPr lang="en-US" smtClean="0"/>
              <a:t>42</a:t>
            </a:fld>
            <a:endParaRPr lang="en-US"/>
          </a:p>
        </p:txBody>
      </p:sp>
    </p:spTree>
    <p:extLst>
      <p:ext uri="{BB962C8B-B14F-4D97-AF65-F5344CB8AC3E}">
        <p14:creationId xmlns:p14="http://schemas.microsoft.com/office/powerpoint/2010/main" val="119280058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Context setting – (value chain, business is growing) &amp; these are the problems it is facing</a:t>
            </a:r>
            <a:br>
              <a:rPr lang="en-US"/>
            </a:br>
            <a:r>
              <a:rPr lang="en-US"/>
              <a:t>How to win + impact of the strategy – number the parts of “how to win”</a:t>
            </a:r>
          </a:p>
          <a:p>
            <a:r>
              <a:rPr kumimoji="0" lang="en-US" sz="1200" i="0" u="none" strike="noStrike" kern="1200" cap="none" spc="0" normalizeH="0" baseline="0" noProof="0">
                <a:ln>
                  <a:noFill/>
                </a:ln>
                <a:solidFill>
                  <a:prstClr val="white"/>
                </a:solidFill>
                <a:effectLst/>
                <a:uLnTx/>
                <a:uFillTx/>
                <a:latin typeface="Calibri"/>
                <a:ea typeface="+mn-ea"/>
                <a:cs typeface="Verdana" panose="020B0604030504040204" pitchFamily="34" charset="0"/>
              </a:rPr>
              <a:t>LMD accounts for 42% of SC costs. As most of it is variable, this proportion will continue to grow as the volume of e-commerce grows, potentially hurting the profits by 26% in the long-run</a:t>
            </a:r>
            <a:endParaRPr lang="en-US"/>
          </a:p>
        </p:txBody>
      </p:sp>
      <p:sp>
        <p:nvSpPr>
          <p:cNvPr id="4" name="Slide Number Placeholder 3"/>
          <p:cNvSpPr>
            <a:spLocks noGrp="1"/>
          </p:cNvSpPr>
          <p:nvPr>
            <p:ph type="sldNum" sz="quarter" idx="5"/>
          </p:nvPr>
        </p:nvSpPr>
        <p:spPr/>
        <p:txBody>
          <a:bodyPr/>
          <a:lstStyle/>
          <a:p>
            <a:fld id="{22B4F5A9-739C-A54F-B974-6FAB7C87BE4C}" type="slidenum">
              <a:rPr lang="en-US" smtClean="0"/>
              <a:t>44</a:t>
            </a:fld>
            <a:endParaRPr lang="en-US"/>
          </a:p>
        </p:txBody>
      </p:sp>
    </p:spTree>
    <p:extLst>
      <p:ext uri="{BB962C8B-B14F-4D97-AF65-F5344CB8AC3E}">
        <p14:creationId xmlns:p14="http://schemas.microsoft.com/office/powerpoint/2010/main" val="171263912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22B4F5A9-739C-A54F-B974-6FAB7C87BE4C}" type="slidenum">
              <a:rPr lang="en-US" smtClean="0"/>
              <a:t>45</a:t>
            </a:fld>
            <a:endParaRPr lang="en-US"/>
          </a:p>
        </p:txBody>
      </p:sp>
    </p:spTree>
    <p:extLst>
      <p:ext uri="{BB962C8B-B14F-4D97-AF65-F5344CB8AC3E}">
        <p14:creationId xmlns:p14="http://schemas.microsoft.com/office/powerpoint/2010/main" val="424573510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69CA9F-C024-054B-A000-A0B33EFB00C6}"/>
              </a:ext>
            </a:extLst>
          </p:cNvPr>
          <p:cNvSpPr>
            <a:spLocks noGrp="1"/>
          </p:cNvSpPr>
          <p:nvPr>
            <p:ph type="ctrTitle"/>
          </p:nvPr>
        </p:nvSpPr>
        <p:spPr>
          <a:xfrm>
            <a:off x="1524000" y="1122363"/>
            <a:ext cx="9144000" cy="2387600"/>
          </a:xfrm>
        </p:spPr>
        <p:txBody>
          <a:bodyPr anchor="b"/>
          <a:lstStyle>
            <a:lvl1pPr algn="ctr">
              <a:defRPr sz="6000"/>
            </a:lvl1pPr>
          </a:lstStyle>
          <a:p>
            <a:r>
              <a:rPr lang="en-GB"/>
              <a:t>Click to edit Master title style</a:t>
            </a:r>
            <a:endParaRPr lang="en-US"/>
          </a:p>
        </p:txBody>
      </p:sp>
      <p:sp>
        <p:nvSpPr>
          <p:cNvPr id="3" name="Subtitle 2">
            <a:extLst>
              <a:ext uri="{FF2B5EF4-FFF2-40B4-BE49-F238E27FC236}">
                <a16:creationId xmlns:a16="http://schemas.microsoft.com/office/drawing/2014/main" id="{3306D164-8A02-F040-852E-D37FF24C3E3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endParaRPr lang="en-US"/>
          </a:p>
        </p:txBody>
      </p:sp>
      <p:sp>
        <p:nvSpPr>
          <p:cNvPr id="4" name="Date Placeholder 3">
            <a:extLst>
              <a:ext uri="{FF2B5EF4-FFF2-40B4-BE49-F238E27FC236}">
                <a16:creationId xmlns:a16="http://schemas.microsoft.com/office/drawing/2014/main" id="{93BFD2DB-15F8-F940-A337-0D0EDD39A7A3}"/>
              </a:ext>
            </a:extLst>
          </p:cNvPr>
          <p:cNvSpPr>
            <a:spLocks noGrp="1"/>
          </p:cNvSpPr>
          <p:nvPr>
            <p:ph type="dt" sz="half" idx="10"/>
          </p:nvPr>
        </p:nvSpPr>
        <p:spPr/>
        <p:txBody>
          <a:bodyPr/>
          <a:lstStyle/>
          <a:p>
            <a:fld id="{6FFE0592-62E0-E342-8359-052411380665}" type="datetimeFigureOut">
              <a:rPr lang="en-US" smtClean="0"/>
              <a:t>9/20/2023</a:t>
            </a:fld>
            <a:endParaRPr lang="en-US"/>
          </a:p>
        </p:txBody>
      </p:sp>
      <p:sp>
        <p:nvSpPr>
          <p:cNvPr id="5" name="Footer Placeholder 4">
            <a:extLst>
              <a:ext uri="{FF2B5EF4-FFF2-40B4-BE49-F238E27FC236}">
                <a16:creationId xmlns:a16="http://schemas.microsoft.com/office/drawing/2014/main" id="{BCFFEB20-5C95-8146-840F-5A1B88BF788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F90442B-4850-F34A-95F9-C56A2ACE9D01}"/>
              </a:ext>
            </a:extLst>
          </p:cNvPr>
          <p:cNvSpPr>
            <a:spLocks noGrp="1"/>
          </p:cNvSpPr>
          <p:nvPr>
            <p:ph type="sldNum" sz="quarter" idx="12"/>
          </p:nvPr>
        </p:nvSpPr>
        <p:spPr/>
        <p:txBody>
          <a:bodyPr/>
          <a:lstStyle/>
          <a:p>
            <a:fld id="{9C6830F4-1576-8347-B370-7B1B0F1C6446}" type="slidenum">
              <a:rPr lang="en-US" smtClean="0"/>
              <a:t>‹#›</a:t>
            </a:fld>
            <a:endParaRPr lang="en-US"/>
          </a:p>
        </p:txBody>
      </p:sp>
    </p:spTree>
    <p:extLst>
      <p:ext uri="{BB962C8B-B14F-4D97-AF65-F5344CB8AC3E}">
        <p14:creationId xmlns:p14="http://schemas.microsoft.com/office/powerpoint/2010/main" val="350324214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BC2E4C-A8F2-2C41-B72B-B0A2CB7E0C18}"/>
              </a:ext>
            </a:extLst>
          </p:cNvPr>
          <p:cNvSpPr>
            <a:spLocks noGrp="1"/>
          </p:cNvSpPr>
          <p:nvPr>
            <p:ph type="title"/>
          </p:nvPr>
        </p:nvSpPr>
        <p:spPr/>
        <p:txBody>
          <a:bodyPr/>
          <a:lstStyle/>
          <a:p>
            <a:r>
              <a:rPr lang="en-GB"/>
              <a:t>Click to edit Master title style</a:t>
            </a:r>
            <a:endParaRPr lang="en-US"/>
          </a:p>
        </p:txBody>
      </p:sp>
      <p:sp>
        <p:nvSpPr>
          <p:cNvPr id="3" name="Content Placeholder 2">
            <a:extLst>
              <a:ext uri="{FF2B5EF4-FFF2-40B4-BE49-F238E27FC236}">
                <a16:creationId xmlns:a16="http://schemas.microsoft.com/office/drawing/2014/main" id="{D6534E31-6772-E34F-8E25-632A408C7757}"/>
              </a:ext>
            </a:extLst>
          </p:cNvPr>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a:extLst>
              <a:ext uri="{FF2B5EF4-FFF2-40B4-BE49-F238E27FC236}">
                <a16:creationId xmlns:a16="http://schemas.microsoft.com/office/drawing/2014/main" id="{6CB2A006-F5CC-BB49-9DE3-8B0443D0D20B}"/>
              </a:ext>
            </a:extLst>
          </p:cNvPr>
          <p:cNvSpPr>
            <a:spLocks noGrp="1"/>
          </p:cNvSpPr>
          <p:nvPr>
            <p:ph type="dt" sz="half" idx="10"/>
          </p:nvPr>
        </p:nvSpPr>
        <p:spPr/>
        <p:txBody>
          <a:bodyPr/>
          <a:lstStyle/>
          <a:p>
            <a:fld id="{6FFE0592-62E0-E342-8359-052411380665}" type="datetimeFigureOut">
              <a:rPr lang="en-US" smtClean="0"/>
              <a:t>9/20/2023</a:t>
            </a:fld>
            <a:endParaRPr lang="en-US"/>
          </a:p>
        </p:txBody>
      </p:sp>
      <p:sp>
        <p:nvSpPr>
          <p:cNvPr id="5" name="Footer Placeholder 4">
            <a:extLst>
              <a:ext uri="{FF2B5EF4-FFF2-40B4-BE49-F238E27FC236}">
                <a16:creationId xmlns:a16="http://schemas.microsoft.com/office/drawing/2014/main" id="{16CAE4A4-F4AB-F844-AC9A-3C2C9E39FFC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D85F3492-F08A-2147-B616-8D87E5EC4767}"/>
              </a:ext>
            </a:extLst>
          </p:cNvPr>
          <p:cNvSpPr>
            <a:spLocks noGrp="1"/>
          </p:cNvSpPr>
          <p:nvPr>
            <p:ph type="sldNum" sz="quarter" idx="12"/>
          </p:nvPr>
        </p:nvSpPr>
        <p:spPr/>
        <p:txBody>
          <a:bodyPr/>
          <a:lstStyle/>
          <a:p>
            <a:fld id="{9C6830F4-1576-8347-B370-7B1B0F1C6446}" type="slidenum">
              <a:rPr lang="en-US" smtClean="0"/>
              <a:t>‹#›</a:t>
            </a:fld>
            <a:endParaRPr lang="en-US"/>
          </a:p>
        </p:txBody>
      </p:sp>
    </p:spTree>
    <p:extLst>
      <p:ext uri="{BB962C8B-B14F-4D97-AF65-F5344CB8AC3E}">
        <p14:creationId xmlns:p14="http://schemas.microsoft.com/office/powerpoint/2010/main" val="300203707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434125-0863-084C-95F8-31EF97A2DA92}"/>
              </a:ext>
            </a:extLst>
          </p:cNvPr>
          <p:cNvSpPr>
            <a:spLocks noGrp="1"/>
          </p:cNvSpPr>
          <p:nvPr>
            <p:ph type="title"/>
          </p:nvPr>
        </p:nvSpPr>
        <p:spPr>
          <a:xfrm>
            <a:off x="831850" y="1709738"/>
            <a:ext cx="10515600" cy="2852737"/>
          </a:xfrm>
        </p:spPr>
        <p:txBody>
          <a:bodyPr anchor="b"/>
          <a:lstStyle>
            <a:lvl1pPr>
              <a:defRPr sz="6000"/>
            </a:lvl1pPr>
          </a:lstStyle>
          <a:p>
            <a:r>
              <a:rPr lang="en-GB"/>
              <a:t>Click to edit Master title style</a:t>
            </a:r>
            <a:endParaRPr lang="en-US"/>
          </a:p>
        </p:txBody>
      </p:sp>
      <p:sp>
        <p:nvSpPr>
          <p:cNvPr id="3" name="Text Placeholder 2">
            <a:extLst>
              <a:ext uri="{FF2B5EF4-FFF2-40B4-BE49-F238E27FC236}">
                <a16:creationId xmlns:a16="http://schemas.microsoft.com/office/drawing/2014/main" id="{870A7E0F-E3CF-854B-92EB-B0978A9440A1}"/>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GB"/>
              <a:t>Click to edit Master text styles</a:t>
            </a:r>
          </a:p>
        </p:txBody>
      </p:sp>
      <p:sp>
        <p:nvSpPr>
          <p:cNvPr id="4" name="Date Placeholder 3">
            <a:extLst>
              <a:ext uri="{FF2B5EF4-FFF2-40B4-BE49-F238E27FC236}">
                <a16:creationId xmlns:a16="http://schemas.microsoft.com/office/drawing/2014/main" id="{02FD443A-B350-0D45-8637-C078FEE68B8B}"/>
              </a:ext>
            </a:extLst>
          </p:cNvPr>
          <p:cNvSpPr>
            <a:spLocks noGrp="1"/>
          </p:cNvSpPr>
          <p:nvPr>
            <p:ph type="dt" sz="half" idx="10"/>
          </p:nvPr>
        </p:nvSpPr>
        <p:spPr/>
        <p:txBody>
          <a:bodyPr/>
          <a:lstStyle/>
          <a:p>
            <a:fld id="{6FFE0592-62E0-E342-8359-052411380665}" type="datetimeFigureOut">
              <a:rPr lang="en-US" smtClean="0"/>
              <a:t>9/20/2023</a:t>
            </a:fld>
            <a:endParaRPr lang="en-US"/>
          </a:p>
        </p:txBody>
      </p:sp>
      <p:sp>
        <p:nvSpPr>
          <p:cNvPr id="5" name="Footer Placeholder 4">
            <a:extLst>
              <a:ext uri="{FF2B5EF4-FFF2-40B4-BE49-F238E27FC236}">
                <a16:creationId xmlns:a16="http://schemas.microsoft.com/office/drawing/2014/main" id="{6048724B-80DD-4448-869C-C8FAAAE06688}"/>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5E7367A3-E6C3-2547-9E3C-67FC49994443}"/>
              </a:ext>
            </a:extLst>
          </p:cNvPr>
          <p:cNvSpPr>
            <a:spLocks noGrp="1"/>
          </p:cNvSpPr>
          <p:nvPr>
            <p:ph type="sldNum" sz="quarter" idx="12"/>
          </p:nvPr>
        </p:nvSpPr>
        <p:spPr/>
        <p:txBody>
          <a:bodyPr/>
          <a:lstStyle/>
          <a:p>
            <a:fld id="{9C6830F4-1576-8347-B370-7B1B0F1C6446}" type="slidenum">
              <a:rPr lang="en-US" smtClean="0"/>
              <a:t>‹#›</a:t>
            </a:fld>
            <a:endParaRPr lang="en-US"/>
          </a:p>
        </p:txBody>
      </p:sp>
    </p:spTree>
    <p:extLst>
      <p:ext uri="{BB962C8B-B14F-4D97-AF65-F5344CB8AC3E}">
        <p14:creationId xmlns:p14="http://schemas.microsoft.com/office/powerpoint/2010/main" val="81459730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82E159-3C3A-F549-9B41-53E63D7B8D2F}"/>
              </a:ext>
            </a:extLst>
          </p:cNvPr>
          <p:cNvSpPr>
            <a:spLocks noGrp="1"/>
          </p:cNvSpPr>
          <p:nvPr>
            <p:ph type="title"/>
          </p:nvPr>
        </p:nvSpPr>
        <p:spPr/>
        <p:txBody>
          <a:bodyPr/>
          <a:lstStyle/>
          <a:p>
            <a:r>
              <a:rPr lang="en-GB"/>
              <a:t>Click to edit Master title style</a:t>
            </a:r>
            <a:endParaRPr lang="en-US"/>
          </a:p>
        </p:txBody>
      </p:sp>
      <p:sp>
        <p:nvSpPr>
          <p:cNvPr id="3" name="Content Placeholder 2">
            <a:extLst>
              <a:ext uri="{FF2B5EF4-FFF2-40B4-BE49-F238E27FC236}">
                <a16:creationId xmlns:a16="http://schemas.microsoft.com/office/drawing/2014/main" id="{E46F4140-64D6-7949-9708-ADB4373A38A9}"/>
              </a:ext>
            </a:extLst>
          </p:cNvPr>
          <p:cNvSpPr>
            <a:spLocks noGrp="1"/>
          </p:cNvSpPr>
          <p:nvPr>
            <p:ph sz="half" idx="1"/>
          </p:nvPr>
        </p:nvSpPr>
        <p:spPr>
          <a:xfrm>
            <a:off x="838200" y="1825625"/>
            <a:ext cx="5181600" cy="435133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Content Placeholder 3">
            <a:extLst>
              <a:ext uri="{FF2B5EF4-FFF2-40B4-BE49-F238E27FC236}">
                <a16:creationId xmlns:a16="http://schemas.microsoft.com/office/drawing/2014/main" id="{68D8FFD5-04F4-8C44-BD3B-2EF2144C1DA9}"/>
              </a:ext>
            </a:extLst>
          </p:cNvPr>
          <p:cNvSpPr>
            <a:spLocks noGrp="1"/>
          </p:cNvSpPr>
          <p:nvPr>
            <p:ph sz="half" idx="2"/>
          </p:nvPr>
        </p:nvSpPr>
        <p:spPr>
          <a:xfrm>
            <a:off x="6172200" y="1825625"/>
            <a:ext cx="5181600" cy="435133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Date Placeholder 4">
            <a:extLst>
              <a:ext uri="{FF2B5EF4-FFF2-40B4-BE49-F238E27FC236}">
                <a16:creationId xmlns:a16="http://schemas.microsoft.com/office/drawing/2014/main" id="{7449FA20-9CD4-234C-8A2F-A19FD287B44D}"/>
              </a:ext>
            </a:extLst>
          </p:cNvPr>
          <p:cNvSpPr>
            <a:spLocks noGrp="1"/>
          </p:cNvSpPr>
          <p:nvPr>
            <p:ph type="dt" sz="half" idx="10"/>
          </p:nvPr>
        </p:nvSpPr>
        <p:spPr/>
        <p:txBody>
          <a:bodyPr/>
          <a:lstStyle/>
          <a:p>
            <a:fld id="{6FFE0592-62E0-E342-8359-052411380665}" type="datetimeFigureOut">
              <a:rPr lang="en-US" smtClean="0"/>
              <a:t>9/20/2023</a:t>
            </a:fld>
            <a:endParaRPr lang="en-US"/>
          </a:p>
        </p:txBody>
      </p:sp>
      <p:sp>
        <p:nvSpPr>
          <p:cNvPr id="6" name="Footer Placeholder 5">
            <a:extLst>
              <a:ext uri="{FF2B5EF4-FFF2-40B4-BE49-F238E27FC236}">
                <a16:creationId xmlns:a16="http://schemas.microsoft.com/office/drawing/2014/main" id="{C9BEFCB6-F5D6-7944-84A0-B2B147BD2508}"/>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AB54A12-7827-724B-9604-A861258A0384}"/>
              </a:ext>
            </a:extLst>
          </p:cNvPr>
          <p:cNvSpPr>
            <a:spLocks noGrp="1"/>
          </p:cNvSpPr>
          <p:nvPr>
            <p:ph type="sldNum" sz="quarter" idx="12"/>
          </p:nvPr>
        </p:nvSpPr>
        <p:spPr/>
        <p:txBody>
          <a:bodyPr/>
          <a:lstStyle/>
          <a:p>
            <a:fld id="{9C6830F4-1576-8347-B370-7B1B0F1C6446}" type="slidenum">
              <a:rPr lang="en-US" smtClean="0"/>
              <a:t>‹#›</a:t>
            </a:fld>
            <a:endParaRPr lang="en-US"/>
          </a:p>
        </p:txBody>
      </p:sp>
    </p:spTree>
    <p:extLst>
      <p:ext uri="{BB962C8B-B14F-4D97-AF65-F5344CB8AC3E}">
        <p14:creationId xmlns:p14="http://schemas.microsoft.com/office/powerpoint/2010/main" val="334312706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2F369A5-8656-6643-A4F0-299DB1BE1BB6}"/>
              </a:ext>
            </a:extLst>
          </p:cNvPr>
          <p:cNvSpPr>
            <a:spLocks noGrp="1"/>
          </p:cNvSpPr>
          <p:nvPr>
            <p:ph type="title"/>
          </p:nvPr>
        </p:nvSpPr>
        <p:spPr>
          <a:xfrm>
            <a:off x="839788" y="365125"/>
            <a:ext cx="10515600" cy="1325563"/>
          </a:xfrm>
        </p:spPr>
        <p:txBody>
          <a:bodyPr/>
          <a:lstStyle/>
          <a:p>
            <a:r>
              <a:rPr lang="en-GB"/>
              <a:t>Click to edit Master title style</a:t>
            </a:r>
            <a:endParaRPr lang="en-US"/>
          </a:p>
        </p:txBody>
      </p:sp>
      <p:sp>
        <p:nvSpPr>
          <p:cNvPr id="3" name="Text Placeholder 2">
            <a:extLst>
              <a:ext uri="{FF2B5EF4-FFF2-40B4-BE49-F238E27FC236}">
                <a16:creationId xmlns:a16="http://schemas.microsoft.com/office/drawing/2014/main" id="{6859F56C-1E41-C14A-99E4-125EC812C3FD}"/>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4" name="Content Placeholder 3">
            <a:extLst>
              <a:ext uri="{FF2B5EF4-FFF2-40B4-BE49-F238E27FC236}">
                <a16:creationId xmlns:a16="http://schemas.microsoft.com/office/drawing/2014/main" id="{F8569777-61C9-AC4F-AF33-B034255A027C}"/>
              </a:ext>
            </a:extLst>
          </p:cNvPr>
          <p:cNvSpPr>
            <a:spLocks noGrp="1"/>
          </p:cNvSpPr>
          <p:nvPr>
            <p:ph sz="half" idx="2"/>
          </p:nvPr>
        </p:nvSpPr>
        <p:spPr>
          <a:xfrm>
            <a:off x="839788" y="2505075"/>
            <a:ext cx="5157787" cy="368458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Text Placeholder 4">
            <a:extLst>
              <a:ext uri="{FF2B5EF4-FFF2-40B4-BE49-F238E27FC236}">
                <a16:creationId xmlns:a16="http://schemas.microsoft.com/office/drawing/2014/main" id="{E8B42610-2787-0C41-8F1A-26AB8EBD5C84}"/>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6" name="Content Placeholder 5">
            <a:extLst>
              <a:ext uri="{FF2B5EF4-FFF2-40B4-BE49-F238E27FC236}">
                <a16:creationId xmlns:a16="http://schemas.microsoft.com/office/drawing/2014/main" id="{4C0B1A4D-B128-584D-AA83-DA662DD1038E}"/>
              </a:ext>
            </a:extLst>
          </p:cNvPr>
          <p:cNvSpPr>
            <a:spLocks noGrp="1"/>
          </p:cNvSpPr>
          <p:nvPr>
            <p:ph sz="quarter" idx="4"/>
          </p:nvPr>
        </p:nvSpPr>
        <p:spPr>
          <a:xfrm>
            <a:off x="6172200" y="2505075"/>
            <a:ext cx="5183188" cy="368458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7" name="Date Placeholder 6">
            <a:extLst>
              <a:ext uri="{FF2B5EF4-FFF2-40B4-BE49-F238E27FC236}">
                <a16:creationId xmlns:a16="http://schemas.microsoft.com/office/drawing/2014/main" id="{EE60B509-22D9-A341-B4C2-3798D3BF179F}"/>
              </a:ext>
            </a:extLst>
          </p:cNvPr>
          <p:cNvSpPr>
            <a:spLocks noGrp="1"/>
          </p:cNvSpPr>
          <p:nvPr>
            <p:ph type="dt" sz="half" idx="10"/>
          </p:nvPr>
        </p:nvSpPr>
        <p:spPr/>
        <p:txBody>
          <a:bodyPr/>
          <a:lstStyle/>
          <a:p>
            <a:fld id="{6FFE0592-62E0-E342-8359-052411380665}" type="datetimeFigureOut">
              <a:rPr lang="en-US" smtClean="0"/>
              <a:t>9/20/2023</a:t>
            </a:fld>
            <a:endParaRPr lang="en-US"/>
          </a:p>
        </p:txBody>
      </p:sp>
      <p:sp>
        <p:nvSpPr>
          <p:cNvPr id="8" name="Footer Placeholder 7">
            <a:extLst>
              <a:ext uri="{FF2B5EF4-FFF2-40B4-BE49-F238E27FC236}">
                <a16:creationId xmlns:a16="http://schemas.microsoft.com/office/drawing/2014/main" id="{F38A6E98-1B96-CA48-AC45-6C960F89A4A0}"/>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DC8AE9B8-F4E4-DD42-9A1E-743925C9DA64}"/>
              </a:ext>
            </a:extLst>
          </p:cNvPr>
          <p:cNvSpPr>
            <a:spLocks noGrp="1"/>
          </p:cNvSpPr>
          <p:nvPr>
            <p:ph type="sldNum" sz="quarter" idx="12"/>
          </p:nvPr>
        </p:nvSpPr>
        <p:spPr/>
        <p:txBody>
          <a:bodyPr/>
          <a:lstStyle/>
          <a:p>
            <a:fld id="{9C6830F4-1576-8347-B370-7B1B0F1C6446}" type="slidenum">
              <a:rPr lang="en-US" smtClean="0"/>
              <a:t>‹#›</a:t>
            </a:fld>
            <a:endParaRPr lang="en-US"/>
          </a:p>
        </p:txBody>
      </p:sp>
    </p:spTree>
    <p:extLst>
      <p:ext uri="{BB962C8B-B14F-4D97-AF65-F5344CB8AC3E}">
        <p14:creationId xmlns:p14="http://schemas.microsoft.com/office/powerpoint/2010/main" val="320171419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BC42DF-4CCD-2743-BCA8-92BE61934B5C}"/>
              </a:ext>
            </a:extLst>
          </p:cNvPr>
          <p:cNvSpPr>
            <a:spLocks noGrp="1"/>
          </p:cNvSpPr>
          <p:nvPr>
            <p:ph type="title"/>
          </p:nvPr>
        </p:nvSpPr>
        <p:spPr/>
        <p:txBody>
          <a:bodyPr/>
          <a:lstStyle/>
          <a:p>
            <a:r>
              <a:rPr lang="en-GB"/>
              <a:t>Click to edit Master title style</a:t>
            </a:r>
            <a:endParaRPr lang="en-US"/>
          </a:p>
        </p:txBody>
      </p:sp>
      <p:sp>
        <p:nvSpPr>
          <p:cNvPr id="3" name="Date Placeholder 2">
            <a:extLst>
              <a:ext uri="{FF2B5EF4-FFF2-40B4-BE49-F238E27FC236}">
                <a16:creationId xmlns:a16="http://schemas.microsoft.com/office/drawing/2014/main" id="{8AE95491-5242-D448-A478-202930B62B9A}"/>
              </a:ext>
            </a:extLst>
          </p:cNvPr>
          <p:cNvSpPr>
            <a:spLocks noGrp="1"/>
          </p:cNvSpPr>
          <p:nvPr>
            <p:ph type="dt" sz="half" idx="10"/>
          </p:nvPr>
        </p:nvSpPr>
        <p:spPr/>
        <p:txBody>
          <a:bodyPr/>
          <a:lstStyle/>
          <a:p>
            <a:fld id="{6FFE0592-62E0-E342-8359-052411380665}" type="datetimeFigureOut">
              <a:rPr lang="en-US" smtClean="0"/>
              <a:t>9/20/2023</a:t>
            </a:fld>
            <a:endParaRPr lang="en-US"/>
          </a:p>
        </p:txBody>
      </p:sp>
      <p:sp>
        <p:nvSpPr>
          <p:cNvPr id="4" name="Footer Placeholder 3">
            <a:extLst>
              <a:ext uri="{FF2B5EF4-FFF2-40B4-BE49-F238E27FC236}">
                <a16:creationId xmlns:a16="http://schemas.microsoft.com/office/drawing/2014/main" id="{FBF5DB42-9485-2040-BD5D-57B92C20171E}"/>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DABCB1A8-B28F-1442-A6F9-1F6DC76D5A7C}"/>
              </a:ext>
            </a:extLst>
          </p:cNvPr>
          <p:cNvSpPr>
            <a:spLocks noGrp="1"/>
          </p:cNvSpPr>
          <p:nvPr>
            <p:ph type="sldNum" sz="quarter" idx="12"/>
          </p:nvPr>
        </p:nvSpPr>
        <p:spPr/>
        <p:txBody>
          <a:bodyPr/>
          <a:lstStyle/>
          <a:p>
            <a:fld id="{9C6830F4-1576-8347-B370-7B1B0F1C6446}" type="slidenum">
              <a:rPr lang="en-US" smtClean="0"/>
              <a:t>‹#›</a:t>
            </a:fld>
            <a:endParaRPr lang="en-US"/>
          </a:p>
        </p:txBody>
      </p:sp>
    </p:spTree>
    <p:extLst>
      <p:ext uri="{BB962C8B-B14F-4D97-AF65-F5344CB8AC3E}">
        <p14:creationId xmlns:p14="http://schemas.microsoft.com/office/powerpoint/2010/main" val="288079130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C4164E12-51E2-6947-B2E4-E570709D6C5E}"/>
              </a:ext>
            </a:extLst>
          </p:cNvPr>
          <p:cNvSpPr>
            <a:spLocks noGrp="1"/>
          </p:cNvSpPr>
          <p:nvPr>
            <p:ph type="dt" sz="half" idx="10"/>
          </p:nvPr>
        </p:nvSpPr>
        <p:spPr/>
        <p:txBody>
          <a:bodyPr/>
          <a:lstStyle/>
          <a:p>
            <a:fld id="{6FFE0592-62E0-E342-8359-052411380665}" type="datetimeFigureOut">
              <a:rPr lang="en-US" smtClean="0"/>
              <a:t>9/20/2023</a:t>
            </a:fld>
            <a:endParaRPr lang="en-US"/>
          </a:p>
        </p:txBody>
      </p:sp>
      <p:sp>
        <p:nvSpPr>
          <p:cNvPr id="3" name="Footer Placeholder 2">
            <a:extLst>
              <a:ext uri="{FF2B5EF4-FFF2-40B4-BE49-F238E27FC236}">
                <a16:creationId xmlns:a16="http://schemas.microsoft.com/office/drawing/2014/main" id="{8C671944-9BAB-9C45-AF67-7C0E9134A94E}"/>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350DFB3B-1183-A44C-B27A-6F9BD268D9D4}"/>
              </a:ext>
            </a:extLst>
          </p:cNvPr>
          <p:cNvSpPr>
            <a:spLocks noGrp="1"/>
          </p:cNvSpPr>
          <p:nvPr>
            <p:ph type="sldNum" sz="quarter" idx="12"/>
          </p:nvPr>
        </p:nvSpPr>
        <p:spPr/>
        <p:txBody>
          <a:bodyPr/>
          <a:lstStyle/>
          <a:p>
            <a:fld id="{9C6830F4-1576-8347-B370-7B1B0F1C6446}" type="slidenum">
              <a:rPr lang="en-US" smtClean="0"/>
              <a:t>‹#›</a:t>
            </a:fld>
            <a:endParaRPr lang="en-US"/>
          </a:p>
        </p:txBody>
      </p:sp>
    </p:spTree>
    <p:extLst>
      <p:ext uri="{BB962C8B-B14F-4D97-AF65-F5344CB8AC3E}">
        <p14:creationId xmlns:p14="http://schemas.microsoft.com/office/powerpoint/2010/main" val="233997086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32BA2A-173C-7C47-8A48-86A64CD235A0}"/>
              </a:ext>
            </a:extLst>
          </p:cNvPr>
          <p:cNvSpPr>
            <a:spLocks noGrp="1"/>
          </p:cNvSpPr>
          <p:nvPr>
            <p:ph type="title"/>
          </p:nvPr>
        </p:nvSpPr>
        <p:spPr>
          <a:xfrm>
            <a:off x="839788" y="457200"/>
            <a:ext cx="3932237" cy="1600200"/>
          </a:xfrm>
        </p:spPr>
        <p:txBody>
          <a:bodyPr anchor="b"/>
          <a:lstStyle>
            <a:lvl1pPr>
              <a:defRPr sz="3200"/>
            </a:lvl1pPr>
          </a:lstStyle>
          <a:p>
            <a:r>
              <a:rPr lang="en-GB"/>
              <a:t>Click to edit Master title style</a:t>
            </a:r>
            <a:endParaRPr lang="en-US"/>
          </a:p>
        </p:txBody>
      </p:sp>
      <p:sp>
        <p:nvSpPr>
          <p:cNvPr id="3" name="Content Placeholder 2">
            <a:extLst>
              <a:ext uri="{FF2B5EF4-FFF2-40B4-BE49-F238E27FC236}">
                <a16:creationId xmlns:a16="http://schemas.microsoft.com/office/drawing/2014/main" id="{D5215650-CBF9-D64A-AF81-1224CABF607D}"/>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Text Placeholder 3">
            <a:extLst>
              <a:ext uri="{FF2B5EF4-FFF2-40B4-BE49-F238E27FC236}">
                <a16:creationId xmlns:a16="http://schemas.microsoft.com/office/drawing/2014/main" id="{9E68659E-DA92-F04A-B7B0-F8CA646969B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GB"/>
              <a:t>Click to edit Master text styles</a:t>
            </a:r>
          </a:p>
        </p:txBody>
      </p:sp>
      <p:sp>
        <p:nvSpPr>
          <p:cNvPr id="5" name="Date Placeholder 4">
            <a:extLst>
              <a:ext uri="{FF2B5EF4-FFF2-40B4-BE49-F238E27FC236}">
                <a16:creationId xmlns:a16="http://schemas.microsoft.com/office/drawing/2014/main" id="{1C86B075-1C4F-8E44-8076-73F192E069A1}"/>
              </a:ext>
            </a:extLst>
          </p:cNvPr>
          <p:cNvSpPr>
            <a:spLocks noGrp="1"/>
          </p:cNvSpPr>
          <p:nvPr>
            <p:ph type="dt" sz="half" idx="10"/>
          </p:nvPr>
        </p:nvSpPr>
        <p:spPr/>
        <p:txBody>
          <a:bodyPr/>
          <a:lstStyle/>
          <a:p>
            <a:fld id="{6FFE0592-62E0-E342-8359-052411380665}" type="datetimeFigureOut">
              <a:rPr lang="en-US" smtClean="0"/>
              <a:t>9/20/2023</a:t>
            </a:fld>
            <a:endParaRPr lang="en-US"/>
          </a:p>
        </p:txBody>
      </p:sp>
      <p:sp>
        <p:nvSpPr>
          <p:cNvPr id="6" name="Footer Placeholder 5">
            <a:extLst>
              <a:ext uri="{FF2B5EF4-FFF2-40B4-BE49-F238E27FC236}">
                <a16:creationId xmlns:a16="http://schemas.microsoft.com/office/drawing/2014/main" id="{6B81CBF2-6EAC-3B49-93BF-3F9DC90AF558}"/>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AE361A8C-DF7A-8746-8056-30E04B95AC80}"/>
              </a:ext>
            </a:extLst>
          </p:cNvPr>
          <p:cNvSpPr>
            <a:spLocks noGrp="1"/>
          </p:cNvSpPr>
          <p:nvPr>
            <p:ph type="sldNum" sz="quarter" idx="12"/>
          </p:nvPr>
        </p:nvSpPr>
        <p:spPr/>
        <p:txBody>
          <a:bodyPr/>
          <a:lstStyle/>
          <a:p>
            <a:fld id="{9C6830F4-1576-8347-B370-7B1B0F1C6446}" type="slidenum">
              <a:rPr lang="en-US" smtClean="0"/>
              <a:t>‹#›</a:t>
            </a:fld>
            <a:endParaRPr lang="en-US"/>
          </a:p>
        </p:txBody>
      </p:sp>
    </p:spTree>
    <p:extLst>
      <p:ext uri="{BB962C8B-B14F-4D97-AF65-F5344CB8AC3E}">
        <p14:creationId xmlns:p14="http://schemas.microsoft.com/office/powerpoint/2010/main" val="107918004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0E688D8-53D0-E446-94EB-06CF29F5801F}"/>
              </a:ext>
            </a:extLst>
          </p:cNvPr>
          <p:cNvSpPr>
            <a:spLocks noGrp="1"/>
          </p:cNvSpPr>
          <p:nvPr>
            <p:ph type="title"/>
          </p:nvPr>
        </p:nvSpPr>
        <p:spPr>
          <a:xfrm>
            <a:off x="839788" y="457200"/>
            <a:ext cx="3932237" cy="1600200"/>
          </a:xfrm>
        </p:spPr>
        <p:txBody>
          <a:bodyPr anchor="b"/>
          <a:lstStyle>
            <a:lvl1pPr>
              <a:defRPr sz="3200"/>
            </a:lvl1pPr>
          </a:lstStyle>
          <a:p>
            <a:r>
              <a:rPr lang="en-GB"/>
              <a:t>Click to edit Master title style</a:t>
            </a:r>
            <a:endParaRPr lang="en-US"/>
          </a:p>
        </p:txBody>
      </p:sp>
      <p:sp>
        <p:nvSpPr>
          <p:cNvPr id="3" name="Picture Placeholder 2">
            <a:extLst>
              <a:ext uri="{FF2B5EF4-FFF2-40B4-BE49-F238E27FC236}">
                <a16:creationId xmlns:a16="http://schemas.microsoft.com/office/drawing/2014/main" id="{1158F044-191D-764A-A249-58ECEA61E323}"/>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C8681A2F-4DA3-B848-9759-0254DF5C20E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GB"/>
              <a:t>Click to edit Master text styles</a:t>
            </a:r>
          </a:p>
        </p:txBody>
      </p:sp>
      <p:sp>
        <p:nvSpPr>
          <p:cNvPr id="5" name="Date Placeholder 4">
            <a:extLst>
              <a:ext uri="{FF2B5EF4-FFF2-40B4-BE49-F238E27FC236}">
                <a16:creationId xmlns:a16="http://schemas.microsoft.com/office/drawing/2014/main" id="{B1837F8A-1C85-924D-B486-BFB89122039D}"/>
              </a:ext>
            </a:extLst>
          </p:cNvPr>
          <p:cNvSpPr>
            <a:spLocks noGrp="1"/>
          </p:cNvSpPr>
          <p:nvPr>
            <p:ph type="dt" sz="half" idx="10"/>
          </p:nvPr>
        </p:nvSpPr>
        <p:spPr/>
        <p:txBody>
          <a:bodyPr/>
          <a:lstStyle/>
          <a:p>
            <a:fld id="{6FFE0592-62E0-E342-8359-052411380665}" type="datetimeFigureOut">
              <a:rPr lang="en-US" smtClean="0"/>
              <a:t>9/20/2023</a:t>
            </a:fld>
            <a:endParaRPr lang="en-US"/>
          </a:p>
        </p:txBody>
      </p:sp>
      <p:sp>
        <p:nvSpPr>
          <p:cNvPr id="6" name="Footer Placeholder 5">
            <a:extLst>
              <a:ext uri="{FF2B5EF4-FFF2-40B4-BE49-F238E27FC236}">
                <a16:creationId xmlns:a16="http://schemas.microsoft.com/office/drawing/2014/main" id="{0CBE4745-9761-5646-88D1-9FDDC69B037C}"/>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F46856DB-BA56-8047-83EA-140AAADA3CEA}"/>
              </a:ext>
            </a:extLst>
          </p:cNvPr>
          <p:cNvSpPr>
            <a:spLocks noGrp="1"/>
          </p:cNvSpPr>
          <p:nvPr>
            <p:ph type="sldNum" sz="quarter" idx="12"/>
          </p:nvPr>
        </p:nvSpPr>
        <p:spPr/>
        <p:txBody>
          <a:bodyPr/>
          <a:lstStyle/>
          <a:p>
            <a:fld id="{9C6830F4-1576-8347-B370-7B1B0F1C6446}" type="slidenum">
              <a:rPr lang="en-US" smtClean="0"/>
              <a:t>‹#›</a:t>
            </a:fld>
            <a:endParaRPr lang="en-US"/>
          </a:p>
        </p:txBody>
      </p:sp>
    </p:spTree>
    <p:extLst>
      <p:ext uri="{BB962C8B-B14F-4D97-AF65-F5344CB8AC3E}">
        <p14:creationId xmlns:p14="http://schemas.microsoft.com/office/powerpoint/2010/main" val="73985391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B56BB32-B20E-804F-842D-0AD388DE46C1}"/>
              </a:ext>
            </a:extLst>
          </p:cNvPr>
          <p:cNvSpPr>
            <a:spLocks noGrp="1"/>
          </p:cNvSpPr>
          <p:nvPr>
            <p:ph type="title"/>
          </p:nvPr>
        </p:nvSpPr>
        <p:spPr/>
        <p:txBody>
          <a:bodyPr/>
          <a:lstStyle/>
          <a:p>
            <a:r>
              <a:rPr lang="en-GB"/>
              <a:t>Click to edit Master title style</a:t>
            </a:r>
            <a:endParaRPr lang="en-US"/>
          </a:p>
        </p:txBody>
      </p:sp>
      <p:sp>
        <p:nvSpPr>
          <p:cNvPr id="3" name="Vertical Text Placeholder 2">
            <a:extLst>
              <a:ext uri="{FF2B5EF4-FFF2-40B4-BE49-F238E27FC236}">
                <a16:creationId xmlns:a16="http://schemas.microsoft.com/office/drawing/2014/main" id="{17759101-2F16-4740-ACB0-64D6E7D9D971}"/>
              </a:ext>
            </a:extLst>
          </p:cNvPr>
          <p:cNvSpPr>
            <a:spLocks noGrp="1"/>
          </p:cNvSpPr>
          <p:nvPr>
            <p:ph type="body" orient="vert" idx="1"/>
          </p:nvPr>
        </p:nvSpPr>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a:extLst>
              <a:ext uri="{FF2B5EF4-FFF2-40B4-BE49-F238E27FC236}">
                <a16:creationId xmlns:a16="http://schemas.microsoft.com/office/drawing/2014/main" id="{F89EADFB-C350-3447-B0F0-200D3E94D9B9}"/>
              </a:ext>
            </a:extLst>
          </p:cNvPr>
          <p:cNvSpPr>
            <a:spLocks noGrp="1"/>
          </p:cNvSpPr>
          <p:nvPr>
            <p:ph type="dt" sz="half" idx="10"/>
          </p:nvPr>
        </p:nvSpPr>
        <p:spPr/>
        <p:txBody>
          <a:bodyPr/>
          <a:lstStyle/>
          <a:p>
            <a:fld id="{6FFE0592-62E0-E342-8359-052411380665}" type="datetimeFigureOut">
              <a:rPr lang="en-US" smtClean="0"/>
              <a:t>9/20/2023</a:t>
            </a:fld>
            <a:endParaRPr lang="en-US"/>
          </a:p>
        </p:txBody>
      </p:sp>
      <p:sp>
        <p:nvSpPr>
          <p:cNvPr id="5" name="Footer Placeholder 4">
            <a:extLst>
              <a:ext uri="{FF2B5EF4-FFF2-40B4-BE49-F238E27FC236}">
                <a16:creationId xmlns:a16="http://schemas.microsoft.com/office/drawing/2014/main" id="{115F8DD2-0742-5D41-B86B-AC6651C79D1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DE8E907-6152-3948-8E9F-2F9D83CD754C}"/>
              </a:ext>
            </a:extLst>
          </p:cNvPr>
          <p:cNvSpPr>
            <a:spLocks noGrp="1"/>
          </p:cNvSpPr>
          <p:nvPr>
            <p:ph type="sldNum" sz="quarter" idx="12"/>
          </p:nvPr>
        </p:nvSpPr>
        <p:spPr/>
        <p:txBody>
          <a:bodyPr/>
          <a:lstStyle/>
          <a:p>
            <a:fld id="{9C6830F4-1576-8347-B370-7B1B0F1C6446}" type="slidenum">
              <a:rPr lang="en-US" smtClean="0"/>
              <a:t>‹#›</a:t>
            </a:fld>
            <a:endParaRPr lang="en-US"/>
          </a:p>
        </p:txBody>
      </p:sp>
    </p:spTree>
    <p:extLst>
      <p:ext uri="{BB962C8B-B14F-4D97-AF65-F5344CB8AC3E}">
        <p14:creationId xmlns:p14="http://schemas.microsoft.com/office/powerpoint/2010/main" val="418855220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7FBCCA59-398F-E246-B1FB-30C090FC0155}"/>
              </a:ext>
            </a:extLst>
          </p:cNvPr>
          <p:cNvSpPr>
            <a:spLocks noGrp="1"/>
          </p:cNvSpPr>
          <p:nvPr>
            <p:ph type="title" orient="vert"/>
          </p:nvPr>
        </p:nvSpPr>
        <p:spPr>
          <a:xfrm>
            <a:off x="8724900" y="365125"/>
            <a:ext cx="2628900" cy="5811838"/>
          </a:xfrm>
        </p:spPr>
        <p:txBody>
          <a:bodyPr vert="eaVert"/>
          <a:lstStyle/>
          <a:p>
            <a:r>
              <a:rPr lang="en-GB"/>
              <a:t>Click to edit Master title style</a:t>
            </a:r>
            <a:endParaRPr lang="en-US"/>
          </a:p>
        </p:txBody>
      </p:sp>
      <p:sp>
        <p:nvSpPr>
          <p:cNvPr id="3" name="Vertical Text Placeholder 2">
            <a:extLst>
              <a:ext uri="{FF2B5EF4-FFF2-40B4-BE49-F238E27FC236}">
                <a16:creationId xmlns:a16="http://schemas.microsoft.com/office/drawing/2014/main" id="{18DF659D-2609-CF43-8408-E47BD4AE91E0}"/>
              </a:ext>
            </a:extLst>
          </p:cNvPr>
          <p:cNvSpPr>
            <a:spLocks noGrp="1"/>
          </p:cNvSpPr>
          <p:nvPr>
            <p:ph type="body" orient="vert" idx="1"/>
          </p:nvPr>
        </p:nvSpPr>
        <p:spPr>
          <a:xfrm>
            <a:off x="838200" y="365125"/>
            <a:ext cx="7734300" cy="5811838"/>
          </a:xfrm>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a:extLst>
              <a:ext uri="{FF2B5EF4-FFF2-40B4-BE49-F238E27FC236}">
                <a16:creationId xmlns:a16="http://schemas.microsoft.com/office/drawing/2014/main" id="{D243DE41-1535-B147-BE22-9F5AB2477487}"/>
              </a:ext>
            </a:extLst>
          </p:cNvPr>
          <p:cNvSpPr>
            <a:spLocks noGrp="1"/>
          </p:cNvSpPr>
          <p:nvPr>
            <p:ph type="dt" sz="half" idx="10"/>
          </p:nvPr>
        </p:nvSpPr>
        <p:spPr/>
        <p:txBody>
          <a:bodyPr/>
          <a:lstStyle/>
          <a:p>
            <a:fld id="{6FFE0592-62E0-E342-8359-052411380665}" type="datetimeFigureOut">
              <a:rPr lang="en-US" smtClean="0"/>
              <a:t>9/20/2023</a:t>
            </a:fld>
            <a:endParaRPr lang="en-US"/>
          </a:p>
        </p:txBody>
      </p:sp>
      <p:sp>
        <p:nvSpPr>
          <p:cNvPr id="5" name="Footer Placeholder 4">
            <a:extLst>
              <a:ext uri="{FF2B5EF4-FFF2-40B4-BE49-F238E27FC236}">
                <a16:creationId xmlns:a16="http://schemas.microsoft.com/office/drawing/2014/main" id="{752AE9BC-F50F-2A4E-B6EE-AABC69BEB96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FD4B39A-44CB-1C4D-AE1A-ED77C0559648}"/>
              </a:ext>
            </a:extLst>
          </p:cNvPr>
          <p:cNvSpPr>
            <a:spLocks noGrp="1"/>
          </p:cNvSpPr>
          <p:nvPr>
            <p:ph type="sldNum" sz="quarter" idx="12"/>
          </p:nvPr>
        </p:nvSpPr>
        <p:spPr/>
        <p:txBody>
          <a:bodyPr/>
          <a:lstStyle/>
          <a:p>
            <a:fld id="{9C6830F4-1576-8347-B370-7B1B0F1C6446}" type="slidenum">
              <a:rPr lang="en-US" smtClean="0"/>
              <a:t>‹#›</a:t>
            </a:fld>
            <a:endParaRPr lang="en-US"/>
          </a:p>
        </p:txBody>
      </p:sp>
    </p:spTree>
    <p:extLst>
      <p:ext uri="{BB962C8B-B14F-4D97-AF65-F5344CB8AC3E}">
        <p14:creationId xmlns:p14="http://schemas.microsoft.com/office/powerpoint/2010/main" val="416930831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userDrawn="1">
  <p:cSld name="1_Cover option with text_02">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331C8DF0-885B-D4C8-B9B3-BF69A6CF1537}"/>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41776"/>
          <a:stretch/>
        </p:blipFill>
        <p:spPr>
          <a:xfrm>
            <a:off x="0" y="0"/>
            <a:ext cx="12192000" cy="6858000"/>
          </a:xfrm>
          <a:prstGeom prst="rect">
            <a:avLst/>
          </a:prstGeom>
        </p:spPr>
      </p:pic>
      <p:grpSp>
        <p:nvGrpSpPr>
          <p:cNvPr id="24" name="Logo_WH" descr="Accenture logo in white">
            <a:extLst>
              <a:ext uri="{FF2B5EF4-FFF2-40B4-BE49-F238E27FC236}">
                <a16:creationId xmlns:a16="http://schemas.microsoft.com/office/drawing/2014/main" id="{7CC626E0-40D0-5F04-1044-245D345DE68F}"/>
              </a:ext>
            </a:extLst>
          </p:cNvPr>
          <p:cNvGrpSpPr>
            <a:grpSpLocks noChangeAspect="1"/>
          </p:cNvGrpSpPr>
          <p:nvPr userDrawn="1"/>
        </p:nvGrpSpPr>
        <p:grpSpPr bwMode="black">
          <a:xfrm>
            <a:off x="791535" y="608310"/>
            <a:ext cx="1569720" cy="413539"/>
            <a:chOff x="1561" y="187"/>
            <a:chExt cx="4536" cy="1195"/>
          </a:xfrm>
        </p:grpSpPr>
        <p:sp>
          <p:nvSpPr>
            <p:cNvPr id="25" name="Freeform 24">
              <a:extLst>
                <a:ext uri="{FF2B5EF4-FFF2-40B4-BE49-F238E27FC236}">
                  <a16:creationId xmlns:a16="http://schemas.microsoft.com/office/drawing/2014/main" id="{1A02DC7B-A111-C51E-DD09-04A824EC05D6}"/>
                </a:ext>
              </a:extLst>
            </p:cNvPr>
            <p:cNvSpPr>
              <a:spLocks/>
            </p:cNvSpPr>
            <p:nvPr userDrawn="1"/>
          </p:nvSpPr>
          <p:spPr bwMode="black">
            <a:xfrm>
              <a:off x="4205" y="187"/>
              <a:ext cx="447" cy="473"/>
            </a:xfrm>
            <a:custGeom>
              <a:avLst/>
              <a:gdLst>
                <a:gd name="T0" fmla="*/ 0 w 931"/>
                <a:gd name="T1" fmla="*/ 696 h 985"/>
                <a:gd name="T2" fmla="*/ 544 w 931"/>
                <a:gd name="T3" fmla="*/ 494 h 985"/>
                <a:gd name="T4" fmla="*/ 0 w 931"/>
                <a:gd name="T5" fmla="*/ 281 h 985"/>
                <a:gd name="T6" fmla="*/ 0 w 931"/>
                <a:gd name="T7" fmla="*/ 0 h 985"/>
                <a:gd name="T8" fmla="*/ 931 w 931"/>
                <a:gd name="T9" fmla="*/ 375 h 985"/>
                <a:gd name="T10" fmla="*/ 931 w 931"/>
                <a:gd name="T11" fmla="*/ 608 h 985"/>
                <a:gd name="T12" fmla="*/ 0 w 931"/>
                <a:gd name="T13" fmla="*/ 985 h 985"/>
                <a:gd name="T14" fmla="*/ 0 w 931"/>
                <a:gd name="T15" fmla="*/ 696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1" h="985">
                  <a:moveTo>
                    <a:pt x="0" y="696"/>
                  </a:moveTo>
                  <a:lnTo>
                    <a:pt x="544" y="494"/>
                  </a:lnTo>
                  <a:lnTo>
                    <a:pt x="0" y="281"/>
                  </a:lnTo>
                  <a:lnTo>
                    <a:pt x="0" y="0"/>
                  </a:lnTo>
                  <a:lnTo>
                    <a:pt x="931" y="375"/>
                  </a:lnTo>
                  <a:lnTo>
                    <a:pt x="931" y="608"/>
                  </a:lnTo>
                  <a:lnTo>
                    <a:pt x="0" y="985"/>
                  </a:lnTo>
                  <a:lnTo>
                    <a:pt x="0" y="6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500">
                <a:latin typeface="Graphik Regular" panose="020B0503030202060203" pitchFamily="34" charset="-18"/>
              </a:endParaRPr>
            </a:p>
          </p:txBody>
        </p:sp>
        <p:sp>
          <p:nvSpPr>
            <p:cNvPr id="26" name="Freeform 25">
              <a:extLst>
                <a:ext uri="{FF2B5EF4-FFF2-40B4-BE49-F238E27FC236}">
                  <a16:creationId xmlns:a16="http://schemas.microsoft.com/office/drawing/2014/main" id="{03C76F4C-D746-C5A4-2DC4-862D03515AA9}"/>
                </a:ext>
              </a:extLst>
            </p:cNvPr>
            <p:cNvSpPr>
              <a:spLocks noEditPoints="1"/>
            </p:cNvSpPr>
            <p:nvPr userDrawn="1"/>
          </p:nvSpPr>
          <p:spPr bwMode="black">
            <a:xfrm>
              <a:off x="1561" y="690"/>
              <a:ext cx="4536" cy="692"/>
            </a:xfrm>
            <a:custGeom>
              <a:avLst/>
              <a:gdLst>
                <a:gd name="T0" fmla="*/ 8952 w 9448"/>
                <a:gd name="T1" fmla="*/ 519 h 1442"/>
                <a:gd name="T2" fmla="*/ 8431 w 9448"/>
                <a:gd name="T3" fmla="*/ 892 h 1442"/>
                <a:gd name="T4" fmla="*/ 9448 w 9448"/>
                <a:gd name="T5" fmla="*/ 819 h 1442"/>
                <a:gd name="T6" fmla="*/ 8967 w 9448"/>
                <a:gd name="T7" fmla="*/ 1221 h 1442"/>
                <a:gd name="T8" fmla="*/ 8961 w 9448"/>
                <a:gd name="T9" fmla="*/ 1442 h 1442"/>
                <a:gd name="T10" fmla="*/ 8008 w 9448"/>
                <a:gd name="T11" fmla="*/ 529 h 1442"/>
                <a:gd name="T12" fmla="*/ 8008 w 9448"/>
                <a:gd name="T13" fmla="*/ 859 h 1442"/>
                <a:gd name="T14" fmla="*/ 7704 w 9448"/>
                <a:gd name="T15" fmla="*/ 329 h 1442"/>
                <a:gd name="T16" fmla="*/ 7178 w 9448"/>
                <a:gd name="T17" fmla="*/ 1259 h 1442"/>
                <a:gd name="T18" fmla="*/ 6522 w 9448"/>
                <a:gd name="T19" fmla="*/ 329 h 1442"/>
                <a:gd name="T20" fmla="*/ 6987 w 9448"/>
                <a:gd name="T21" fmla="*/ 1205 h 1442"/>
                <a:gd name="T22" fmla="*/ 7483 w 9448"/>
                <a:gd name="T23" fmla="*/ 329 h 1442"/>
                <a:gd name="T24" fmla="*/ 6128 w 9448"/>
                <a:gd name="T25" fmla="*/ 329 h 1442"/>
                <a:gd name="T26" fmla="*/ 6128 w 9448"/>
                <a:gd name="T27" fmla="*/ 556 h 1442"/>
                <a:gd name="T28" fmla="*/ 6343 w 9448"/>
                <a:gd name="T29" fmla="*/ 1174 h 1442"/>
                <a:gd name="T30" fmla="*/ 5822 w 9448"/>
                <a:gd name="T31" fmla="*/ 1105 h 1442"/>
                <a:gd name="T32" fmla="*/ 5694 w 9448"/>
                <a:gd name="T33" fmla="*/ 329 h 1442"/>
                <a:gd name="T34" fmla="*/ 6128 w 9448"/>
                <a:gd name="T35" fmla="*/ 0 h 1442"/>
                <a:gd name="T36" fmla="*/ 4900 w 9448"/>
                <a:gd name="T37" fmla="*/ 492 h 1442"/>
                <a:gd name="T38" fmla="*/ 5559 w 9448"/>
                <a:gd name="T39" fmla="*/ 1419 h 1442"/>
                <a:gd name="T40" fmla="*/ 5092 w 9448"/>
                <a:gd name="T41" fmla="*/ 552 h 1442"/>
                <a:gd name="T42" fmla="*/ 4596 w 9448"/>
                <a:gd name="T43" fmla="*/ 1419 h 1442"/>
                <a:gd name="T44" fmla="*/ 4112 w 9448"/>
                <a:gd name="T45" fmla="*/ 748 h 1442"/>
                <a:gd name="T46" fmla="*/ 3921 w 9448"/>
                <a:gd name="T47" fmla="*/ 1442 h 1442"/>
                <a:gd name="T48" fmla="*/ 3910 w 9448"/>
                <a:gd name="T49" fmla="*/ 306 h 1442"/>
                <a:gd name="T50" fmla="*/ 3700 w 9448"/>
                <a:gd name="T51" fmla="*/ 950 h 1442"/>
                <a:gd name="T52" fmla="*/ 4408 w 9448"/>
                <a:gd name="T53" fmla="*/ 1080 h 1442"/>
                <a:gd name="T54" fmla="*/ 2257 w 9448"/>
                <a:gd name="T55" fmla="*/ 886 h 1442"/>
                <a:gd name="T56" fmla="*/ 3258 w 9448"/>
                <a:gd name="T57" fmla="*/ 717 h 1442"/>
                <a:gd name="T58" fmla="*/ 2568 w 9448"/>
                <a:gd name="T59" fmla="*/ 859 h 1442"/>
                <a:gd name="T60" fmla="*/ 2987 w 9448"/>
                <a:gd name="T61" fmla="*/ 1017 h 1442"/>
                <a:gd name="T62" fmla="*/ 1644 w 9448"/>
                <a:gd name="T63" fmla="*/ 1442 h 1442"/>
                <a:gd name="T64" fmla="*/ 1646 w 9448"/>
                <a:gd name="T65" fmla="*/ 306 h 1442"/>
                <a:gd name="T66" fmla="*/ 1653 w 9448"/>
                <a:gd name="T67" fmla="*/ 542 h 1442"/>
                <a:gd name="T68" fmla="*/ 1655 w 9448"/>
                <a:gd name="T69" fmla="*/ 1213 h 1442"/>
                <a:gd name="T70" fmla="*/ 1644 w 9448"/>
                <a:gd name="T71" fmla="*/ 1442 h 1442"/>
                <a:gd name="T72" fmla="*/ 529 w 9448"/>
                <a:gd name="T73" fmla="*/ 953 h 1442"/>
                <a:gd name="T74" fmla="*/ 450 w 9448"/>
                <a:gd name="T75" fmla="*/ 1230 h 1442"/>
                <a:gd name="T76" fmla="*/ 0 w 9448"/>
                <a:gd name="T77" fmla="*/ 1121 h 1442"/>
                <a:gd name="T78" fmla="*/ 650 w 9448"/>
                <a:gd name="T79" fmla="*/ 752 h 1442"/>
                <a:gd name="T80" fmla="*/ 325 w 9448"/>
                <a:gd name="T81" fmla="*/ 667 h 1442"/>
                <a:gd name="T82" fmla="*/ 954 w 9448"/>
                <a:gd name="T83" fmla="*/ 690 h 1442"/>
                <a:gd name="T84" fmla="*/ 656 w 9448"/>
                <a:gd name="T85" fmla="*/ 1294 h 1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48" h="1442">
                  <a:moveTo>
                    <a:pt x="8744" y="748"/>
                  </a:moveTo>
                  <a:lnTo>
                    <a:pt x="9152" y="748"/>
                  </a:lnTo>
                  <a:cubicBezTo>
                    <a:pt x="9146" y="588"/>
                    <a:pt x="9073" y="519"/>
                    <a:pt x="8952" y="519"/>
                  </a:cubicBezTo>
                  <a:cubicBezTo>
                    <a:pt x="8857" y="519"/>
                    <a:pt x="8769" y="571"/>
                    <a:pt x="8744" y="748"/>
                  </a:cubicBezTo>
                  <a:close/>
                  <a:moveTo>
                    <a:pt x="8961" y="1442"/>
                  </a:moveTo>
                  <a:cubicBezTo>
                    <a:pt x="8646" y="1442"/>
                    <a:pt x="8431" y="1255"/>
                    <a:pt x="8431" y="892"/>
                  </a:cubicBezTo>
                  <a:lnTo>
                    <a:pt x="8431" y="871"/>
                  </a:lnTo>
                  <a:cubicBezTo>
                    <a:pt x="8431" y="507"/>
                    <a:pt x="8659" y="306"/>
                    <a:pt x="8950" y="306"/>
                  </a:cubicBezTo>
                  <a:cubicBezTo>
                    <a:pt x="9221" y="306"/>
                    <a:pt x="9448" y="459"/>
                    <a:pt x="9448" y="819"/>
                  </a:cubicBezTo>
                  <a:lnTo>
                    <a:pt x="9448" y="950"/>
                  </a:lnTo>
                  <a:lnTo>
                    <a:pt x="8740" y="950"/>
                  </a:lnTo>
                  <a:cubicBezTo>
                    <a:pt x="8752" y="1146"/>
                    <a:pt x="8836" y="1221"/>
                    <a:pt x="8967" y="1221"/>
                  </a:cubicBezTo>
                  <a:cubicBezTo>
                    <a:pt x="9084" y="1221"/>
                    <a:pt x="9146" y="1159"/>
                    <a:pt x="9167" y="1080"/>
                  </a:cubicBezTo>
                  <a:lnTo>
                    <a:pt x="9448" y="1080"/>
                  </a:lnTo>
                  <a:cubicBezTo>
                    <a:pt x="9415" y="1286"/>
                    <a:pt x="9246" y="1442"/>
                    <a:pt x="8961" y="1442"/>
                  </a:cubicBezTo>
                  <a:close/>
                  <a:moveTo>
                    <a:pt x="7704" y="329"/>
                  </a:moveTo>
                  <a:lnTo>
                    <a:pt x="8008" y="329"/>
                  </a:lnTo>
                  <a:lnTo>
                    <a:pt x="8008" y="529"/>
                  </a:lnTo>
                  <a:cubicBezTo>
                    <a:pt x="8073" y="383"/>
                    <a:pt x="8175" y="315"/>
                    <a:pt x="8335" y="315"/>
                  </a:cubicBezTo>
                  <a:lnTo>
                    <a:pt x="8335" y="615"/>
                  </a:lnTo>
                  <a:cubicBezTo>
                    <a:pt x="8129" y="615"/>
                    <a:pt x="8008" y="677"/>
                    <a:pt x="8008" y="859"/>
                  </a:cubicBezTo>
                  <a:lnTo>
                    <a:pt x="8008" y="1419"/>
                  </a:lnTo>
                  <a:lnTo>
                    <a:pt x="7704" y="1419"/>
                  </a:lnTo>
                  <a:lnTo>
                    <a:pt x="7704" y="329"/>
                  </a:lnTo>
                  <a:close/>
                  <a:moveTo>
                    <a:pt x="7483" y="1419"/>
                  </a:moveTo>
                  <a:lnTo>
                    <a:pt x="7178" y="1419"/>
                  </a:lnTo>
                  <a:lnTo>
                    <a:pt x="7178" y="1259"/>
                  </a:lnTo>
                  <a:cubicBezTo>
                    <a:pt x="7126" y="1363"/>
                    <a:pt x="7024" y="1442"/>
                    <a:pt x="6862" y="1442"/>
                  </a:cubicBezTo>
                  <a:cubicBezTo>
                    <a:pt x="6666" y="1442"/>
                    <a:pt x="6522" y="1323"/>
                    <a:pt x="6522" y="1067"/>
                  </a:cubicBezTo>
                  <a:lnTo>
                    <a:pt x="6522" y="329"/>
                  </a:lnTo>
                  <a:lnTo>
                    <a:pt x="6828" y="329"/>
                  </a:lnTo>
                  <a:lnTo>
                    <a:pt x="6828" y="1021"/>
                  </a:lnTo>
                  <a:cubicBezTo>
                    <a:pt x="6828" y="1146"/>
                    <a:pt x="6878" y="1205"/>
                    <a:pt x="6987" y="1205"/>
                  </a:cubicBezTo>
                  <a:cubicBezTo>
                    <a:pt x="7093" y="1205"/>
                    <a:pt x="7178" y="1138"/>
                    <a:pt x="7178" y="1003"/>
                  </a:cubicBezTo>
                  <a:lnTo>
                    <a:pt x="7178" y="329"/>
                  </a:lnTo>
                  <a:lnTo>
                    <a:pt x="7483" y="329"/>
                  </a:lnTo>
                  <a:lnTo>
                    <a:pt x="7483" y="1419"/>
                  </a:lnTo>
                  <a:close/>
                  <a:moveTo>
                    <a:pt x="6128" y="0"/>
                  </a:moveTo>
                  <a:lnTo>
                    <a:pt x="6128" y="329"/>
                  </a:lnTo>
                  <a:lnTo>
                    <a:pt x="6336" y="329"/>
                  </a:lnTo>
                  <a:lnTo>
                    <a:pt x="6336" y="556"/>
                  </a:lnTo>
                  <a:lnTo>
                    <a:pt x="6128" y="556"/>
                  </a:lnTo>
                  <a:lnTo>
                    <a:pt x="6128" y="1073"/>
                  </a:lnTo>
                  <a:cubicBezTo>
                    <a:pt x="6128" y="1155"/>
                    <a:pt x="6165" y="1192"/>
                    <a:pt x="6236" y="1192"/>
                  </a:cubicBezTo>
                  <a:cubicBezTo>
                    <a:pt x="6280" y="1192"/>
                    <a:pt x="6313" y="1186"/>
                    <a:pt x="6343" y="1174"/>
                  </a:cubicBezTo>
                  <a:lnTo>
                    <a:pt x="6343" y="1411"/>
                  </a:lnTo>
                  <a:cubicBezTo>
                    <a:pt x="6307" y="1422"/>
                    <a:pt x="6247" y="1434"/>
                    <a:pt x="6172" y="1434"/>
                  </a:cubicBezTo>
                  <a:cubicBezTo>
                    <a:pt x="5934" y="1434"/>
                    <a:pt x="5822" y="1326"/>
                    <a:pt x="5822" y="1105"/>
                  </a:cubicBezTo>
                  <a:lnTo>
                    <a:pt x="5822" y="556"/>
                  </a:lnTo>
                  <a:lnTo>
                    <a:pt x="5694" y="556"/>
                  </a:lnTo>
                  <a:lnTo>
                    <a:pt x="5694" y="329"/>
                  </a:lnTo>
                  <a:lnTo>
                    <a:pt x="5822" y="329"/>
                  </a:lnTo>
                  <a:lnTo>
                    <a:pt x="5822" y="125"/>
                  </a:lnTo>
                  <a:lnTo>
                    <a:pt x="6128" y="0"/>
                  </a:lnTo>
                  <a:close/>
                  <a:moveTo>
                    <a:pt x="4596" y="329"/>
                  </a:moveTo>
                  <a:lnTo>
                    <a:pt x="4900" y="329"/>
                  </a:lnTo>
                  <a:lnTo>
                    <a:pt x="4900" y="492"/>
                  </a:lnTo>
                  <a:cubicBezTo>
                    <a:pt x="4954" y="390"/>
                    <a:pt x="5063" y="306"/>
                    <a:pt x="5230" y="306"/>
                  </a:cubicBezTo>
                  <a:cubicBezTo>
                    <a:pt x="5428" y="306"/>
                    <a:pt x="5559" y="425"/>
                    <a:pt x="5559" y="690"/>
                  </a:cubicBezTo>
                  <a:lnTo>
                    <a:pt x="5559" y="1419"/>
                  </a:lnTo>
                  <a:lnTo>
                    <a:pt x="5255" y="1419"/>
                  </a:lnTo>
                  <a:lnTo>
                    <a:pt x="5255" y="736"/>
                  </a:lnTo>
                  <a:cubicBezTo>
                    <a:pt x="5255" y="609"/>
                    <a:pt x="5202" y="552"/>
                    <a:pt x="5092" y="552"/>
                  </a:cubicBezTo>
                  <a:cubicBezTo>
                    <a:pt x="4986" y="552"/>
                    <a:pt x="4900" y="617"/>
                    <a:pt x="4900" y="755"/>
                  </a:cubicBezTo>
                  <a:lnTo>
                    <a:pt x="4900" y="1419"/>
                  </a:lnTo>
                  <a:lnTo>
                    <a:pt x="4596" y="1419"/>
                  </a:lnTo>
                  <a:lnTo>
                    <a:pt x="4596" y="329"/>
                  </a:lnTo>
                  <a:close/>
                  <a:moveTo>
                    <a:pt x="3704" y="748"/>
                  </a:moveTo>
                  <a:lnTo>
                    <a:pt x="4112" y="748"/>
                  </a:lnTo>
                  <a:cubicBezTo>
                    <a:pt x="4106" y="588"/>
                    <a:pt x="4033" y="519"/>
                    <a:pt x="3912" y="519"/>
                  </a:cubicBezTo>
                  <a:cubicBezTo>
                    <a:pt x="3816" y="519"/>
                    <a:pt x="3729" y="571"/>
                    <a:pt x="3704" y="748"/>
                  </a:cubicBezTo>
                  <a:close/>
                  <a:moveTo>
                    <a:pt x="3921" y="1442"/>
                  </a:moveTo>
                  <a:cubicBezTo>
                    <a:pt x="3606" y="1442"/>
                    <a:pt x="3391" y="1255"/>
                    <a:pt x="3391" y="892"/>
                  </a:cubicBezTo>
                  <a:lnTo>
                    <a:pt x="3391" y="871"/>
                  </a:lnTo>
                  <a:cubicBezTo>
                    <a:pt x="3391" y="507"/>
                    <a:pt x="3618" y="306"/>
                    <a:pt x="3910" y="306"/>
                  </a:cubicBezTo>
                  <a:cubicBezTo>
                    <a:pt x="4181" y="306"/>
                    <a:pt x="4408" y="459"/>
                    <a:pt x="4408" y="819"/>
                  </a:cubicBezTo>
                  <a:lnTo>
                    <a:pt x="4408" y="950"/>
                  </a:lnTo>
                  <a:lnTo>
                    <a:pt x="3700" y="950"/>
                  </a:lnTo>
                  <a:cubicBezTo>
                    <a:pt x="3712" y="1146"/>
                    <a:pt x="3795" y="1221"/>
                    <a:pt x="3927" y="1221"/>
                  </a:cubicBezTo>
                  <a:cubicBezTo>
                    <a:pt x="4043" y="1221"/>
                    <a:pt x="4106" y="1159"/>
                    <a:pt x="4127" y="1080"/>
                  </a:cubicBezTo>
                  <a:lnTo>
                    <a:pt x="4408" y="1080"/>
                  </a:lnTo>
                  <a:cubicBezTo>
                    <a:pt x="4375" y="1286"/>
                    <a:pt x="4206" y="1442"/>
                    <a:pt x="3921" y="1442"/>
                  </a:cubicBezTo>
                  <a:close/>
                  <a:moveTo>
                    <a:pt x="2778" y="1442"/>
                  </a:moveTo>
                  <a:cubicBezTo>
                    <a:pt x="2476" y="1442"/>
                    <a:pt x="2257" y="1255"/>
                    <a:pt x="2257" y="886"/>
                  </a:cubicBezTo>
                  <a:lnTo>
                    <a:pt x="2257" y="871"/>
                  </a:lnTo>
                  <a:cubicBezTo>
                    <a:pt x="2257" y="502"/>
                    <a:pt x="2491" y="306"/>
                    <a:pt x="2780" y="306"/>
                  </a:cubicBezTo>
                  <a:cubicBezTo>
                    <a:pt x="3028" y="306"/>
                    <a:pt x="3233" y="432"/>
                    <a:pt x="3258" y="717"/>
                  </a:cubicBezTo>
                  <a:lnTo>
                    <a:pt x="2966" y="717"/>
                  </a:lnTo>
                  <a:cubicBezTo>
                    <a:pt x="2947" y="611"/>
                    <a:pt x="2893" y="542"/>
                    <a:pt x="2787" y="542"/>
                  </a:cubicBezTo>
                  <a:cubicBezTo>
                    <a:pt x="2657" y="542"/>
                    <a:pt x="2568" y="644"/>
                    <a:pt x="2568" y="859"/>
                  </a:cubicBezTo>
                  <a:lnTo>
                    <a:pt x="2568" y="892"/>
                  </a:lnTo>
                  <a:cubicBezTo>
                    <a:pt x="2568" y="1113"/>
                    <a:pt x="2647" y="1213"/>
                    <a:pt x="2789" y="1213"/>
                  </a:cubicBezTo>
                  <a:cubicBezTo>
                    <a:pt x="2893" y="1213"/>
                    <a:pt x="2970" y="1136"/>
                    <a:pt x="2987" y="1017"/>
                  </a:cubicBezTo>
                  <a:lnTo>
                    <a:pt x="3264" y="1017"/>
                  </a:lnTo>
                  <a:cubicBezTo>
                    <a:pt x="3243" y="1265"/>
                    <a:pt x="3074" y="1442"/>
                    <a:pt x="2778" y="1442"/>
                  </a:cubicBezTo>
                  <a:close/>
                  <a:moveTo>
                    <a:pt x="1644" y="1442"/>
                  </a:moveTo>
                  <a:cubicBezTo>
                    <a:pt x="1342" y="1442"/>
                    <a:pt x="1123" y="1255"/>
                    <a:pt x="1123" y="886"/>
                  </a:cubicBezTo>
                  <a:lnTo>
                    <a:pt x="1123" y="871"/>
                  </a:lnTo>
                  <a:cubicBezTo>
                    <a:pt x="1123" y="502"/>
                    <a:pt x="1357" y="306"/>
                    <a:pt x="1646" y="306"/>
                  </a:cubicBezTo>
                  <a:cubicBezTo>
                    <a:pt x="1894" y="306"/>
                    <a:pt x="2099" y="432"/>
                    <a:pt x="2124" y="717"/>
                  </a:cubicBezTo>
                  <a:lnTo>
                    <a:pt x="1832" y="717"/>
                  </a:lnTo>
                  <a:cubicBezTo>
                    <a:pt x="1813" y="611"/>
                    <a:pt x="1759" y="542"/>
                    <a:pt x="1653" y="542"/>
                  </a:cubicBezTo>
                  <a:cubicBezTo>
                    <a:pt x="1523" y="542"/>
                    <a:pt x="1434" y="644"/>
                    <a:pt x="1434" y="859"/>
                  </a:cubicBezTo>
                  <a:lnTo>
                    <a:pt x="1434" y="892"/>
                  </a:lnTo>
                  <a:cubicBezTo>
                    <a:pt x="1434" y="1113"/>
                    <a:pt x="1513" y="1213"/>
                    <a:pt x="1655" y="1213"/>
                  </a:cubicBezTo>
                  <a:cubicBezTo>
                    <a:pt x="1759" y="1213"/>
                    <a:pt x="1836" y="1136"/>
                    <a:pt x="1853" y="1017"/>
                  </a:cubicBezTo>
                  <a:lnTo>
                    <a:pt x="2130" y="1017"/>
                  </a:lnTo>
                  <a:cubicBezTo>
                    <a:pt x="2109" y="1265"/>
                    <a:pt x="1940" y="1442"/>
                    <a:pt x="1644" y="1442"/>
                  </a:cubicBezTo>
                  <a:close/>
                  <a:moveTo>
                    <a:pt x="650" y="1057"/>
                  </a:moveTo>
                  <a:lnTo>
                    <a:pt x="650" y="953"/>
                  </a:lnTo>
                  <a:lnTo>
                    <a:pt x="529" y="953"/>
                  </a:lnTo>
                  <a:cubicBezTo>
                    <a:pt x="379" y="953"/>
                    <a:pt x="302" y="994"/>
                    <a:pt x="302" y="1092"/>
                  </a:cubicBezTo>
                  <a:lnTo>
                    <a:pt x="302" y="1103"/>
                  </a:lnTo>
                  <a:cubicBezTo>
                    <a:pt x="302" y="1178"/>
                    <a:pt x="348" y="1230"/>
                    <a:pt x="450" y="1230"/>
                  </a:cubicBezTo>
                  <a:cubicBezTo>
                    <a:pt x="554" y="1230"/>
                    <a:pt x="650" y="1171"/>
                    <a:pt x="650" y="1057"/>
                  </a:cubicBezTo>
                  <a:close/>
                  <a:moveTo>
                    <a:pt x="358" y="1442"/>
                  </a:moveTo>
                  <a:cubicBezTo>
                    <a:pt x="162" y="1442"/>
                    <a:pt x="0" y="1342"/>
                    <a:pt x="0" y="1121"/>
                  </a:cubicBezTo>
                  <a:lnTo>
                    <a:pt x="0" y="1109"/>
                  </a:lnTo>
                  <a:cubicBezTo>
                    <a:pt x="0" y="840"/>
                    <a:pt x="233" y="752"/>
                    <a:pt x="514" y="752"/>
                  </a:cubicBezTo>
                  <a:lnTo>
                    <a:pt x="650" y="752"/>
                  </a:lnTo>
                  <a:lnTo>
                    <a:pt x="650" y="700"/>
                  </a:lnTo>
                  <a:cubicBezTo>
                    <a:pt x="650" y="592"/>
                    <a:pt x="602" y="525"/>
                    <a:pt x="489" y="525"/>
                  </a:cubicBezTo>
                  <a:cubicBezTo>
                    <a:pt x="387" y="525"/>
                    <a:pt x="333" y="584"/>
                    <a:pt x="325" y="667"/>
                  </a:cubicBezTo>
                  <a:lnTo>
                    <a:pt x="33" y="667"/>
                  </a:lnTo>
                  <a:cubicBezTo>
                    <a:pt x="54" y="425"/>
                    <a:pt x="246" y="306"/>
                    <a:pt x="504" y="306"/>
                  </a:cubicBezTo>
                  <a:cubicBezTo>
                    <a:pt x="767" y="306"/>
                    <a:pt x="954" y="419"/>
                    <a:pt x="954" y="690"/>
                  </a:cubicBezTo>
                  <a:lnTo>
                    <a:pt x="954" y="1419"/>
                  </a:lnTo>
                  <a:lnTo>
                    <a:pt x="656" y="1419"/>
                  </a:lnTo>
                  <a:lnTo>
                    <a:pt x="656" y="1294"/>
                  </a:lnTo>
                  <a:cubicBezTo>
                    <a:pt x="604" y="1374"/>
                    <a:pt x="504" y="1442"/>
                    <a:pt x="358" y="14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500">
                <a:latin typeface="Graphik Regular" panose="020B0503030202060203" pitchFamily="34" charset="-18"/>
              </a:endParaRPr>
            </a:p>
          </p:txBody>
        </p:sp>
      </p:grpSp>
      <p:sp>
        <p:nvSpPr>
          <p:cNvPr id="6" name="Text Placeholder 5">
            <a:extLst>
              <a:ext uri="{FF2B5EF4-FFF2-40B4-BE49-F238E27FC236}">
                <a16:creationId xmlns:a16="http://schemas.microsoft.com/office/drawing/2014/main" id="{CB08B71D-19A7-0ADA-60CF-70131C85EAFA}"/>
              </a:ext>
            </a:extLst>
          </p:cNvPr>
          <p:cNvSpPr>
            <a:spLocks noGrp="1"/>
          </p:cNvSpPr>
          <p:nvPr>
            <p:ph type="body" sz="quarter" idx="10"/>
          </p:nvPr>
        </p:nvSpPr>
        <p:spPr>
          <a:xfrm>
            <a:off x="791535" y="2043698"/>
            <a:ext cx="4489303" cy="2046039"/>
          </a:xfrm>
        </p:spPr>
        <p:txBody>
          <a:bodyPr/>
          <a:lstStyle>
            <a:lvl1pPr>
              <a:lnSpc>
                <a:spcPct val="90000"/>
              </a:lnSpc>
              <a:spcAft>
                <a:spcPts val="0"/>
              </a:spcAft>
              <a:defRPr sz="5000" b="1" i="0">
                <a:solidFill>
                  <a:schemeClr val="bg1"/>
                </a:solidFill>
                <a:latin typeface="Graphik Semibold" panose="020B0503030202060203" pitchFamily="34" charset="77"/>
                <a:cs typeface="Arial" panose="020B0604020202020204" pitchFamily="34" charset="0"/>
              </a:defRPr>
            </a:lvl1pPr>
            <a:lvl2pPr marL="0" indent="0">
              <a:buFontTx/>
              <a:buNone/>
              <a:defRPr/>
            </a:lvl2pPr>
            <a:lvl3pPr marL="228591" indent="0">
              <a:buFontTx/>
              <a:buNone/>
              <a:defRPr/>
            </a:lvl3pPr>
            <a:lvl4pPr marL="457182" indent="0">
              <a:buFontTx/>
              <a:buNone/>
              <a:defRPr/>
            </a:lvl4pPr>
            <a:lvl5pPr marL="685773" indent="0">
              <a:buFontTx/>
              <a:buNone/>
              <a:defRPr/>
            </a:lvl5pPr>
          </a:lstStyle>
          <a:p>
            <a:pPr lvl="0"/>
            <a:r>
              <a:rPr lang="en-US"/>
              <a:t>Click to edit Master text styles</a:t>
            </a:r>
          </a:p>
        </p:txBody>
      </p:sp>
      <p:sp>
        <p:nvSpPr>
          <p:cNvPr id="9" name="Text Placeholder 8">
            <a:extLst>
              <a:ext uri="{FF2B5EF4-FFF2-40B4-BE49-F238E27FC236}">
                <a16:creationId xmlns:a16="http://schemas.microsoft.com/office/drawing/2014/main" id="{D47F2630-1EA7-C8DA-4E37-34D0FEF1C466}"/>
              </a:ext>
            </a:extLst>
          </p:cNvPr>
          <p:cNvSpPr>
            <a:spLocks noGrp="1"/>
          </p:cNvSpPr>
          <p:nvPr>
            <p:ph type="body" sz="quarter" idx="11" hasCustomPrompt="1"/>
          </p:nvPr>
        </p:nvSpPr>
        <p:spPr>
          <a:xfrm>
            <a:off x="791535" y="4541213"/>
            <a:ext cx="4103688" cy="281995"/>
          </a:xfrm>
        </p:spPr>
        <p:txBody>
          <a:bodyPr/>
          <a:lstStyle>
            <a:lvl1pPr>
              <a:spcAft>
                <a:spcPts val="500"/>
              </a:spcAft>
              <a:defRPr sz="1750" b="1" i="0">
                <a:solidFill>
                  <a:schemeClr val="bg1"/>
                </a:solidFill>
                <a:latin typeface="Graphik Semibold" panose="020B0503030202060203" pitchFamily="34" charset="77"/>
              </a:defRPr>
            </a:lvl1pPr>
            <a:lvl2pPr marL="0" indent="0">
              <a:buNone/>
              <a:defRPr/>
            </a:lvl2pPr>
            <a:lvl3pPr marL="228591" indent="0">
              <a:buNone/>
              <a:defRPr/>
            </a:lvl3pPr>
            <a:lvl4pPr marL="457182" indent="0">
              <a:buNone/>
              <a:defRPr/>
            </a:lvl4pPr>
            <a:lvl5pPr marL="685773" indent="0">
              <a:buNone/>
              <a:defRPr/>
            </a:lvl5pPr>
          </a:lstStyle>
          <a:p>
            <a:pPr lvl="0"/>
            <a:r>
              <a:rPr lang="en-US"/>
              <a:t>Speaker</a:t>
            </a:r>
          </a:p>
        </p:txBody>
      </p:sp>
      <p:sp>
        <p:nvSpPr>
          <p:cNvPr id="3" name="Text Placeholder 8">
            <a:extLst>
              <a:ext uri="{FF2B5EF4-FFF2-40B4-BE49-F238E27FC236}">
                <a16:creationId xmlns:a16="http://schemas.microsoft.com/office/drawing/2014/main" id="{CA1C50B2-C689-B012-4A6A-5182B2982C95}"/>
              </a:ext>
            </a:extLst>
          </p:cNvPr>
          <p:cNvSpPr>
            <a:spLocks noGrp="1"/>
          </p:cNvSpPr>
          <p:nvPr>
            <p:ph type="body" sz="quarter" idx="12" hasCustomPrompt="1"/>
          </p:nvPr>
        </p:nvSpPr>
        <p:spPr>
          <a:xfrm>
            <a:off x="791535" y="4899802"/>
            <a:ext cx="4103688" cy="281995"/>
          </a:xfrm>
        </p:spPr>
        <p:txBody>
          <a:bodyPr/>
          <a:lstStyle>
            <a:lvl1pPr>
              <a:spcAft>
                <a:spcPts val="500"/>
              </a:spcAft>
              <a:defRPr sz="1333" b="0" i="0">
                <a:solidFill>
                  <a:schemeClr val="bg1"/>
                </a:solidFill>
                <a:latin typeface="Graphik" panose="020B0503030202060203" pitchFamily="34" charset="77"/>
              </a:defRPr>
            </a:lvl1pPr>
            <a:lvl2pPr marL="0" indent="0">
              <a:buNone/>
              <a:defRPr/>
            </a:lvl2pPr>
            <a:lvl3pPr marL="228591" indent="0">
              <a:buNone/>
              <a:defRPr/>
            </a:lvl3pPr>
            <a:lvl4pPr marL="457182" indent="0">
              <a:buNone/>
              <a:defRPr/>
            </a:lvl4pPr>
            <a:lvl5pPr marL="685773" indent="0">
              <a:buNone/>
              <a:defRPr/>
            </a:lvl5pPr>
          </a:lstStyle>
          <a:p>
            <a:pPr lvl="0"/>
            <a:r>
              <a:rPr lang="en-US"/>
              <a:t>Speaker Name</a:t>
            </a:r>
          </a:p>
        </p:txBody>
      </p:sp>
      <p:sp>
        <p:nvSpPr>
          <p:cNvPr id="4" name="Text Placeholder 8">
            <a:extLst>
              <a:ext uri="{FF2B5EF4-FFF2-40B4-BE49-F238E27FC236}">
                <a16:creationId xmlns:a16="http://schemas.microsoft.com/office/drawing/2014/main" id="{E48DD2B2-FF2E-8E14-18D6-CDF6C97F745C}"/>
              </a:ext>
            </a:extLst>
          </p:cNvPr>
          <p:cNvSpPr>
            <a:spLocks noGrp="1"/>
          </p:cNvSpPr>
          <p:nvPr>
            <p:ph type="body" sz="quarter" idx="13" hasCustomPrompt="1"/>
          </p:nvPr>
        </p:nvSpPr>
        <p:spPr>
          <a:xfrm>
            <a:off x="791535" y="5197323"/>
            <a:ext cx="4103688" cy="281995"/>
          </a:xfrm>
        </p:spPr>
        <p:txBody>
          <a:bodyPr/>
          <a:lstStyle>
            <a:lvl1pPr>
              <a:spcAft>
                <a:spcPts val="500"/>
              </a:spcAft>
              <a:defRPr sz="1333" b="0" i="0">
                <a:solidFill>
                  <a:schemeClr val="bg1"/>
                </a:solidFill>
                <a:latin typeface="Graphik" panose="020B0503030202060203" pitchFamily="34" charset="77"/>
              </a:defRPr>
            </a:lvl1pPr>
            <a:lvl2pPr marL="0" indent="0">
              <a:buNone/>
              <a:defRPr/>
            </a:lvl2pPr>
            <a:lvl3pPr marL="228591" indent="0">
              <a:buNone/>
              <a:defRPr/>
            </a:lvl3pPr>
            <a:lvl4pPr marL="457182" indent="0">
              <a:buNone/>
              <a:defRPr/>
            </a:lvl4pPr>
            <a:lvl5pPr marL="685773" indent="0">
              <a:buNone/>
              <a:defRPr/>
            </a:lvl5pPr>
          </a:lstStyle>
          <a:p>
            <a:pPr lvl="0"/>
            <a:r>
              <a:rPr lang="en-US"/>
              <a:t>Speaker Name</a:t>
            </a:r>
          </a:p>
        </p:txBody>
      </p:sp>
      <p:sp>
        <p:nvSpPr>
          <p:cNvPr id="7" name="Text Placeholder 8">
            <a:extLst>
              <a:ext uri="{FF2B5EF4-FFF2-40B4-BE49-F238E27FC236}">
                <a16:creationId xmlns:a16="http://schemas.microsoft.com/office/drawing/2014/main" id="{39136880-59B9-B952-EED3-02D1BC4386A1}"/>
              </a:ext>
            </a:extLst>
          </p:cNvPr>
          <p:cNvSpPr>
            <a:spLocks noGrp="1"/>
          </p:cNvSpPr>
          <p:nvPr>
            <p:ph type="body" sz="quarter" idx="14" hasCustomPrompt="1"/>
          </p:nvPr>
        </p:nvSpPr>
        <p:spPr>
          <a:xfrm>
            <a:off x="791535" y="5468419"/>
            <a:ext cx="4103688" cy="281995"/>
          </a:xfrm>
        </p:spPr>
        <p:txBody>
          <a:bodyPr/>
          <a:lstStyle>
            <a:lvl1pPr>
              <a:spcAft>
                <a:spcPts val="500"/>
              </a:spcAft>
              <a:defRPr sz="1333" b="0" i="0">
                <a:solidFill>
                  <a:schemeClr val="bg1"/>
                </a:solidFill>
                <a:latin typeface="Graphik" panose="020B0503030202060203" pitchFamily="34" charset="77"/>
              </a:defRPr>
            </a:lvl1pPr>
            <a:lvl2pPr marL="0" indent="0">
              <a:buNone/>
              <a:defRPr/>
            </a:lvl2pPr>
            <a:lvl3pPr marL="228591" indent="0">
              <a:buNone/>
              <a:defRPr/>
            </a:lvl3pPr>
            <a:lvl4pPr marL="457182" indent="0">
              <a:buNone/>
              <a:defRPr/>
            </a:lvl4pPr>
            <a:lvl5pPr marL="685773" indent="0">
              <a:buNone/>
              <a:defRPr/>
            </a:lvl5pPr>
          </a:lstStyle>
          <a:p>
            <a:pPr lvl="0"/>
            <a:r>
              <a:rPr lang="en-US"/>
              <a:t>Speaker Name</a:t>
            </a:r>
          </a:p>
        </p:txBody>
      </p:sp>
      <p:sp>
        <p:nvSpPr>
          <p:cNvPr id="5" name="Text Placeholder 8">
            <a:extLst>
              <a:ext uri="{FF2B5EF4-FFF2-40B4-BE49-F238E27FC236}">
                <a16:creationId xmlns:a16="http://schemas.microsoft.com/office/drawing/2014/main" id="{2EB14AF5-2472-CD4A-98BC-D6BCDF0D4A08}"/>
              </a:ext>
            </a:extLst>
          </p:cNvPr>
          <p:cNvSpPr>
            <a:spLocks noGrp="1"/>
          </p:cNvSpPr>
          <p:nvPr>
            <p:ph type="body" sz="quarter" idx="15" hasCustomPrompt="1"/>
          </p:nvPr>
        </p:nvSpPr>
        <p:spPr>
          <a:xfrm>
            <a:off x="783495" y="5769042"/>
            <a:ext cx="4103688" cy="281995"/>
          </a:xfrm>
        </p:spPr>
        <p:txBody>
          <a:bodyPr/>
          <a:lstStyle>
            <a:lvl1pPr>
              <a:spcAft>
                <a:spcPts val="500"/>
              </a:spcAft>
              <a:defRPr sz="1333" b="0" i="0">
                <a:solidFill>
                  <a:schemeClr val="bg1"/>
                </a:solidFill>
                <a:latin typeface="Graphik" panose="020B0503030202060203" pitchFamily="34" charset="77"/>
              </a:defRPr>
            </a:lvl1pPr>
            <a:lvl2pPr marL="0" indent="0">
              <a:buNone/>
              <a:defRPr/>
            </a:lvl2pPr>
            <a:lvl3pPr marL="228591" indent="0">
              <a:buNone/>
              <a:defRPr/>
            </a:lvl3pPr>
            <a:lvl4pPr marL="457182" indent="0">
              <a:buNone/>
              <a:defRPr/>
            </a:lvl4pPr>
            <a:lvl5pPr marL="685773" indent="0">
              <a:buNone/>
              <a:defRPr/>
            </a:lvl5pPr>
          </a:lstStyle>
          <a:p>
            <a:pPr lvl="0"/>
            <a:r>
              <a:rPr lang="en-US"/>
              <a:t>Speaker Name</a:t>
            </a:r>
          </a:p>
        </p:txBody>
      </p:sp>
      <p:pic>
        <p:nvPicPr>
          <p:cNvPr id="10" name="Picture 9" descr="A person's face on a cell phone&#10;&#10;Description automatically generated">
            <a:extLst>
              <a:ext uri="{FF2B5EF4-FFF2-40B4-BE49-F238E27FC236}">
                <a16:creationId xmlns:a16="http://schemas.microsoft.com/office/drawing/2014/main" id="{06D25DBD-3647-8831-DE6C-E49A4747C454}"/>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6457337" y="487746"/>
            <a:ext cx="5334744" cy="5882508"/>
          </a:xfrm>
          <a:prstGeom prst="rect">
            <a:avLst/>
          </a:prstGeom>
        </p:spPr>
      </p:pic>
    </p:spTree>
    <p:extLst>
      <p:ext uri="{BB962C8B-B14F-4D97-AF65-F5344CB8AC3E}">
        <p14:creationId xmlns:p14="http://schemas.microsoft.com/office/powerpoint/2010/main" val="594839382"/>
      </p:ext>
    </p:extLst>
  </p:cSld>
  <p:clrMapOvr>
    <a:masterClrMapping/>
  </p:clrMapOvr>
  <p:extLst>
    <p:ext uri="{DCECCB84-F9BA-43D5-87BE-67443E8EF086}">
      <p15:sldGuideLst xmlns:p15="http://schemas.microsoft.com/office/powerpoint/2012/main">
        <p15:guide id="1" orient="horz" pos="984">
          <p15:clr>
            <a:srgbClr val="5ACBF0"/>
          </p15:clr>
        </p15:guide>
        <p15:guide id="2" orient="horz" pos="576">
          <p15:clr>
            <a:srgbClr val="5ACBF0"/>
          </p15:clr>
        </p15:guide>
        <p15:guide id="3" orient="horz" pos="518">
          <p15:clr>
            <a:srgbClr val="5ACBF0"/>
          </p15:clr>
        </p15:guide>
        <p15:guide id="4" pos="8832">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userDrawn="1">
  <p:cSld name="Content_01">
    <p:spTree>
      <p:nvGrpSpPr>
        <p:cNvPr id="1" name=""/>
        <p:cNvGrpSpPr/>
        <p:nvPr/>
      </p:nvGrpSpPr>
      <p:grpSpPr>
        <a:xfrm>
          <a:off x="0" y="0"/>
          <a:ext cx="0" cy="0"/>
          <a:chOff x="0" y="0"/>
          <a:chExt cx="0" cy="0"/>
        </a:xfrm>
      </p:grpSpPr>
      <p:pic>
        <p:nvPicPr>
          <p:cNvPr id="23" name="Picture 22" descr="A blue and pink background&#10;&#10;Description automatically generated with low confidence">
            <a:extLst>
              <a:ext uri="{FF2B5EF4-FFF2-40B4-BE49-F238E27FC236}">
                <a16:creationId xmlns:a16="http://schemas.microsoft.com/office/drawing/2014/main" id="{9C43FEFF-5767-1F49-1138-C7A05D5F6DDF}"/>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0233"/>
          <a:stretch/>
        </p:blipFill>
        <p:spPr>
          <a:xfrm rot="5400000">
            <a:off x="2667000" y="-2667000"/>
            <a:ext cx="6858000" cy="12192000"/>
          </a:xfrm>
          <a:prstGeom prst="rect">
            <a:avLst/>
          </a:prstGeom>
        </p:spPr>
      </p:pic>
      <p:sp>
        <p:nvSpPr>
          <p:cNvPr id="26" name="Rectangle 25">
            <a:extLst>
              <a:ext uri="{FF2B5EF4-FFF2-40B4-BE49-F238E27FC236}">
                <a16:creationId xmlns:a16="http://schemas.microsoft.com/office/drawing/2014/main" id="{E3A0FD18-7E43-B196-AF23-135599265983}"/>
              </a:ext>
            </a:extLst>
          </p:cNvPr>
          <p:cNvSpPr/>
          <p:nvPr userDrawn="1"/>
        </p:nvSpPr>
        <p:spPr>
          <a:xfrm>
            <a:off x="0" y="1"/>
            <a:ext cx="12192001" cy="6141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err="1"/>
          </a:p>
        </p:txBody>
      </p:sp>
      <p:sp>
        <p:nvSpPr>
          <p:cNvPr id="3" name="Text Placeholder 2">
            <a:extLst>
              <a:ext uri="{FF2B5EF4-FFF2-40B4-BE49-F238E27FC236}">
                <a16:creationId xmlns:a16="http://schemas.microsoft.com/office/drawing/2014/main" id="{2D7EB9CE-C1C4-8AF4-319B-9C7FD8ACA237}"/>
              </a:ext>
            </a:extLst>
          </p:cNvPr>
          <p:cNvSpPr>
            <a:spLocks noGrp="1"/>
          </p:cNvSpPr>
          <p:nvPr>
            <p:ph type="body" sz="quarter" idx="11" hasCustomPrompt="1"/>
          </p:nvPr>
        </p:nvSpPr>
        <p:spPr>
          <a:xfrm>
            <a:off x="513292" y="685271"/>
            <a:ext cx="11170591" cy="616479"/>
          </a:xfrm>
        </p:spPr>
        <p:txBody>
          <a:bodyPr/>
          <a:lstStyle>
            <a:lvl1pPr>
              <a:spcAft>
                <a:spcPts val="1000"/>
              </a:spcAft>
              <a:defRPr sz="2667" b="1" i="0">
                <a:solidFill>
                  <a:schemeClr val="accent1"/>
                </a:solidFill>
                <a:latin typeface="Arial" panose="020B0604020202020204" pitchFamily="34" charset="0"/>
                <a:cs typeface="Arial" panose="020B0604020202020204" pitchFamily="34" charset="0"/>
              </a:defRPr>
            </a:lvl1pPr>
          </a:lstStyle>
          <a:p>
            <a:pPr lvl="0"/>
            <a:r>
              <a:rPr lang="en-GB"/>
              <a:t>Insert title</a:t>
            </a:r>
            <a:endParaRPr lang="en-FR"/>
          </a:p>
        </p:txBody>
      </p:sp>
      <p:sp>
        <p:nvSpPr>
          <p:cNvPr id="10" name="Text Placeholder 11">
            <a:extLst>
              <a:ext uri="{FF2B5EF4-FFF2-40B4-BE49-F238E27FC236}">
                <a16:creationId xmlns:a16="http://schemas.microsoft.com/office/drawing/2014/main" id="{4058E894-35A9-49D0-E3FB-C4785E59DF18}"/>
              </a:ext>
            </a:extLst>
          </p:cNvPr>
          <p:cNvSpPr>
            <a:spLocks noGrp="1"/>
          </p:cNvSpPr>
          <p:nvPr>
            <p:ph type="body" sz="quarter" idx="13"/>
          </p:nvPr>
        </p:nvSpPr>
        <p:spPr>
          <a:xfrm>
            <a:off x="508000" y="1634223"/>
            <a:ext cx="11175883" cy="4408861"/>
          </a:xfrm>
        </p:spPr>
        <p:txBody>
          <a:bodyPr/>
          <a:lstStyle>
            <a:lvl1pPr>
              <a:spcAft>
                <a:spcPts val="1000"/>
              </a:spcAft>
              <a:defRPr sz="1333">
                <a:latin typeface="Arial" panose="020B0604020202020204" pitchFamily="34" charset="0"/>
                <a:cs typeface="Arial" panose="020B0604020202020204" pitchFamily="34" charset="0"/>
              </a:defRPr>
            </a:lvl1pPr>
            <a:lvl2pPr marL="0" indent="0">
              <a:buNone/>
              <a:defRPr sz="2000"/>
            </a:lvl2pPr>
            <a:lvl3pPr marL="228591" indent="0">
              <a:buNone/>
              <a:defRPr sz="2000"/>
            </a:lvl3pPr>
            <a:lvl4pPr marL="457182" indent="0">
              <a:buNone/>
              <a:defRPr sz="2000"/>
            </a:lvl4pPr>
            <a:lvl5pPr marL="685773" indent="0">
              <a:buNone/>
              <a:defRPr sz="2000"/>
            </a:lvl5pPr>
          </a:lstStyle>
          <a:p>
            <a:pPr lvl="0"/>
            <a:r>
              <a:rPr lang="en-US"/>
              <a:t>Click to edit Master text styles</a:t>
            </a:r>
          </a:p>
        </p:txBody>
      </p:sp>
      <p:sp>
        <p:nvSpPr>
          <p:cNvPr id="27" name="TextBox 26">
            <a:extLst>
              <a:ext uri="{FF2B5EF4-FFF2-40B4-BE49-F238E27FC236}">
                <a16:creationId xmlns:a16="http://schemas.microsoft.com/office/drawing/2014/main" id="{37D3CA7F-C375-C155-9455-F4C79BB2840E}"/>
              </a:ext>
            </a:extLst>
          </p:cNvPr>
          <p:cNvSpPr txBox="1"/>
          <p:nvPr userDrawn="1"/>
        </p:nvSpPr>
        <p:spPr>
          <a:xfrm>
            <a:off x="7112000" y="6356979"/>
            <a:ext cx="4276450" cy="279248"/>
          </a:xfrm>
          <a:prstGeom prst="rect">
            <a:avLst/>
          </a:prstGeom>
          <a:noFill/>
        </p:spPr>
        <p:txBody>
          <a:bodyPr wrap="square" lIns="0" tIns="0" rIns="0" bIns="0" rtlCol="0" anchor="ctr">
            <a:noAutofit/>
          </a:bodyPr>
          <a:lstStyle/>
          <a:p>
            <a:pPr marL="0" marR="0" lvl="0" indent="0" algn="r" defTabSz="314122" rtl="0" eaLnBrk="1" fontAlgn="auto" latinLnBrk="0" hangingPunct="1">
              <a:lnSpc>
                <a:spcPct val="100000"/>
              </a:lnSpc>
              <a:spcBef>
                <a:spcPts val="0"/>
              </a:spcBef>
              <a:spcAft>
                <a:spcPts val="1649"/>
              </a:spcAft>
              <a:buClrTx/>
              <a:buSzTx/>
              <a:buFontTx/>
              <a:buNone/>
              <a:tabLst/>
              <a:defRPr/>
            </a:pPr>
            <a:r>
              <a:rPr lang="en-GB" sz="833">
                <a:solidFill>
                  <a:schemeClr val="bg1">
                    <a:alpha val="75000"/>
                  </a:schemeClr>
                </a:solidFill>
              </a:rPr>
              <a:t>Copyright © 2023 Accenture. All rights reserved.</a:t>
            </a:r>
            <a:endParaRPr lang="en-US" sz="833" noProof="0">
              <a:solidFill>
                <a:schemeClr val="bg1">
                  <a:alpha val="75000"/>
                </a:schemeClr>
              </a:solidFill>
            </a:endParaRPr>
          </a:p>
        </p:txBody>
      </p:sp>
      <p:sp>
        <p:nvSpPr>
          <p:cNvPr id="28" name="TextBox 27">
            <a:extLst>
              <a:ext uri="{FF2B5EF4-FFF2-40B4-BE49-F238E27FC236}">
                <a16:creationId xmlns:a16="http://schemas.microsoft.com/office/drawing/2014/main" id="{4982DF77-28DA-B400-E7A0-12D2AC30C499}"/>
              </a:ext>
            </a:extLst>
          </p:cNvPr>
          <p:cNvSpPr txBox="1"/>
          <p:nvPr userDrawn="1"/>
        </p:nvSpPr>
        <p:spPr>
          <a:xfrm>
            <a:off x="11239501" y="6355212"/>
            <a:ext cx="523544" cy="282782"/>
          </a:xfrm>
          <a:prstGeom prst="rect">
            <a:avLst/>
          </a:prstGeom>
          <a:noFill/>
        </p:spPr>
        <p:txBody>
          <a:bodyPr wrap="square" lIns="0" tIns="0" rIns="0" bIns="0" rtlCol="0" anchor="ctr">
            <a:noAutofit/>
          </a:bodyPr>
          <a:lstStyle/>
          <a:p>
            <a:pPr marL="0" marR="0" lvl="0" indent="0" algn="r" defTabSz="314122" rtl="0" eaLnBrk="1" fontAlgn="auto" latinLnBrk="0" hangingPunct="1">
              <a:lnSpc>
                <a:spcPct val="100000"/>
              </a:lnSpc>
              <a:spcBef>
                <a:spcPts val="0"/>
              </a:spcBef>
              <a:spcAft>
                <a:spcPts val="1649"/>
              </a:spcAft>
              <a:buClrTx/>
              <a:buSzTx/>
              <a:buFontTx/>
              <a:buNone/>
              <a:tabLst/>
              <a:defRPr/>
            </a:pPr>
            <a:fld id="{8A1971D9-5B62-3C46-9EC9-FDAAB88557B2}" type="slidenum">
              <a:rPr lang="en-GB" sz="1099" smtClean="0">
                <a:solidFill>
                  <a:schemeClr val="bg1">
                    <a:alpha val="75000"/>
                  </a:schemeClr>
                </a:solidFill>
              </a:rPr>
              <a:pPr marL="0" marR="0" lvl="0" indent="0" algn="r" defTabSz="314122" rtl="0" eaLnBrk="1" fontAlgn="auto" latinLnBrk="0" hangingPunct="1">
                <a:lnSpc>
                  <a:spcPct val="100000"/>
                </a:lnSpc>
                <a:spcBef>
                  <a:spcPts val="0"/>
                </a:spcBef>
                <a:spcAft>
                  <a:spcPts val="1649"/>
                </a:spcAft>
                <a:buClrTx/>
                <a:buSzTx/>
                <a:buFontTx/>
                <a:buNone/>
                <a:tabLst/>
                <a:defRPr/>
              </a:pPr>
              <a:t>‹#›</a:t>
            </a:fld>
            <a:endParaRPr lang="en-US" sz="2473" noProof="0">
              <a:solidFill>
                <a:schemeClr val="bg1">
                  <a:alpha val="75000"/>
                </a:schemeClr>
              </a:solidFill>
            </a:endParaRPr>
          </a:p>
        </p:txBody>
      </p:sp>
      <p:pic>
        <p:nvPicPr>
          <p:cNvPr id="29" name="Picture 28">
            <a:extLst>
              <a:ext uri="{FF2B5EF4-FFF2-40B4-BE49-F238E27FC236}">
                <a16:creationId xmlns:a16="http://schemas.microsoft.com/office/drawing/2014/main" id="{9B845E71-5463-AB55-3C01-7A5B51FBDB94}"/>
              </a:ext>
            </a:extLst>
          </p:cNvPr>
          <p:cNvPicPr>
            <a:picLocks noChangeAspect="1"/>
          </p:cNvPicPr>
          <p:nvPr userDrawn="1"/>
        </p:nvPicPr>
        <p:blipFill>
          <a:blip r:embed="rId3" cstate="screen">
            <a:extLst>
              <a:ext uri="{28A0092B-C50C-407E-A947-70E740481C1C}">
                <a14:useLocalDpi xmlns:a14="http://schemas.microsoft.com/office/drawing/2010/main"/>
              </a:ext>
            </a:extLst>
          </a:blip>
          <a:srcRect/>
          <a:stretch/>
        </p:blipFill>
        <p:spPr>
          <a:xfrm>
            <a:off x="508000" y="6338172"/>
            <a:ext cx="191087" cy="202328"/>
          </a:xfrm>
          <a:prstGeom prst="rect">
            <a:avLst/>
          </a:prstGeom>
        </p:spPr>
      </p:pic>
    </p:spTree>
    <p:extLst>
      <p:ext uri="{BB962C8B-B14F-4D97-AF65-F5344CB8AC3E}">
        <p14:creationId xmlns:p14="http://schemas.microsoft.com/office/powerpoint/2010/main" val="442927409"/>
      </p:ext>
    </p:extLst>
  </p:cSld>
  <p:clrMapOvr>
    <a:masterClrMapping/>
  </p:clrMapOvr>
  <p:extLst>
    <p:ext uri="{DCECCB84-F9BA-43D5-87BE-67443E8EF086}">
      <p15:sldGuideLst xmlns:p15="http://schemas.microsoft.com/office/powerpoint/2012/main">
        <p15:guide id="1" orient="horz" pos="984">
          <p15:clr>
            <a:srgbClr val="5ACBF0"/>
          </p15:clr>
        </p15:guide>
        <p15:guide id="2" orient="horz" pos="576">
          <p15:clr>
            <a:srgbClr val="5ACBF0"/>
          </p15:clr>
        </p15:guide>
        <p15:guide id="3" orient="horz" pos="518">
          <p15:clr>
            <a:srgbClr val="5ACBF0"/>
          </p15:clr>
        </p15:guide>
        <p15:guide id="4" pos="8832">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userDrawn="1">
  <p:cSld name="Key Message_02">
    <p:bg>
      <p:bgPr>
        <a:blipFill>
          <a:blip r:embed="rId2"/>
          <a:stretch>
            <a:fillRect/>
          </a:stretch>
        </a:blip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34FFC802-51DB-D285-06AB-0EF4E0867AEA}"/>
              </a:ext>
            </a:extLst>
          </p:cNvPr>
          <p:cNvSpPr/>
          <p:nvPr userDrawn="1"/>
        </p:nvSpPr>
        <p:spPr>
          <a:xfrm>
            <a:off x="0" y="0"/>
            <a:ext cx="12192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err="1"/>
          </a:p>
        </p:txBody>
      </p:sp>
      <p:pic>
        <p:nvPicPr>
          <p:cNvPr id="4" name="Picture 3">
            <a:extLst>
              <a:ext uri="{FF2B5EF4-FFF2-40B4-BE49-F238E27FC236}">
                <a16:creationId xmlns:a16="http://schemas.microsoft.com/office/drawing/2014/main" id="{F135C2BF-2FE1-A47F-E3F1-8CFE1657EA5F}"/>
              </a:ext>
            </a:extLst>
          </p:cNvPr>
          <p:cNvPicPr>
            <a:picLocks noChangeAspect="1"/>
          </p:cNvPicPr>
          <p:nvPr userDrawn="1"/>
        </p:nvPicPr>
        <p:blipFill rotWithShape="1">
          <a:blip r:embed="rId3">
            <a:extLst>
              <a:ext uri="{28A0092B-C50C-407E-A947-70E740481C1C}">
                <a14:useLocalDpi xmlns:a14="http://schemas.microsoft.com/office/drawing/2010/main"/>
              </a:ext>
            </a:extLst>
          </a:blip>
          <a:srcRect l="1930" t="4133" r="1930" b="4393"/>
          <a:stretch/>
        </p:blipFill>
        <p:spPr>
          <a:xfrm>
            <a:off x="235324" y="283536"/>
            <a:ext cx="11721353" cy="6273209"/>
          </a:xfrm>
          <a:prstGeom prst="rect">
            <a:avLst/>
          </a:prstGeom>
        </p:spPr>
      </p:pic>
      <p:sp>
        <p:nvSpPr>
          <p:cNvPr id="3" name="TextBox 2">
            <a:extLst>
              <a:ext uri="{FF2B5EF4-FFF2-40B4-BE49-F238E27FC236}">
                <a16:creationId xmlns:a16="http://schemas.microsoft.com/office/drawing/2014/main" id="{B87AD433-4B77-E741-930C-11F17D433B19}"/>
              </a:ext>
            </a:extLst>
          </p:cNvPr>
          <p:cNvSpPr txBox="1"/>
          <p:nvPr/>
        </p:nvSpPr>
        <p:spPr>
          <a:xfrm>
            <a:off x="4490720" y="3606800"/>
            <a:ext cx="0" cy="0"/>
          </a:xfrm>
          <a:prstGeom prst="rect">
            <a:avLst/>
          </a:prstGeom>
          <a:noFill/>
        </p:spPr>
        <p:txBody>
          <a:bodyPr wrap="none" lIns="0" tIns="0" rIns="0" bIns="0" rtlCol="0">
            <a:noAutofit/>
          </a:bodyPr>
          <a:lstStyle/>
          <a:p>
            <a:pPr algn="l" defTabSz="228591">
              <a:spcAft>
                <a:spcPts val="1200"/>
              </a:spcAft>
            </a:pPr>
            <a:endParaRPr lang="en-US" sz="1800" noProof="0"/>
          </a:p>
        </p:txBody>
      </p:sp>
      <p:sp>
        <p:nvSpPr>
          <p:cNvPr id="10" name="TextBox 9">
            <a:extLst>
              <a:ext uri="{FF2B5EF4-FFF2-40B4-BE49-F238E27FC236}">
                <a16:creationId xmlns:a16="http://schemas.microsoft.com/office/drawing/2014/main" id="{AB47AEAE-C8F1-6D76-12A9-5BBE33CA45BB}"/>
              </a:ext>
            </a:extLst>
          </p:cNvPr>
          <p:cNvSpPr txBox="1"/>
          <p:nvPr userDrawn="1"/>
        </p:nvSpPr>
        <p:spPr>
          <a:xfrm>
            <a:off x="13169348" y="-745435"/>
            <a:ext cx="0" cy="0"/>
          </a:xfrm>
          <a:prstGeom prst="rect">
            <a:avLst/>
          </a:prstGeom>
          <a:noFill/>
        </p:spPr>
        <p:txBody>
          <a:bodyPr wrap="none" lIns="0" tIns="0" rIns="0" bIns="0" rtlCol="0">
            <a:noAutofit/>
          </a:bodyPr>
          <a:lstStyle/>
          <a:p>
            <a:pPr algn="l" defTabSz="190492">
              <a:spcAft>
                <a:spcPts val="1000"/>
              </a:spcAft>
            </a:pPr>
            <a:endParaRPr lang="en-US" sz="1500" noProof="0"/>
          </a:p>
        </p:txBody>
      </p:sp>
      <p:sp>
        <p:nvSpPr>
          <p:cNvPr id="5" name="Text Placeholder 4">
            <a:extLst>
              <a:ext uri="{FF2B5EF4-FFF2-40B4-BE49-F238E27FC236}">
                <a16:creationId xmlns:a16="http://schemas.microsoft.com/office/drawing/2014/main" id="{A7062683-9F69-179F-06BF-1201B30A820B}"/>
              </a:ext>
            </a:extLst>
          </p:cNvPr>
          <p:cNvSpPr>
            <a:spLocks noGrp="1"/>
          </p:cNvSpPr>
          <p:nvPr>
            <p:ph type="body" sz="quarter" idx="10" hasCustomPrompt="1"/>
          </p:nvPr>
        </p:nvSpPr>
        <p:spPr>
          <a:xfrm>
            <a:off x="1174750" y="2825750"/>
            <a:ext cx="9842500" cy="1206500"/>
          </a:xfrm>
        </p:spPr>
        <p:txBody>
          <a:bodyPr/>
          <a:lstStyle>
            <a:lvl1pPr marL="0" algn="l" defTabSz="761970" rtl="0" eaLnBrk="1" latinLnBrk="0" hangingPunct="1">
              <a:spcAft>
                <a:spcPts val="200"/>
              </a:spcAft>
              <a:defRPr lang="en-GB" sz="2000" b="0" i="0" kern="1200" dirty="0" smtClean="0">
                <a:solidFill>
                  <a:schemeClr val="tx1"/>
                </a:solidFill>
                <a:latin typeface="Arial" panose="020B0604020202020204" pitchFamily="34" charset="0"/>
                <a:ea typeface="+mn-ea"/>
                <a:cs typeface="Arial" panose="020B0604020202020204" pitchFamily="34" charset="0"/>
              </a:defRPr>
            </a:lvl1pPr>
            <a:lvl2pPr marL="0" indent="0">
              <a:buNone/>
              <a:defRPr/>
            </a:lvl2pPr>
          </a:lstStyle>
          <a:p>
            <a:pPr lvl="0"/>
            <a:r>
              <a:rPr lang="en-GB"/>
              <a:t>Key Message goes here</a:t>
            </a:r>
          </a:p>
        </p:txBody>
      </p:sp>
    </p:spTree>
    <p:extLst>
      <p:ext uri="{BB962C8B-B14F-4D97-AF65-F5344CB8AC3E}">
        <p14:creationId xmlns:p14="http://schemas.microsoft.com/office/powerpoint/2010/main" val="2607886979"/>
      </p:ext>
    </p:extLst>
  </p:cSld>
  <p:clrMapOvr>
    <a:overrideClrMapping bg1="dk1" tx1="lt1" bg2="dk2" tx2="lt2" accent1="accent1" accent2="accent2" accent3="accent3" accent4="accent4" accent5="accent5" accent6="accent6" hlink="hlink" folHlink="folHlink"/>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D. Title Only">
    <p:spTree>
      <p:nvGrpSpPr>
        <p:cNvPr id="1" name=""/>
        <p:cNvGrpSpPr/>
        <p:nvPr/>
      </p:nvGrpSpPr>
      <p:grpSpPr>
        <a:xfrm>
          <a:off x="0" y="0"/>
          <a:ext cx="0" cy="0"/>
          <a:chOff x="0" y="0"/>
          <a:chExt cx="0" cy="0"/>
        </a:xfrm>
      </p:grpSpPr>
      <p:sp>
        <p:nvSpPr>
          <p:cNvPr id="57" name="Date Placeholder 56"/>
          <p:cNvSpPr>
            <a:spLocks noGrp="1"/>
          </p:cNvSpPr>
          <p:nvPr>
            <p:ph type="dt" sz="half" idx="14"/>
          </p:nvPr>
        </p:nvSpPr>
        <p:spPr/>
        <p:txBody>
          <a:bodyPr/>
          <a:lstStyle>
            <a:lvl1pPr>
              <a:defRPr>
                <a:solidFill>
                  <a:schemeClr val="bg1">
                    <a:lumMod val="50000"/>
                  </a:schemeClr>
                </a:solidFill>
                <a:latin typeface="+mn-lt"/>
                <a:sym typeface="Trebuchet MS" panose="020B0603020202020204" pitchFamily="34" charset="0"/>
              </a:defRPr>
            </a:lvl1pPr>
          </a:lstStyle>
          <a:p>
            <a:endParaRPr lang="en-US"/>
          </a:p>
        </p:txBody>
      </p:sp>
      <p:sp>
        <p:nvSpPr>
          <p:cNvPr id="7"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lumMod val="50000"/>
                  </a:schemeClr>
                </a:solidFill>
                <a:latin typeface="+mn-lt"/>
                <a:sym typeface="Trebuchet MS" panose="020B0603020202020204" pitchFamily="34" charset="0"/>
              </a:rPr>
              <a:t>Copyright © 2021 by Boston Consulting Group. All rights reserved.</a:t>
            </a:r>
          </a:p>
        </p:txBody>
      </p:sp>
      <p:sp>
        <p:nvSpPr>
          <p:cNvPr id="8" name="Title 7"/>
          <p:cNvSpPr>
            <a:spLocks noGrp="1"/>
          </p:cNvSpPr>
          <p:nvPr>
            <p:ph type="title" hasCustomPrompt="1"/>
          </p:nvPr>
        </p:nvSpPr>
        <p:spPr>
          <a:xfrm>
            <a:off x="630000" y="622800"/>
            <a:ext cx="10933350" cy="332399"/>
          </a:xfrm>
        </p:spPr>
        <p:txBody>
          <a:bodyPr/>
          <a:lstStyle>
            <a:lvl1pPr>
              <a:defRPr>
                <a:latin typeface="+mj-lt"/>
                <a:sym typeface="Trebuchet MS" panose="020B0603020202020204" pitchFamily="34" charset="0"/>
              </a:defRPr>
            </a:lvl1pPr>
          </a:lstStyle>
          <a:p>
            <a:r>
              <a:rPr lang="en-US"/>
              <a:t>Click to add title</a:t>
            </a:r>
          </a:p>
        </p:txBody>
      </p:sp>
    </p:spTree>
    <p:extLst>
      <p:ext uri="{BB962C8B-B14F-4D97-AF65-F5344CB8AC3E}">
        <p14:creationId xmlns:p14="http://schemas.microsoft.com/office/powerpoint/2010/main" val="450841236"/>
      </p:ext>
    </p:extLst>
  </p:cSld>
  <p:clrMapOvr>
    <a:masterClrMapping/>
  </p:clrMapOvr>
  <mc:AlternateContent xmlns:mc="http://schemas.openxmlformats.org/markup-compatibility/2006">
    <mc:Choice xmlns:p14="http://schemas.microsoft.com/office/powerpoint/2010/main" Requires="p14">
      <p:transition p14:dur="250">
        <p:fade/>
      </p:transition>
    </mc:Choice>
    <mc:Fallback>
      <p:transition>
        <p:fade/>
      </p:transition>
    </mc:Fallback>
  </mc:AlternateContent>
  <p:extLst>
    <p:ext uri="{DCECCB84-F9BA-43D5-87BE-67443E8EF086}">
      <p15:sldGuideLst xmlns:p15="http://schemas.microsoft.com/office/powerpoint/2012/main">
        <p15:guide id="1" orient="horz" pos="4320">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userDrawn="1">
  <p:cSld name="D. Four column green">
    <p:bg>
      <p:bgPr>
        <a:gradFill>
          <a:gsLst>
            <a:gs pos="0">
              <a:schemeClr val="tx2"/>
            </a:gs>
            <a:gs pos="100000">
              <a:schemeClr val="accent2"/>
            </a:gs>
          </a:gsLst>
          <a:lin ang="8100000" scaled="1"/>
        </a:gradFill>
        <a:effectLst/>
      </p:bgPr>
    </p:bg>
    <p:spTree>
      <p:nvGrpSpPr>
        <p:cNvPr id="1" name=""/>
        <p:cNvGrpSpPr/>
        <p:nvPr/>
      </p:nvGrpSpPr>
      <p:grpSpPr>
        <a:xfrm>
          <a:off x="0" y="0"/>
          <a:ext cx="0" cy="0"/>
          <a:chOff x="0" y="0"/>
          <a:chExt cx="0" cy="0"/>
        </a:xfrm>
      </p:grpSpPr>
      <p:pic>
        <p:nvPicPr>
          <p:cNvPr id="16" name="Picture 15"/>
          <p:cNvPicPr>
            <a:picLocks noChangeAspect="1"/>
          </p:cNvPicPr>
          <p:nvPr userDrawn="1"/>
        </p:nvPicPr>
        <p:blipFill rotWithShape="1">
          <a:blip r:embed="rId2">
            <a:extLst>
              <a:ext uri="{28A0092B-C50C-407E-A947-70E740481C1C}">
                <a14:useLocalDpi xmlns:a14="http://schemas.microsoft.com/office/drawing/2010/main" val="0"/>
              </a:ext>
            </a:extLst>
          </a:blip>
          <a:srcRect l="29398" t="8741" r="101" b="27"/>
          <a:stretch/>
        </p:blipFill>
        <p:spPr bwMode="ltGray">
          <a:xfrm flipV="1">
            <a:off x="9029246" y="0"/>
            <a:ext cx="416951" cy="6858000"/>
          </a:xfrm>
          <a:prstGeom prst="rect">
            <a:avLst/>
          </a:prstGeom>
        </p:spPr>
      </p:pic>
      <p:sp>
        <p:nvSpPr>
          <p:cNvPr id="10" name="Rectangle 9"/>
          <p:cNvSpPr/>
          <p:nvPr userDrawn="1"/>
        </p:nvSpPr>
        <p:spPr bwMode="white">
          <a:xfrm>
            <a:off x="0" y="0"/>
            <a:ext cx="9034272"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endParaRPr lang="en-US" sz="1200">
              <a:solidFill>
                <a:schemeClr val="bg1"/>
              </a:solidFill>
              <a:latin typeface="+mn-lt"/>
              <a:sym typeface="Trebuchet MS" panose="020B0603020202020204" pitchFamily="34" charset="0"/>
            </a:endParaRPr>
          </a:p>
        </p:txBody>
      </p:sp>
      <p:sp>
        <p:nvSpPr>
          <p:cNvPr id="13" name="Date Placeholder 4"/>
          <p:cNvSpPr>
            <a:spLocks noGrp="1"/>
          </p:cNvSpPr>
          <p:nvPr>
            <p:ph type="dt" sz="half" idx="10"/>
          </p:nvPr>
        </p:nvSpPr>
        <p:spPr>
          <a:xfrm>
            <a:off x="9677400" y="6405036"/>
            <a:ext cx="1482051" cy="153888"/>
          </a:xfrm>
        </p:spPr>
        <p:txBody>
          <a:bodyPr/>
          <a:lstStyle>
            <a:lvl1pPr>
              <a:defRPr>
                <a:solidFill>
                  <a:schemeClr val="bg1"/>
                </a:solidFill>
                <a:latin typeface="+mn-lt"/>
                <a:sym typeface="Trebuchet MS" panose="020B0603020202020204" pitchFamily="34" charset="0"/>
              </a:defRPr>
            </a:lvl1pPr>
          </a:lstStyle>
          <a:p>
            <a:endParaRPr lang="en-US"/>
          </a:p>
        </p:txBody>
      </p:sp>
      <p:sp>
        <p:nvSpPr>
          <p:cNvPr id="22" name="Copyright"/>
          <p:cNvSpPr txBox="1"/>
          <p:nvPr userDrawn="1"/>
        </p:nvSpPr>
        <p:spPr>
          <a:xfrm rot="16200000">
            <a:off x="9486900" y="3921600"/>
            <a:ext cx="5133975" cy="98745"/>
          </a:xfrm>
          <a:prstGeom prst="rect">
            <a:avLst/>
          </a:prstGeom>
          <a:noFill/>
        </p:spPr>
        <p:txBody>
          <a:bodyPr wrap="square" lIns="0" tIns="0" rIns="0" bIns="0" rtlCol="0" anchor="t">
            <a:spAutoFit/>
          </a:bodyPr>
          <a:lstStyle/>
          <a:p>
            <a:pPr>
              <a:lnSpc>
                <a:spcPct val="90000"/>
              </a:lnSpc>
              <a:spcAft>
                <a:spcPts val="600"/>
              </a:spcAft>
            </a:pPr>
            <a:r>
              <a:rPr lang="en-US" sz="700">
                <a:solidFill>
                  <a:schemeClr val="bg1"/>
                </a:solidFill>
                <a:latin typeface="+mn-lt"/>
                <a:sym typeface="Trebuchet MS" panose="020B0603020202020204" pitchFamily="34" charset="0"/>
              </a:rPr>
              <a:t>Copyright © 2021 by Boston Consulting Group. All rights reserved.</a:t>
            </a:r>
          </a:p>
        </p:txBody>
      </p:sp>
      <p:sp>
        <p:nvSpPr>
          <p:cNvPr id="15" name="TextBox 14"/>
          <p:cNvSpPr txBox="1"/>
          <p:nvPr userDrawn="1"/>
        </p:nvSpPr>
        <p:spPr>
          <a:xfrm>
            <a:off x="11167872" y="6405036"/>
            <a:ext cx="381000" cy="153888"/>
          </a:xfrm>
          <a:prstGeom prst="rect">
            <a:avLst/>
          </a:prstGeom>
          <a:noFill/>
        </p:spPr>
        <p:txBody>
          <a:bodyPr wrap="square" lIns="0" tIns="0" rIns="0" bIns="0" rtlCol="0" anchor="b">
            <a:spAutoFit/>
          </a:bodyPr>
          <a:lstStyle/>
          <a:p>
            <a:pPr marL="0" marR="0" indent="0" algn="r" defTabSz="914400" rtl="0" eaLnBrk="1" fontAlgn="auto" latinLnBrk="0" hangingPunct="1">
              <a:lnSpc>
                <a:spcPct val="100000"/>
              </a:lnSpc>
              <a:spcBef>
                <a:spcPts val="0"/>
              </a:spcBef>
              <a:spcAft>
                <a:spcPts val="0"/>
              </a:spcAft>
              <a:buClrTx/>
              <a:buSzTx/>
              <a:buFontTx/>
              <a:buNone/>
              <a:tabLst/>
              <a:defRPr/>
            </a:pPr>
            <a:fld id="{DFCF27A5-1A5B-48D3-A060-2758FFBB1ADD}" type="slidenum">
              <a:rPr lang="en-US" sz="1000" kern="1200" smtClean="0">
                <a:solidFill>
                  <a:schemeClr val="bg1"/>
                </a:solidFill>
                <a:latin typeface="+mn-lt"/>
                <a:ea typeface="+mn-ea"/>
                <a:cs typeface="+mn-cs"/>
                <a:sym typeface="Trebuchet MS" panose="020B0603020202020204" pitchFamily="34" charset="0"/>
              </a:rPr>
              <a:pPr marL="0" marR="0" indent="0" algn="r" defTabSz="914400" rtl="0" eaLnBrk="1" fontAlgn="auto" latinLnBrk="0" hangingPunct="1">
                <a:lnSpc>
                  <a:spcPct val="100000"/>
                </a:lnSpc>
                <a:spcBef>
                  <a:spcPts val="0"/>
                </a:spcBef>
                <a:spcAft>
                  <a:spcPts val="0"/>
                </a:spcAft>
                <a:buClrTx/>
                <a:buSzTx/>
                <a:buFontTx/>
                <a:buNone/>
                <a:tabLst/>
                <a:defRPr/>
              </a:pPr>
              <a:t>‹#›</a:t>
            </a:fld>
            <a:endParaRPr lang="en-US" sz="1000" kern="1200">
              <a:solidFill>
                <a:schemeClr val="bg1"/>
              </a:solidFill>
              <a:latin typeface="+mn-lt"/>
              <a:ea typeface="+mn-ea"/>
              <a:cs typeface="+mn-cs"/>
              <a:sym typeface="Trebuchet MS" panose="020B0603020202020204" pitchFamily="34" charset="0"/>
            </a:endParaRPr>
          </a:p>
        </p:txBody>
      </p:sp>
      <p:sp>
        <p:nvSpPr>
          <p:cNvPr id="2" name="Title 1"/>
          <p:cNvSpPr>
            <a:spLocks noGrp="1"/>
          </p:cNvSpPr>
          <p:nvPr>
            <p:ph type="title" hasCustomPrompt="1"/>
          </p:nvPr>
        </p:nvSpPr>
        <p:spPr>
          <a:xfrm>
            <a:off x="630000" y="622800"/>
            <a:ext cx="8101584" cy="332399"/>
          </a:xfrm>
          <a:prstGeom prst="rect">
            <a:avLst/>
          </a:prstGeom>
        </p:spPr>
        <p:txBody>
          <a:bodyPr/>
          <a:lstStyle>
            <a:lvl1pPr>
              <a:defRPr>
                <a:latin typeface="+mj-lt"/>
                <a:sym typeface="Trebuchet MS" panose="020B0603020202020204" pitchFamily="34" charset="0"/>
              </a:defRPr>
            </a:lvl1pPr>
          </a:lstStyle>
          <a:p>
            <a:r>
              <a:rPr lang="en-US"/>
              <a:t>Click to add title</a:t>
            </a:r>
          </a:p>
        </p:txBody>
      </p:sp>
    </p:spTree>
    <p:extLst>
      <p:ext uri="{BB962C8B-B14F-4D97-AF65-F5344CB8AC3E}">
        <p14:creationId xmlns:p14="http://schemas.microsoft.com/office/powerpoint/2010/main" val="3558349737"/>
      </p:ext>
    </p:extLst>
  </p:cSld>
  <p:clrMapOvr>
    <a:masterClrMapping/>
  </p:clrMapOvr>
  <mc:AlternateContent xmlns:mc="http://schemas.openxmlformats.org/markup-compatibility/2006">
    <mc:Choice xmlns:p14="http://schemas.microsoft.com/office/powerpoint/2010/main" Requires="p14">
      <p:transition p14:dur="250">
        <p:fade/>
      </p:transition>
    </mc:Choice>
    <mc:Fallback>
      <p:transition>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p:cSld name="Title &amp; subtitle">
    <p:spTree>
      <p:nvGrpSpPr>
        <p:cNvPr id="1" name=""/>
        <p:cNvGrpSpPr/>
        <p:nvPr/>
      </p:nvGrpSpPr>
      <p:grpSpPr>
        <a:xfrm>
          <a:off x="0" y="0"/>
          <a:ext cx="0" cy="0"/>
          <a:chOff x="0" y="0"/>
          <a:chExt cx="0" cy="0"/>
        </a:xfrm>
      </p:grpSpPr>
      <p:sp>
        <p:nvSpPr>
          <p:cNvPr id="4" name="Text Placeholder 8">
            <a:extLst>
              <a:ext uri="{FF2B5EF4-FFF2-40B4-BE49-F238E27FC236}">
                <a16:creationId xmlns:a16="http://schemas.microsoft.com/office/drawing/2014/main" id="{D1AFA9E9-5EB8-42BF-B15A-3D95DDA547A4}"/>
              </a:ext>
            </a:extLst>
          </p:cNvPr>
          <p:cNvSpPr>
            <a:spLocks noGrp="1"/>
          </p:cNvSpPr>
          <p:nvPr>
            <p:ph type="body" sz="quarter" idx="13" hasCustomPrompt="1"/>
          </p:nvPr>
        </p:nvSpPr>
        <p:spPr>
          <a:xfrm>
            <a:off x="501650" y="651600"/>
            <a:ext cx="11188700" cy="757255"/>
          </a:xfrm>
          <a:prstGeom prst="rect">
            <a:avLst/>
          </a:prstGeom>
        </p:spPr>
        <p:txBody>
          <a:bodyPr lIns="0" tIns="0" rIns="0" bIns="0">
            <a:noAutofit/>
          </a:bodyPr>
          <a:lstStyle>
            <a:lvl1pPr marL="0" indent="0">
              <a:buNone/>
              <a:defRPr sz="1800" b="0">
                <a:solidFill>
                  <a:srgbClr val="575757"/>
                </a:solidFill>
              </a:defRPr>
            </a:lvl1pPr>
          </a:lstStyle>
          <a:p>
            <a:pPr lvl="0"/>
            <a:r>
              <a:rPr lang="en-US"/>
              <a:t>Click to add subtitle</a:t>
            </a:r>
          </a:p>
        </p:txBody>
      </p:sp>
      <p:sp>
        <p:nvSpPr>
          <p:cNvPr id="5" name="Title Placeholder 1">
            <a:extLst>
              <a:ext uri="{FF2B5EF4-FFF2-40B4-BE49-F238E27FC236}">
                <a16:creationId xmlns:a16="http://schemas.microsoft.com/office/drawing/2014/main" id="{C3F5B0ED-A4CB-4D19-B6B8-CA9E1139E702}"/>
              </a:ext>
            </a:extLst>
          </p:cNvPr>
          <p:cNvSpPr>
            <a:spLocks noGrp="1"/>
          </p:cNvSpPr>
          <p:nvPr>
            <p:ph type="title" hasCustomPrompt="1"/>
          </p:nvPr>
        </p:nvSpPr>
        <p:spPr>
          <a:xfrm>
            <a:off x="501650" y="317500"/>
            <a:ext cx="11188700" cy="334099"/>
          </a:xfrm>
          <a:prstGeom prst="rect">
            <a:avLst/>
          </a:prstGeom>
        </p:spPr>
        <p:txBody>
          <a:bodyPr vert="horz" lIns="0" tIns="0" rIns="0" bIns="0" rtlCol="0" anchor="t" anchorCtr="0">
            <a:noAutofit/>
          </a:bodyPr>
          <a:lstStyle>
            <a:lvl1pPr>
              <a:defRPr>
                <a:latin typeface="+mj-lt"/>
              </a:defRPr>
            </a:lvl1pPr>
          </a:lstStyle>
          <a:p>
            <a:r>
              <a:rPr lang="en-US"/>
              <a:t>Click to add title</a:t>
            </a:r>
          </a:p>
        </p:txBody>
      </p:sp>
    </p:spTree>
    <p:extLst>
      <p:ext uri="{BB962C8B-B14F-4D97-AF65-F5344CB8AC3E}">
        <p14:creationId xmlns:p14="http://schemas.microsoft.com/office/powerpoint/2010/main" val="4254878904"/>
      </p:ext>
    </p:extLst>
  </p:cSld>
  <p:clrMapOvr>
    <a:masterClrMapping/>
  </p:clrMapOvr>
  <p:transition>
    <p:fade/>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1_Title Only">
    <p:bg>
      <p:bgPr>
        <a:solidFill>
          <a:schemeClr val="tx1"/>
        </a:solidFill>
        <a:effectLst/>
      </p:bgPr>
    </p:bg>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469900" y="402586"/>
            <a:ext cx="11252200" cy="698501"/>
          </a:xfrm>
          <a:prstGeom prst="rect">
            <a:avLst/>
          </a:prstGeom>
        </p:spPr>
        <p:txBody>
          <a:bodyPr vert="horz" lIns="0" tIns="0" rIns="0" bIns="0" rtlCol="0" anchor="t" anchorCtr="0">
            <a:noAutofit/>
          </a:bodyPr>
          <a:lstStyle>
            <a:lvl1pPr>
              <a:defRPr sz="2400">
                <a:solidFill>
                  <a:schemeClr val="bg1"/>
                </a:solidFill>
              </a:defRPr>
            </a:lvl1pPr>
          </a:lstStyle>
          <a:p>
            <a:r>
              <a:rPr lang="en-US" noProof="0"/>
              <a:t>Click to edit Master title style</a:t>
            </a:r>
          </a:p>
        </p:txBody>
      </p:sp>
    </p:spTree>
    <p:extLst>
      <p:ext uri="{BB962C8B-B14F-4D97-AF65-F5344CB8AC3E}">
        <p14:creationId xmlns:p14="http://schemas.microsoft.com/office/powerpoint/2010/main" val="1413474289"/>
      </p:ext>
    </p:extLst>
  </p:cSld>
  <p:clrMapOvr>
    <a:masterClrMapping/>
  </p:clrMapOvr>
  <p:transition>
    <p:fade/>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9EE411F-49CC-B34A-B4C0-7482F94C6ABF}"/>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GB"/>
              <a:t>Click to edit Master title style</a:t>
            </a:r>
            <a:endParaRPr lang="en-US"/>
          </a:p>
        </p:txBody>
      </p:sp>
      <p:sp>
        <p:nvSpPr>
          <p:cNvPr id="3" name="Text Placeholder 2">
            <a:extLst>
              <a:ext uri="{FF2B5EF4-FFF2-40B4-BE49-F238E27FC236}">
                <a16:creationId xmlns:a16="http://schemas.microsoft.com/office/drawing/2014/main" id="{3E95553D-2FAA-1743-8F26-E0D26D015E47}"/>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a:extLst>
              <a:ext uri="{FF2B5EF4-FFF2-40B4-BE49-F238E27FC236}">
                <a16:creationId xmlns:a16="http://schemas.microsoft.com/office/drawing/2014/main" id="{69B3D83F-3973-2940-ACC5-53EF908E1272}"/>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FFE0592-62E0-E342-8359-052411380665}" type="datetimeFigureOut">
              <a:rPr lang="en-US" smtClean="0"/>
              <a:t>9/20/2023</a:t>
            </a:fld>
            <a:endParaRPr lang="en-US"/>
          </a:p>
        </p:txBody>
      </p:sp>
      <p:sp>
        <p:nvSpPr>
          <p:cNvPr id="5" name="Footer Placeholder 4">
            <a:extLst>
              <a:ext uri="{FF2B5EF4-FFF2-40B4-BE49-F238E27FC236}">
                <a16:creationId xmlns:a16="http://schemas.microsoft.com/office/drawing/2014/main" id="{9FC5E4C7-D1F4-9243-9F66-22191854A601}"/>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8F60F877-A503-1B4A-A62C-E33E9EE7F934}"/>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C6830F4-1576-8347-B370-7B1B0F1C6446}" type="slidenum">
              <a:rPr lang="en-US" smtClean="0"/>
              <a:t>‹#›</a:t>
            </a:fld>
            <a:endParaRPr lang="en-US"/>
          </a:p>
        </p:txBody>
      </p:sp>
    </p:spTree>
    <p:extLst>
      <p:ext uri="{BB962C8B-B14F-4D97-AF65-F5344CB8AC3E}">
        <p14:creationId xmlns:p14="http://schemas.microsoft.com/office/powerpoint/2010/main" val="1371771253"/>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microsoft.com/office/2007/relationships/hdphoto" Target="../media/hdphoto1.wdp"/><Relationship Id="rId7" Type="http://schemas.openxmlformats.org/officeDocument/2006/relationships/image" Target="../media/image12.jpeg"/><Relationship Id="rId2" Type="http://schemas.openxmlformats.org/officeDocument/2006/relationships/image" Target="../media/image8.jpeg"/><Relationship Id="rId1" Type="http://schemas.openxmlformats.org/officeDocument/2006/relationships/slideLayout" Target="../slideLayouts/slideLayout12.xml"/><Relationship Id="rId6" Type="http://schemas.openxmlformats.org/officeDocument/2006/relationships/image" Target="../media/image11.jpeg"/><Relationship Id="rId5" Type="http://schemas.openxmlformats.org/officeDocument/2006/relationships/image" Target="../media/image10.png"/><Relationship Id="rId4" Type="http://schemas.openxmlformats.org/officeDocument/2006/relationships/image" Target="../media/image9.jpeg"/></Relationships>
</file>

<file path=ppt/slides/_rels/slide2.xml.rels><?xml version="1.0" encoding="UTF-8" standalone="yes"?>
<Relationships xmlns="http://schemas.openxmlformats.org/package/2006/relationships"><Relationship Id="rId13" Type="http://schemas.openxmlformats.org/officeDocument/2006/relationships/image" Target="../media/image23.png"/><Relationship Id="rId18" Type="http://schemas.openxmlformats.org/officeDocument/2006/relationships/image" Target="../media/image28.png"/><Relationship Id="rId26" Type="http://schemas.openxmlformats.org/officeDocument/2006/relationships/chart" Target="../charts/chart1.xml"/><Relationship Id="rId39" Type="http://schemas.openxmlformats.org/officeDocument/2006/relationships/image" Target="../media/image44.svg"/><Relationship Id="rId21" Type="http://schemas.microsoft.com/office/2007/relationships/hdphoto" Target="../media/hdphoto2.wdp"/><Relationship Id="rId34" Type="http://schemas.openxmlformats.org/officeDocument/2006/relationships/image" Target="../media/image39.png"/><Relationship Id="rId42" Type="http://schemas.openxmlformats.org/officeDocument/2006/relationships/image" Target="../media/image47.png"/><Relationship Id="rId7" Type="http://schemas.openxmlformats.org/officeDocument/2006/relationships/image" Target="../media/image17.png"/><Relationship Id="rId2" Type="http://schemas.openxmlformats.org/officeDocument/2006/relationships/notesSlide" Target="../notesSlides/notesSlide1.xml"/><Relationship Id="rId16" Type="http://schemas.openxmlformats.org/officeDocument/2006/relationships/image" Target="../media/image26.svg"/><Relationship Id="rId20" Type="http://schemas.openxmlformats.org/officeDocument/2006/relationships/image" Target="../media/image30.png"/><Relationship Id="rId29" Type="http://schemas.openxmlformats.org/officeDocument/2006/relationships/image" Target="../media/image35.png"/><Relationship Id="rId41" Type="http://schemas.openxmlformats.org/officeDocument/2006/relationships/image" Target="../media/image46.svg"/><Relationship Id="rId1" Type="http://schemas.openxmlformats.org/officeDocument/2006/relationships/slideLayout" Target="../slideLayouts/slideLayout13.xml"/><Relationship Id="rId6" Type="http://schemas.openxmlformats.org/officeDocument/2006/relationships/image" Target="../media/image16.svg"/><Relationship Id="rId11" Type="http://schemas.openxmlformats.org/officeDocument/2006/relationships/image" Target="../media/image21.png"/><Relationship Id="rId24" Type="http://schemas.openxmlformats.org/officeDocument/2006/relationships/image" Target="../media/image33.png"/><Relationship Id="rId32" Type="http://schemas.openxmlformats.org/officeDocument/2006/relationships/image" Target="../media/image38.svg"/><Relationship Id="rId37" Type="http://schemas.openxmlformats.org/officeDocument/2006/relationships/image" Target="../media/image42.svg"/><Relationship Id="rId40" Type="http://schemas.openxmlformats.org/officeDocument/2006/relationships/image" Target="../media/image45.png"/><Relationship Id="rId5" Type="http://schemas.openxmlformats.org/officeDocument/2006/relationships/image" Target="../media/image15.png"/><Relationship Id="rId15" Type="http://schemas.openxmlformats.org/officeDocument/2006/relationships/image" Target="../media/image25.png"/><Relationship Id="rId23" Type="http://schemas.openxmlformats.org/officeDocument/2006/relationships/image" Target="../media/image32.svg"/><Relationship Id="rId28" Type="http://schemas.openxmlformats.org/officeDocument/2006/relationships/chart" Target="../charts/chart3.xml"/><Relationship Id="rId36" Type="http://schemas.openxmlformats.org/officeDocument/2006/relationships/image" Target="../media/image41.png"/><Relationship Id="rId10" Type="http://schemas.openxmlformats.org/officeDocument/2006/relationships/image" Target="../media/image20.svg"/><Relationship Id="rId19" Type="http://schemas.openxmlformats.org/officeDocument/2006/relationships/image" Target="../media/image29.png"/><Relationship Id="rId31" Type="http://schemas.openxmlformats.org/officeDocument/2006/relationships/image" Target="../media/image37.png"/><Relationship Id="rId4" Type="http://schemas.openxmlformats.org/officeDocument/2006/relationships/image" Target="../media/image14.svg"/><Relationship Id="rId9" Type="http://schemas.openxmlformats.org/officeDocument/2006/relationships/image" Target="../media/image19.png"/><Relationship Id="rId14" Type="http://schemas.openxmlformats.org/officeDocument/2006/relationships/image" Target="../media/image24.svg"/><Relationship Id="rId22" Type="http://schemas.openxmlformats.org/officeDocument/2006/relationships/image" Target="../media/image31.png"/><Relationship Id="rId27" Type="http://schemas.openxmlformats.org/officeDocument/2006/relationships/chart" Target="../charts/chart2.xml"/><Relationship Id="rId30" Type="http://schemas.openxmlformats.org/officeDocument/2006/relationships/image" Target="../media/image36.svg"/><Relationship Id="rId35" Type="http://schemas.openxmlformats.org/officeDocument/2006/relationships/image" Target="../media/image40.svg"/><Relationship Id="rId43" Type="http://schemas.openxmlformats.org/officeDocument/2006/relationships/image" Target="../media/image48.svg"/><Relationship Id="rId8" Type="http://schemas.openxmlformats.org/officeDocument/2006/relationships/image" Target="../media/image18.svg"/><Relationship Id="rId3" Type="http://schemas.openxmlformats.org/officeDocument/2006/relationships/image" Target="../media/image13.png"/><Relationship Id="rId12" Type="http://schemas.openxmlformats.org/officeDocument/2006/relationships/image" Target="../media/image22.svg"/><Relationship Id="rId17" Type="http://schemas.openxmlformats.org/officeDocument/2006/relationships/image" Target="../media/image27.png"/><Relationship Id="rId25" Type="http://schemas.openxmlformats.org/officeDocument/2006/relationships/image" Target="../media/image34.svg"/><Relationship Id="rId33" Type="http://schemas.openxmlformats.org/officeDocument/2006/relationships/chart" Target="../charts/chart4.xml"/><Relationship Id="rId38" Type="http://schemas.openxmlformats.org/officeDocument/2006/relationships/image" Target="../media/image43.png"/></Relationships>
</file>

<file path=ppt/slides/_rels/slide3.xml.rels><?xml version="1.0" encoding="UTF-8" standalone="yes"?>
<Relationships xmlns="http://schemas.openxmlformats.org/package/2006/relationships"><Relationship Id="rId8" Type="http://schemas.openxmlformats.org/officeDocument/2006/relationships/image" Target="../media/image41.png"/><Relationship Id="rId13" Type="http://schemas.openxmlformats.org/officeDocument/2006/relationships/image" Target="../media/image55.png"/><Relationship Id="rId18" Type="http://schemas.openxmlformats.org/officeDocument/2006/relationships/image" Target="../media/image60.png"/><Relationship Id="rId3" Type="http://schemas.openxmlformats.org/officeDocument/2006/relationships/tags" Target="../tags/tag3.xml"/><Relationship Id="rId7" Type="http://schemas.openxmlformats.org/officeDocument/2006/relationships/image" Target="../media/image50.svg"/><Relationship Id="rId12" Type="http://schemas.openxmlformats.org/officeDocument/2006/relationships/image" Target="../media/image54.png"/><Relationship Id="rId17" Type="http://schemas.openxmlformats.org/officeDocument/2006/relationships/image" Target="../media/image59.png"/><Relationship Id="rId2" Type="http://schemas.openxmlformats.org/officeDocument/2006/relationships/tags" Target="../tags/tag2.xml"/><Relationship Id="rId16" Type="http://schemas.openxmlformats.org/officeDocument/2006/relationships/image" Target="../media/image58.png"/><Relationship Id="rId1" Type="http://schemas.openxmlformats.org/officeDocument/2006/relationships/tags" Target="../tags/tag1.xml"/><Relationship Id="rId6" Type="http://schemas.openxmlformats.org/officeDocument/2006/relationships/image" Target="../media/image49.png"/><Relationship Id="rId11" Type="http://schemas.openxmlformats.org/officeDocument/2006/relationships/image" Target="../media/image53.png"/><Relationship Id="rId5" Type="http://schemas.openxmlformats.org/officeDocument/2006/relationships/notesSlide" Target="../notesSlides/notesSlide2.xml"/><Relationship Id="rId15" Type="http://schemas.openxmlformats.org/officeDocument/2006/relationships/image" Target="../media/image57.png"/><Relationship Id="rId10" Type="http://schemas.openxmlformats.org/officeDocument/2006/relationships/image" Target="../media/image52.png"/><Relationship Id="rId4" Type="http://schemas.openxmlformats.org/officeDocument/2006/relationships/slideLayout" Target="../slideLayouts/slideLayout13.xml"/><Relationship Id="rId9" Type="http://schemas.openxmlformats.org/officeDocument/2006/relationships/image" Target="../media/image51.svg"/><Relationship Id="rId14" Type="http://schemas.openxmlformats.org/officeDocument/2006/relationships/image" Target="../media/image56.png"/></Relationships>
</file>

<file path=ppt/slides/_rels/slide4.xml.rels><?xml version="1.0" encoding="UTF-8" standalone="yes"?>
<Relationships xmlns="http://schemas.openxmlformats.org/package/2006/relationships"><Relationship Id="rId8" Type="http://schemas.openxmlformats.org/officeDocument/2006/relationships/image" Target="../media/image41.png"/><Relationship Id="rId13" Type="http://schemas.openxmlformats.org/officeDocument/2006/relationships/image" Target="../media/image55.png"/><Relationship Id="rId3" Type="http://schemas.openxmlformats.org/officeDocument/2006/relationships/tags" Target="../tags/tag6.xml"/><Relationship Id="rId7" Type="http://schemas.openxmlformats.org/officeDocument/2006/relationships/image" Target="../media/image50.svg"/><Relationship Id="rId12" Type="http://schemas.openxmlformats.org/officeDocument/2006/relationships/image" Target="../media/image54.png"/><Relationship Id="rId2" Type="http://schemas.openxmlformats.org/officeDocument/2006/relationships/tags" Target="../tags/tag5.xml"/><Relationship Id="rId16" Type="http://schemas.openxmlformats.org/officeDocument/2006/relationships/image" Target="../media/image60.png"/><Relationship Id="rId1" Type="http://schemas.openxmlformats.org/officeDocument/2006/relationships/tags" Target="../tags/tag4.xml"/><Relationship Id="rId6" Type="http://schemas.openxmlformats.org/officeDocument/2006/relationships/image" Target="../media/image49.png"/><Relationship Id="rId11" Type="http://schemas.openxmlformats.org/officeDocument/2006/relationships/image" Target="../media/image53.png"/><Relationship Id="rId5" Type="http://schemas.openxmlformats.org/officeDocument/2006/relationships/notesSlide" Target="../notesSlides/notesSlide3.xml"/><Relationship Id="rId15" Type="http://schemas.openxmlformats.org/officeDocument/2006/relationships/image" Target="../media/image57.png"/><Relationship Id="rId10" Type="http://schemas.openxmlformats.org/officeDocument/2006/relationships/image" Target="../media/image61.png"/><Relationship Id="rId4" Type="http://schemas.openxmlformats.org/officeDocument/2006/relationships/slideLayout" Target="../slideLayouts/slideLayout13.xml"/><Relationship Id="rId9" Type="http://schemas.openxmlformats.org/officeDocument/2006/relationships/image" Target="../media/image51.svg"/><Relationship Id="rId14" Type="http://schemas.openxmlformats.org/officeDocument/2006/relationships/image" Target="../media/image56.png"/></Relationships>
</file>

<file path=ppt/slides/_rels/slide5.xml.rels><?xml version="1.0" encoding="UTF-8" standalone="yes"?>
<Relationships xmlns="http://schemas.openxmlformats.org/package/2006/relationships"><Relationship Id="rId8" Type="http://schemas.openxmlformats.org/officeDocument/2006/relationships/image" Target="../media/image41.png"/><Relationship Id="rId13" Type="http://schemas.openxmlformats.org/officeDocument/2006/relationships/image" Target="../media/image55.png"/><Relationship Id="rId3" Type="http://schemas.openxmlformats.org/officeDocument/2006/relationships/tags" Target="../tags/tag9.xml"/><Relationship Id="rId7" Type="http://schemas.openxmlformats.org/officeDocument/2006/relationships/image" Target="../media/image50.svg"/><Relationship Id="rId12" Type="http://schemas.openxmlformats.org/officeDocument/2006/relationships/image" Target="../media/image54.png"/><Relationship Id="rId2" Type="http://schemas.openxmlformats.org/officeDocument/2006/relationships/tags" Target="../tags/tag8.xml"/><Relationship Id="rId16" Type="http://schemas.openxmlformats.org/officeDocument/2006/relationships/image" Target="../media/image62.png"/><Relationship Id="rId1" Type="http://schemas.openxmlformats.org/officeDocument/2006/relationships/tags" Target="../tags/tag7.xml"/><Relationship Id="rId6" Type="http://schemas.openxmlformats.org/officeDocument/2006/relationships/image" Target="../media/image49.png"/><Relationship Id="rId11" Type="http://schemas.openxmlformats.org/officeDocument/2006/relationships/image" Target="../media/image53.png"/><Relationship Id="rId5" Type="http://schemas.openxmlformats.org/officeDocument/2006/relationships/notesSlide" Target="../notesSlides/notesSlide4.xml"/><Relationship Id="rId15" Type="http://schemas.openxmlformats.org/officeDocument/2006/relationships/image" Target="../media/image57.png"/><Relationship Id="rId10" Type="http://schemas.openxmlformats.org/officeDocument/2006/relationships/image" Target="../media/image52.png"/><Relationship Id="rId4" Type="http://schemas.openxmlformats.org/officeDocument/2006/relationships/slideLayout" Target="../slideLayouts/slideLayout13.xml"/><Relationship Id="rId9" Type="http://schemas.openxmlformats.org/officeDocument/2006/relationships/image" Target="../media/image51.svg"/><Relationship Id="rId14" Type="http://schemas.openxmlformats.org/officeDocument/2006/relationships/image" Target="../media/image56.png"/></Relationships>
</file>

<file path=ppt/slides/_rels/slide6.xml.rels><?xml version="1.0" encoding="UTF-8" standalone="yes"?>
<Relationships xmlns="http://schemas.openxmlformats.org/package/2006/relationships"><Relationship Id="rId8" Type="http://schemas.openxmlformats.org/officeDocument/2006/relationships/image" Target="../media/image67.png"/><Relationship Id="rId13" Type="http://schemas.openxmlformats.org/officeDocument/2006/relationships/image" Target="../media/image72.png"/><Relationship Id="rId3" Type="http://schemas.openxmlformats.org/officeDocument/2006/relationships/image" Target="../media/image63.png"/><Relationship Id="rId7" Type="http://schemas.openxmlformats.org/officeDocument/2006/relationships/image" Target="../media/image66.png"/><Relationship Id="rId12" Type="http://schemas.openxmlformats.org/officeDocument/2006/relationships/image" Target="../media/image71.png"/><Relationship Id="rId2" Type="http://schemas.openxmlformats.org/officeDocument/2006/relationships/notesSlide" Target="../notesSlides/notesSlide5.xml"/><Relationship Id="rId1" Type="http://schemas.openxmlformats.org/officeDocument/2006/relationships/slideLayout" Target="../slideLayouts/slideLayout13.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5" Type="http://schemas.openxmlformats.org/officeDocument/2006/relationships/image" Target="../media/image74.png"/><Relationship Id="rId10" Type="http://schemas.openxmlformats.org/officeDocument/2006/relationships/image" Target="../media/image69.png"/><Relationship Id="rId4" Type="http://schemas.microsoft.com/office/2007/relationships/hdphoto" Target="../media/hdphoto3.wdp"/><Relationship Id="rId9" Type="http://schemas.openxmlformats.org/officeDocument/2006/relationships/image" Target="../media/image68.png"/><Relationship Id="rId14" Type="http://schemas.openxmlformats.org/officeDocument/2006/relationships/image" Target="../media/image73.png"/></Relationships>
</file>

<file path=ppt/slides/_rels/slide7.xml.rels><?xml version="1.0" encoding="UTF-8" standalone="yes"?>
<Relationships xmlns="http://schemas.openxmlformats.org/package/2006/relationships"><Relationship Id="rId8" Type="http://schemas.openxmlformats.org/officeDocument/2006/relationships/image" Target="../media/image78.png"/><Relationship Id="rId13" Type="http://schemas.openxmlformats.org/officeDocument/2006/relationships/image" Target="../media/image83.png"/><Relationship Id="rId18" Type="http://schemas.openxmlformats.org/officeDocument/2006/relationships/image" Target="../media/image88.png"/><Relationship Id="rId3" Type="http://schemas.openxmlformats.org/officeDocument/2006/relationships/tags" Target="../tags/tag12.xml"/><Relationship Id="rId21" Type="http://schemas.openxmlformats.org/officeDocument/2006/relationships/image" Target="../media/image90.png"/><Relationship Id="rId7" Type="http://schemas.openxmlformats.org/officeDocument/2006/relationships/image" Target="../media/image77.png"/><Relationship Id="rId12" Type="http://schemas.openxmlformats.org/officeDocument/2006/relationships/image" Target="../media/image82.png"/><Relationship Id="rId17" Type="http://schemas.openxmlformats.org/officeDocument/2006/relationships/image" Target="../media/image87.png"/><Relationship Id="rId2" Type="http://schemas.openxmlformats.org/officeDocument/2006/relationships/tags" Target="../tags/tag11.xml"/><Relationship Id="rId16" Type="http://schemas.openxmlformats.org/officeDocument/2006/relationships/image" Target="../media/image86.png"/><Relationship Id="rId20" Type="http://schemas.openxmlformats.org/officeDocument/2006/relationships/image" Target="../media/image89.png"/><Relationship Id="rId1" Type="http://schemas.openxmlformats.org/officeDocument/2006/relationships/tags" Target="../tags/tag10.xml"/><Relationship Id="rId6" Type="http://schemas.openxmlformats.org/officeDocument/2006/relationships/image" Target="../media/image76.png"/><Relationship Id="rId11" Type="http://schemas.openxmlformats.org/officeDocument/2006/relationships/image" Target="../media/image81.png"/><Relationship Id="rId24" Type="http://schemas.openxmlformats.org/officeDocument/2006/relationships/image" Target="../media/image93.png"/><Relationship Id="rId5" Type="http://schemas.openxmlformats.org/officeDocument/2006/relationships/image" Target="../media/image75.png"/><Relationship Id="rId15" Type="http://schemas.openxmlformats.org/officeDocument/2006/relationships/image" Target="../media/image85.png"/><Relationship Id="rId23" Type="http://schemas.openxmlformats.org/officeDocument/2006/relationships/image" Target="../media/image92.png"/><Relationship Id="rId10" Type="http://schemas.openxmlformats.org/officeDocument/2006/relationships/image" Target="../media/image80.png"/><Relationship Id="rId19" Type="http://schemas.openxmlformats.org/officeDocument/2006/relationships/image" Target="../media/image58.png"/><Relationship Id="rId4" Type="http://schemas.openxmlformats.org/officeDocument/2006/relationships/slideLayout" Target="../slideLayouts/slideLayout13.xml"/><Relationship Id="rId9" Type="http://schemas.openxmlformats.org/officeDocument/2006/relationships/image" Target="../media/image79.png"/><Relationship Id="rId14" Type="http://schemas.openxmlformats.org/officeDocument/2006/relationships/image" Target="../media/image84.png"/><Relationship Id="rId22" Type="http://schemas.openxmlformats.org/officeDocument/2006/relationships/image" Target="../media/image91.png"/></Relationships>
</file>

<file path=ppt/slides/_rels/slide8.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63.png"/><Relationship Id="rId1" Type="http://schemas.openxmlformats.org/officeDocument/2006/relationships/slideLayout" Target="../slideLayouts/slideLayout13.xml"/><Relationship Id="rId5" Type="http://schemas.openxmlformats.org/officeDocument/2006/relationships/image" Target="../media/image95.svg"/><Relationship Id="rId4" Type="http://schemas.openxmlformats.org/officeDocument/2006/relationships/image" Target="../media/image94.png"/></Relationships>
</file>

<file path=ppt/slides/_rels/slide9.xml.rels><?xml version="1.0" encoding="UTF-8" standalone="yes"?>
<Relationships xmlns="http://schemas.openxmlformats.org/package/2006/relationships"><Relationship Id="rId8" Type="http://schemas.openxmlformats.org/officeDocument/2006/relationships/image" Target="../media/image100.png"/><Relationship Id="rId13" Type="http://schemas.openxmlformats.org/officeDocument/2006/relationships/image" Target="../media/image104.png"/><Relationship Id="rId18" Type="http://schemas.microsoft.com/office/2007/relationships/hdphoto" Target="../media/hdphoto4.wdp"/><Relationship Id="rId3" Type="http://schemas.openxmlformats.org/officeDocument/2006/relationships/image" Target="../media/image97.png"/><Relationship Id="rId7" Type="http://schemas.openxmlformats.org/officeDocument/2006/relationships/image" Target="../media/image99.png"/><Relationship Id="rId12" Type="http://schemas.openxmlformats.org/officeDocument/2006/relationships/image" Target="../media/image103.svg"/><Relationship Id="rId17" Type="http://schemas.openxmlformats.org/officeDocument/2006/relationships/image" Target="../media/image108.png"/><Relationship Id="rId2" Type="http://schemas.openxmlformats.org/officeDocument/2006/relationships/image" Target="../media/image96.png"/><Relationship Id="rId16" Type="http://schemas.openxmlformats.org/officeDocument/2006/relationships/image" Target="../media/image107.svg"/><Relationship Id="rId1" Type="http://schemas.openxmlformats.org/officeDocument/2006/relationships/slideLayout" Target="../slideLayouts/slideLayout13.xml"/><Relationship Id="rId6" Type="http://schemas.microsoft.com/office/2007/relationships/hdphoto" Target="../media/hdphoto3.wdp"/><Relationship Id="rId11" Type="http://schemas.openxmlformats.org/officeDocument/2006/relationships/image" Target="../media/image94.png"/><Relationship Id="rId5" Type="http://schemas.openxmlformats.org/officeDocument/2006/relationships/image" Target="../media/image63.png"/><Relationship Id="rId15" Type="http://schemas.openxmlformats.org/officeDocument/2006/relationships/image" Target="../media/image106.png"/><Relationship Id="rId10" Type="http://schemas.openxmlformats.org/officeDocument/2006/relationships/image" Target="../media/image102.svg"/><Relationship Id="rId4" Type="http://schemas.openxmlformats.org/officeDocument/2006/relationships/image" Target="../media/image98.png"/><Relationship Id="rId9" Type="http://schemas.openxmlformats.org/officeDocument/2006/relationships/image" Target="../media/image101.png"/><Relationship Id="rId14" Type="http://schemas.openxmlformats.org/officeDocument/2006/relationships/image" Target="../media/image105.svg"/></Relationships>
</file>

<file path=ppt/slides/_rels/slide10.xml.rels><?xml version="1.0" encoding="UTF-8" standalone="yes"?>
<Relationships xmlns="http://schemas.openxmlformats.org/package/2006/relationships"><Relationship Id="rId3" Type="http://schemas.openxmlformats.org/officeDocument/2006/relationships/chart" Target="../charts/chart5.xml"/><Relationship Id="rId7" Type="http://schemas.openxmlformats.org/officeDocument/2006/relationships/chart" Target="../charts/chart8.xml"/><Relationship Id="rId2" Type="http://schemas.openxmlformats.org/officeDocument/2006/relationships/notesSlide" Target="../notesSlides/notesSlide6.xml"/><Relationship Id="rId1" Type="http://schemas.openxmlformats.org/officeDocument/2006/relationships/slideLayout" Target="../slideLayouts/slideLayout13.xml"/><Relationship Id="rId6" Type="http://schemas.openxmlformats.org/officeDocument/2006/relationships/chart" Target="../charts/chart7.xml"/><Relationship Id="rId5" Type="http://schemas.openxmlformats.org/officeDocument/2006/relationships/hyperlink" Target="https://docs.google.com/spreadsheets/d/1ivH9wkY9parBEuE6wzGWkYhJ6QlqfYleAvka-UH9X84/edit?usp=sharing" TargetMode="External"/><Relationship Id="rId4" Type="http://schemas.openxmlformats.org/officeDocument/2006/relationships/chart" Target="../charts/chart6.xml"/></Relationships>
</file>

<file path=ppt/slides/_rels/slide11.xml.rels><?xml version="1.0" encoding="UTF-8" standalone="yes"?>
<Relationships xmlns="http://schemas.openxmlformats.org/package/2006/relationships"><Relationship Id="rId8" Type="http://schemas.microsoft.com/office/2007/relationships/hdphoto" Target="../media/hdphoto5.wdp"/><Relationship Id="rId13" Type="http://schemas.openxmlformats.org/officeDocument/2006/relationships/image" Target="../media/image116.png"/><Relationship Id="rId18" Type="http://schemas.openxmlformats.org/officeDocument/2006/relationships/diagramLayout" Target="../diagrams/layout1.xml"/><Relationship Id="rId3" Type="http://schemas.openxmlformats.org/officeDocument/2006/relationships/image" Target="../media/image110.svg"/><Relationship Id="rId21" Type="http://schemas.microsoft.com/office/2007/relationships/diagramDrawing" Target="../diagrams/drawing1.xml"/><Relationship Id="rId7" Type="http://schemas.openxmlformats.org/officeDocument/2006/relationships/image" Target="../media/image114.png"/><Relationship Id="rId12" Type="http://schemas.openxmlformats.org/officeDocument/2006/relationships/image" Target="../media/image98.png"/><Relationship Id="rId17" Type="http://schemas.openxmlformats.org/officeDocument/2006/relationships/diagramData" Target="../diagrams/data1.xml"/><Relationship Id="rId2" Type="http://schemas.openxmlformats.org/officeDocument/2006/relationships/image" Target="../media/image109.png"/><Relationship Id="rId16" Type="http://schemas.openxmlformats.org/officeDocument/2006/relationships/image" Target="../media/image118.svg"/><Relationship Id="rId20" Type="http://schemas.openxmlformats.org/officeDocument/2006/relationships/diagramColors" Target="../diagrams/colors1.xml"/><Relationship Id="rId1" Type="http://schemas.openxmlformats.org/officeDocument/2006/relationships/slideLayout" Target="../slideLayouts/slideLayout14.xml"/><Relationship Id="rId6" Type="http://schemas.openxmlformats.org/officeDocument/2006/relationships/image" Target="../media/image113.png"/><Relationship Id="rId11" Type="http://schemas.openxmlformats.org/officeDocument/2006/relationships/image" Target="../media/image115.png"/><Relationship Id="rId5" Type="http://schemas.openxmlformats.org/officeDocument/2006/relationships/image" Target="../media/image112.svg"/><Relationship Id="rId15" Type="http://schemas.openxmlformats.org/officeDocument/2006/relationships/image" Target="../media/image33.png"/><Relationship Id="rId10" Type="http://schemas.openxmlformats.org/officeDocument/2006/relationships/image" Target="../media/image97.png"/><Relationship Id="rId19" Type="http://schemas.openxmlformats.org/officeDocument/2006/relationships/diagramQuickStyle" Target="../diagrams/quickStyle1.xml"/><Relationship Id="rId4" Type="http://schemas.openxmlformats.org/officeDocument/2006/relationships/image" Target="../media/image111.png"/><Relationship Id="rId9" Type="http://schemas.openxmlformats.org/officeDocument/2006/relationships/image" Target="../media/image96.png"/><Relationship Id="rId14" Type="http://schemas.openxmlformats.org/officeDocument/2006/relationships/image" Target="../media/image117.svg"/></Relationships>
</file>

<file path=ppt/slides/_rels/slide12.xml.rels><?xml version="1.0" encoding="UTF-8" standalone="yes"?>
<Relationships xmlns="http://schemas.openxmlformats.org/package/2006/relationships"><Relationship Id="rId8" Type="http://schemas.openxmlformats.org/officeDocument/2006/relationships/image" Target="../media/image125.png"/><Relationship Id="rId3" Type="http://schemas.openxmlformats.org/officeDocument/2006/relationships/image" Target="../media/image120.png"/><Relationship Id="rId7" Type="http://schemas.openxmlformats.org/officeDocument/2006/relationships/image" Target="../media/image124.png"/><Relationship Id="rId2" Type="http://schemas.openxmlformats.org/officeDocument/2006/relationships/image" Target="../media/image119.png"/><Relationship Id="rId1" Type="http://schemas.openxmlformats.org/officeDocument/2006/relationships/slideLayout" Target="../slideLayouts/slideLayout13.xml"/><Relationship Id="rId6" Type="http://schemas.openxmlformats.org/officeDocument/2006/relationships/image" Target="../media/image123.png"/><Relationship Id="rId5" Type="http://schemas.openxmlformats.org/officeDocument/2006/relationships/image" Target="../media/image122.png"/><Relationship Id="rId4" Type="http://schemas.openxmlformats.org/officeDocument/2006/relationships/image" Target="../media/image121.png"/></Relationships>
</file>

<file path=ppt/slides/_rels/slide13.xml.rels><?xml version="1.0" encoding="UTF-8" standalone="yes"?>
<Relationships xmlns="http://schemas.openxmlformats.org/package/2006/relationships"><Relationship Id="rId3" Type="http://schemas.openxmlformats.org/officeDocument/2006/relationships/image" Target="../media/image127.png"/><Relationship Id="rId2" Type="http://schemas.openxmlformats.org/officeDocument/2006/relationships/image" Target="../media/image126.png"/><Relationship Id="rId1" Type="http://schemas.openxmlformats.org/officeDocument/2006/relationships/slideLayout" Target="../slideLayouts/slideLayout13.xml"/><Relationship Id="rId6" Type="http://schemas.openxmlformats.org/officeDocument/2006/relationships/image" Target="../media/image130.png"/><Relationship Id="rId5" Type="http://schemas.openxmlformats.org/officeDocument/2006/relationships/image" Target="../media/image129.png"/><Relationship Id="rId4" Type="http://schemas.openxmlformats.org/officeDocument/2006/relationships/image" Target="../media/image128.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6.xml.rels><?xml version="1.0" encoding="UTF-8" standalone="yes"?>
<Relationships xmlns="http://schemas.openxmlformats.org/package/2006/relationships"><Relationship Id="rId3" Type="http://schemas.openxmlformats.org/officeDocument/2006/relationships/tags" Target="../tags/tag15.xml"/><Relationship Id="rId7" Type="http://schemas.openxmlformats.org/officeDocument/2006/relationships/slideLayout" Target="../slideLayouts/slideLayout6.xml"/><Relationship Id="rId2" Type="http://schemas.openxmlformats.org/officeDocument/2006/relationships/tags" Target="../tags/tag14.xml"/><Relationship Id="rId1" Type="http://schemas.openxmlformats.org/officeDocument/2006/relationships/tags" Target="../tags/tag13.xml"/><Relationship Id="rId6" Type="http://schemas.openxmlformats.org/officeDocument/2006/relationships/tags" Target="../tags/tag18.xml"/><Relationship Id="rId5" Type="http://schemas.openxmlformats.org/officeDocument/2006/relationships/tags" Target="../tags/tag17.xml"/><Relationship Id="rId4" Type="http://schemas.openxmlformats.org/officeDocument/2006/relationships/tags" Target="../tags/tag16.xml"/></Relationships>
</file>

<file path=ppt/slides/_rels/slide17.xml.rels><?xml version="1.0" encoding="UTF-8" standalone="yes"?>
<Relationships xmlns="http://schemas.openxmlformats.org/package/2006/relationships"><Relationship Id="rId2" Type="http://schemas.openxmlformats.org/officeDocument/2006/relationships/image" Target="../media/image131.png"/><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slideLayout" Target="../slideLayouts/slideLayout15.xml"/><Relationship Id="rId7" Type="http://schemas.openxmlformats.org/officeDocument/2006/relationships/image" Target="../media/image133.png"/><Relationship Id="rId2" Type="http://schemas.openxmlformats.org/officeDocument/2006/relationships/tags" Target="../tags/tag20.xml"/><Relationship Id="rId1" Type="http://schemas.openxmlformats.org/officeDocument/2006/relationships/tags" Target="../tags/tag19.xml"/><Relationship Id="rId6" Type="http://schemas.openxmlformats.org/officeDocument/2006/relationships/image" Target="../media/image132.emf"/><Relationship Id="rId5" Type="http://schemas.openxmlformats.org/officeDocument/2006/relationships/oleObject" Target="../embeddings/oleObject1.bin"/><Relationship Id="rId10" Type="http://schemas.openxmlformats.org/officeDocument/2006/relationships/image" Target="../media/image135.png"/><Relationship Id="rId4" Type="http://schemas.openxmlformats.org/officeDocument/2006/relationships/notesSlide" Target="../notesSlides/notesSlide8.xml"/><Relationship Id="rId9" Type="http://schemas.openxmlformats.org/officeDocument/2006/relationships/image" Target="../media/image134.emf"/></Relationships>
</file>

<file path=ppt/slides/_rels/slide19.xml.rels><?xml version="1.0" encoding="UTF-8" standalone="yes"?>
<Relationships xmlns="http://schemas.openxmlformats.org/package/2006/relationships"><Relationship Id="rId8" Type="http://schemas.openxmlformats.org/officeDocument/2006/relationships/image" Target="../media/image137.png"/><Relationship Id="rId3" Type="http://schemas.openxmlformats.org/officeDocument/2006/relationships/slideLayout" Target="../slideLayouts/slideLayout16.xml"/><Relationship Id="rId7" Type="http://schemas.openxmlformats.org/officeDocument/2006/relationships/image" Target="../media/image136.png"/><Relationship Id="rId2" Type="http://schemas.openxmlformats.org/officeDocument/2006/relationships/tags" Target="../tags/tag22.xml"/><Relationship Id="rId1" Type="http://schemas.openxmlformats.org/officeDocument/2006/relationships/tags" Target="../tags/tag21.xml"/><Relationship Id="rId6" Type="http://schemas.openxmlformats.org/officeDocument/2006/relationships/image" Target="../media/image132.emf"/><Relationship Id="rId5" Type="http://schemas.openxmlformats.org/officeDocument/2006/relationships/oleObject" Target="../embeddings/oleObject3.bin"/><Relationship Id="rId4" Type="http://schemas.openxmlformats.org/officeDocument/2006/relationships/notesSlide" Target="../notesSlides/notesSlide9.xml"/></Relationships>
</file>

<file path=ppt/slides/_rels/slide20.xml.rels><?xml version="1.0" encoding="UTF-8" standalone="yes"?>
<Relationships xmlns="http://schemas.openxmlformats.org/package/2006/relationships"><Relationship Id="rId8" Type="http://schemas.openxmlformats.org/officeDocument/2006/relationships/image" Target="../media/image144.png"/><Relationship Id="rId3" Type="http://schemas.openxmlformats.org/officeDocument/2006/relationships/image" Target="../media/image139.png"/><Relationship Id="rId7" Type="http://schemas.openxmlformats.org/officeDocument/2006/relationships/image" Target="../media/image143.png"/><Relationship Id="rId2" Type="http://schemas.openxmlformats.org/officeDocument/2006/relationships/image" Target="../media/image138.png"/><Relationship Id="rId1" Type="http://schemas.openxmlformats.org/officeDocument/2006/relationships/slideLayout" Target="../slideLayouts/slideLayout13.xml"/><Relationship Id="rId6" Type="http://schemas.openxmlformats.org/officeDocument/2006/relationships/image" Target="../media/image142.png"/><Relationship Id="rId5" Type="http://schemas.openxmlformats.org/officeDocument/2006/relationships/image" Target="../media/image141.png"/><Relationship Id="rId4" Type="http://schemas.openxmlformats.org/officeDocument/2006/relationships/image" Target="../media/image140.png"/></Relationships>
</file>

<file path=ppt/slides/_rels/slide21.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image" Target="../media/image145.png"/><Relationship Id="rId1" Type="http://schemas.openxmlformats.org/officeDocument/2006/relationships/slideLayout" Target="../slideLayouts/slideLayout13.xml"/></Relationships>
</file>

<file path=ppt/slides/_rels/slide22.xml.rels><?xml version="1.0" encoding="UTF-8" standalone="yes"?>
<Relationships xmlns="http://schemas.openxmlformats.org/package/2006/relationships"><Relationship Id="rId8" Type="http://schemas.openxmlformats.org/officeDocument/2006/relationships/image" Target="../media/image146.png"/><Relationship Id="rId3" Type="http://schemas.openxmlformats.org/officeDocument/2006/relationships/tags" Target="../tags/tag25.xml"/><Relationship Id="rId7" Type="http://schemas.openxmlformats.org/officeDocument/2006/relationships/chart" Target="../charts/chart10.xml"/><Relationship Id="rId2" Type="http://schemas.openxmlformats.org/officeDocument/2006/relationships/tags" Target="../tags/tag24.xml"/><Relationship Id="rId1" Type="http://schemas.openxmlformats.org/officeDocument/2006/relationships/tags" Target="../tags/tag23.xml"/><Relationship Id="rId6" Type="http://schemas.openxmlformats.org/officeDocument/2006/relationships/chart" Target="../charts/chart9.xml"/><Relationship Id="rId5" Type="http://schemas.openxmlformats.org/officeDocument/2006/relationships/slideLayout" Target="../slideLayouts/slideLayout13.xml"/><Relationship Id="rId4" Type="http://schemas.openxmlformats.org/officeDocument/2006/relationships/tags" Target="../tags/tag26.xml"/><Relationship Id="rId9" Type="http://schemas.openxmlformats.org/officeDocument/2006/relationships/chart" Target="../charts/chart11.xml"/></Relationships>
</file>

<file path=ppt/slides/_rels/slide23.xml.rels><?xml version="1.0" encoding="UTF-8" standalone="yes"?>
<Relationships xmlns="http://schemas.openxmlformats.org/package/2006/relationships"><Relationship Id="rId8" Type="http://schemas.openxmlformats.org/officeDocument/2006/relationships/image" Target="../media/image153.png"/><Relationship Id="rId3" Type="http://schemas.openxmlformats.org/officeDocument/2006/relationships/image" Target="../media/image148.png"/><Relationship Id="rId7" Type="http://schemas.openxmlformats.org/officeDocument/2006/relationships/image" Target="../media/image152.png"/><Relationship Id="rId2" Type="http://schemas.openxmlformats.org/officeDocument/2006/relationships/image" Target="../media/image147.png"/><Relationship Id="rId1" Type="http://schemas.openxmlformats.org/officeDocument/2006/relationships/slideLayout" Target="../slideLayouts/slideLayout13.xml"/><Relationship Id="rId6" Type="http://schemas.openxmlformats.org/officeDocument/2006/relationships/image" Target="../media/image151.png"/><Relationship Id="rId5" Type="http://schemas.openxmlformats.org/officeDocument/2006/relationships/image" Target="../media/image150.jpeg"/><Relationship Id="rId10" Type="http://schemas.openxmlformats.org/officeDocument/2006/relationships/image" Target="../media/image155.png"/><Relationship Id="rId4" Type="http://schemas.openxmlformats.org/officeDocument/2006/relationships/image" Target="../media/image149.png"/><Relationship Id="rId9" Type="http://schemas.openxmlformats.org/officeDocument/2006/relationships/image" Target="../media/image154.png"/></Relationships>
</file>

<file path=ppt/slides/_rels/slide24.xml.rels><?xml version="1.0" encoding="UTF-8" standalone="yes"?>
<Relationships xmlns="http://schemas.openxmlformats.org/package/2006/relationships"><Relationship Id="rId3" Type="http://schemas.openxmlformats.org/officeDocument/2006/relationships/image" Target="../media/image157.png"/><Relationship Id="rId7" Type="http://schemas.openxmlformats.org/officeDocument/2006/relationships/image" Target="../media/image161.png"/><Relationship Id="rId2" Type="http://schemas.openxmlformats.org/officeDocument/2006/relationships/image" Target="../media/image156.png"/><Relationship Id="rId1" Type="http://schemas.openxmlformats.org/officeDocument/2006/relationships/slideLayout" Target="../slideLayouts/slideLayout13.xml"/><Relationship Id="rId6" Type="http://schemas.openxmlformats.org/officeDocument/2006/relationships/image" Target="../media/image160.png"/><Relationship Id="rId5" Type="http://schemas.openxmlformats.org/officeDocument/2006/relationships/image" Target="../media/image159.png"/><Relationship Id="rId4" Type="http://schemas.openxmlformats.org/officeDocument/2006/relationships/image" Target="../media/image158.png"/></Relationships>
</file>

<file path=ppt/slides/_rels/slide25.xml.rels><?xml version="1.0" encoding="UTF-8" standalone="yes"?>
<Relationships xmlns="http://schemas.openxmlformats.org/package/2006/relationships"><Relationship Id="rId3" Type="http://schemas.openxmlformats.org/officeDocument/2006/relationships/image" Target="../media/image127.png"/><Relationship Id="rId2" Type="http://schemas.openxmlformats.org/officeDocument/2006/relationships/image" Target="../media/image126.png"/><Relationship Id="rId1" Type="http://schemas.openxmlformats.org/officeDocument/2006/relationships/slideLayout" Target="../slideLayouts/slideLayout13.xml"/><Relationship Id="rId6" Type="http://schemas.openxmlformats.org/officeDocument/2006/relationships/image" Target="../media/image130.png"/><Relationship Id="rId5" Type="http://schemas.openxmlformats.org/officeDocument/2006/relationships/image" Target="../media/image129.png"/><Relationship Id="rId4" Type="http://schemas.openxmlformats.org/officeDocument/2006/relationships/image" Target="../media/image128.pn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3.xml"/></Relationships>
</file>

<file path=ppt/slides/_rels/slide27.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slideLayout" Target="../slideLayouts/slideLayout13.xml"/><Relationship Id="rId1" Type="http://schemas.openxmlformats.org/officeDocument/2006/relationships/tags" Target="../tags/tag27.xml"/></Relationships>
</file>

<file path=ppt/slides/_rels/slide40.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chart" Target="../charts/chart13.xml"/><Relationship Id="rId1" Type="http://schemas.openxmlformats.org/officeDocument/2006/relationships/slideLayout" Target="../slideLayouts/slideLayout13.xml"/></Relationships>
</file>

<file path=ppt/slides/_rels/slide41.xml.rels><?xml version="1.0" encoding="UTF-8" standalone="yes"?>
<Relationships xmlns="http://schemas.openxmlformats.org/package/2006/relationships"><Relationship Id="rId8" Type="http://schemas.openxmlformats.org/officeDocument/2006/relationships/image" Target="../media/image19.png"/><Relationship Id="rId13" Type="http://schemas.openxmlformats.org/officeDocument/2006/relationships/image" Target="../media/image24.svg"/><Relationship Id="rId18" Type="http://schemas.openxmlformats.org/officeDocument/2006/relationships/image" Target="../media/image29.png"/><Relationship Id="rId3" Type="http://schemas.openxmlformats.org/officeDocument/2006/relationships/image" Target="../media/image14.svg"/><Relationship Id="rId7" Type="http://schemas.openxmlformats.org/officeDocument/2006/relationships/image" Target="../media/image18.svg"/><Relationship Id="rId12" Type="http://schemas.openxmlformats.org/officeDocument/2006/relationships/image" Target="../media/image23.png"/><Relationship Id="rId17" Type="http://schemas.openxmlformats.org/officeDocument/2006/relationships/image" Target="../media/image28.png"/><Relationship Id="rId2" Type="http://schemas.openxmlformats.org/officeDocument/2006/relationships/image" Target="../media/image13.png"/><Relationship Id="rId16" Type="http://schemas.openxmlformats.org/officeDocument/2006/relationships/image" Target="../media/image27.png"/><Relationship Id="rId20" Type="http://schemas.microsoft.com/office/2007/relationships/hdphoto" Target="../media/hdphoto6.wdp"/><Relationship Id="rId1" Type="http://schemas.openxmlformats.org/officeDocument/2006/relationships/slideLayout" Target="../slideLayouts/slideLayout7.xml"/><Relationship Id="rId6" Type="http://schemas.openxmlformats.org/officeDocument/2006/relationships/image" Target="../media/image17.png"/><Relationship Id="rId11" Type="http://schemas.openxmlformats.org/officeDocument/2006/relationships/image" Target="../media/image22.svg"/><Relationship Id="rId5" Type="http://schemas.openxmlformats.org/officeDocument/2006/relationships/image" Target="../media/image16.svg"/><Relationship Id="rId15" Type="http://schemas.openxmlformats.org/officeDocument/2006/relationships/image" Target="../media/image26.svg"/><Relationship Id="rId10" Type="http://schemas.openxmlformats.org/officeDocument/2006/relationships/image" Target="../media/image21.png"/><Relationship Id="rId19" Type="http://schemas.openxmlformats.org/officeDocument/2006/relationships/image" Target="../media/image162.png"/><Relationship Id="rId4" Type="http://schemas.openxmlformats.org/officeDocument/2006/relationships/image" Target="../media/image15.png"/><Relationship Id="rId9" Type="http://schemas.openxmlformats.org/officeDocument/2006/relationships/image" Target="../media/image20.svg"/><Relationship Id="rId14" Type="http://schemas.openxmlformats.org/officeDocument/2006/relationships/image" Target="../media/image25.png"/></Relationships>
</file>

<file path=ppt/slides/_rels/slide42.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18.svg"/><Relationship Id="rId18" Type="http://schemas.openxmlformats.org/officeDocument/2006/relationships/image" Target="../media/image23.png"/><Relationship Id="rId26" Type="http://schemas.microsoft.com/office/2007/relationships/hdphoto" Target="../media/hdphoto6.wdp"/><Relationship Id="rId3" Type="http://schemas.openxmlformats.org/officeDocument/2006/relationships/tags" Target="../tags/tag30.xml"/><Relationship Id="rId21" Type="http://schemas.openxmlformats.org/officeDocument/2006/relationships/image" Target="../media/image26.svg"/><Relationship Id="rId7" Type="http://schemas.openxmlformats.org/officeDocument/2006/relationships/notesSlide" Target="../notesSlides/notesSlide23.xml"/><Relationship Id="rId12" Type="http://schemas.openxmlformats.org/officeDocument/2006/relationships/image" Target="../media/image17.png"/><Relationship Id="rId17" Type="http://schemas.openxmlformats.org/officeDocument/2006/relationships/image" Target="../media/image22.svg"/><Relationship Id="rId25" Type="http://schemas.openxmlformats.org/officeDocument/2006/relationships/image" Target="../media/image162.png"/><Relationship Id="rId2" Type="http://schemas.openxmlformats.org/officeDocument/2006/relationships/tags" Target="../tags/tag29.xml"/><Relationship Id="rId16" Type="http://schemas.openxmlformats.org/officeDocument/2006/relationships/image" Target="../media/image21.png"/><Relationship Id="rId20" Type="http://schemas.openxmlformats.org/officeDocument/2006/relationships/image" Target="../media/image25.png"/><Relationship Id="rId1" Type="http://schemas.openxmlformats.org/officeDocument/2006/relationships/tags" Target="../tags/tag28.xml"/><Relationship Id="rId6" Type="http://schemas.openxmlformats.org/officeDocument/2006/relationships/slideLayout" Target="../slideLayouts/slideLayout13.xml"/><Relationship Id="rId11" Type="http://schemas.openxmlformats.org/officeDocument/2006/relationships/image" Target="../media/image16.svg"/><Relationship Id="rId24" Type="http://schemas.openxmlformats.org/officeDocument/2006/relationships/image" Target="../media/image29.png"/><Relationship Id="rId5" Type="http://schemas.openxmlformats.org/officeDocument/2006/relationships/tags" Target="../tags/tag32.xml"/><Relationship Id="rId15" Type="http://schemas.openxmlformats.org/officeDocument/2006/relationships/image" Target="../media/image20.svg"/><Relationship Id="rId23" Type="http://schemas.openxmlformats.org/officeDocument/2006/relationships/image" Target="../media/image28.png"/><Relationship Id="rId10" Type="http://schemas.openxmlformats.org/officeDocument/2006/relationships/image" Target="../media/image15.png"/><Relationship Id="rId19" Type="http://schemas.openxmlformats.org/officeDocument/2006/relationships/image" Target="../media/image24.svg"/><Relationship Id="rId4" Type="http://schemas.openxmlformats.org/officeDocument/2006/relationships/tags" Target="../tags/tag31.xml"/><Relationship Id="rId9" Type="http://schemas.openxmlformats.org/officeDocument/2006/relationships/image" Target="../media/image14.svg"/><Relationship Id="rId14" Type="http://schemas.openxmlformats.org/officeDocument/2006/relationships/image" Target="../media/image19.png"/><Relationship Id="rId22" Type="http://schemas.openxmlformats.org/officeDocument/2006/relationships/image" Target="../media/image27.png"/></Relationships>
</file>

<file path=ppt/slides/_rels/slide43.xml.rels><?xml version="1.0" encoding="UTF-8" standalone="yes"?>
<Relationships xmlns="http://schemas.openxmlformats.org/package/2006/relationships"><Relationship Id="rId8" Type="http://schemas.openxmlformats.org/officeDocument/2006/relationships/image" Target="../media/image146.png"/><Relationship Id="rId3" Type="http://schemas.openxmlformats.org/officeDocument/2006/relationships/tags" Target="../tags/tag35.xml"/><Relationship Id="rId7" Type="http://schemas.openxmlformats.org/officeDocument/2006/relationships/chart" Target="../charts/chart16.xml"/><Relationship Id="rId2" Type="http://schemas.openxmlformats.org/officeDocument/2006/relationships/tags" Target="../tags/tag34.xml"/><Relationship Id="rId1" Type="http://schemas.openxmlformats.org/officeDocument/2006/relationships/tags" Target="../tags/tag33.xml"/><Relationship Id="rId6" Type="http://schemas.openxmlformats.org/officeDocument/2006/relationships/chart" Target="../charts/chart15.xml"/><Relationship Id="rId5" Type="http://schemas.openxmlformats.org/officeDocument/2006/relationships/slideLayout" Target="../slideLayouts/slideLayout13.xml"/><Relationship Id="rId4" Type="http://schemas.openxmlformats.org/officeDocument/2006/relationships/tags" Target="../tags/tag36.xml"/><Relationship Id="rId9" Type="http://schemas.openxmlformats.org/officeDocument/2006/relationships/chart" Target="../charts/chart17.xml"/></Relationships>
</file>

<file path=ppt/slides/_rels/slide44.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18.svg"/><Relationship Id="rId18" Type="http://schemas.openxmlformats.org/officeDocument/2006/relationships/image" Target="../media/image23.png"/><Relationship Id="rId3" Type="http://schemas.openxmlformats.org/officeDocument/2006/relationships/tags" Target="../tags/tag39.xml"/><Relationship Id="rId21" Type="http://schemas.openxmlformats.org/officeDocument/2006/relationships/image" Target="../media/image26.svg"/><Relationship Id="rId7" Type="http://schemas.openxmlformats.org/officeDocument/2006/relationships/notesSlide" Target="../notesSlides/notesSlide24.xml"/><Relationship Id="rId12" Type="http://schemas.openxmlformats.org/officeDocument/2006/relationships/image" Target="../media/image17.png"/><Relationship Id="rId17" Type="http://schemas.openxmlformats.org/officeDocument/2006/relationships/image" Target="../media/image22.svg"/><Relationship Id="rId25" Type="http://schemas.openxmlformats.org/officeDocument/2006/relationships/chart" Target="../charts/chart18.xml"/><Relationship Id="rId2" Type="http://schemas.openxmlformats.org/officeDocument/2006/relationships/tags" Target="../tags/tag38.xml"/><Relationship Id="rId16" Type="http://schemas.openxmlformats.org/officeDocument/2006/relationships/image" Target="../media/image21.png"/><Relationship Id="rId20" Type="http://schemas.openxmlformats.org/officeDocument/2006/relationships/image" Target="../media/image25.png"/><Relationship Id="rId1" Type="http://schemas.openxmlformats.org/officeDocument/2006/relationships/tags" Target="../tags/tag37.xml"/><Relationship Id="rId6" Type="http://schemas.openxmlformats.org/officeDocument/2006/relationships/slideLayout" Target="../slideLayouts/slideLayout13.xml"/><Relationship Id="rId11" Type="http://schemas.openxmlformats.org/officeDocument/2006/relationships/image" Target="../media/image16.svg"/><Relationship Id="rId24" Type="http://schemas.openxmlformats.org/officeDocument/2006/relationships/image" Target="../media/image29.png"/><Relationship Id="rId5" Type="http://schemas.openxmlformats.org/officeDocument/2006/relationships/tags" Target="../tags/tag41.xml"/><Relationship Id="rId15" Type="http://schemas.openxmlformats.org/officeDocument/2006/relationships/image" Target="../media/image20.svg"/><Relationship Id="rId23" Type="http://schemas.openxmlformats.org/officeDocument/2006/relationships/image" Target="../media/image28.png"/><Relationship Id="rId10" Type="http://schemas.openxmlformats.org/officeDocument/2006/relationships/image" Target="../media/image15.png"/><Relationship Id="rId19" Type="http://schemas.openxmlformats.org/officeDocument/2006/relationships/image" Target="../media/image24.svg"/><Relationship Id="rId4" Type="http://schemas.openxmlformats.org/officeDocument/2006/relationships/tags" Target="../tags/tag40.xml"/><Relationship Id="rId9" Type="http://schemas.openxmlformats.org/officeDocument/2006/relationships/image" Target="../media/image14.svg"/><Relationship Id="rId14" Type="http://schemas.openxmlformats.org/officeDocument/2006/relationships/image" Target="../media/image19.png"/><Relationship Id="rId22" Type="http://schemas.openxmlformats.org/officeDocument/2006/relationships/image" Target="../media/image27.png"/></Relationships>
</file>

<file path=ppt/slides/_rels/slide45.xml.rels><?xml version="1.0" encoding="UTF-8" standalone="yes"?>
<Relationships xmlns="http://schemas.openxmlformats.org/package/2006/relationships"><Relationship Id="rId8" Type="http://schemas.openxmlformats.org/officeDocument/2006/relationships/chart" Target="../charts/chart24.xml"/><Relationship Id="rId3" Type="http://schemas.openxmlformats.org/officeDocument/2006/relationships/chart" Target="../charts/chart19.xml"/><Relationship Id="rId7" Type="http://schemas.openxmlformats.org/officeDocument/2006/relationships/chart" Target="../charts/chart23.xml"/><Relationship Id="rId2" Type="http://schemas.openxmlformats.org/officeDocument/2006/relationships/notesSlide" Target="../notesSlides/notesSlide25.xml"/><Relationship Id="rId1" Type="http://schemas.openxmlformats.org/officeDocument/2006/relationships/slideLayout" Target="../slideLayouts/slideLayout13.xml"/><Relationship Id="rId6" Type="http://schemas.openxmlformats.org/officeDocument/2006/relationships/chart" Target="../charts/chart22.xml"/><Relationship Id="rId5" Type="http://schemas.openxmlformats.org/officeDocument/2006/relationships/chart" Target="../charts/chart21.xml"/><Relationship Id="rId4" Type="http://schemas.openxmlformats.org/officeDocument/2006/relationships/chart" Target="../charts/chart20.xml"/><Relationship Id="rId9" Type="http://schemas.openxmlformats.org/officeDocument/2006/relationships/hyperlink" Target="https://docs.google.com/spreadsheets/d/1ivH9wkY9parBEuE6wzGWkYhJ6QlqfYleAvka-UH9X84/edit?usp=sharing" TargetMode="External"/></Relationships>
</file>

<file path=ppt/slides/_rels/slide46.xml.rels><?xml version="1.0" encoding="UTF-8" standalone="yes"?>
<Relationships xmlns="http://schemas.openxmlformats.org/package/2006/relationships"><Relationship Id="rId8" Type="http://schemas.openxmlformats.org/officeDocument/2006/relationships/image" Target="../media/image169.svg"/><Relationship Id="rId13" Type="http://schemas.microsoft.com/office/2007/relationships/diagramDrawing" Target="../diagrams/drawing2.xml"/><Relationship Id="rId18" Type="http://schemas.openxmlformats.org/officeDocument/2006/relationships/image" Target="../media/image174.png"/><Relationship Id="rId26" Type="http://schemas.openxmlformats.org/officeDocument/2006/relationships/image" Target="../media/image96.png"/><Relationship Id="rId3" Type="http://schemas.openxmlformats.org/officeDocument/2006/relationships/image" Target="../media/image164.png"/><Relationship Id="rId21" Type="http://schemas.openxmlformats.org/officeDocument/2006/relationships/image" Target="../media/image177.svg"/><Relationship Id="rId7" Type="http://schemas.openxmlformats.org/officeDocument/2006/relationships/image" Target="../media/image168.png"/><Relationship Id="rId12" Type="http://schemas.openxmlformats.org/officeDocument/2006/relationships/diagramColors" Target="../diagrams/colors2.xml"/><Relationship Id="rId17" Type="http://schemas.openxmlformats.org/officeDocument/2006/relationships/image" Target="../media/image173.svg"/><Relationship Id="rId25" Type="http://schemas.openxmlformats.org/officeDocument/2006/relationships/image" Target="../media/image181.svg"/><Relationship Id="rId2" Type="http://schemas.openxmlformats.org/officeDocument/2006/relationships/image" Target="../media/image163.png"/><Relationship Id="rId16" Type="http://schemas.openxmlformats.org/officeDocument/2006/relationships/image" Target="../media/image172.png"/><Relationship Id="rId20" Type="http://schemas.openxmlformats.org/officeDocument/2006/relationships/image" Target="../media/image176.png"/><Relationship Id="rId29" Type="http://schemas.openxmlformats.org/officeDocument/2006/relationships/image" Target="../media/image98.png"/><Relationship Id="rId1" Type="http://schemas.openxmlformats.org/officeDocument/2006/relationships/slideLayout" Target="../slideLayouts/slideLayout13.xml"/><Relationship Id="rId6" Type="http://schemas.openxmlformats.org/officeDocument/2006/relationships/image" Target="../media/image167.svg"/><Relationship Id="rId11" Type="http://schemas.openxmlformats.org/officeDocument/2006/relationships/diagramQuickStyle" Target="../diagrams/quickStyle2.xml"/><Relationship Id="rId24" Type="http://schemas.openxmlformats.org/officeDocument/2006/relationships/image" Target="../media/image180.png"/><Relationship Id="rId5" Type="http://schemas.openxmlformats.org/officeDocument/2006/relationships/image" Target="../media/image166.png"/><Relationship Id="rId15" Type="http://schemas.openxmlformats.org/officeDocument/2006/relationships/image" Target="../media/image171.svg"/><Relationship Id="rId23" Type="http://schemas.openxmlformats.org/officeDocument/2006/relationships/image" Target="../media/image179.svg"/><Relationship Id="rId28" Type="http://schemas.openxmlformats.org/officeDocument/2006/relationships/image" Target="../media/image115.png"/><Relationship Id="rId10" Type="http://schemas.openxmlformats.org/officeDocument/2006/relationships/diagramLayout" Target="../diagrams/layout2.xml"/><Relationship Id="rId19" Type="http://schemas.openxmlformats.org/officeDocument/2006/relationships/image" Target="../media/image175.svg"/><Relationship Id="rId4" Type="http://schemas.openxmlformats.org/officeDocument/2006/relationships/image" Target="../media/image165.svg"/><Relationship Id="rId9" Type="http://schemas.openxmlformats.org/officeDocument/2006/relationships/diagramData" Target="../diagrams/data2.xml"/><Relationship Id="rId14" Type="http://schemas.openxmlformats.org/officeDocument/2006/relationships/image" Target="../media/image170.png"/><Relationship Id="rId22" Type="http://schemas.openxmlformats.org/officeDocument/2006/relationships/image" Target="../media/image178.png"/><Relationship Id="rId27" Type="http://schemas.openxmlformats.org/officeDocument/2006/relationships/image" Target="../media/image97.png"/><Relationship Id="rId30" Type="http://schemas.openxmlformats.org/officeDocument/2006/relationships/image" Target="../media/image182.jpe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0E31B211-C27B-EA5D-38B4-63621D240110}"/>
              </a:ext>
            </a:extLst>
          </p:cNvPr>
          <p:cNvSpPr>
            <a:spLocks noGrp="1"/>
          </p:cNvSpPr>
          <p:nvPr>
            <p:ph type="body" sz="quarter" idx="11"/>
          </p:nvPr>
        </p:nvSpPr>
        <p:spPr>
          <a:xfrm>
            <a:off x="304210" y="3692117"/>
            <a:ext cx="4103688" cy="281995"/>
          </a:xfrm>
        </p:spPr>
        <p:txBody>
          <a:bodyPr>
            <a:normAutofit fontScale="92500" lnSpcReduction="20000"/>
          </a:bodyPr>
          <a:lstStyle/>
          <a:p>
            <a:pPr marL="0" indent="0">
              <a:buNone/>
            </a:pPr>
            <a:r>
              <a:rPr lang="en-US">
                <a:latin typeface="Arial" panose="020B0604020202020204" pitchFamily="34" charset="0"/>
                <a:cs typeface="Arial" panose="020B0604020202020204" pitchFamily="34" charset="0"/>
              </a:rPr>
              <a:t>Team </a:t>
            </a:r>
            <a:r>
              <a:rPr lang="en-US" err="1">
                <a:latin typeface="Arial" panose="020B0604020202020204" pitchFamily="34" charset="0"/>
                <a:cs typeface="Arial" panose="020B0604020202020204" pitchFamily="34" charset="0"/>
              </a:rPr>
              <a:t>HelLuminati</a:t>
            </a:r>
            <a:r>
              <a:rPr lang="en-US">
                <a:latin typeface="Arial" panose="020B0604020202020204" pitchFamily="34" charset="0"/>
                <a:cs typeface="Arial" panose="020B0604020202020204" pitchFamily="34" charset="0"/>
              </a:rPr>
              <a:t> | IIM Lucknow</a:t>
            </a:r>
          </a:p>
        </p:txBody>
      </p:sp>
      <p:sp>
        <p:nvSpPr>
          <p:cNvPr id="9" name="Text Placeholder 8">
            <a:extLst>
              <a:ext uri="{FF2B5EF4-FFF2-40B4-BE49-F238E27FC236}">
                <a16:creationId xmlns:a16="http://schemas.microsoft.com/office/drawing/2014/main" id="{3030E68A-B4BB-6C72-94B6-3B0BF76AD7A1}"/>
              </a:ext>
            </a:extLst>
          </p:cNvPr>
          <p:cNvSpPr>
            <a:spLocks noGrp="1"/>
          </p:cNvSpPr>
          <p:nvPr>
            <p:ph type="body" sz="quarter" idx="10"/>
          </p:nvPr>
        </p:nvSpPr>
        <p:spPr>
          <a:xfrm>
            <a:off x="304211" y="1456828"/>
            <a:ext cx="4976628" cy="2046039"/>
          </a:xfrm>
        </p:spPr>
        <p:txBody>
          <a:bodyPr anchor="ctr" anchorCtr="0">
            <a:normAutofit fontScale="85000" lnSpcReduction="20000"/>
          </a:bodyPr>
          <a:lstStyle/>
          <a:p>
            <a:pPr marL="0" indent="0">
              <a:buNone/>
            </a:pPr>
            <a:r>
              <a:rPr lang="en-US" err="1">
                <a:solidFill>
                  <a:srgbClr val="92D050"/>
                </a:solidFill>
              </a:rPr>
              <a:t>EcoDeliver</a:t>
            </a:r>
            <a:r>
              <a:rPr lang="en-US"/>
              <a:t> : Choosing sustainable last mile delivery, flexibly</a:t>
            </a:r>
          </a:p>
        </p:txBody>
      </p:sp>
      <p:graphicFrame>
        <p:nvGraphicFramePr>
          <p:cNvPr id="18" name="Table 17">
            <a:extLst>
              <a:ext uri="{FF2B5EF4-FFF2-40B4-BE49-F238E27FC236}">
                <a16:creationId xmlns:a16="http://schemas.microsoft.com/office/drawing/2014/main" id="{EAF75968-4269-2D43-B4FE-0B36FF1782D3}"/>
              </a:ext>
            </a:extLst>
          </p:cNvPr>
          <p:cNvGraphicFramePr>
            <a:graphicFrameLocks noGrp="1"/>
          </p:cNvGraphicFramePr>
          <p:nvPr>
            <p:extLst>
              <p:ext uri="{D42A27DB-BD31-4B8C-83A1-F6EECF244321}">
                <p14:modId xmlns:p14="http://schemas.microsoft.com/office/powerpoint/2010/main" val="4238190095"/>
              </p:ext>
            </p:extLst>
          </p:nvPr>
        </p:nvGraphicFramePr>
        <p:xfrm>
          <a:off x="304210" y="5243315"/>
          <a:ext cx="6093046" cy="1364839"/>
        </p:xfrm>
        <a:graphic>
          <a:graphicData uri="http://schemas.openxmlformats.org/drawingml/2006/table">
            <a:tbl>
              <a:tblPr/>
              <a:tblGrid>
                <a:gridCol w="880871">
                  <a:extLst>
                    <a:ext uri="{9D8B030D-6E8A-4147-A177-3AD203B41FA5}">
                      <a16:colId xmlns:a16="http://schemas.microsoft.com/office/drawing/2014/main" val="2177573315"/>
                    </a:ext>
                  </a:extLst>
                </a:gridCol>
                <a:gridCol w="1368548">
                  <a:extLst>
                    <a:ext uri="{9D8B030D-6E8A-4147-A177-3AD203B41FA5}">
                      <a16:colId xmlns:a16="http://schemas.microsoft.com/office/drawing/2014/main" val="264748905"/>
                    </a:ext>
                  </a:extLst>
                </a:gridCol>
                <a:gridCol w="1226634">
                  <a:extLst>
                    <a:ext uri="{9D8B030D-6E8A-4147-A177-3AD203B41FA5}">
                      <a16:colId xmlns:a16="http://schemas.microsoft.com/office/drawing/2014/main" val="2763726235"/>
                    </a:ext>
                  </a:extLst>
                </a:gridCol>
                <a:gridCol w="1305645">
                  <a:extLst>
                    <a:ext uri="{9D8B030D-6E8A-4147-A177-3AD203B41FA5}">
                      <a16:colId xmlns:a16="http://schemas.microsoft.com/office/drawing/2014/main" val="1019835175"/>
                    </a:ext>
                  </a:extLst>
                </a:gridCol>
                <a:gridCol w="1311348">
                  <a:extLst>
                    <a:ext uri="{9D8B030D-6E8A-4147-A177-3AD203B41FA5}">
                      <a16:colId xmlns:a16="http://schemas.microsoft.com/office/drawing/2014/main" val="978935856"/>
                    </a:ext>
                  </a:extLst>
                </a:gridCol>
              </a:tblGrid>
              <a:tr h="310993">
                <a:tc>
                  <a:txBody>
                    <a:bodyPr/>
                    <a:lstStyle/>
                    <a:p>
                      <a:pPr algn="ctr" fontAlgn="base"/>
                      <a:r>
                        <a:rPr lang="en-US" sz="900" b="1" i="0">
                          <a:solidFill>
                            <a:schemeClr val="bg1"/>
                          </a:solidFill>
                          <a:effectLst/>
                          <a:latin typeface="Arial" panose="020B0604020202020204" pitchFamily="34" charset="0"/>
                        </a:rPr>
                        <a:t>Member</a:t>
                      </a:r>
                      <a:endParaRPr lang="en-US" sz="2800" b="1" i="0">
                        <a:solidFill>
                          <a:schemeClr val="bg1"/>
                        </a:solidFill>
                        <a:effectLst/>
                      </a:endParaRPr>
                    </a:p>
                  </a:txBody>
                  <a:tcPr marL="76200" marR="76200" marT="38481" marB="38481" anchor="ctr">
                    <a:lnL w="1270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ase"/>
                      <a:r>
                        <a:rPr lang="en-US" sz="900" b="1" i="0">
                          <a:solidFill>
                            <a:schemeClr val="bg1"/>
                          </a:solidFill>
                          <a:effectLst/>
                          <a:latin typeface="Arial" panose="020B0604020202020204" pitchFamily="34" charset="0"/>
                        </a:rPr>
                        <a:t>Kripi Badonia</a:t>
                      </a:r>
                    </a:p>
                  </a:txBody>
                  <a:tcPr marL="76200" marR="76200" marT="38481" marB="38481"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ase"/>
                      <a:r>
                        <a:rPr lang="en-US" sz="900" b="1" i="0" kern="1200">
                          <a:solidFill>
                            <a:schemeClr val="bg1"/>
                          </a:solidFill>
                          <a:effectLst/>
                          <a:latin typeface="Arial" panose="020B0604020202020204" pitchFamily="34" charset="0"/>
                          <a:ea typeface="+mn-ea"/>
                          <a:cs typeface="+mn-cs"/>
                        </a:rPr>
                        <a:t>Kritika Prakash</a:t>
                      </a:r>
                    </a:p>
                  </a:txBody>
                  <a:tcPr marL="76200" marR="76200" marT="38481" marB="38481"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ase"/>
                      <a:r>
                        <a:rPr lang="en-US" sz="900" b="1" i="0">
                          <a:solidFill>
                            <a:schemeClr val="bg1"/>
                          </a:solidFill>
                          <a:effectLst/>
                          <a:latin typeface="Arial" panose="020B0604020202020204" pitchFamily="34" charset="0"/>
                          <a:cs typeface="Arial" panose="020B0604020202020204" pitchFamily="34" charset="0"/>
                        </a:rPr>
                        <a:t>Shivam Pathak</a:t>
                      </a:r>
                    </a:p>
                  </a:txBody>
                  <a:tcPr marL="76200" marR="76200" marT="38481" marB="38481"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ase"/>
                      <a:r>
                        <a:rPr lang="en-US" sz="900" b="1" i="0" kern="1200">
                          <a:solidFill>
                            <a:schemeClr val="bg1"/>
                          </a:solidFill>
                          <a:effectLst/>
                          <a:latin typeface="Arial" panose="020B0604020202020204" pitchFamily="34" charset="0"/>
                          <a:ea typeface="+mn-ea"/>
                          <a:cs typeface="+mn-cs"/>
                        </a:rPr>
                        <a:t>Manav Sehgal</a:t>
                      </a:r>
                    </a:p>
                  </a:txBody>
                  <a:tcPr marL="76200" marR="76200" marT="38481" marB="38481" anchor="ctr">
                    <a:lnL w="3175"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6764085"/>
                  </a:ext>
                </a:extLst>
              </a:tr>
              <a:tr h="310993">
                <a:tc>
                  <a:txBody>
                    <a:bodyPr/>
                    <a:lstStyle/>
                    <a:p>
                      <a:pPr algn="ctr" fontAlgn="base"/>
                      <a:r>
                        <a:rPr lang="en-US" sz="900" b="1" i="0">
                          <a:solidFill>
                            <a:schemeClr val="bg1"/>
                          </a:solidFill>
                          <a:effectLst/>
                          <a:latin typeface="Arial" panose="020B0604020202020204" pitchFamily="34" charset="0"/>
                        </a:rPr>
                        <a:t>Feathers​</a:t>
                      </a:r>
                      <a:endParaRPr lang="en-US" sz="1300" b="1" i="0">
                        <a:solidFill>
                          <a:schemeClr val="bg1"/>
                        </a:solidFill>
                        <a:effectLst/>
                      </a:endParaRPr>
                    </a:p>
                    <a:p>
                      <a:pPr marL="0" marR="0" lvl="0" indent="0" algn="ctr" defTabSz="914400" rtl="0" eaLnBrk="1" fontAlgn="base" latinLnBrk="0" hangingPunct="1">
                        <a:lnSpc>
                          <a:spcPct val="100000"/>
                        </a:lnSpc>
                        <a:spcBef>
                          <a:spcPts val="0"/>
                        </a:spcBef>
                        <a:spcAft>
                          <a:spcPts val="0"/>
                        </a:spcAft>
                        <a:buClrTx/>
                        <a:buSzTx/>
                        <a:buFontTx/>
                        <a:buNone/>
                        <a:tabLst/>
                        <a:defRPr/>
                      </a:pPr>
                      <a:r>
                        <a:rPr lang="en-US" sz="900" b="1" i="0">
                          <a:solidFill>
                            <a:schemeClr val="bg1"/>
                          </a:solidFill>
                          <a:effectLst/>
                          <a:latin typeface="Arial" panose="020B0604020202020204" pitchFamily="34" charset="0"/>
                        </a:rPr>
                        <a:t>pre-IIML</a:t>
                      </a:r>
                      <a:endParaRPr lang="en-US" sz="2800" b="1" i="0">
                        <a:solidFill>
                          <a:schemeClr val="bg1"/>
                        </a:solidFill>
                        <a:effectLst/>
                      </a:endParaRPr>
                    </a:p>
                  </a:txBody>
                  <a:tcPr marL="76200" marR="76200" marT="38481" marB="38481" anchor="ctr">
                    <a:lnL w="1270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ase"/>
                      <a:r>
                        <a:rPr lang="en-US" sz="900" b="1" i="0">
                          <a:solidFill>
                            <a:schemeClr val="bg1"/>
                          </a:solidFill>
                          <a:effectLst/>
                          <a:latin typeface="Arial" panose="020B0604020202020204" pitchFamily="34" charset="0"/>
                        </a:rPr>
                        <a:t>DTU, DCE</a:t>
                      </a:r>
                      <a:br>
                        <a:rPr lang="en-US" sz="900" b="1" i="0">
                          <a:solidFill>
                            <a:schemeClr val="bg1"/>
                          </a:solidFill>
                          <a:effectLst/>
                          <a:latin typeface="Arial" panose="020B0604020202020204" pitchFamily="34" charset="0"/>
                        </a:rPr>
                      </a:br>
                      <a:r>
                        <a:rPr lang="en-US" sz="900" b="1" i="0">
                          <a:solidFill>
                            <a:schemeClr val="bg1"/>
                          </a:solidFill>
                          <a:effectLst/>
                          <a:latin typeface="Arial" panose="020B0604020202020204" pitchFamily="34" charset="0"/>
                        </a:rPr>
                        <a:t>BCG</a:t>
                      </a:r>
                    </a:p>
                  </a:txBody>
                  <a:tcPr marL="76200" marR="76200" marT="38481" marB="38481"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ase"/>
                      <a:r>
                        <a:rPr lang="en-US" sz="900" b="1" i="0" kern="1200">
                          <a:solidFill>
                            <a:schemeClr val="bg1"/>
                          </a:solidFill>
                          <a:effectLst/>
                          <a:latin typeface="Arial" panose="020B0604020202020204" pitchFamily="34" charset="0"/>
                          <a:ea typeface="+mn-ea"/>
                          <a:cs typeface="+mn-cs"/>
                        </a:rPr>
                        <a:t>SNU</a:t>
                      </a:r>
                    </a:p>
                    <a:p>
                      <a:pPr algn="ctr" fontAlgn="base"/>
                      <a:r>
                        <a:rPr lang="en-US" sz="900" b="1" i="0" kern="1200">
                          <a:solidFill>
                            <a:schemeClr val="bg1"/>
                          </a:solidFill>
                          <a:effectLst/>
                          <a:latin typeface="Arial" panose="020B0604020202020204" pitchFamily="34" charset="0"/>
                          <a:ea typeface="+mn-ea"/>
                          <a:cs typeface="+mn-cs"/>
                        </a:rPr>
                        <a:t>American Express</a:t>
                      </a:r>
                    </a:p>
                  </a:txBody>
                  <a:tcPr marL="76200" marR="76200" marT="38481" marB="38481"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ase"/>
                      <a:r>
                        <a:rPr lang="en-US" sz="900" b="1" i="0">
                          <a:solidFill>
                            <a:schemeClr val="bg1"/>
                          </a:solidFill>
                          <a:effectLst/>
                          <a:latin typeface="Arial" panose="020B0604020202020204" pitchFamily="34" charset="0"/>
                          <a:cs typeface="Arial" panose="020B0604020202020204" pitchFamily="34" charset="0"/>
                        </a:rPr>
                        <a:t>MIT, Manipal</a:t>
                      </a:r>
                      <a:br>
                        <a:rPr lang="en-US" sz="900" b="1" i="0">
                          <a:solidFill>
                            <a:schemeClr val="bg1"/>
                          </a:solidFill>
                          <a:effectLst/>
                          <a:latin typeface="Arial" panose="020B0604020202020204" pitchFamily="34" charset="0"/>
                          <a:cs typeface="Arial" panose="020B0604020202020204" pitchFamily="34" charset="0"/>
                        </a:rPr>
                      </a:br>
                      <a:r>
                        <a:rPr lang="en-US" sz="900" b="1" i="0">
                          <a:solidFill>
                            <a:schemeClr val="bg1"/>
                          </a:solidFill>
                          <a:effectLst/>
                          <a:latin typeface="Arial" panose="020B0604020202020204" pitchFamily="34" charset="0"/>
                          <a:cs typeface="Arial" panose="020B0604020202020204" pitchFamily="34" charset="0"/>
                        </a:rPr>
                        <a:t>JLL​</a:t>
                      </a:r>
                    </a:p>
                  </a:txBody>
                  <a:tcPr marL="76200" marR="76200" marT="38481" marB="38481"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ase"/>
                      <a:r>
                        <a:rPr lang="en-US" sz="900" b="1" i="0" kern="1200">
                          <a:solidFill>
                            <a:schemeClr val="bg1"/>
                          </a:solidFill>
                          <a:effectLst/>
                          <a:latin typeface="Arial" panose="020B0604020202020204" pitchFamily="34" charset="0"/>
                          <a:ea typeface="+mn-ea"/>
                          <a:cs typeface="+mn-cs"/>
                        </a:rPr>
                        <a:t>Hansraj, DU</a:t>
                      </a:r>
                      <a:br>
                        <a:rPr lang="en-US" sz="900" b="1" i="0" kern="1200">
                          <a:solidFill>
                            <a:schemeClr val="bg1"/>
                          </a:solidFill>
                          <a:effectLst/>
                          <a:latin typeface="Arial" panose="020B0604020202020204" pitchFamily="34" charset="0"/>
                          <a:ea typeface="+mn-ea"/>
                          <a:cs typeface="+mn-cs"/>
                        </a:rPr>
                      </a:br>
                      <a:r>
                        <a:rPr lang="en-US" sz="900" b="1" i="0" kern="1200">
                          <a:solidFill>
                            <a:schemeClr val="bg1"/>
                          </a:solidFill>
                          <a:effectLst/>
                          <a:latin typeface="Arial" panose="020B0604020202020204" pitchFamily="34" charset="0"/>
                          <a:ea typeface="+mn-ea"/>
                          <a:cs typeface="+mn-cs"/>
                        </a:rPr>
                        <a:t>Bain</a:t>
                      </a:r>
                    </a:p>
                  </a:txBody>
                  <a:tcPr marL="76200" marR="76200" marT="38481" marB="38481" anchor="ctr">
                    <a:lnL w="3175"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49026325"/>
                  </a:ext>
                </a:extLst>
              </a:tr>
              <a:tr h="278901">
                <a:tc>
                  <a:txBody>
                    <a:bodyPr/>
                    <a:lstStyle/>
                    <a:p>
                      <a:pPr algn="ctr" fontAlgn="base"/>
                      <a:r>
                        <a:rPr lang="en-US" sz="900" b="1" i="0">
                          <a:solidFill>
                            <a:schemeClr val="bg1"/>
                          </a:solidFill>
                          <a:effectLst/>
                          <a:latin typeface="Arial" panose="020B0604020202020204" pitchFamily="34" charset="0"/>
                        </a:rPr>
                        <a:t>Summers @ IIML</a:t>
                      </a:r>
                      <a:r>
                        <a:rPr lang="en-US" sz="900" b="0" i="0">
                          <a:solidFill>
                            <a:schemeClr val="bg1"/>
                          </a:solidFill>
                          <a:effectLst/>
                          <a:latin typeface="Arial" panose="020B0604020202020204" pitchFamily="34" charset="0"/>
                        </a:rPr>
                        <a:t>​</a:t>
                      </a:r>
                      <a:endParaRPr lang="en-US" sz="1300" b="0" i="0">
                        <a:solidFill>
                          <a:schemeClr val="bg1"/>
                        </a:solidFill>
                        <a:effectLst/>
                      </a:endParaRPr>
                    </a:p>
                  </a:txBody>
                  <a:tcPr marL="76200" marR="76200" marT="38481" marB="38481" anchor="ctr">
                    <a:lnL w="1270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ase"/>
                      <a:r>
                        <a:rPr lang="en-US" sz="900" b="1" i="0">
                          <a:solidFill>
                            <a:schemeClr val="bg1"/>
                          </a:solidFill>
                          <a:effectLst/>
                          <a:latin typeface="Arial" panose="020B0604020202020204" pitchFamily="34" charset="0"/>
                        </a:rPr>
                        <a:t>BCG</a:t>
                      </a:r>
                      <a:endParaRPr lang="en-US" sz="1300" b="0" i="0">
                        <a:solidFill>
                          <a:schemeClr val="bg1"/>
                        </a:solidFill>
                        <a:effectLst/>
                      </a:endParaRPr>
                    </a:p>
                  </a:txBody>
                  <a:tcPr marL="76200" marR="76200" marT="38481" marB="38481"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ase"/>
                      <a:r>
                        <a:rPr lang="en-US" sz="900" b="1" i="0">
                          <a:solidFill>
                            <a:schemeClr val="bg1"/>
                          </a:solidFill>
                          <a:effectLst/>
                          <a:latin typeface="Arial" panose="020B0604020202020204" pitchFamily="34" charset="0"/>
                        </a:rPr>
                        <a:t>Auctus Advisors</a:t>
                      </a:r>
                      <a:endParaRPr lang="en-US" sz="1300" b="0" i="0">
                        <a:solidFill>
                          <a:schemeClr val="bg1"/>
                        </a:solidFill>
                        <a:effectLst/>
                      </a:endParaRPr>
                    </a:p>
                  </a:txBody>
                  <a:tcPr marL="76200" marR="76200" marT="38481" marB="38481"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ase"/>
                      <a:r>
                        <a:rPr lang="en-US" sz="900" b="1" i="0" kern="1200">
                          <a:solidFill>
                            <a:schemeClr val="bg1"/>
                          </a:solidFill>
                          <a:effectLst/>
                          <a:latin typeface="Arial" panose="020B0604020202020204" pitchFamily="34" charset="0"/>
                          <a:ea typeface="+mn-ea"/>
                          <a:cs typeface="+mn-cs"/>
                        </a:rPr>
                        <a:t>​Accenture Strategy</a:t>
                      </a:r>
                    </a:p>
                  </a:txBody>
                  <a:tcPr marL="76200" marR="76200" marT="38481" marB="38481"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ase"/>
                      <a:r>
                        <a:rPr lang="en-US" sz="900" b="1" i="0" kern="1200">
                          <a:solidFill>
                            <a:schemeClr val="bg1"/>
                          </a:solidFill>
                          <a:effectLst/>
                          <a:latin typeface="Arial" panose="020B0604020202020204" pitchFamily="34" charset="0"/>
                          <a:ea typeface="+mn-ea"/>
                          <a:cs typeface="+mn-cs"/>
                        </a:rPr>
                        <a:t>McKinsey</a:t>
                      </a:r>
                    </a:p>
                  </a:txBody>
                  <a:tcPr marL="76200" marR="76200" marT="38481" marB="38481" anchor="ctr">
                    <a:lnL w="3175"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25769031"/>
                  </a:ext>
                </a:extLst>
              </a:tr>
              <a:tr h="278901">
                <a:tc>
                  <a:txBody>
                    <a:bodyPr/>
                    <a:lstStyle/>
                    <a:p>
                      <a:pPr algn="ctr" fontAlgn="base"/>
                      <a:r>
                        <a:rPr lang="en-US" sz="900" b="1" i="0" kern="1200">
                          <a:solidFill>
                            <a:schemeClr val="bg1"/>
                          </a:solidFill>
                          <a:effectLst/>
                          <a:latin typeface="Arial" panose="020B0604020202020204" pitchFamily="34" charset="0"/>
                          <a:ea typeface="+mn-ea"/>
                          <a:cs typeface="+mn-cs"/>
                        </a:rPr>
                        <a:t>MBA Year 1 standouts</a:t>
                      </a:r>
                    </a:p>
                  </a:txBody>
                  <a:tcPr marL="76200" marR="76200" marT="38481" marB="38481" anchor="ctr">
                    <a:lnL w="1270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US" sz="900" b="1" i="0" kern="1200">
                          <a:solidFill>
                            <a:schemeClr val="bg1"/>
                          </a:solidFill>
                          <a:effectLst/>
                          <a:latin typeface="Arial" panose="020B0604020202020204" pitchFamily="34" charset="0"/>
                          <a:ea typeface="+mn-ea"/>
                          <a:cs typeface="+mn-cs"/>
                        </a:rPr>
                        <a:t>Consulting &amp; Strategy Club, Abhivyakti</a:t>
                      </a:r>
                    </a:p>
                  </a:txBody>
                  <a:tcPr marL="76200" marR="76200" marT="38481" marB="38481"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1097280" rtl="0" eaLnBrk="1" fontAlgn="base" latinLnBrk="0" hangingPunct="1">
                        <a:lnSpc>
                          <a:spcPct val="100000"/>
                        </a:lnSpc>
                        <a:spcBef>
                          <a:spcPts val="0"/>
                        </a:spcBef>
                        <a:spcAft>
                          <a:spcPts val="0"/>
                        </a:spcAft>
                        <a:buClrTx/>
                        <a:buSzTx/>
                        <a:buFontTx/>
                        <a:buNone/>
                        <a:tabLst/>
                        <a:defRPr/>
                      </a:pPr>
                      <a:r>
                        <a:rPr lang="en-US" sz="900" b="1" i="0" kern="1200">
                          <a:solidFill>
                            <a:schemeClr val="bg1"/>
                          </a:solidFill>
                          <a:effectLst/>
                          <a:latin typeface="Arial" panose="020B0604020202020204" pitchFamily="34" charset="0"/>
                          <a:ea typeface="+mn-ea"/>
                          <a:cs typeface="+mn-cs"/>
                        </a:rPr>
                        <a:t>Manfest-Varchasva</a:t>
                      </a:r>
                    </a:p>
                  </a:txBody>
                  <a:tcPr marL="76200" marR="76200" marT="38481" marB="38481"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US" sz="900" b="1" i="0" kern="1200">
                          <a:solidFill>
                            <a:schemeClr val="bg1"/>
                          </a:solidFill>
                          <a:effectLst/>
                          <a:latin typeface="Arial" panose="020B0604020202020204" pitchFamily="34" charset="0"/>
                          <a:ea typeface="+mn-ea"/>
                          <a:cs typeface="+mn-cs"/>
                        </a:rPr>
                        <a:t>Manfest-Varchasva</a:t>
                      </a:r>
                    </a:p>
                  </a:txBody>
                  <a:tcPr marL="76200" marR="76200" marT="38481" marB="38481"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1097280" rtl="0" eaLnBrk="1" fontAlgn="base" latinLnBrk="0" hangingPunct="1">
                        <a:lnSpc>
                          <a:spcPct val="100000"/>
                        </a:lnSpc>
                        <a:spcBef>
                          <a:spcPts val="0"/>
                        </a:spcBef>
                        <a:spcAft>
                          <a:spcPts val="0"/>
                        </a:spcAft>
                        <a:buClrTx/>
                        <a:buSzTx/>
                        <a:buFontTx/>
                        <a:buNone/>
                        <a:tabLst/>
                        <a:defRPr/>
                      </a:pPr>
                      <a:r>
                        <a:rPr lang="en-US" sz="900" b="1" i="1" kern="1200">
                          <a:solidFill>
                            <a:schemeClr val="bg1"/>
                          </a:solidFill>
                          <a:effectLst/>
                          <a:latin typeface="Arial" panose="020B0604020202020204" pitchFamily="34" charset="0"/>
                          <a:ea typeface="+mn-ea"/>
                          <a:cs typeface="+mn-cs"/>
                        </a:rPr>
                        <a:t>Yet to conquer!</a:t>
                      </a:r>
                    </a:p>
                  </a:txBody>
                  <a:tcPr marL="76200" marR="76200" marT="38481" marB="38481" anchor="ctr">
                    <a:lnL w="3175"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79709653"/>
                  </a:ext>
                </a:extLst>
              </a:tr>
            </a:tbl>
          </a:graphicData>
        </a:graphic>
      </p:graphicFrame>
      <p:sp>
        <p:nvSpPr>
          <p:cNvPr id="19" name="Rectangle 1">
            <a:extLst>
              <a:ext uri="{FF2B5EF4-FFF2-40B4-BE49-F238E27FC236}">
                <a16:creationId xmlns:a16="http://schemas.microsoft.com/office/drawing/2014/main" id="{3D51AF33-9095-E34A-A74D-79A7F4C03FA3}"/>
              </a:ext>
            </a:extLst>
          </p:cNvPr>
          <p:cNvSpPr>
            <a:spLocks noChangeArrowheads="1"/>
          </p:cNvSpPr>
          <p:nvPr/>
        </p:nvSpPr>
        <p:spPr bwMode="auto">
          <a:xfrm>
            <a:off x="1496220" y="2785056"/>
            <a:ext cx="8280124" cy="359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6200" tIns="38100" rIns="76200" bIns="3810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761970"/>
            <a:r>
              <a:rPr lang="en-US" altLang="en-US" sz="917">
                <a:solidFill>
                  <a:schemeClr val="bg1"/>
                </a:solidFill>
                <a:latin typeface="Times" pitchFamily="2" charset="0"/>
              </a:rPr>
              <a:t> </a:t>
            </a:r>
            <a:endParaRPr lang="en-US" altLang="en-US" sz="917">
              <a:solidFill>
                <a:schemeClr val="bg1"/>
              </a:solidFill>
            </a:endParaRPr>
          </a:p>
          <a:p>
            <a:pPr defTabSz="761970"/>
            <a:endParaRPr lang="en-US" altLang="en-US" sz="917">
              <a:solidFill>
                <a:schemeClr val="bg1"/>
              </a:solidFill>
            </a:endParaRPr>
          </a:p>
        </p:txBody>
      </p:sp>
      <p:grpSp>
        <p:nvGrpSpPr>
          <p:cNvPr id="29" name="Group 28">
            <a:extLst>
              <a:ext uri="{FF2B5EF4-FFF2-40B4-BE49-F238E27FC236}">
                <a16:creationId xmlns:a16="http://schemas.microsoft.com/office/drawing/2014/main" id="{7E0109DB-CBCD-9448-9851-06FA20107AC4}"/>
              </a:ext>
            </a:extLst>
          </p:cNvPr>
          <p:cNvGrpSpPr/>
          <p:nvPr/>
        </p:nvGrpSpPr>
        <p:grpSpPr>
          <a:xfrm>
            <a:off x="5462851" y="4596220"/>
            <a:ext cx="611372" cy="547587"/>
            <a:chOff x="8156556" y="3012670"/>
            <a:chExt cx="2327080" cy="2329568"/>
          </a:xfrm>
        </p:grpSpPr>
        <p:pic>
          <p:nvPicPr>
            <p:cNvPr id="30" name="Picture 3">
              <a:extLst>
                <a:ext uri="{FF2B5EF4-FFF2-40B4-BE49-F238E27FC236}">
                  <a16:creationId xmlns:a16="http://schemas.microsoft.com/office/drawing/2014/main" id="{C1E26E97-8D66-EC4E-802A-572948A66A29}"/>
                </a:ext>
              </a:extLst>
            </p:cNvPr>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rightnessContrast bright="20000"/>
                      </a14:imgEffect>
                    </a14:imgLayer>
                  </a14:imgProps>
                </a:ext>
              </a:extLst>
            </a:blip>
            <a:srcRect l="12351" r="12649"/>
            <a:stretch/>
          </p:blipFill>
          <p:spPr bwMode="auto">
            <a:xfrm>
              <a:off x="8156556" y="3015158"/>
              <a:ext cx="2327080" cy="2327080"/>
            </a:xfrm>
            <a:prstGeom prst="ellipse">
              <a:avLst/>
            </a:prstGeom>
            <a:noFill/>
            <a:ln w="9525">
              <a:noFill/>
              <a:miter lim="800000"/>
              <a:headEnd/>
              <a:tailEnd/>
            </a:ln>
            <a:effectLst/>
          </p:spPr>
        </p:pic>
        <p:sp>
          <p:nvSpPr>
            <p:cNvPr id="31" name="Oval 30">
              <a:extLst>
                <a:ext uri="{FF2B5EF4-FFF2-40B4-BE49-F238E27FC236}">
                  <a16:creationId xmlns:a16="http://schemas.microsoft.com/office/drawing/2014/main" id="{C5B8CEC6-47ED-BD4B-BFD8-3671F3EA2BA6}"/>
                </a:ext>
              </a:extLst>
            </p:cNvPr>
            <p:cNvSpPr/>
            <p:nvPr/>
          </p:nvSpPr>
          <p:spPr>
            <a:xfrm>
              <a:off x="8156559" y="3012670"/>
              <a:ext cx="2318658" cy="2318656"/>
            </a:xfrm>
            <a:prstGeom prst="ellipse">
              <a:avLst/>
            </a:prstGeom>
            <a:noFill/>
            <a:ln w="7620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pPr>
              <a:endParaRPr lang="en-US" sz="1500" kern="0">
                <a:solidFill>
                  <a:prstClr val="white">
                    <a:lumMod val="50000"/>
                  </a:prstClr>
                </a:solidFill>
                <a:latin typeface="Arial"/>
              </a:endParaRPr>
            </a:p>
          </p:txBody>
        </p:sp>
      </p:grpSp>
      <p:pic>
        <p:nvPicPr>
          <p:cNvPr id="4" name="Picture 3" descr="A person standing in a room&#10;&#10;Description automatically generated">
            <a:extLst>
              <a:ext uri="{FF2B5EF4-FFF2-40B4-BE49-F238E27FC236}">
                <a16:creationId xmlns:a16="http://schemas.microsoft.com/office/drawing/2014/main" id="{97E54252-79C7-5238-4DA1-43199515C118}"/>
              </a:ext>
            </a:extLst>
          </p:cNvPr>
          <p:cNvPicPr>
            <a:picLocks noChangeAspect="1"/>
          </p:cNvPicPr>
          <p:nvPr/>
        </p:nvPicPr>
        <p:blipFill rotWithShape="1">
          <a:blip r:embed="rId4">
            <a:extLst>
              <a:ext uri="{28A0092B-C50C-407E-A947-70E740481C1C}">
                <a14:useLocalDpi xmlns:a14="http://schemas.microsoft.com/office/drawing/2010/main" val="0"/>
              </a:ext>
            </a:extLst>
          </a:blip>
          <a:srcRect l="17135" t="26435" r="27268" b="26808"/>
          <a:stretch/>
        </p:blipFill>
        <p:spPr>
          <a:xfrm rot="5400000">
            <a:off x="3976023" y="4291506"/>
            <a:ext cx="980762" cy="781200"/>
          </a:xfrm>
          <a:prstGeom prst="rect">
            <a:avLst/>
          </a:prstGeom>
          <a:ln>
            <a:solidFill>
              <a:schemeClr val="bg1"/>
            </a:solidFill>
          </a:ln>
        </p:spPr>
      </p:pic>
      <p:pic>
        <p:nvPicPr>
          <p:cNvPr id="6" name="Picture 5">
            <a:extLst>
              <a:ext uri="{FF2B5EF4-FFF2-40B4-BE49-F238E27FC236}">
                <a16:creationId xmlns:a16="http://schemas.microsoft.com/office/drawing/2014/main" id="{DB32C0B5-497C-92F9-1BE2-86A7F879A8CC}"/>
              </a:ext>
            </a:extLst>
          </p:cNvPr>
          <p:cNvPicPr>
            <a:picLocks noChangeAspect="1"/>
          </p:cNvPicPr>
          <p:nvPr/>
        </p:nvPicPr>
        <p:blipFill>
          <a:blip r:embed="rId5"/>
          <a:stretch>
            <a:fillRect/>
          </a:stretch>
        </p:blipFill>
        <p:spPr>
          <a:xfrm>
            <a:off x="5167970" y="4191725"/>
            <a:ext cx="936623" cy="966837"/>
          </a:xfrm>
          <a:prstGeom prst="rect">
            <a:avLst/>
          </a:prstGeom>
          <a:ln>
            <a:solidFill>
              <a:schemeClr val="bg1"/>
            </a:solidFill>
          </a:ln>
        </p:spPr>
      </p:pic>
      <p:pic>
        <p:nvPicPr>
          <p:cNvPr id="8" name="Picture 7" descr="A person with long hair&#10;&#10;Description automatically generated">
            <a:extLst>
              <a:ext uri="{FF2B5EF4-FFF2-40B4-BE49-F238E27FC236}">
                <a16:creationId xmlns:a16="http://schemas.microsoft.com/office/drawing/2014/main" id="{ACBD461B-C80B-B6EA-7D74-E60F62B78FE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496220" y="4234809"/>
            <a:ext cx="738489" cy="909251"/>
          </a:xfrm>
          <a:prstGeom prst="rect">
            <a:avLst/>
          </a:prstGeom>
          <a:ln>
            <a:solidFill>
              <a:schemeClr val="bg1"/>
            </a:solidFill>
          </a:ln>
        </p:spPr>
      </p:pic>
      <p:pic>
        <p:nvPicPr>
          <p:cNvPr id="11" name="Picture 10" descr="A person sitting in a chair&#10;&#10;Description automatically generated">
            <a:extLst>
              <a:ext uri="{FF2B5EF4-FFF2-40B4-BE49-F238E27FC236}">
                <a16:creationId xmlns:a16="http://schemas.microsoft.com/office/drawing/2014/main" id="{FD6AF8A9-C5BC-B8F1-2370-F4BF1E67186D}"/>
              </a:ext>
            </a:extLst>
          </p:cNvPr>
          <p:cNvPicPr>
            <a:picLocks noChangeAspect="1"/>
          </p:cNvPicPr>
          <p:nvPr/>
        </p:nvPicPr>
        <p:blipFill rotWithShape="1">
          <a:blip r:embed="rId7">
            <a:extLst>
              <a:ext uri="{28A0092B-C50C-407E-A947-70E740481C1C}">
                <a14:useLocalDpi xmlns:a14="http://schemas.microsoft.com/office/drawing/2010/main" val="0"/>
              </a:ext>
            </a:extLst>
          </a:blip>
          <a:srcRect l="24553" t="15942" r="1" b="15151"/>
          <a:stretch/>
        </p:blipFill>
        <p:spPr>
          <a:xfrm>
            <a:off x="2740638" y="4233906"/>
            <a:ext cx="828095" cy="907336"/>
          </a:xfrm>
          <a:prstGeom prst="rect">
            <a:avLst/>
          </a:prstGeom>
          <a:ln>
            <a:solidFill>
              <a:schemeClr val="bg1"/>
            </a:solidFill>
          </a:ln>
        </p:spPr>
      </p:pic>
    </p:spTree>
    <p:extLst>
      <p:ext uri="{BB962C8B-B14F-4D97-AF65-F5344CB8AC3E}">
        <p14:creationId xmlns:p14="http://schemas.microsoft.com/office/powerpoint/2010/main" val="150213002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78617" y="121491"/>
            <a:ext cx="11972473" cy="627684"/>
          </a:xfrm>
        </p:spPr>
        <p:txBody>
          <a:bodyPr vert="horz" lIns="91440" tIns="45720" rIns="91440" bIns="45720" rtlCol="0" anchor="t">
            <a:noAutofit/>
          </a:bodyPr>
          <a:lstStyle/>
          <a:p>
            <a:pPr marL="0" indent="0">
              <a:buNone/>
            </a:pPr>
            <a:r>
              <a:rPr lang="en-US" sz="2000">
                <a:latin typeface="Calibri" panose="020F0502020204030204" pitchFamily="34" charset="0"/>
                <a:cs typeface="Calibri" panose="020F0502020204030204" pitchFamily="34" charset="0"/>
              </a:rPr>
              <a:t>Problems of LMD</a:t>
            </a:r>
            <a:br>
              <a:rPr lang="en-US" sz="2000">
                <a:latin typeface="Calibri" panose="020F0502020204030204" pitchFamily="34" charset="0"/>
                <a:cs typeface="Calibri" panose="020F0502020204030204" pitchFamily="34" charset="0"/>
              </a:rPr>
            </a:br>
            <a:r>
              <a:rPr lang="en-US" sz="2000">
                <a:latin typeface="Calibri" panose="020F0502020204030204" pitchFamily="34" charset="0"/>
                <a:cs typeface="Calibri" panose="020F0502020204030204" pitchFamily="34" charset="0"/>
              </a:rPr>
              <a:t>Story of one parcel -&gt; all the problems it faces/creates</a:t>
            </a:r>
          </a:p>
        </p:txBody>
      </p:sp>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sp>
        <p:nvSpPr>
          <p:cNvPr id="94" name="TextBox 93">
            <a:extLst>
              <a:ext uri="{FF2B5EF4-FFF2-40B4-BE49-F238E27FC236}">
                <a16:creationId xmlns:a16="http://schemas.microsoft.com/office/drawing/2014/main" id="{303843DF-C3F6-7C48-985A-918B2A87D688}"/>
              </a:ext>
            </a:extLst>
          </p:cNvPr>
          <p:cNvSpPr txBox="1"/>
          <p:nvPr/>
        </p:nvSpPr>
        <p:spPr>
          <a:xfrm>
            <a:off x="78617" y="5925607"/>
            <a:ext cx="6512154" cy="215444"/>
          </a:xfrm>
          <a:prstGeom prst="rect">
            <a:avLst/>
          </a:prstGeom>
          <a:noFill/>
          <a:ln>
            <a:noFill/>
          </a:ln>
        </p:spPr>
        <p:txBody>
          <a:bodyPr wrap="square" rtlCol="0">
            <a:spAutoFit/>
          </a:bodyPr>
          <a:lstStyle/>
          <a:p>
            <a:r>
              <a:rPr lang="en-US" sz="800"/>
              <a:t>1. KPMG Report 2. </a:t>
            </a:r>
            <a:r>
              <a:rPr lang="en-US" sz="800" err="1"/>
              <a:t>iPAC</a:t>
            </a:r>
            <a:r>
              <a:rPr lang="en-US" sz="800"/>
              <a:t> 3. WEF Analysis 4. Statista 5. Bain Analysis</a:t>
            </a:r>
          </a:p>
        </p:txBody>
      </p:sp>
      <p:sp>
        <p:nvSpPr>
          <p:cNvPr id="19" name="Rectangle 18">
            <a:extLst>
              <a:ext uri="{FF2B5EF4-FFF2-40B4-BE49-F238E27FC236}">
                <a16:creationId xmlns:a16="http://schemas.microsoft.com/office/drawing/2014/main" id="{63A5F461-DD76-114C-B140-FF228ACBFA87}"/>
              </a:ext>
            </a:extLst>
          </p:cNvPr>
          <p:cNvSpPr/>
          <p:nvPr/>
        </p:nvSpPr>
        <p:spPr>
          <a:xfrm>
            <a:off x="159025" y="5108466"/>
            <a:ext cx="3082940" cy="814118"/>
          </a:xfrm>
          <a:prstGeom prst="rect">
            <a:avLst/>
          </a:prstGeom>
          <a:solidFill>
            <a:srgbClr val="582BD0"/>
          </a:solidFill>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t>E-retail is expected to grow 4x by 2025 &amp; online shoppers 3x</a:t>
            </a:r>
            <a:r>
              <a:rPr lang="en-US" sz="1400" baseline="30000"/>
              <a:t>4</a:t>
            </a:r>
            <a:r>
              <a:rPr lang="en-US" sz="1400"/>
              <a:t>, further aggravating the LMD problems of today.</a:t>
            </a:r>
          </a:p>
        </p:txBody>
      </p:sp>
      <p:sp>
        <p:nvSpPr>
          <p:cNvPr id="20" name="Rectangle 19">
            <a:extLst>
              <a:ext uri="{FF2B5EF4-FFF2-40B4-BE49-F238E27FC236}">
                <a16:creationId xmlns:a16="http://schemas.microsoft.com/office/drawing/2014/main" id="{273C7A3D-A3CF-E44B-9905-87ACA5E9E9C6}"/>
              </a:ext>
            </a:extLst>
          </p:cNvPr>
          <p:cNvSpPr/>
          <p:nvPr/>
        </p:nvSpPr>
        <p:spPr>
          <a:xfrm>
            <a:off x="3317070" y="5108095"/>
            <a:ext cx="1909407" cy="814118"/>
          </a:xfrm>
          <a:prstGeom prst="rect">
            <a:avLst/>
          </a:prstGeom>
          <a:solidFill>
            <a:schemeClr val="accent1">
              <a:lumMod val="75000"/>
            </a:schemeClr>
          </a:solidFill>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Multiple deliveries, Multiple companies, &amp; Multiple delivery people </a:t>
            </a:r>
          </a:p>
          <a:p>
            <a:pPr algn="ctr"/>
            <a:r>
              <a:rPr lang="en-US" sz="1200" b="1"/>
              <a:t>One Home</a:t>
            </a:r>
          </a:p>
        </p:txBody>
      </p:sp>
      <p:sp>
        <p:nvSpPr>
          <p:cNvPr id="21" name="Rectangle 20">
            <a:extLst>
              <a:ext uri="{FF2B5EF4-FFF2-40B4-BE49-F238E27FC236}">
                <a16:creationId xmlns:a16="http://schemas.microsoft.com/office/drawing/2014/main" id="{53835B73-DF4D-4B49-B75A-4AB08E79E48D}"/>
              </a:ext>
            </a:extLst>
          </p:cNvPr>
          <p:cNvSpPr/>
          <p:nvPr/>
        </p:nvSpPr>
        <p:spPr>
          <a:xfrm>
            <a:off x="5331251" y="5108095"/>
            <a:ext cx="1723900" cy="814118"/>
          </a:xfrm>
          <a:prstGeom prst="rect">
            <a:avLst/>
          </a:prstGeom>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sz="1050" i="0" u="none" strike="noStrike" kern="1200" cap="none" spc="0" normalizeH="0" baseline="0" noProof="0">
                <a:ln>
                  <a:noFill/>
                </a:ln>
                <a:effectLst/>
                <a:uLnTx/>
                <a:uFillTx/>
                <a:latin typeface="Calibri"/>
                <a:ea typeface="+mn-ea"/>
                <a:cs typeface="Verdana" panose="020B0604030504040204" pitchFamily="34" charset="0"/>
              </a:rPr>
              <a:t>LMD vehicles will emit extra 6Mt CO2 by 2030, adding pressure on national decarbonization targets</a:t>
            </a:r>
            <a:r>
              <a:rPr kumimoji="0" lang="en-US" sz="1050" i="0" u="none" strike="noStrike" kern="1200" cap="none" spc="0" normalizeH="0" baseline="30000" noProof="0">
                <a:ln>
                  <a:noFill/>
                </a:ln>
                <a:effectLst/>
                <a:uLnTx/>
                <a:uFillTx/>
                <a:latin typeface="Calibri"/>
                <a:ea typeface="+mn-ea"/>
                <a:cs typeface="Verdana" panose="020B0604030504040204" pitchFamily="34" charset="0"/>
              </a:rPr>
              <a:t>3</a:t>
            </a:r>
            <a:r>
              <a:rPr kumimoji="0" lang="en-US" sz="1050" i="0" u="none" strike="noStrike" kern="1200" cap="none" spc="0" normalizeH="0" baseline="0" noProof="0">
                <a:ln>
                  <a:noFill/>
                </a:ln>
                <a:effectLst/>
                <a:uLnTx/>
                <a:uFillTx/>
                <a:latin typeface="Calibri"/>
                <a:ea typeface="+mn-ea"/>
                <a:cs typeface="Verdana" panose="020B0604030504040204" pitchFamily="34" charset="0"/>
              </a:rPr>
              <a:t> </a:t>
            </a:r>
          </a:p>
        </p:txBody>
      </p:sp>
      <p:sp>
        <p:nvSpPr>
          <p:cNvPr id="23" name="Rectangle 22">
            <a:extLst>
              <a:ext uri="{FF2B5EF4-FFF2-40B4-BE49-F238E27FC236}">
                <a16:creationId xmlns:a16="http://schemas.microsoft.com/office/drawing/2014/main" id="{F21B019F-258A-6B47-9383-1A6C44A601E6}"/>
              </a:ext>
            </a:extLst>
          </p:cNvPr>
          <p:cNvSpPr/>
          <p:nvPr/>
        </p:nvSpPr>
        <p:spPr>
          <a:xfrm>
            <a:off x="7152257" y="5115159"/>
            <a:ext cx="1765412" cy="814118"/>
          </a:xfrm>
          <a:prstGeom prst="rect">
            <a:avLst/>
          </a:prstGeom>
          <a:solidFill>
            <a:srgbClr val="009193"/>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200" b="1">
                <a:solidFill>
                  <a:schemeClr val="bg1"/>
                </a:solidFill>
                <a:latin typeface="Calibri"/>
                <a:cs typeface="Verdana" panose="020B0604030504040204" pitchFamily="34" charset="0"/>
              </a:rPr>
              <a:t>26% profit erosion </a:t>
            </a:r>
            <a:r>
              <a:rPr lang="en-US" sz="1200">
                <a:solidFill>
                  <a:schemeClr val="bg1"/>
                </a:solidFill>
                <a:latin typeface="Calibri"/>
                <a:cs typeface="Verdana" panose="020B0604030504040204" pitchFamily="34" charset="0"/>
              </a:rPr>
              <a:t>as only 1% customers ready to absorb LMD cost</a:t>
            </a:r>
            <a:r>
              <a:rPr lang="en-US" sz="1200" baseline="30000">
                <a:solidFill>
                  <a:schemeClr val="bg1"/>
                </a:solidFill>
                <a:latin typeface="Calibri"/>
                <a:cs typeface="Verdana" panose="020B0604030504040204" pitchFamily="34" charset="0"/>
              </a:rPr>
              <a:t>1</a:t>
            </a:r>
            <a:endParaRPr kumimoji="0" lang="en-US" sz="1200" i="0" u="none" strike="noStrike" kern="1200" cap="none" spc="0" normalizeH="0" baseline="30000" noProof="0">
              <a:ln>
                <a:noFill/>
              </a:ln>
              <a:solidFill>
                <a:schemeClr val="bg1"/>
              </a:solidFill>
              <a:effectLst/>
              <a:uLnTx/>
              <a:uFillTx/>
              <a:latin typeface="Calibri"/>
              <a:ea typeface="+mn-ea"/>
              <a:cs typeface="Verdana" panose="020B0604030504040204" pitchFamily="34" charset="0"/>
            </a:endParaRPr>
          </a:p>
        </p:txBody>
      </p:sp>
      <p:sp>
        <p:nvSpPr>
          <p:cNvPr id="86" name="Rectangle 85">
            <a:extLst>
              <a:ext uri="{FF2B5EF4-FFF2-40B4-BE49-F238E27FC236}">
                <a16:creationId xmlns:a16="http://schemas.microsoft.com/office/drawing/2014/main" id="{5CDA3A72-AF91-6F88-DF46-7C3D56CC441A}"/>
              </a:ext>
            </a:extLst>
          </p:cNvPr>
          <p:cNvSpPr/>
          <p:nvPr/>
        </p:nvSpPr>
        <p:spPr>
          <a:xfrm>
            <a:off x="9010934" y="827617"/>
            <a:ext cx="3034958" cy="5083142"/>
          </a:xfrm>
          <a:prstGeom prst="rect">
            <a:avLst/>
          </a:prstGeom>
          <a:noFill/>
          <a:ln w="1270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p>
        </p:txBody>
      </p:sp>
      <p:sp>
        <p:nvSpPr>
          <p:cNvPr id="113" name="TextBox 112">
            <a:extLst>
              <a:ext uri="{FF2B5EF4-FFF2-40B4-BE49-F238E27FC236}">
                <a16:creationId xmlns:a16="http://schemas.microsoft.com/office/drawing/2014/main" id="{A11B3211-37FB-CDD8-E745-97E59E92D361}"/>
              </a:ext>
            </a:extLst>
          </p:cNvPr>
          <p:cNvSpPr txBox="1"/>
          <p:nvPr/>
        </p:nvSpPr>
        <p:spPr>
          <a:xfrm>
            <a:off x="9166892" y="742787"/>
            <a:ext cx="2660083" cy="265648"/>
          </a:xfrm>
          <a:prstGeom prst="rect">
            <a:avLst/>
          </a:prstGeom>
          <a:solidFill>
            <a:schemeClr val="bg1"/>
          </a:solidFill>
          <a:ln>
            <a:noFill/>
          </a:ln>
        </p:spPr>
        <p:txBody>
          <a:bodyPr wrap="none" lIns="0" tIns="0" rIns="0" bIns="0" rtlCol="0">
            <a:noAutofit/>
          </a:bodyPr>
          <a:lstStyle/>
          <a:p>
            <a:pPr algn="ctr" defTabSz="190492">
              <a:spcAft>
                <a:spcPts val="1000"/>
              </a:spcAft>
            </a:pPr>
            <a:r>
              <a:rPr lang="en-US" sz="1400" b="1">
                <a:latin typeface="Calibri" panose="020F0502020204030204" pitchFamily="34" charset="0"/>
                <a:cs typeface="Calibri" panose="020F0502020204030204" pitchFamily="34" charset="0"/>
              </a:rPr>
              <a:t>How-To-Win: </a:t>
            </a:r>
            <a:r>
              <a:rPr lang="en-US" sz="1400" b="1" err="1">
                <a:latin typeface="Calibri" panose="020F0502020204030204" pitchFamily="34" charset="0"/>
                <a:cs typeface="Calibri" panose="020F0502020204030204" pitchFamily="34" charset="0"/>
              </a:rPr>
              <a:t>EcoDeliver’s</a:t>
            </a:r>
            <a:r>
              <a:rPr lang="en-US" sz="1400" b="1">
                <a:latin typeface="Calibri" panose="020F0502020204030204" pitchFamily="34" charset="0"/>
                <a:cs typeface="Calibri" panose="020F0502020204030204" pitchFamily="34" charset="0"/>
              </a:rPr>
              <a:t> strategy </a:t>
            </a:r>
          </a:p>
        </p:txBody>
      </p:sp>
      <p:sp>
        <p:nvSpPr>
          <p:cNvPr id="118" name="TextBox 117">
            <a:extLst>
              <a:ext uri="{FF2B5EF4-FFF2-40B4-BE49-F238E27FC236}">
                <a16:creationId xmlns:a16="http://schemas.microsoft.com/office/drawing/2014/main" id="{22E91A4D-8370-2784-9DC8-D9766E446F63}"/>
              </a:ext>
            </a:extLst>
          </p:cNvPr>
          <p:cNvSpPr txBox="1"/>
          <p:nvPr/>
        </p:nvSpPr>
        <p:spPr>
          <a:xfrm>
            <a:off x="10981342" y="557591"/>
            <a:ext cx="1132041" cy="261610"/>
          </a:xfrm>
          <a:prstGeom prst="rect">
            <a:avLst/>
          </a:prstGeom>
          <a:noFill/>
        </p:spPr>
        <p:txBody>
          <a:bodyPr wrap="none" rtlCol="0">
            <a:spAutoFit/>
          </a:bodyPr>
          <a:lstStyle/>
          <a:p>
            <a:r>
              <a:rPr lang="en-US" sz="1100" i="1">
                <a:solidFill>
                  <a:schemeClr val="bg2">
                    <a:lumMod val="50000"/>
                  </a:schemeClr>
                </a:solidFill>
              </a:rPr>
              <a:t>Deep dive ahead</a:t>
            </a:r>
          </a:p>
        </p:txBody>
      </p:sp>
      <p:sp>
        <p:nvSpPr>
          <p:cNvPr id="150" name="Oval 20">
            <a:extLst>
              <a:ext uri="{FF2B5EF4-FFF2-40B4-BE49-F238E27FC236}">
                <a16:creationId xmlns:a16="http://schemas.microsoft.com/office/drawing/2014/main" id="{7E1D011C-B8CC-BE45-9E51-27817A151D03}"/>
              </a:ext>
            </a:extLst>
          </p:cNvPr>
          <p:cNvSpPr>
            <a:spLocks noChangeArrowheads="1"/>
          </p:cNvSpPr>
          <p:nvPr/>
        </p:nvSpPr>
        <p:spPr bwMode="auto">
          <a:xfrm>
            <a:off x="9094732" y="1055889"/>
            <a:ext cx="265407" cy="270772"/>
          </a:xfrm>
          <a:prstGeom prst="ellipse">
            <a:avLst/>
          </a:prstGeom>
          <a:solidFill>
            <a:schemeClr val="accent1">
              <a:lumMod val="75000"/>
            </a:schemeClr>
          </a:solidFill>
          <a:ln>
            <a:noFill/>
          </a:ln>
        </p:spPr>
        <p:txBody>
          <a:bodyPr vert="horz" wrap="square" lIns="0" tIns="0" rIns="0" bIns="0" numCol="1" anchor="ctr" anchorCtr="0" compatLnSpc="1">
            <a:prstTxWarp prst="textNoShape">
              <a:avLst/>
            </a:prstTxWarp>
          </a:bodyPr>
          <a:lstStyle/>
          <a:p>
            <a:pPr algn="ctr"/>
            <a:r>
              <a:rPr lang="en-US" sz="1400" b="1">
                <a:solidFill>
                  <a:srgbClr val="FFFFFF"/>
                </a:solidFill>
              </a:rPr>
              <a:t>1</a:t>
            </a:r>
          </a:p>
        </p:txBody>
      </p:sp>
      <p:sp>
        <p:nvSpPr>
          <p:cNvPr id="151" name="TextBox 150">
            <a:extLst>
              <a:ext uri="{FF2B5EF4-FFF2-40B4-BE49-F238E27FC236}">
                <a16:creationId xmlns:a16="http://schemas.microsoft.com/office/drawing/2014/main" id="{FBEBF4DF-8A88-AB8C-6625-FA314F84D26E}"/>
              </a:ext>
            </a:extLst>
          </p:cNvPr>
          <p:cNvSpPr txBox="1"/>
          <p:nvPr/>
        </p:nvSpPr>
        <p:spPr>
          <a:xfrm>
            <a:off x="9326911" y="971749"/>
            <a:ext cx="2700307" cy="492443"/>
          </a:xfrm>
          <a:prstGeom prst="rect">
            <a:avLst/>
          </a:prstGeom>
          <a:noFill/>
        </p:spPr>
        <p:txBody>
          <a:bodyPr wrap="square" rtlCol="0">
            <a:spAutoFit/>
          </a:bodyPr>
          <a:lstStyle/>
          <a:p>
            <a:r>
              <a:rPr lang="en-US" sz="1300" b="1"/>
              <a:t>Unlocking value through operational excellence and interventions</a:t>
            </a:r>
          </a:p>
        </p:txBody>
      </p:sp>
      <p:sp>
        <p:nvSpPr>
          <p:cNvPr id="155" name="Rounded Rectangle 154">
            <a:extLst>
              <a:ext uri="{FF2B5EF4-FFF2-40B4-BE49-F238E27FC236}">
                <a16:creationId xmlns:a16="http://schemas.microsoft.com/office/drawing/2014/main" id="{87DCF1D7-5FA6-D95A-EFBA-2309BDEEE7DA}"/>
              </a:ext>
            </a:extLst>
          </p:cNvPr>
          <p:cNvSpPr/>
          <p:nvPr/>
        </p:nvSpPr>
        <p:spPr>
          <a:xfrm>
            <a:off x="9615625" y="1869313"/>
            <a:ext cx="2307319" cy="254638"/>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latin typeface="Calibri" panose="020F0502020204030204" pitchFamily="34" charset="0"/>
                <a:cs typeface="Calibri" panose="020F0502020204030204" pitchFamily="34" charset="0"/>
              </a:rPr>
              <a:t>Fleet Outsourcing</a:t>
            </a:r>
          </a:p>
        </p:txBody>
      </p:sp>
      <p:sp>
        <p:nvSpPr>
          <p:cNvPr id="156" name="Rounded Rectangle 155">
            <a:extLst>
              <a:ext uri="{FF2B5EF4-FFF2-40B4-BE49-F238E27FC236}">
                <a16:creationId xmlns:a16="http://schemas.microsoft.com/office/drawing/2014/main" id="{846801BB-13D0-3C59-A019-AD1EA27200C8}"/>
              </a:ext>
            </a:extLst>
          </p:cNvPr>
          <p:cNvSpPr/>
          <p:nvPr/>
        </p:nvSpPr>
        <p:spPr>
          <a:xfrm>
            <a:off x="9610254" y="1536070"/>
            <a:ext cx="2313902" cy="251270"/>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latin typeface="Calibri" panose="020F0502020204030204" pitchFamily="34" charset="0"/>
                <a:cs typeface="Calibri" panose="020F0502020204030204" pitchFamily="34" charset="0"/>
              </a:rPr>
              <a:t>Establishing P2P system</a:t>
            </a:r>
          </a:p>
        </p:txBody>
      </p:sp>
      <p:grpSp>
        <p:nvGrpSpPr>
          <p:cNvPr id="238" name="Group 237">
            <a:extLst>
              <a:ext uri="{FF2B5EF4-FFF2-40B4-BE49-F238E27FC236}">
                <a16:creationId xmlns:a16="http://schemas.microsoft.com/office/drawing/2014/main" id="{C682F803-8075-C571-0F78-BA3D2871AE9F}"/>
              </a:ext>
            </a:extLst>
          </p:cNvPr>
          <p:cNvGrpSpPr/>
          <p:nvPr/>
        </p:nvGrpSpPr>
        <p:grpSpPr>
          <a:xfrm>
            <a:off x="9023852" y="4408180"/>
            <a:ext cx="1451103" cy="1677264"/>
            <a:chOff x="9117955" y="4762958"/>
            <a:chExt cx="1881532" cy="2108774"/>
          </a:xfrm>
        </p:grpSpPr>
        <p:grpSp>
          <p:nvGrpSpPr>
            <p:cNvPr id="240" name="Group 239">
              <a:extLst>
                <a:ext uri="{FF2B5EF4-FFF2-40B4-BE49-F238E27FC236}">
                  <a16:creationId xmlns:a16="http://schemas.microsoft.com/office/drawing/2014/main" id="{C756A9F3-C444-51E3-98E9-F7A90176949E}"/>
                </a:ext>
              </a:extLst>
            </p:cNvPr>
            <p:cNvGrpSpPr/>
            <p:nvPr/>
          </p:nvGrpSpPr>
          <p:grpSpPr>
            <a:xfrm>
              <a:off x="9117955" y="4762958"/>
              <a:ext cx="1466414" cy="1442611"/>
              <a:chOff x="1092361" y="809181"/>
              <a:chExt cx="5327285" cy="5252209"/>
            </a:xfrm>
          </p:grpSpPr>
          <p:sp>
            <p:nvSpPr>
              <p:cNvPr id="247" name="Freeform 5">
                <a:extLst>
                  <a:ext uri="{FF2B5EF4-FFF2-40B4-BE49-F238E27FC236}">
                    <a16:creationId xmlns:a16="http://schemas.microsoft.com/office/drawing/2014/main" id="{5C83CB0F-2E0E-1AA9-8889-5F47D517C87B}"/>
                  </a:ext>
                </a:extLst>
              </p:cNvPr>
              <p:cNvSpPr>
                <a:spLocks/>
              </p:cNvSpPr>
              <p:nvPr/>
            </p:nvSpPr>
            <p:spPr bwMode="auto">
              <a:xfrm rot="2419960">
                <a:off x="2444266" y="809181"/>
                <a:ext cx="2662209" cy="2260919"/>
              </a:xfrm>
              <a:custGeom>
                <a:avLst/>
                <a:gdLst>
                  <a:gd name="T0" fmla="*/ 252 w 1605"/>
                  <a:gd name="T1" fmla="*/ 1119 h 1367"/>
                  <a:gd name="T2" fmla="*/ 460 w 1605"/>
                  <a:gd name="T3" fmla="*/ 1367 h 1367"/>
                  <a:gd name="T4" fmla="*/ 1353 w 1605"/>
                  <a:gd name="T5" fmla="*/ 461 h 1367"/>
                  <a:gd name="T6" fmla="*/ 1605 w 1605"/>
                  <a:gd name="T7" fmla="*/ 250 h 1367"/>
                  <a:gd name="T8" fmla="*/ 1395 w 1605"/>
                  <a:gd name="T9" fmla="*/ 0 h 1367"/>
                  <a:gd name="T10" fmla="*/ 1381 w 1605"/>
                  <a:gd name="T11" fmla="*/ 0 h 1367"/>
                  <a:gd name="T12" fmla="*/ 0 w 1605"/>
                  <a:gd name="T13" fmla="*/ 1331 h 1367"/>
                  <a:gd name="T14" fmla="*/ 252 w 1605"/>
                  <a:gd name="T15" fmla="*/ 1119 h 13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5" h="1367">
                    <a:moveTo>
                      <a:pt x="252" y="1119"/>
                    </a:moveTo>
                    <a:cubicBezTo>
                      <a:pt x="460" y="1367"/>
                      <a:pt x="460" y="1367"/>
                      <a:pt x="460" y="1367"/>
                    </a:cubicBezTo>
                    <a:cubicBezTo>
                      <a:pt x="468" y="874"/>
                      <a:pt x="862" y="476"/>
                      <a:pt x="1353" y="461"/>
                    </a:cubicBezTo>
                    <a:cubicBezTo>
                      <a:pt x="1605" y="250"/>
                      <a:pt x="1605" y="250"/>
                      <a:pt x="1605" y="250"/>
                    </a:cubicBezTo>
                    <a:cubicBezTo>
                      <a:pt x="1395" y="0"/>
                      <a:pt x="1395" y="0"/>
                      <a:pt x="1395" y="0"/>
                    </a:cubicBezTo>
                    <a:cubicBezTo>
                      <a:pt x="1391" y="0"/>
                      <a:pt x="1386" y="0"/>
                      <a:pt x="1381" y="0"/>
                    </a:cubicBezTo>
                    <a:cubicBezTo>
                      <a:pt x="635" y="0"/>
                      <a:pt x="27" y="591"/>
                      <a:pt x="0" y="1331"/>
                    </a:cubicBezTo>
                    <a:lnTo>
                      <a:pt x="252" y="1119"/>
                    </a:lnTo>
                    <a:close/>
                  </a:path>
                </a:pathLst>
              </a:custGeom>
              <a:solidFill>
                <a:srgbClr val="00B666"/>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solidFill>
                    <a:sysClr val="windowText" lastClr="000000"/>
                  </a:solidFill>
                </a:endParaRPr>
              </a:p>
            </p:txBody>
          </p:sp>
          <p:sp>
            <p:nvSpPr>
              <p:cNvPr id="248" name="Freeform 6">
                <a:extLst>
                  <a:ext uri="{FF2B5EF4-FFF2-40B4-BE49-F238E27FC236}">
                    <a16:creationId xmlns:a16="http://schemas.microsoft.com/office/drawing/2014/main" id="{246A63AA-42BB-AADA-72DA-F59C49337F71}"/>
                  </a:ext>
                </a:extLst>
              </p:cNvPr>
              <p:cNvSpPr>
                <a:spLocks/>
              </p:cNvSpPr>
              <p:nvPr/>
            </p:nvSpPr>
            <p:spPr bwMode="auto">
              <a:xfrm rot="2419960">
                <a:off x="4153830" y="2124496"/>
                <a:ext cx="2265816" cy="2656094"/>
              </a:xfrm>
              <a:custGeom>
                <a:avLst/>
                <a:gdLst>
                  <a:gd name="T0" fmla="*/ 247 w 1366"/>
                  <a:gd name="T1" fmla="*/ 252 h 1605"/>
                  <a:gd name="T2" fmla="*/ 0 w 1366"/>
                  <a:gd name="T3" fmla="*/ 460 h 1605"/>
                  <a:gd name="T4" fmla="*/ 905 w 1366"/>
                  <a:gd name="T5" fmla="*/ 1353 h 1605"/>
                  <a:gd name="T6" fmla="*/ 1116 w 1366"/>
                  <a:gd name="T7" fmla="*/ 1605 h 1605"/>
                  <a:gd name="T8" fmla="*/ 1366 w 1366"/>
                  <a:gd name="T9" fmla="*/ 1396 h 1605"/>
                  <a:gd name="T10" fmla="*/ 1366 w 1366"/>
                  <a:gd name="T11" fmla="*/ 1381 h 1605"/>
                  <a:gd name="T12" fmla="*/ 35 w 1366"/>
                  <a:gd name="T13" fmla="*/ 0 h 1605"/>
                  <a:gd name="T14" fmla="*/ 247 w 1366"/>
                  <a:gd name="T15" fmla="*/ 252 h 16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6" h="1605">
                    <a:moveTo>
                      <a:pt x="247" y="252"/>
                    </a:moveTo>
                    <a:cubicBezTo>
                      <a:pt x="0" y="460"/>
                      <a:pt x="0" y="460"/>
                      <a:pt x="0" y="460"/>
                    </a:cubicBezTo>
                    <a:cubicBezTo>
                      <a:pt x="492" y="468"/>
                      <a:pt x="890" y="863"/>
                      <a:pt x="905" y="1353"/>
                    </a:cubicBezTo>
                    <a:cubicBezTo>
                      <a:pt x="1116" y="1605"/>
                      <a:pt x="1116" y="1605"/>
                      <a:pt x="1116" y="1605"/>
                    </a:cubicBezTo>
                    <a:cubicBezTo>
                      <a:pt x="1366" y="1396"/>
                      <a:pt x="1366" y="1396"/>
                      <a:pt x="1366" y="1396"/>
                    </a:cubicBezTo>
                    <a:cubicBezTo>
                      <a:pt x="1366" y="1391"/>
                      <a:pt x="1366" y="1386"/>
                      <a:pt x="1366" y="1381"/>
                    </a:cubicBezTo>
                    <a:cubicBezTo>
                      <a:pt x="1366" y="635"/>
                      <a:pt x="775" y="27"/>
                      <a:pt x="35" y="0"/>
                    </a:cubicBezTo>
                    <a:lnTo>
                      <a:pt x="247" y="252"/>
                    </a:lnTo>
                    <a:close/>
                  </a:path>
                </a:pathLst>
              </a:custGeom>
              <a:solidFill>
                <a:schemeClr val="accent1">
                  <a:lumMod val="75000"/>
                </a:schemeClr>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solidFill>
                    <a:sysClr val="windowText" lastClr="000000"/>
                  </a:solidFill>
                </a:endParaRPr>
              </a:p>
            </p:txBody>
          </p:sp>
          <p:sp>
            <p:nvSpPr>
              <p:cNvPr id="249" name="Freeform 7">
                <a:extLst>
                  <a:ext uri="{FF2B5EF4-FFF2-40B4-BE49-F238E27FC236}">
                    <a16:creationId xmlns:a16="http://schemas.microsoft.com/office/drawing/2014/main" id="{FD585718-858C-1472-0EA3-207FC311670E}"/>
                  </a:ext>
                </a:extLst>
              </p:cNvPr>
              <p:cNvSpPr>
                <a:spLocks/>
              </p:cNvSpPr>
              <p:nvPr/>
            </p:nvSpPr>
            <p:spPr bwMode="auto">
              <a:xfrm rot="2419960">
                <a:off x="1092361" y="2110255"/>
                <a:ext cx="2265816" cy="2654867"/>
              </a:xfrm>
              <a:custGeom>
                <a:avLst/>
                <a:gdLst>
                  <a:gd name="T0" fmla="*/ 1119 w 1366"/>
                  <a:gd name="T1" fmla="*/ 1353 h 1605"/>
                  <a:gd name="T2" fmla="*/ 1366 w 1366"/>
                  <a:gd name="T3" fmla="*/ 1145 h 1605"/>
                  <a:gd name="T4" fmla="*/ 461 w 1366"/>
                  <a:gd name="T5" fmla="*/ 252 h 1605"/>
                  <a:gd name="T6" fmla="*/ 250 w 1366"/>
                  <a:gd name="T7" fmla="*/ 0 h 1605"/>
                  <a:gd name="T8" fmla="*/ 0 w 1366"/>
                  <a:gd name="T9" fmla="*/ 210 h 1605"/>
                  <a:gd name="T10" fmla="*/ 0 w 1366"/>
                  <a:gd name="T11" fmla="*/ 224 h 1605"/>
                  <a:gd name="T12" fmla="*/ 1331 w 1366"/>
                  <a:gd name="T13" fmla="*/ 1605 h 1605"/>
                  <a:gd name="T14" fmla="*/ 1119 w 1366"/>
                  <a:gd name="T15" fmla="*/ 1353 h 16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6" h="1605">
                    <a:moveTo>
                      <a:pt x="1119" y="1353"/>
                    </a:moveTo>
                    <a:cubicBezTo>
                      <a:pt x="1366" y="1145"/>
                      <a:pt x="1366" y="1145"/>
                      <a:pt x="1366" y="1145"/>
                    </a:cubicBezTo>
                    <a:cubicBezTo>
                      <a:pt x="874" y="1137"/>
                      <a:pt x="476" y="743"/>
                      <a:pt x="461" y="252"/>
                    </a:cubicBezTo>
                    <a:cubicBezTo>
                      <a:pt x="250" y="0"/>
                      <a:pt x="250" y="0"/>
                      <a:pt x="250" y="0"/>
                    </a:cubicBezTo>
                    <a:cubicBezTo>
                      <a:pt x="0" y="210"/>
                      <a:pt x="0" y="210"/>
                      <a:pt x="0" y="210"/>
                    </a:cubicBezTo>
                    <a:cubicBezTo>
                      <a:pt x="0" y="215"/>
                      <a:pt x="0" y="219"/>
                      <a:pt x="0" y="224"/>
                    </a:cubicBezTo>
                    <a:cubicBezTo>
                      <a:pt x="0" y="970"/>
                      <a:pt x="591" y="1578"/>
                      <a:pt x="1331" y="1605"/>
                    </a:cubicBezTo>
                    <a:lnTo>
                      <a:pt x="1119" y="1353"/>
                    </a:lnTo>
                    <a:close/>
                  </a:path>
                </a:pathLst>
              </a:custGeom>
              <a:solidFill>
                <a:srgbClr val="009193"/>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p>
            </p:txBody>
          </p:sp>
          <p:sp>
            <p:nvSpPr>
              <p:cNvPr id="250" name="Freeform 8">
                <a:extLst>
                  <a:ext uri="{FF2B5EF4-FFF2-40B4-BE49-F238E27FC236}">
                    <a16:creationId xmlns:a16="http://schemas.microsoft.com/office/drawing/2014/main" id="{1F35978B-1919-B904-D1B7-2D39D96B128C}"/>
                  </a:ext>
                </a:extLst>
              </p:cNvPr>
              <p:cNvSpPr>
                <a:spLocks/>
              </p:cNvSpPr>
              <p:nvPr/>
            </p:nvSpPr>
            <p:spPr bwMode="auto">
              <a:xfrm rot="2419960">
                <a:off x="2405027" y="3801694"/>
                <a:ext cx="2662209" cy="2259696"/>
              </a:xfrm>
              <a:custGeom>
                <a:avLst/>
                <a:gdLst>
                  <a:gd name="T0" fmla="*/ 1353 w 1605"/>
                  <a:gd name="T1" fmla="*/ 247 h 1366"/>
                  <a:gd name="T2" fmla="*/ 1145 w 1605"/>
                  <a:gd name="T3" fmla="*/ 0 h 1366"/>
                  <a:gd name="T4" fmla="*/ 252 w 1605"/>
                  <a:gd name="T5" fmla="*/ 905 h 1366"/>
                  <a:gd name="T6" fmla="*/ 0 w 1605"/>
                  <a:gd name="T7" fmla="*/ 1116 h 1366"/>
                  <a:gd name="T8" fmla="*/ 210 w 1605"/>
                  <a:gd name="T9" fmla="*/ 1366 h 1366"/>
                  <a:gd name="T10" fmla="*/ 224 w 1605"/>
                  <a:gd name="T11" fmla="*/ 1366 h 1366"/>
                  <a:gd name="T12" fmla="*/ 1605 w 1605"/>
                  <a:gd name="T13" fmla="*/ 35 h 1366"/>
                  <a:gd name="T14" fmla="*/ 1353 w 1605"/>
                  <a:gd name="T15" fmla="*/ 247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5" h="1366">
                    <a:moveTo>
                      <a:pt x="1353" y="247"/>
                    </a:moveTo>
                    <a:cubicBezTo>
                      <a:pt x="1145" y="0"/>
                      <a:pt x="1145" y="0"/>
                      <a:pt x="1145" y="0"/>
                    </a:cubicBezTo>
                    <a:cubicBezTo>
                      <a:pt x="1137" y="492"/>
                      <a:pt x="743" y="890"/>
                      <a:pt x="252" y="905"/>
                    </a:cubicBezTo>
                    <a:cubicBezTo>
                      <a:pt x="0" y="1116"/>
                      <a:pt x="0" y="1116"/>
                      <a:pt x="0" y="1116"/>
                    </a:cubicBezTo>
                    <a:cubicBezTo>
                      <a:pt x="210" y="1366"/>
                      <a:pt x="210" y="1366"/>
                      <a:pt x="210" y="1366"/>
                    </a:cubicBezTo>
                    <a:cubicBezTo>
                      <a:pt x="214" y="1366"/>
                      <a:pt x="219" y="1366"/>
                      <a:pt x="224" y="1366"/>
                    </a:cubicBezTo>
                    <a:cubicBezTo>
                      <a:pt x="970" y="1366"/>
                      <a:pt x="1578" y="775"/>
                      <a:pt x="1605" y="35"/>
                    </a:cubicBezTo>
                    <a:lnTo>
                      <a:pt x="1353" y="247"/>
                    </a:lnTo>
                    <a:close/>
                  </a:path>
                </a:pathLst>
              </a:custGeom>
              <a:solidFill>
                <a:schemeClr val="accent1"/>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solidFill>
                    <a:sysClr val="windowText" lastClr="000000"/>
                  </a:solidFill>
                </a:endParaRPr>
              </a:p>
            </p:txBody>
          </p:sp>
        </p:grpSp>
        <p:sp>
          <p:nvSpPr>
            <p:cNvPr id="242" name="Oval 20">
              <a:extLst>
                <a:ext uri="{FF2B5EF4-FFF2-40B4-BE49-F238E27FC236}">
                  <a16:creationId xmlns:a16="http://schemas.microsoft.com/office/drawing/2014/main" id="{B65E14B4-1AF3-F4C1-C33A-39F4B5EA079B}"/>
                </a:ext>
              </a:extLst>
            </p:cNvPr>
            <p:cNvSpPr>
              <a:spLocks noChangeArrowheads="1"/>
            </p:cNvSpPr>
            <p:nvPr/>
          </p:nvSpPr>
          <p:spPr bwMode="auto">
            <a:xfrm>
              <a:off x="9738141" y="4862336"/>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800" b="1">
                  <a:solidFill>
                    <a:schemeClr val="bg2">
                      <a:lumMod val="25000"/>
                    </a:schemeClr>
                  </a:solidFill>
                  <a:latin typeface="Calibri" panose="020F0502020204030204" pitchFamily="34" charset="0"/>
                  <a:cs typeface="Calibri" panose="020F0502020204030204" pitchFamily="34" charset="0"/>
                </a:rPr>
                <a:t>1</a:t>
              </a:r>
            </a:p>
          </p:txBody>
        </p:sp>
        <p:sp>
          <p:nvSpPr>
            <p:cNvPr id="243" name="Oval 20">
              <a:extLst>
                <a:ext uri="{FF2B5EF4-FFF2-40B4-BE49-F238E27FC236}">
                  <a16:creationId xmlns:a16="http://schemas.microsoft.com/office/drawing/2014/main" id="{DE690FF4-4442-1BC9-721F-06F793474F37}"/>
                </a:ext>
              </a:extLst>
            </p:cNvPr>
            <p:cNvSpPr>
              <a:spLocks noChangeArrowheads="1"/>
            </p:cNvSpPr>
            <p:nvPr/>
          </p:nvSpPr>
          <p:spPr bwMode="auto">
            <a:xfrm>
              <a:off x="10288397" y="5380996"/>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800" b="1">
                  <a:solidFill>
                    <a:schemeClr val="bg2">
                      <a:lumMod val="25000"/>
                    </a:schemeClr>
                  </a:solidFill>
                  <a:latin typeface="Calibri" panose="020F0502020204030204" pitchFamily="34" charset="0"/>
                  <a:cs typeface="Calibri" panose="020F0502020204030204" pitchFamily="34" charset="0"/>
                </a:rPr>
                <a:t>2</a:t>
              </a:r>
            </a:p>
          </p:txBody>
        </p:sp>
        <p:sp>
          <p:nvSpPr>
            <p:cNvPr id="244" name="Oval 20">
              <a:extLst>
                <a:ext uri="{FF2B5EF4-FFF2-40B4-BE49-F238E27FC236}">
                  <a16:creationId xmlns:a16="http://schemas.microsoft.com/office/drawing/2014/main" id="{7745C054-9896-20ED-B55E-83C76A839895}"/>
                </a:ext>
              </a:extLst>
            </p:cNvPr>
            <p:cNvSpPr>
              <a:spLocks noChangeArrowheads="1"/>
            </p:cNvSpPr>
            <p:nvPr/>
          </p:nvSpPr>
          <p:spPr bwMode="auto">
            <a:xfrm>
              <a:off x="9768115" y="5903912"/>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800" b="1">
                  <a:solidFill>
                    <a:schemeClr val="bg2">
                      <a:lumMod val="25000"/>
                    </a:schemeClr>
                  </a:solidFill>
                  <a:latin typeface="Calibri" panose="020F0502020204030204" pitchFamily="34" charset="0"/>
                  <a:cs typeface="Calibri" panose="020F0502020204030204" pitchFamily="34" charset="0"/>
                </a:rPr>
                <a:t>3</a:t>
              </a:r>
            </a:p>
          </p:txBody>
        </p:sp>
        <p:sp>
          <p:nvSpPr>
            <p:cNvPr id="245" name="Oval 20">
              <a:extLst>
                <a:ext uri="{FF2B5EF4-FFF2-40B4-BE49-F238E27FC236}">
                  <a16:creationId xmlns:a16="http://schemas.microsoft.com/office/drawing/2014/main" id="{6E8834AF-5FCF-7AE0-81D7-BE78E3130660}"/>
                </a:ext>
              </a:extLst>
            </p:cNvPr>
            <p:cNvSpPr>
              <a:spLocks noChangeArrowheads="1"/>
            </p:cNvSpPr>
            <p:nvPr/>
          </p:nvSpPr>
          <p:spPr bwMode="auto">
            <a:xfrm>
              <a:off x="9219522" y="5390050"/>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800" b="1">
                  <a:solidFill>
                    <a:schemeClr val="bg2">
                      <a:lumMod val="25000"/>
                    </a:schemeClr>
                  </a:solidFill>
                  <a:latin typeface="Calibri" panose="020F0502020204030204" pitchFamily="34" charset="0"/>
                  <a:cs typeface="Calibri" panose="020F0502020204030204" pitchFamily="34" charset="0"/>
                </a:rPr>
                <a:t>4</a:t>
              </a:r>
            </a:p>
          </p:txBody>
        </p:sp>
        <p:sp>
          <p:nvSpPr>
            <p:cNvPr id="246" name="TextBox 245">
              <a:extLst>
                <a:ext uri="{FF2B5EF4-FFF2-40B4-BE49-F238E27FC236}">
                  <a16:creationId xmlns:a16="http://schemas.microsoft.com/office/drawing/2014/main" id="{2EE4D4EA-345A-12D2-C08B-C900EFBA451F}"/>
                </a:ext>
              </a:extLst>
            </p:cNvPr>
            <p:cNvSpPr txBox="1"/>
            <p:nvPr/>
          </p:nvSpPr>
          <p:spPr>
            <a:xfrm>
              <a:off x="10814756" y="6502400"/>
              <a:ext cx="184731" cy="369332"/>
            </a:xfrm>
            <a:prstGeom prst="rect">
              <a:avLst/>
            </a:prstGeom>
            <a:noFill/>
          </p:spPr>
          <p:txBody>
            <a:bodyPr wrap="none" rtlCol="0">
              <a:spAutoFit/>
            </a:bodyPr>
            <a:lstStyle/>
            <a:p>
              <a:endParaRPr lang="en-US"/>
            </a:p>
          </p:txBody>
        </p:sp>
      </p:grpSp>
      <p:sp>
        <p:nvSpPr>
          <p:cNvPr id="251" name="TextBox 250">
            <a:extLst>
              <a:ext uri="{FF2B5EF4-FFF2-40B4-BE49-F238E27FC236}">
                <a16:creationId xmlns:a16="http://schemas.microsoft.com/office/drawing/2014/main" id="{A47407E8-EF56-1892-7F21-052970A5C712}"/>
              </a:ext>
            </a:extLst>
          </p:cNvPr>
          <p:cNvSpPr txBox="1"/>
          <p:nvPr/>
        </p:nvSpPr>
        <p:spPr>
          <a:xfrm>
            <a:off x="9244617" y="4826970"/>
            <a:ext cx="697628" cy="369332"/>
          </a:xfrm>
          <a:prstGeom prst="rect">
            <a:avLst/>
          </a:prstGeom>
          <a:noFill/>
        </p:spPr>
        <p:txBody>
          <a:bodyPr wrap="none" rtlCol="0">
            <a:spAutoFit/>
          </a:bodyPr>
          <a:lstStyle/>
          <a:p>
            <a:pPr algn="ctr"/>
            <a:r>
              <a:rPr lang="en-US" sz="900"/>
              <a:t>Leadership</a:t>
            </a:r>
          </a:p>
          <a:p>
            <a:pPr algn="ctr"/>
            <a:r>
              <a:rPr lang="en-US" sz="900"/>
              <a:t>Playbook</a:t>
            </a:r>
          </a:p>
        </p:txBody>
      </p:sp>
      <p:sp>
        <p:nvSpPr>
          <p:cNvPr id="5" name="Rectangle 4">
            <a:extLst>
              <a:ext uri="{FF2B5EF4-FFF2-40B4-BE49-F238E27FC236}">
                <a16:creationId xmlns:a16="http://schemas.microsoft.com/office/drawing/2014/main" id="{8595FBDD-AF5E-C72C-7AA5-504DF4CD77EF}"/>
              </a:ext>
            </a:extLst>
          </p:cNvPr>
          <p:cNvSpPr/>
          <p:nvPr/>
        </p:nvSpPr>
        <p:spPr>
          <a:xfrm>
            <a:off x="660281" y="832425"/>
            <a:ext cx="3759319" cy="393155"/>
          </a:xfrm>
          <a:prstGeom prst="rect">
            <a:avLst/>
          </a:prstGeom>
          <a:solidFill>
            <a:srgbClr val="2F5597">
              <a:alpha val="20000"/>
            </a:srgbClr>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IN" sz="1100" b="0" i="0">
                <a:solidFill>
                  <a:schemeClr val="tx1"/>
                </a:solidFill>
                <a:effectLst/>
                <a:latin typeface="Calibri" panose="020F0502020204030204" pitchFamily="34" charset="0"/>
                <a:cs typeface="Calibri" panose="020F0502020204030204" pitchFamily="34" charset="0"/>
              </a:rPr>
              <a:t>A last-mile delivery solution, dedicated to ensuring high customer satisfaction through swift &amp; secure delivery of parcels.</a:t>
            </a:r>
            <a:endParaRPr lang="en-US" sz="1100">
              <a:solidFill>
                <a:schemeClr val="tx1"/>
              </a:solidFill>
              <a:latin typeface="Calibri" panose="020F0502020204030204" pitchFamily="34" charset="0"/>
              <a:cs typeface="Calibri" panose="020F0502020204030204" pitchFamily="34" charset="0"/>
            </a:endParaRPr>
          </a:p>
        </p:txBody>
      </p:sp>
      <p:sp>
        <p:nvSpPr>
          <p:cNvPr id="126" name="Rectangle 125">
            <a:extLst>
              <a:ext uri="{FF2B5EF4-FFF2-40B4-BE49-F238E27FC236}">
                <a16:creationId xmlns:a16="http://schemas.microsoft.com/office/drawing/2014/main" id="{A6CE0FE2-F8DD-3378-9958-50A942DAD934}"/>
              </a:ext>
            </a:extLst>
          </p:cNvPr>
          <p:cNvSpPr/>
          <p:nvPr/>
        </p:nvSpPr>
        <p:spPr>
          <a:xfrm>
            <a:off x="155409" y="842946"/>
            <a:ext cx="494831" cy="382634"/>
          </a:xfrm>
          <a:prstGeom prst="rect">
            <a:avLst/>
          </a:prstGeom>
          <a:solidFill>
            <a:schemeClr val="accent1">
              <a:lumMod val="75000"/>
            </a:schemeClr>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1300" b="1">
                <a:solidFill>
                  <a:schemeClr val="bg1"/>
                </a:solidFill>
              </a:rPr>
              <a:t>Who</a:t>
            </a:r>
          </a:p>
        </p:txBody>
      </p:sp>
      <p:sp>
        <p:nvSpPr>
          <p:cNvPr id="131" name="Rectangle 130">
            <a:extLst>
              <a:ext uri="{FF2B5EF4-FFF2-40B4-BE49-F238E27FC236}">
                <a16:creationId xmlns:a16="http://schemas.microsoft.com/office/drawing/2014/main" id="{D5B72485-C7DC-B62E-24BA-9E2BB37D53DA}"/>
              </a:ext>
            </a:extLst>
          </p:cNvPr>
          <p:cNvSpPr/>
          <p:nvPr/>
        </p:nvSpPr>
        <p:spPr>
          <a:xfrm>
            <a:off x="4411054" y="847335"/>
            <a:ext cx="494831" cy="382634"/>
          </a:xfrm>
          <a:prstGeom prst="rect">
            <a:avLst/>
          </a:prstGeom>
          <a:solidFill>
            <a:schemeClr val="accent1"/>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1300" b="1">
                <a:solidFill>
                  <a:schemeClr val="bg1"/>
                </a:solidFill>
              </a:rPr>
              <a:t>What</a:t>
            </a:r>
          </a:p>
        </p:txBody>
      </p:sp>
      <p:sp>
        <p:nvSpPr>
          <p:cNvPr id="133" name="Rectangle 132">
            <a:extLst>
              <a:ext uri="{FF2B5EF4-FFF2-40B4-BE49-F238E27FC236}">
                <a16:creationId xmlns:a16="http://schemas.microsoft.com/office/drawing/2014/main" id="{66E45CC8-AD4C-3DD5-2843-96C01735B6A9}"/>
              </a:ext>
            </a:extLst>
          </p:cNvPr>
          <p:cNvSpPr/>
          <p:nvPr/>
        </p:nvSpPr>
        <p:spPr>
          <a:xfrm>
            <a:off x="4910288" y="851819"/>
            <a:ext cx="2428929" cy="368832"/>
          </a:xfrm>
          <a:prstGeom prst="rect">
            <a:avLst/>
          </a:prstGeom>
          <a:solidFill>
            <a:srgbClr val="4472C4">
              <a:alpha val="20000"/>
            </a:srgbClr>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100">
                <a:solidFill>
                  <a:schemeClr val="tx1"/>
                </a:solidFill>
                <a:latin typeface="Calibri" panose="020F0502020204030204" pitchFamily="34" charset="0"/>
                <a:cs typeface="Calibri" panose="020F0502020204030204" pitchFamily="34" charset="0"/>
              </a:rPr>
              <a:t>Redefining the </a:t>
            </a:r>
            <a:r>
              <a:rPr lang="en-IN" sz="1100" b="0" i="0">
                <a:solidFill>
                  <a:schemeClr val="tx1"/>
                </a:solidFill>
                <a:effectLst/>
                <a:latin typeface="Calibri" panose="020F0502020204030204" pitchFamily="34" charset="0"/>
                <a:cs typeface="Calibri" panose="020F0502020204030204" pitchFamily="34" charset="0"/>
              </a:rPr>
              <a:t>performance frontier for sustainable competitive advantage</a:t>
            </a:r>
            <a:endParaRPr lang="en-US" sz="1100" b="1">
              <a:solidFill>
                <a:schemeClr val="tx1"/>
              </a:solidFill>
              <a:latin typeface="Calibri" panose="020F0502020204030204" pitchFamily="34" charset="0"/>
              <a:cs typeface="Calibri" panose="020F0502020204030204" pitchFamily="34" charset="0"/>
            </a:endParaRPr>
          </a:p>
        </p:txBody>
      </p:sp>
      <p:sp>
        <p:nvSpPr>
          <p:cNvPr id="134" name="Rectangle 133">
            <a:extLst>
              <a:ext uri="{FF2B5EF4-FFF2-40B4-BE49-F238E27FC236}">
                <a16:creationId xmlns:a16="http://schemas.microsoft.com/office/drawing/2014/main" id="{27D46609-F639-846C-E0C6-BD5C9ED81A6A}"/>
              </a:ext>
            </a:extLst>
          </p:cNvPr>
          <p:cNvSpPr/>
          <p:nvPr/>
        </p:nvSpPr>
        <p:spPr>
          <a:xfrm>
            <a:off x="7345371" y="847335"/>
            <a:ext cx="491988" cy="382634"/>
          </a:xfrm>
          <a:prstGeom prst="rect">
            <a:avLst/>
          </a:prstGeom>
          <a:solidFill>
            <a:srgbClr val="009193"/>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1300" b="1">
                <a:solidFill>
                  <a:schemeClr val="bg1"/>
                </a:solidFill>
              </a:rPr>
              <a:t>Why</a:t>
            </a:r>
          </a:p>
        </p:txBody>
      </p:sp>
      <p:sp>
        <p:nvSpPr>
          <p:cNvPr id="138" name="Rectangle 137">
            <a:extLst>
              <a:ext uri="{FF2B5EF4-FFF2-40B4-BE49-F238E27FC236}">
                <a16:creationId xmlns:a16="http://schemas.microsoft.com/office/drawing/2014/main" id="{F1D2049A-CEE5-E913-55FC-17ABBCE339F0}"/>
              </a:ext>
            </a:extLst>
          </p:cNvPr>
          <p:cNvSpPr/>
          <p:nvPr/>
        </p:nvSpPr>
        <p:spPr>
          <a:xfrm>
            <a:off x="7845915" y="851819"/>
            <a:ext cx="1071754" cy="368832"/>
          </a:xfrm>
          <a:prstGeom prst="rect">
            <a:avLst/>
          </a:prstGeom>
          <a:solidFill>
            <a:srgbClr val="009193">
              <a:alpha val="20000"/>
            </a:srgbClr>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100" b="1">
                <a:solidFill>
                  <a:schemeClr val="tx1"/>
                </a:solidFill>
                <a:latin typeface="Calibri" panose="020F0502020204030204" pitchFamily="34" charset="0"/>
                <a:cs typeface="Calibri" panose="020F0502020204030204" pitchFamily="34" charset="0"/>
              </a:rPr>
              <a:t>People, Profit, Planet</a:t>
            </a:r>
            <a:endParaRPr lang="en-US" sz="1100" b="1">
              <a:solidFill>
                <a:schemeClr val="tx1"/>
              </a:solidFill>
              <a:latin typeface="Calibri" panose="020F0502020204030204" pitchFamily="34" charset="0"/>
              <a:cs typeface="Calibri" panose="020F0502020204030204" pitchFamily="34" charset="0"/>
            </a:endParaRPr>
          </a:p>
        </p:txBody>
      </p:sp>
      <p:grpSp>
        <p:nvGrpSpPr>
          <p:cNvPr id="3" name="Group 2">
            <a:extLst>
              <a:ext uri="{FF2B5EF4-FFF2-40B4-BE49-F238E27FC236}">
                <a16:creationId xmlns:a16="http://schemas.microsoft.com/office/drawing/2014/main" id="{93C07D03-8974-4E22-2B1D-B694C0DFD31A}"/>
              </a:ext>
            </a:extLst>
          </p:cNvPr>
          <p:cNvGrpSpPr/>
          <p:nvPr/>
        </p:nvGrpSpPr>
        <p:grpSpPr>
          <a:xfrm>
            <a:off x="157912" y="1308830"/>
            <a:ext cx="8766313" cy="1380563"/>
            <a:chOff x="273243" y="2916295"/>
            <a:chExt cx="8766313" cy="1380563"/>
          </a:xfrm>
        </p:grpSpPr>
        <p:sp>
          <p:nvSpPr>
            <p:cNvPr id="4" name="Left Brace 3">
              <a:extLst>
                <a:ext uri="{FF2B5EF4-FFF2-40B4-BE49-F238E27FC236}">
                  <a16:creationId xmlns:a16="http://schemas.microsoft.com/office/drawing/2014/main" id="{46A9EC11-3078-F6D8-7850-21AA67D37C10}"/>
                </a:ext>
              </a:extLst>
            </p:cNvPr>
            <p:cNvSpPr/>
            <p:nvPr/>
          </p:nvSpPr>
          <p:spPr>
            <a:xfrm rot="5400000">
              <a:off x="3728323" y="2852357"/>
              <a:ext cx="75125" cy="670659"/>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6" name="Left Brace 5">
              <a:extLst>
                <a:ext uri="{FF2B5EF4-FFF2-40B4-BE49-F238E27FC236}">
                  <a16:creationId xmlns:a16="http://schemas.microsoft.com/office/drawing/2014/main" id="{6B1F0D96-D84B-E4B8-6D15-23D285682D7F}"/>
                </a:ext>
              </a:extLst>
            </p:cNvPr>
            <p:cNvSpPr/>
            <p:nvPr/>
          </p:nvSpPr>
          <p:spPr>
            <a:xfrm rot="5400000">
              <a:off x="2472420" y="2381934"/>
              <a:ext cx="79202" cy="1602404"/>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7" name="Left Brace 6">
              <a:extLst>
                <a:ext uri="{FF2B5EF4-FFF2-40B4-BE49-F238E27FC236}">
                  <a16:creationId xmlns:a16="http://schemas.microsoft.com/office/drawing/2014/main" id="{907D801D-714D-DD10-9128-4718DA39D9B2}"/>
                </a:ext>
              </a:extLst>
            </p:cNvPr>
            <p:cNvSpPr/>
            <p:nvPr/>
          </p:nvSpPr>
          <p:spPr>
            <a:xfrm rot="5400000">
              <a:off x="5261219" y="2193423"/>
              <a:ext cx="79200" cy="1985116"/>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8" name="Left Brace 7">
              <a:extLst>
                <a:ext uri="{FF2B5EF4-FFF2-40B4-BE49-F238E27FC236}">
                  <a16:creationId xmlns:a16="http://schemas.microsoft.com/office/drawing/2014/main" id="{55DB4EB6-EF6C-A6F1-AE39-B3FB76E2A99F}"/>
                </a:ext>
              </a:extLst>
            </p:cNvPr>
            <p:cNvSpPr/>
            <p:nvPr/>
          </p:nvSpPr>
          <p:spPr>
            <a:xfrm rot="5400000">
              <a:off x="7404128" y="2198997"/>
              <a:ext cx="79200" cy="1985115"/>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9" name="TextBox 8">
              <a:extLst>
                <a:ext uri="{FF2B5EF4-FFF2-40B4-BE49-F238E27FC236}">
                  <a16:creationId xmlns:a16="http://schemas.microsoft.com/office/drawing/2014/main" id="{E4E0CFFB-62FB-582B-3E6C-904D5D9883E1}"/>
                </a:ext>
              </a:extLst>
            </p:cNvPr>
            <p:cNvSpPr txBox="1"/>
            <p:nvPr/>
          </p:nvSpPr>
          <p:spPr>
            <a:xfrm>
              <a:off x="1702094" y="3683484"/>
              <a:ext cx="278970" cy="138499"/>
            </a:xfrm>
            <a:prstGeom prst="rect">
              <a:avLst/>
            </a:prstGeom>
            <a:noFill/>
          </p:spPr>
          <p:txBody>
            <a:bodyPr wrap="square" lIns="0" tIns="0" rIns="0" bIns="0" rtlCol="0">
              <a:spAutoFit/>
            </a:bodyPr>
            <a:lstStyle/>
            <a:p>
              <a:r>
                <a:rPr lang="en-US" sz="900"/>
                <a:t>Seller</a:t>
              </a:r>
            </a:p>
          </p:txBody>
        </p:sp>
        <p:cxnSp>
          <p:nvCxnSpPr>
            <p:cNvPr id="10" name="Straight Arrow Connector 9">
              <a:extLst>
                <a:ext uri="{FF2B5EF4-FFF2-40B4-BE49-F238E27FC236}">
                  <a16:creationId xmlns:a16="http://schemas.microsoft.com/office/drawing/2014/main" id="{479E7BA6-4DEE-038B-5BE5-569A0E92DACB}"/>
                </a:ext>
              </a:extLst>
            </p:cNvPr>
            <p:cNvCxnSpPr>
              <a:cxnSpLocks/>
            </p:cNvCxnSpPr>
            <p:nvPr/>
          </p:nvCxnSpPr>
          <p:spPr>
            <a:xfrm>
              <a:off x="1978103" y="4008639"/>
              <a:ext cx="206289" cy="0"/>
            </a:xfrm>
            <a:prstGeom prst="straightConnector1">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grpSp>
          <p:nvGrpSpPr>
            <p:cNvPr id="18" name="Group 17">
              <a:extLst>
                <a:ext uri="{FF2B5EF4-FFF2-40B4-BE49-F238E27FC236}">
                  <a16:creationId xmlns:a16="http://schemas.microsoft.com/office/drawing/2014/main" id="{FFAE8DC9-A165-5378-AAAC-39320FAF8B8B}"/>
                </a:ext>
              </a:extLst>
            </p:cNvPr>
            <p:cNvGrpSpPr/>
            <p:nvPr/>
          </p:nvGrpSpPr>
          <p:grpSpPr>
            <a:xfrm>
              <a:off x="3405588" y="3329702"/>
              <a:ext cx="610370" cy="506751"/>
              <a:chOff x="3233382" y="3225840"/>
              <a:chExt cx="610370" cy="506751"/>
            </a:xfrm>
          </p:grpSpPr>
          <p:pic>
            <p:nvPicPr>
              <p:cNvPr id="147" name="Graphic 146" descr="Warehouse with solid fill">
                <a:extLst>
                  <a:ext uri="{FF2B5EF4-FFF2-40B4-BE49-F238E27FC236}">
                    <a16:creationId xmlns:a16="http://schemas.microsoft.com/office/drawing/2014/main" id="{FEE4A7A4-A013-FEAD-5479-991929EBC96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233382" y="3252261"/>
                <a:ext cx="480330" cy="480330"/>
              </a:xfrm>
              <a:prstGeom prst="rect">
                <a:avLst/>
              </a:prstGeom>
            </p:spPr>
          </p:pic>
          <p:sp>
            <p:nvSpPr>
              <p:cNvPr id="148" name="TextBox 147">
                <a:extLst>
                  <a:ext uri="{FF2B5EF4-FFF2-40B4-BE49-F238E27FC236}">
                    <a16:creationId xmlns:a16="http://schemas.microsoft.com/office/drawing/2014/main" id="{4FBB01CF-0C4E-922F-926C-D9B8792D2DD9}"/>
                  </a:ext>
                </a:extLst>
              </p:cNvPr>
              <p:cNvSpPr txBox="1"/>
              <p:nvPr/>
            </p:nvSpPr>
            <p:spPr>
              <a:xfrm>
                <a:off x="3596699" y="3225840"/>
                <a:ext cx="247053" cy="138499"/>
              </a:xfrm>
              <a:prstGeom prst="rect">
                <a:avLst/>
              </a:prstGeom>
              <a:noFill/>
            </p:spPr>
            <p:txBody>
              <a:bodyPr wrap="square" lIns="0" tIns="0" rIns="0" bIns="0" rtlCol="0">
                <a:spAutoFit/>
              </a:bodyPr>
              <a:lstStyle/>
              <a:p>
                <a:pPr algn="ctr"/>
                <a:r>
                  <a:rPr lang="en-US" sz="900"/>
                  <a:t>Hub</a:t>
                </a:r>
              </a:p>
            </p:txBody>
          </p:sp>
        </p:grpSp>
        <p:sp>
          <p:nvSpPr>
            <p:cNvPr id="22" name="TextBox 21">
              <a:extLst>
                <a:ext uri="{FF2B5EF4-FFF2-40B4-BE49-F238E27FC236}">
                  <a16:creationId xmlns:a16="http://schemas.microsoft.com/office/drawing/2014/main" id="{872609C8-DA8A-ACCE-D15E-FE1151F28F73}"/>
                </a:ext>
              </a:extLst>
            </p:cNvPr>
            <p:cNvSpPr txBox="1"/>
            <p:nvPr/>
          </p:nvSpPr>
          <p:spPr>
            <a:xfrm>
              <a:off x="2590372" y="4036478"/>
              <a:ext cx="944376" cy="138499"/>
            </a:xfrm>
            <a:prstGeom prst="rect">
              <a:avLst/>
            </a:prstGeom>
            <a:noFill/>
          </p:spPr>
          <p:txBody>
            <a:bodyPr wrap="square" lIns="0" tIns="0" rIns="0" bIns="0" rtlCol="0">
              <a:spAutoFit/>
            </a:bodyPr>
            <a:lstStyle/>
            <a:p>
              <a:pPr algn="ctr"/>
              <a:r>
                <a:rPr lang="en-US" sz="900"/>
                <a:t>Fulfillment Centre</a:t>
              </a:r>
            </a:p>
          </p:txBody>
        </p:sp>
        <p:cxnSp>
          <p:nvCxnSpPr>
            <p:cNvPr id="24" name="Elbow Connector 23">
              <a:extLst>
                <a:ext uri="{FF2B5EF4-FFF2-40B4-BE49-F238E27FC236}">
                  <a16:creationId xmlns:a16="http://schemas.microsoft.com/office/drawing/2014/main" id="{2EE85DB2-0153-0A0A-B8E8-8A4F014BD5FB}"/>
                </a:ext>
              </a:extLst>
            </p:cNvPr>
            <p:cNvCxnSpPr>
              <a:cxnSpLocks/>
              <a:endCxn id="147" idx="2"/>
            </p:cNvCxnSpPr>
            <p:nvPr/>
          </p:nvCxnSpPr>
          <p:spPr>
            <a:xfrm flipV="1">
              <a:off x="2647372" y="3836453"/>
              <a:ext cx="998381" cy="164519"/>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25" name="Graphic 24" descr="Delivery with solid fill">
              <a:extLst>
                <a:ext uri="{FF2B5EF4-FFF2-40B4-BE49-F238E27FC236}">
                  <a16:creationId xmlns:a16="http://schemas.microsoft.com/office/drawing/2014/main" id="{4EB92DD5-BDFA-4D62-4E15-C2D6A0EF6438}"/>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052571" y="3691433"/>
              <a:ext cx="366715" cy="366715"/>
            </a:xfrm>
            <a:prstGeom prst="rect">
              <a:avLst/>
            </a:prstGeom>
          </p:spPr>
        </p:pic>
        <p:pic>
          <p:nvPicPr>
            <p:cNvPr id="26" name="Graphic 25" descr="Store with solid fill">
              <a:extLst>
                <a:ext uri="{FF2B5EF4-FFF2-40B4-BE49-F238E27FC236}">
                  <a16:creationId xmlns:a16="http://schemas.microsoft.com/office/drawing/2014/main" id="{FF9294E8-6897-635C-B940-64148642ABF9}"/>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637212" y="3218795"/>
              <a:ext cx="408721" cy="408721"/>
            </a:xfrm>
            <a:prstGeom prst="rect">
              <a:avLst/>
            </a:prstGeom>
          </p:spPr>
        </p:pic>
        <p:cxnSp>
          <p:nvCxnSpPr>
            <p:cNvPr id="27" name="Elbow Connector 26">
              <a:extLst>
                <a:ext uri="{FF2B5EF4-FFF2-40B4-BE49-F238E27FC236}">
                  <a16:creationId xmlns:a16="http://schemas.microsoft.com/office/drawing/2014/main" id="{31EB1232-19F9-944C-DB94-E78CC7D99E8F}"/>
                </a:ext>
              </a:extLst>
            </p:cNvPr>
            <p:cNvCxnSpPr>
              <a:cxnSpLocks/>
            </p:cNvCxnSpPr>
            <p:nvPr/>
          </p:nvCxnSpPr>
          <p:spPr>
            <a:xfrm>
              <a:off x="1874606" y="3642954"/>
              <a:ext cx="472375" cy="179029"/>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28" name="Elbow Connector 27">
              <a:extLst>
                <a:ext uri="{FF2B5EF4-FFF2-40B4-BE49-F238E27FC236}">
                  <a16:creationId xmlns:a16="http://schemas.microsoft.com/office/drawing/2014/main" id="{2EA3FFB6-27D4-8748-8BF9-8601DB551323}"/>
                </a:ext>
              </a:extLst>
            </p:cNvPr>
            <p:cNvCxnSpPr>
              <a:cxnSpLocks/>
              <a:endCxn id="147" idx="1"/>
            </p:cNvCxnSpPr>
            <p:nvPr/>
          </p:nvCxnSpPr>
          <p:spPr>
            <a:xfrm>
              <a:off x="2029189" y="3406131"/>
              <a:ext cx="1376399" cy="190157"/>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29" name="Graphic 28" descr="Delivery with solid fill">
              <a:extLst>
                <a:ext uri="{FF2B5EF4-FFF2-40B4-BE49-F238E27FC236}">
                  <a16:creationId xmlns:a16="http://schemas.microsoft.com/office/drawing/2014/main" id="{BE9107FE-BE29-823D-7A3C-51773820ACF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851417" y="3658681"/>
              <a:ext cx="251075" cy="251075"/>
            </a:xfrm>
            <a:prstGeom prst="rect">
              <a:avLst/>
            </a:prstGeom>
          </p:spPr>
        </p:pic>
        <p:pic>
          <p:nvPicPr>
            <p:cNvPr id="30" name="Graphic 29" descr="Warehouse with solid fill">
              <a:extLst>
                <a:ext uri="{FF2B5EF4-FFF2-40B4-BE49-F238E27FC236}">
                  <a16:creationId xmlns:a16="http://schemas.microsoft.com/office/drawing/2014/main" id="{0BCFE51C-8813-1501-AB21-A5EC80834EC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967167" y="3359750"/>
              <a:ext cx="480330" cy="480330"/>
            </a:xfrm>
            <a:prstGeom prst="rect">
              <a:avLst/>
            </a:prstGeom>
          </p:spPr>
        </p:pic>
        <p:cxnSp>
          <p:nvCxnSpPr>
            <p:cNvPr id="87" name="Straight Arrow Connector 86">
              <a:extLst>
                <a:ext uri="{FF2B5EF4-FFF2-40B4-BE49-F238E27FC236}">
                  <a16:creationId xmlns:a16="http://schemas.microsoft.com/office/drawing/2014/main" id="{17F18D41-AE17-D971-33FD-03BB76B24E18}"/>
                </a:ext>
              </a:extLst>
            </p:cNvPr>
            <p:cNvCxnSpPr>
              <a:cxnSpLocks/>
            </p:cNvCxnSpPr>
            <p:nvPr/>
          </p:nvCxnSpPr>
          <p:spPr>
            <a:xfrm>
              <a:off x="5638587" y="3637589"/>
              <a:ext cx="328580" cy="0"/>
            </a:xfrm>
            <a:prstGeom prst="straightConnector1">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sp>
          <p:nvSpPr>
            <p:cNvPr id="88" name="TextBox 87">
              <a:extLst>
                <a:ext uri="{FF2B5EF4-FFF2-40B4-BE49-F238E27FC236}">
                  <a16:creationId xmlns:a16="http://schemas.microsoft.com/office/drawing/2014/main" id="{D1C64B89-BE44-9208-4F7D-C9BE4E44C76E}"/>
                </a:ext>
              </a:extLst>
            </p:cNvPr>
            <p:cNvSpPr txBox="1"/>
            <p:nvPr/>
          </p:nvSpPr>
          <p:spPr>
            <a:xfrm>
              <a:off x="5867500" y="3847242"/>
              <a:ext cx="679663" cy="276999"/>
            </a:xfrm>
            <a:prstGeom prst="rect">
              <a:avLst/>
            </a:prstGeom>
            <a:noFill/>
          </p:spPr>
          <p:txBody>
            <a:bodyPr wrap="square" lIns="0" tIns="0" rIns="0" bIns="0" rtlCol="0">
              <a:spAutoFit/>
            </a:bodyPr>
            <a:lstStyle/>
            <a:p>
              <a:pPr algn="ctr"/>
              <a:r>
                <a:rPr lang="en-US" sz="900"/>
                <a:t>Delivery Centre</a:t>
              </a:r>
            </a:p>
          </p:txBody>
        </p:sp>
        <p:cxnSp>
          <p:nvCxnSpPr>
            <p:cNvPr id="89" name="Straight Arrow Connector 88">
              <a:extLst>
                <a:ext uri="{FF2B5EF4-FFF2-40B4-BE49-F238E27FC236}">
                  <a16:creationId xmlns:a16="http://schemas.microsoft.com/office/drawing/2014/main" id="{606DCD49-C191-E580-667C-2CB815B5DA4B}"/>
                </a:ext>
              </a:extLst>
            </p:cNvPr>
            <p:cNvCxnSpPr>
              <a:cxnSpLocks/>
            </p:cNvCxnSpPr>
            <p:nvPr/>
          </p:nvCxnSpPr>
          <p:spPr>
            <a:xfrm>
              <a:off x="6528417" y="3637321"/>
              <a:ext cx="254620" cy="0"/>
            </a:xfrm>
            <a:prstGeom prst="straightConnector1">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90" name="Graphic 89" descr="Home with solid fill">
              <a:extLst>
                <a:ext uri="{FF2B5EF4-FFF2-40B4-BE49-F238E27FC236}">
                  <a16:creationId xmlns:a16="http://schemas.microsoft.com/office/drawing/2014/main" id="{EFAA4DCC-7E05-8C12-1002-F297A8B2691B}"/>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7443729" y="3245511"/>
              <a:ext cx="310808" cy="310808"/>
            </a:xfrm>
            <a:prstGeom prst="rect">
              <a:avLst/>
            </a:prstGeom>
          </p:spPr>
        </p:pic>
        <p:pic>
          <p:nvPicPr>
            <p:cNvPr id="91" name="Graphic 90" descr="City with solid fill">
              <a:extLst>
                <a:ext uri="{FF2B5EF4-FFF2-40B4-BE49-F238E27FC236}">
                  <a16:creationId xmlns:a16="http://schemas.microsoft.com/office/drawing/2014/main" id="{82F28319-67D8-720A-B82D-93B2C956B86B}"/>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7448391" y="3720023"/>
              <a:ext cx="332323" cy="332323"/>
            </a:xfrm>
            <a:prstGeom prst="rect">
              <a:avLst/>
            </a:prstGeom>
          </p:spPr>
        </p:pic>
        <p:sp>
          <p:nvSpPr>
            <p:cNvPr id="93" name="TextBox 92">
              <a:extLst>
                <a:ext uri="{FF2B5EF4-FFF2-40B4-BE49-F238E27FC236}">
                  <a16:creationId xmlns:a16="http://schemas.microsoft.com/office/drawing/2014/main" id="{B97BA739-9754-56BA-715A-A83E412AD135}"/>
                </a:ext>
              </a:extLst>
            </p:cNvPr>
            <p:cNvSpPr txBox="1"/>
            <p:nvPr/>
          </p:nvSpPr>
          <p:spPr>
            <a:xfrm>
              <a:off x="7731669" y="3359750"/>
              <a:ext cx="679663" cy="138499"/>
            </a:xfrm>
            <a:prstGeom prst="rect">
              <a:avLst/>
            </a:prstGeom>
            <a:noFill/>
          </p:spPr>
          <p:txBody>
            <a:bodyPr wrap="square" lIns="0" tIns="0" rIns="0" bIns="0" rtlCol="0">
              <a:spAutoFit/>
            </a:bodyPr>
            <a:lstStyle/>
            <a:p>
              <a:pPr algn="ctr"/>
              <a:r>
                <a:rPr lang="en-US" sz="900"/>
                <a:t>Household</a:t>
              </a:r>
            </a:p>
          </p:txBody>
        </p:sp>
        <p:sp>
          <p:nvSpPr>
            <p:cNvPr id="95" name="TextBox 94">
              <a:extLst>
                <a:ext uri="{FF2B5EF4-FFF2-40B4-BE49-F238E27FC236}">
                  <a16:creationId xmlns:a16="http://schemas.microsoft.com/office/drawing/2014/main" id="{3F963291-E530-662F-B025-BAD420819D3B}"/>
                </a:ext>
              </a:extLst>
            </p:cNvPr>
            <p:cNvSpPr txBox="1"/>
            <p:nvPr/>
          </p:nvSpPr>
          <p:spPr>
            <a:xfrm>
              <a:off x="7773056" y="3850155"/>
              <a:ext cx="679663" cy="138499"/>
            </a:xfrm>
            <a:prstGeom prst="rect">
              <a:avLst/>
            </a:prstGeom>
            <a:noFill/>
          </p:spPr>
          <p:txBody>
            <a:bodyPr wrap="square" lIns="0" tIns="0" rIns="0" bIns="0" rtlCol="0">
              <a:spAutoFit/>
            </a:bodyPr>
            <a:lstStyle/>
            <a:p>
              <a:pPr algn="ctr"/>
              <a:r>
                <a:rPr lang="en-US" sz="900"/>
                <a:t>Enterprise</a:t>
              </a:r>
            </a:p>
          </p:txBody>
        </p:sp>
        <p:cxnSp>
          <p:nvCxnSpPr>
            <p:cNvPr id="96" name="Elbow Connector 95">
              <a:extLst>
                <a:ext uri="{FF2B5EF4-FFF2-40B4-BE49-F238E27FC236}">
                  <a16:creationId xmlns:a16="http://schemas.microsoft.com/office/drawing/2014/main" id="{D08DCF6B-2C01-2883-B8CC-C17840C04974}"/>
                </a:ext>
              </a:extLst>
            </p:cNvPr>
            <p:cNvCxnSpPr>
              <a:cxnSpLocks/>
              <a:endCxn id="90" idx="1"/>
            </p:cNvCxnSpPr>
            <p:nvPr/>
          </p:nvCxnSpPr>
          <p:spPr>
            <a:xfrm flipV="1">
              <a:off x="7089769" y="3400915"/>
              <a:ext cx="353960" cy="257766"/>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97" name="Elbow Connector 96">
              <a:extLst>
                <a:ext uri="{FF2B5EF4-FFF2-40B4-BE49-F238E27FC236}">
                  <a16:creationId xmlns:a16="http://schemas.microsoft.com/office/drawing/2014/main" id="{13C1CD5A-B1DE-ED18-CFDE-D4303F4AD8B2}"/>
                </a:ext>
              </a:extLst>
            </p:cNvPr>
            <p:cNvCxnSpPr>
              <a:cxnSpLocks/>
              <a:endCxn id="91" idx="1"/>
            </p:cNvCxnSpPr>
            <p:nvPr/>
          </p:nvCxnSpPr>
          <p:spPr>
            <a:xfrm>
              <a:off x="7090608" y="3661851"/>
              <a:ext cx="357783" cy="224334"/>
            </a:xfrm>
            <a:prstGeom prst="bentConnector3">
              <a:avLst>
                <a:gd name="adj1" fmla="val 49817"/>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104" name="Graphic 103" descr="Aeroplane with solid fill">
              <a:extLst>
                <a:ext uri="{FF2B5EF4-FFF2-40B4-BE49-F238E27FC236}">
                  <a16:creationId xmlns:a16="http://schemas.microsoft.com/office/drawing/2014/main" id="{BB32E389-AD3F-D1B4-56B0-E2EAC8C9DF23}"/>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rot="5400000">
              <a:off x="4453109" y="3741920"/>
              <a:ext cx="372219" cy="372219"/>
            </a:xfrm>
            <a:prstGeom prst="rect">
              <a:avLst/>
            </a:prstGeom>
          </p:spPr>
        </p:pic>
        <p:cxnSp>
          <p:nvCxnSpPr>
            <p:cNvPr id="105" name="Elbow Connector 104">
              <a:extLst>
                <a:ext uri="{FF2B5EF4-FFF2-40B4-BE49-F238E27FC236}">
                  <a16:creationId xmlns:a16="http://schemas.microsoft.com/office/drawing/2014/main" id="{1F24BC0C-09A6-9C7D-6791-75C93A0BFECF}"/>
                </a:ext>
              </a:extLst>
            </p:cNvPr>
            <p:cNvCxnSpPr>
              <a:cxnSpLocks/>
              <a:stCxn id="147" idx="3"/>
              <a:endCxn id="136" idx="1"/>
            </p:cNvCxnSpPr>
            <p:nvPr/>
          </p:nvCxnSpPr>
          <p:spPr>
            <a:xfrm flipV="1">
              <a:off x="3885918" y="3384411"/>
              <a:ext cx="561842" cy="211877"/>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106" name="Elbow Connector 105">
              <a:extLst>
                <a:ext uri="{FF2B5EF4-FFF2-40B4-BE49-F238E27FC236}">
                  <a16:creationId xmlns:a16="http://schemas.microsoft.com/office/drawing/2014/main" id="{F5C73A29-423B-77C2-9FC1-7C23E06FF822}"/>
                </a:ext>
              </a:extLst>
            </p:cNvPr>
            <p:cNvCxnSpPr>
              <a:cxnSpLocks/>
              <a:stCxn id="147" idx="3"/>
              <a:endCxn id="104" idx="2"/>
            </p:cNvCxnSpPr>
            <p:nvPr/>
          </p:nvCxnSpPr>
          <p:spPr>
            <a:xfrm>
              <a:off x="3885918" y="3596288"/>
              <a:ext cx="567191" cy="331742"/>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107" name="Graphic 106" descr="Warehouse with solid fill">
              <a:extLst>
                <a:ext uri="{FF2B5EF4-FFF2-40B4-BE49-F238E27FC236}">
                  <a16:creationId xmlns:a16="http://schemas.microsoft.com/office/drawing/2014/main" id="{CE2B6CEE-2FAB-66B6-BE0A-AF11BD9B16B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162239" y="3359750"/>
              <a:ext cx="480330" cy="480330"/>
            </a:xfrm>
            <a:prstGeom prst="rect">
              <a:avLst/>
            </a:prstGeom>
          </p:spPr>
        </p:pic>
        <p:cxnSp>
          <p:nvCxnSpPr>
            <p:cNvPr id="109" name="Elbow Connector 108">
              <a:extLst>
                <a:ext uri="{FF2B5EF4-FFF2-40B4-BE49-F238E27FC236}">
                  <a16:creationId xmlns:a16="http://schemas.microsoft.com/office/drawing/2014/main" id="{B7837A6C-FDE5-B64B-0D2B-EF1B99637E6E}"/>
                </a:ext>
              </a:extLst>
            </p:cNvPr>
            <p:cNvCxnSpPr>
              <a:cxnSpLocks/>
              <a:stCxn id="104" idx="0"/>
              <a:endCxn id="107" idx="2"/>
            </p:cNvCxnSpPr>
            <p:nvPr/>
          </p:nvCxnSpPr>
          <p:spPr>
            <a:xfrm flipV="1">
              <a:off x="4825328" y="3840080"/>
              <a:ext cx="577076" cy="87950"/>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110" name="Elbow Connector 109">
              <a:extLst>
                <a:ext uri="{FF2B5EF4-FFF2-40B4-BE49-F238E27FC236}">
                  <a16:creationId xmlns:a16="http://schemas.microsoft.com/office/drawing/2014/main" id="{86A95EA2-4BD2-200E-09D6-4403276F78F2}"/>
                </a:ext>
              </a:extLst>
            </p:cNvPr>
            <p:cNvCxnSpPr>
              <a:cxnSpLocks/>
            </p:cNvCxnSpPr>
            <p:nvPr/>
          </p:nvCxnSpPr>
          <p:spPr>
            <a:xfrm>
              <a:off x="4908451" y="3322485"/>
              <a:ext cx="503999" cy="86400"/>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sp>
          <p:nvSpPr>
            <p:cNvPr id="111" name="TextBox 110">
              <a:extLst>
                <a:ext uri="{FF2B5EF4-FFF2-40B4-BE49-F238E27FC236}">
                  <a16:creationId xmlns:a16="http://schemas.microsoft.com/office/drawing/2014/main" id="{FAE74B4A-0374-8E03-AB3F-789FDBAC23DF}"/>
                </a:ext>
              </a:extLst>
            </p:cNvPr>
            <p:cNvSpPr txBox="1"/>
            <p:nvPr/>
          </p:nvSpPr>
          <p:spPr>
            <a:xfrm>
              <a:off x="5488850" y="3313199"/>
              <a:ext cx="247053" cy="138499"/>
            </a:xfrm>
            <a:prstGeom prst="rect">
              <a:avLst/>
            </a:prstGeom>
            <a:noFill/>
          </p:spPr>
          <p:txBody>
            <a:bodyPr wrap="square" lIns="0" tIns="0" rIns="0" bIns="0" rtlCol="0">
              <a:spAutoFit/>
            </a:bodyPr>
            <a:lstStyle/>
            <a:p>
              <a:pPr algn="ctr"/>
              <a:r>
                <a:rPr lang="en-US" sz="900"/>
                <a:t>Hub</a:t>
              </a:r>
            </a:p>
          </p:txBody>
        </p:sp>
        <p:cxnSp>
          <p:nvCxnSpPr>
            <p:cNvPr id="112" name="Straight Arrow Connector 111">
              <a:extLst>
                <a:ext uri="{FF2B5EF4-FFF2-40B4-BE49-F238E27FC236}">
                  <a16:creationId xmlns:a16="http://schemas.microsoft.com/office/drawing/2014/main" id="{50549D5B-ACD4-56E7-1F68-6A59C78B1213}"/>
                </a:ext>
              </a:extLst>
            </p:cNvPr>
            <p:cNvCxnSpPr>
              <a:cxnSpLocks/>
            </p:cNvCxnSpPr>
            <p:nvPr/>
          </p:nvCxnSpPr>
          <p:spPr>
            <a:xfrm>
              <a:off x="4453109" y="3525578"/>
              <a:ext cx="0" cy="296405"/>
            </a:xfrm>
            <a:prstGeom prst="straightConnector1">
              <a:avLst/>
            </a:prstGeom>
            <a:ln w="12700">
              <a:solidFill>
                <a:schemeClr val="bg2">
                  <a:lumMod val="50000"/>
                </a:schemeClr>
              </a:solidFill>
              <a:headEnd type="triangle" w="sm" len="sm"/>
              <a:tailEnd type="triangle" w="sm" len="sm"/>
            </a:ln>
          </p:spPr>
          <p:style>
            <a:lnRef idx="1">
              <a:schemeClr val="dk1"/>
            </a:lnRef>
            <a:fillRef idx="0">
              <a:schemeClr val="dk1"/>
            </a:fillRef>
            <a:effectRef idx="0">
              <a:schemeClr val="dk1"/>
            </a:effectRef>
            <a:fontRef idx="minor">
              <a:schemeClr val="tx1"/>
            </a:fontRef>
          </p:style>
        </p:cxnSp>
        <p:sp>
          <p:nvSpPr>
            <p:cNvPr id="114" name="TextBox 113">
              <a:extLst>
                <a:ext uri="{FF2B5EF4-FFF2-40B4-BE49-F238E27FC236}">
                  <a16:creationId xmlns:a16="http://schemas.microsoft.com/office/drawing/2014/main" id="{561DD5D5-AD3C-94FC-7140-86D3F8566F5E}"/>
                </a:ext>
              </a:extLst>
            </p:cNvPr>
            <p:cNvSpPr txBox="1"/>
            <p:nvPr/>
          </p:nvSpPr>
          <p:spPr>
            <a:xfrm>
              <a:off x="4497792" y="3584721"/>
              <a:ext cx="644982" cy="138499"/>
            </a:xfrm>
            <a:prstGeom prst="rect">
              <a:avLst/>
            </a:prstGeom>
            <a:noFill/>
          </p:spPr>
          <p:txBody>
            <a:bodyPr wrap="square" lIns="0" tIns="0" rIns="0" bIns="0" rtlCol="0">
              <a:spAutoFit/>
            </a:bodyPr>
            <a:lstStyle/>
            <a:p>
              <a:pPr algn="ctr"/>
              <a:r>
                <a:rPr lang="en-US" sz="900"/>
                <a:t>Multi-modal</a:t>
              </a:r>
            </a:p>
          </p:txBody>
        </p:sp>
        <p:grpSp>
          <p:nvGrpSpPr>
            <p:cNvPr id="115" name="Group 114">
              <a:extLst>
                <a:ext uri="{FF2B5EF4-FFF2-40B4-BE49-F238E27FC236}">
                  <a16:creationId xmlns:a16="http://schemas.microsoft.com/office/drawing/2014/main" id="{8AFC99E8-54C9-59B4-F5FF-E83D96D873F8}"/>
                </a:ext>
              </a:extLst>
            </p:cNvPr>
            <p:cNvGrpSpPr/>
            <p:nvPr/>
          </p:nvGrpSpPr>
          <p:grpSpPr>
            <a:xfrm>
              <a:off x="6666713" y="3277450"/>
              <a:ext cx="1762228" cy="865260"/>
              <a:chOff x="6248846" y="3157140"/>
              <a:chExt cx="1762228" cy="865260"/>
            </a:xfrm>
          </p:grpSpPr>
          <p:sp>
            <p:nvSpPr>
              <p:cNvPr id="145" name="Rectangle 144">
                <a:extLst>
                  <a:ext uri="{FF2B5EF4-FFF2-40B4-BE49-F238E27FC236}">
                    <a16:creationId xmlns:a16="http://schemas.microsoft.com/office/drawing/2014/main" id="{D42DF6B4-E4CD-E777-58F4-FAE187704988}"/>
                  </a:ext>
                </a:extLst>
              </p:cNvPr>
              <p:cNvSpPr/>
              <p:nvPr/>
            </p:nvSpPr>
            <p:spPr>
              <a:xfrm>
                <a:off x="6248846" y="3157140"/>
                <a:ext cx="1762228" cy="790451"/>
              </a:xfrm>
              <a:prstGeom prst="rect">
                <a:avLst/>
              </a:prstGeom>
              <a:noFill/>
              <a:ln w="952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Rounded Rectangle 145">
                <a:extLst>
                  <a:ext uri="{FF2B5EF4-FFF2-40B4-BE49-F238E27FC236}">
                    <a16:creationId xmlns:a16="http://schemas.microsoft.com/office/drawing/2014/main" id="{B1DDF80E-34DD-A006-3B3F-C555D3186CAB}"/>
                  </a:ext>
                </a:extLst>
              </p:cNvPr>
              <p:cNvSpPr/>
              <p:nvPr/>
            </p:nvSpPr>
            <p:spPr>
              <a:xfrm>
                <a:off x="6450811" y="3883900"/>
                <a:ext cx="1392557" cy="138500"/>
              </a:xfrm>
              <a:prstGeom prst="round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t>Most Expensive</a:t>
                </a:r>
              </a:p>
            </p:txBody>
          </p:sp>
        </p:grpSp>
        <p:sp>
          <p:nvSpPr>
            <p:cNvPr id="125" name="Rectangle 124">
              <a:extLst>
                <a:ext uri="{FF2B5EF4-FFF2-40B4-BE49-F238E27FC236}">
                  <a16:creationId xmlns:a16="http://schemas.microsoft.com/office/drawing/2014/main" id="{61271781-0C67-CF28-93F1-EDF9FAA0554E}"/>
                </a:ext>
              </a:extLst>
            </p:cNvPr>
            <p:cNvSpPr/>
            <p:nvPr/>
          </p:nvSpPr>
          <p:spPr>
            <a:xfrm>
              <a:off x="574486" y="3255419"/>
              <a:ext cx="972341" cy="319339"/>
            </a:xfrm>
            <a:prstGeom prst="rect">
              <a:avLst/>
            </a:prstGeom>
            <a:solidFill>
              <a:schemeClr val="accent1">
                <a:lumMod val="75000"/>
              </a:schemeClr>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1100" b="1">
                  <a:solidFill>
                    <a:schemeClr val="bg1"/>
                  </a:solidFill>
                </a:rPr>
                <a:t>Marketplace </a:t>
              </a:r>
            </a:p>
            <a:p>
              <a:pPr algn="ctr"/>
              <a:r>
                <a:rPr lang="en-US" sz="1100" b="1">
                  <a:solidFill>
                    <a:schemeClr val="bg1"/>
                  </a:solidFill>
                </a:rPr>
                <a:t>Model</a:t>
              </a:r>
            </a:p>
          </p:txBody>
        </p:sp>
        <p:sp>
          <p:nvSpPr>
            <p:cNvPr id="127" name="Rectangle 126">
              <a:extLst>
                <a:ext uri="{FF2B5EF4-FFF2-40B4-BE49-F238E27FC236}">
                  <a16:creationId xmlns:a16="http://schemas.microsoft.com/office/drawing/2014/main" id="{81E64005-8CFA-4DF0-8F94-8667E3F50724}"/>
                </a:ext>
              </a:extLst>
            </p:cNvPr>
            <p:cNvSpPr/>
            <p:nvPr/>
          </p:nvSpPr>
          <p:spPr>
            <a:xfrm>
              <a:off x="574486" y="3806340"/>
              <a:ext cx="972341" cy="319339"/>
            </a:xfrm>
            <a:prstGeom prst="rect">
              <a:avLst/>
            </a:prstGeom>
            <a:solidFill>
              <a:schemeClr val="accent1">
                <a:lumMod val="75000"/>
              </a:schemeClr>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1100" b="1">
                  <a:solidFill>
                    <a:schemeClr val="bg1"/>
                  </a:solidFill>
                </a:rPr>
                <a:t>Inventory </a:t>
              </a:r>
            </a:p>
            <a:p>
              <a:pPr algn="ctr"/>
              <a:r>
                <a:rPr lang="en-US" sz="1100" b="1">
                  <a:solidFill>
                    <a:schemeClr val="bg1"/>
                  </a:solidFill>
                </a:rPr>
                <a:t>Model</a:t>
              </a:r>
            </a:p>
          </p:txBody>
        </p:sp>
        <p:sp>
          <p:nvSpPr>
            <p:cNvPr id="128" name="Rectangle 127">
              <a:extLst>
                <a:ext uri="{FF2B5EF4-FFF2-40B4-BE49-F238E27FC236}">
                  <a16:creationId xmlns:a16="http://schemas.microsoft.com/office/drawing/2014/main" id="{A6CF6356-5A4C-BA28-C86B-A7F7E272B8A1}"/>
                </a:ext>
              </a:extLst>
            </p:cNvPr>
            <p:cNvSpPr/>
            <p:nvPr/>
          </p:nvSpPr>
          <p:spPr>
            <a:xfrm rot="16200000">
              <a:off x="-299371" y="3495780"/>
              <a:ext cx="1376941" cy="217972"/>
            </a:xfrm>
            <a:prstGeom prst="rect">
              <a:avLst/>
            </a:prstGeom>
            <a:solidFill>
              <a:srgbClr val="582BD0"/>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1300" b="1">
                  <a:solidFill>
                    <a:schemeClr val="bg1"/>
                  </a:solidFill>
                </a:rPr>
                <a:t>Supply Chain &amp; Us</a:t>
              </a:r>
            </a:p>
          </p:txBody>
        </p:sp>
        <p:sp>
          <p:nvSpPr>
            <p:cNvPr id="129" name="Rectangle 128">
              <a:extLst>
                <a:ext uri="{FF2B5EF4-FFF2-40B4-BE49-F238E27FC236}">
                  <a16:creationId xmlns:a16="http://schemas.microsoft.com/office/drawing/2014/main" id="{EAEF0162-F7BE-E123-3683-B59FC30C9FE4}"/>
                </a:ext>
              </a:extLst>
            </p:cNvPr>
            <p:cNvSpPr/>
            <p:nvPr/>
          </p:nvSpPr>
          <p:spPr>
            <a:xfrm>
              <a:off x="273243" y="2919917"/>
              <a:ext cx="8766313" cy="1376941"/>
            </a:xfrm>
            <a:prstGeom prst="rect">
              <a:avLst/>
            </a:prstGeom>
            <a:noFill/>
            <a:ln>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0" name="Graphic 129" descr="Kiosk with solid fill">
              <a:extLst>
                <a:ext uri="{FF2B5EF4-FFF2-40B4-BE49-F238E27FC236}">
                  <a16:creationId xmlns:a16="http://schemas.microsoft.com/office/drawing/2014/main" id="{D9E7137C-A7C5-DD17-E6C7-021F116AF54F}"/>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1683068" y="3838235"/>
              <a:ext cx="302662" cy="302662"/>
            </a:xfrm>
            <a:prstGeom prst="rect">
              <a:avLst/>
            </a:prstGeom>
          </p:spPr>
        </p:pic>
        <p:pic>
          <p:nvPicPr>
            <p:cNvPr id="132" name="Picture 131">
              <a:extLst>
                <a:ext uri="{FF2B5EF4-FFF2-40B4-BE49-F238E27FC236}">
                  <a16:creationId xmlns:a16="http://schemas.microsoft.com/office/drawing/2014/main" id="{94E3E9A0-797F-B6CE-A367-C767EC69CF41}"/>
                </a:ext>
              </a:extLst>
            </p:cNvPr>
            <p:cNvPicPr>
              <a:picLocks noChangeAspect="1"/>
            </p:cNvPicPr>
            <p:nvPr/>
          </p:nvPicPr>
          <p:blipFill>
            <a:blip r:embed="rId17"/>
            <a:stretch>
              <a:fillRect/>
            </a:stretch>
          </p:blipFill>
          <p:spPr>
            <a:xfrm>
              <a:off x="2255489" y="3821983"/>
              <a:ext cx="337588" cy="309968"/>
            </a:xfrm>
            <a:prstGeom prst="rect">
              <a:avLst/>
            </a:prstGeom>
          </p:spPr>
        </p:pic>
        <p:pic>
          <p:nvPicPr>
            <p:cNvPr id="135" name="Picture 134">
              <a:extLst>
                <a:ext uri="{FF2B5EF4-FFF2-40B4-BE49-F238E27FC236}">
                  <a16:creationId xmlns:a16="http://schemas.microsoft.com/office/drawing/2014/main" id="{0FF1687E-FB1B-F309-0E21-BDF787646391}"/>
                </a:ext>
              </a:extLst>
            </p:cNvPr>
            <p:cNvPicPr>
              <a:picLocks noChangeAspect="1"/>
            </p:cNvPicPr>
            <p:nvPr/>
          </p:nvPicPr>
          <p:blipFill>
            <a:blip r:embed="rId18"/>
            <a:stretch>
              <a:fillRect/>
            </a:stretch>
          </p:blipFill>
          <p:spPr>
            <a:xfrm>
              <a:off x="2907923" y="3282605"/>
              <a:ext cx="307392" cy="306117"/>
            </a:xfrm>
            <a:prstGeom prst="rect">
              <a:avLst/>
            </a:prstGeom>
          </p:spPr>
        </p:pic>
        <p:pic>
          <p:nvPicPr>
            <p:cNvPr id="136" name="Picture 135">
              <a:extLst>
                <a:ext uri="{FF2B5EF4-FFF2-40B4-BE49-F238E27FC236}">
                  <a16:creationId xmlns:a16="http://schemas.microsoft.com/office/drawing/2014/main" id="{AA4C828C-F500-B60A-BB4E-4D6BB23CB37E}"/>
                </a:ext>
              </a:extLst>
            </p:cNvPr>
            <p:cNvPicPr>
              <a:picLocks noChangeAspect="1"/>
            </p:cNvPicPr>
            <p:nvPr/>
          </p:nvPicPr>
          <p:blipFill>
            <a:blip r:embed="rId19"/>
            <a:stretch>
              <a:fillRect/>
            </a:stretch>
          </p:blipFill>
          <p:spPr>
            <a:xfrm>
              <a:off x="4447760" y="3279392"/>
              <a:ext cx="425370" cy="210038"/>
            </a:xfrm>
            <a:prstGeom prst="rect">
              <a:avLst/>
            </a:prstGeom>
          </p:spPr>
        </p:pic>
        <p:pic>
          <p:nvPicPr>
            <p:cNvPr id="137" name="Picture 136">
              <a:extLst>
                <a:ext uri="{FF2B5EF4-FFF2-40B4-BE49-F238E27FC236}">
                  <a16:creationId xmlns:a16="http://schemas.microsoft.com/office/drawing/2014/main" id="{04610305-7CE9-C91F-66B3-0278E1F6D261}"/>
                </a:ext>
              </a:extLst>
            </p:cNvPr>
            <p:cNvPicPr>
              <a:picLocks noChangeAspect="1"/>
            </p:cNvPicPr>
            <p:nvPr/>
          </p:nvPicPr>
          <p:blipFill>
            <a:blip r:embed="rId18"/>
            <a:stretch>
              <a:fillRect/>
            </a:stretch>
          </p:blipFill>
          <p:spPr>
            <a:xfrm>
              <a:off x="6864911" y="3408142"/>
              <a:ext cx="201080" cy="200246"/>
            </a:xfrm>
            <a:prstGeom prst="rect">
              <a:avLst/>
            </a:prstGeom>
          </p:spPr>
        </p:pic>
        <p:sp>
          <p:nvSpPr>
            <p:cNvPr id="139" name="Rounded Rectangle 138">
              <a:extLst>
                <a:ext uri="{FF2B5EF4-FFF2-40B4-BE49-F238E27FC236}">
                  <a16:creationId xmlns:a16="http://schemas.microsoft.com/office/drawing/2014/main" id="{692DFD90-66AC-D2A1-C62D-24AAAA3DB324}"/>
                </a:ext>
              </a:extLst>
            </p:cNvPr>
            <p:cNvSpPr/>
            <p:nvPr/>
          </p:nvSpPr>
          <p:spPr>
            <a:xfrm>
              <a:off x="2051012" y="2981376"/>
              <a:ext cx="944376" cy="15853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First Mile</a:t>
              </a:r>
            </a:p>
          </p:txBody>
        </p:sp>
        <p:sp>
          <p:nvSpPr>
            <p:cNvPr id="140" name="Rounded Rectangle 139">
              <a:extLst>
                <a:ext uri="{FF2B5EF4-FFF2-40B4-BE49-F238E27FC236}">
                  <a16:creationId xmlns:a16="http://schemas.microsoft.com/office/drawing/2014/main" id="{2C2C1E48-D3D6-FA9F-0AF0-0088C6D453BA}"/>
                </a:ext>
              </a:extLst>
            </p:cNvPr>
            <p:cNvSpPr/>
            <p:nvPr/>
          </p:nvSpPr>
          <p:spPr>
            <a:xfrm>
              <a:off x="3352257" y="2976720"/>
              <a:ext cx="944376" cy="158536"/>
            </a:xfrm>
            <a:prstGeom prst="roundRect">
              <a:avLst/>
            </a:prstGeom>
            <a:solidFill>
              <a:srgbClr val="00919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Sort Action</a:t>
              </a:r>
            </a:p>
          </p:txBody>
        </p:sp>
        <p:sp>
          <p:nvSpPr>
            <p:cNvPr id="141" name="Rounded Rectangle 140">
              <a:extLst>
                <a:ext uri="{FF2B5EF4-FFF2-40B4-BE49-F238E27FC236}">
                  <a16:creationId xmlns:a16="http://schemas.microsoft.com/office/drawing/2014/main" id="{EB4B237E-8548-9358-CDA6-CD58606A4D33}"/>
                </a:ext>
              </a:extLst>
            </p:cNvPr>
            <p:cNvSpPr/>
            <p:nvPr/>
          </p:nvSpPr>
          <p:spPr>
            <a:xfrm>
              <a:off x="4828631" y="2978087"/>
              <a:ext cx="944376" cy="158536"/>
            </a:xfrm>
            <a:prstGeom prst="roundRect">
              <a:avLst/>
            </a:prstGeom>
            <a:solidFill>
              <a:srgbClr val="00AD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Line Haul</a:t>
              </a:r>
            </a:p>
          </p:txBody>
        </p:sp>
        <p:sp>
          <p:nvSpPr>
            <p:cNvPr id="142" name="Rounded Rectangle 141">
              <a:extLst>
                <a:ext uri="{FF2B5EF4-FFF2-40B4-BE49-F238E27FC236}">
                  <a16:creationId xmlns:a16="http://schemas.microsoft.com/office/drawing/2014/main" id="{7B452255-2421-DCF1-692A-0D48537CFA64}"/>
                </a:ext>
              </a:extLst>
            </p:cNvPr>
            <p:cNvSpPr/>
            <p:nvPr/>
          </p:nvSpPr>
          <p:spPr>
            <a:xfrm>
              <a:off x="6981943" y="2977385"/>
              <a:ext cx="944376" cy="158536"/>
            </a:xfrm>
            <a:prstGeom prst="roundRect">
              <a:avLst/>
            </a:prstGeom>
            <a:solidFill>
              <a:srgbClr val="00905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Last Mile</a:t>
              </a:r>
            </a:p>
          </p:txBody>
        </p:sp>
        <p:pic>
          <p:nvPicPr>
            <p:cNvPr id="143" name="Picture 142">
              <a:extLst>
                <a:ext uri="{FF2B5EF4-FFF2-40B4-BE49-F238E27FC236}">
                  <a16:creationId xmlns:a16="http://schemas.microsoft.com/office/drawing/2014/main" id="{B493D8ED-F648-161D-9246-DFA1176FE8FF}"/>
                </a:ext>
              </a:extLst>
            </p:cNvPr>
            <p:cNvPicPr>
              <a:picLocks noChangeAspect="1"/>
            </p:cNvPicPr>
            <p:nvPr/>
          </p:nvPicPr>
          <p:blipFill>
            <a:blip r:embed="rId20">
              <a:extLst>
                <a:ext uri="{BEBA8EAE-BF5A-486C-A8C5-ECC9F3942E4B}">
                  <a14:imgProps xmlns:a14="http://schemas.microsoft.com/office/drawing/2010/main">
                    <a14:imgLayer r:embed="rId21">
                      <a14:imgEffect>
                        <a14:backgroundRemoval t="5096" b="89809" l="6416" r="92478">
                          <a14:foregroundMark x1="6637" y1="48408" x2="6637" y2="48408"/>
                          <a14:foregroundMark x1="74558" y1="9076" x2="74558" y2="9076"/>
                          <a14:foregroundMark x1="75000" y1="6529" x2="75000" y2="6529"/>
                          <a14:foregroundMark x1="75000" y1="5096" x2="75000" y2="5096"/>
                          <a14:foregroundMark x1="90044" y1="78981" x2="90044" y2="78981"/>
                          <a14:foregroundMark x1="92478" y1="78822" x2="92478" y2="78822"/>
                        </a14:backgroundRemoval>
                      </a14:imgEffect>
                    </a14:imgLayer>
                  </a14:imgProps>
                </a:ext>
              </a:extLst>
            </a:blip>
            <a:stretch>
              <a:fillRect/>
            </a:stretch>
          </p:blipFill>
          <p:spPr>
            <a:xfrm>
              <a:off x="8465386" y="3699744"/>
              <a:ext cx="411690" cy="571993"/>
            </a:xfrm>
            <a:prstGeom prst="rect">
              <a:avLst/>
            </a:prstGeom>
          </p:spPr>
        </p:pic>
        <p:sp>
          <p:nvSpPr>
            <p:cNvPr id="144" name="Rounded Rectangle 143">
              <a:extLst>
                <a:ext uri="{FF2B5EF4-FFF2-40B4-BE49-F238E27FC236}">
                  <a16:creationId xmlns:a16="http://schemas.microsoft.com/office/drawing/2014/main" id="{EAEFAD88-83D4-7A70-B60B-A79F0842EBFC}"/>
                </a:ext>
              </a:extLst>
            </p:cNvPr>
            <p:cNvSpPr/>
            <p:nvPr/>
          </p:nvSpPr>
          <p:spPr>
            <a:xfrm>
              <a:off x="8031376" y="3512460"/>
              <a:ext cx="872389" cy="202837"/>
            </a:xfrm>
            <a:prstGeom prst="roundRect">
              <a:avLst/>
            </a:prstGeom>
            <a:solidFill>
              <a:srgbClr val="247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b="1" err="1"/>
                <a:t>EcoDeliver</a:t>
              </a:r>
              <a:endParaRPr lang="en-US" sz="1050" b="1"/>
            </a:p>
          </p:txBody>
        </p:sp>
      </p:grpSp>
      <p:sp>
        <p:nvSpPr>
          <p:cNvPr id="239" name="Triangle 238">
            <a:extLst>
              <a:ext uri="{FF2B5EF4-FFF2-40B4-BE49-F238E27FC236}">
                <a16:creationId xmlns:a16="http://schemas.microsoft.com/office/drawing/2014/main" id="{578493F5-377E-45FF-856F-24A631C36345}"/>
              </a:ext>
            </a:extLst>
          </p:cNvPr>
          <p:cNvSpPr/>
          <p:nvPr/>
        </p:nvSpPr>
        <p:spPr>
          <a:xfrm>
            <a:off x="156660" y="2575738"/>
            <a:ext cx="8768816" cy="190919"/>
          </a:xfrm>
          <a:prstGeom prst="triangle">
            <a:avLst>
              <a:gd name="adj" fmla="val 80706"/>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Rectangle 148">
            <a:extLst>
              <a:ext uri="{FF2B5EF4-FFF2-40B4-BE49-F238E27FC236}">
                <a16:creationId xmlns:a16="http://schemas.microsoft.com/office/drawing/2014/main" id="{0BB73E83-B5DF-B7AB-32BF-A7B45307C929}"/>
              </a:ext>
            </a:extLst>
          </p:cNvPr>
          <p:cNvSpPr/>
          <p:nvPr/>
        </p:nvSpPr>
        <p:spPr>
          <a:xfrm>
            <a:off x="151356" y="2868202"/>
            <a:ext cx="8766313" cy="2169432"/>
          </a:xfrm>
          <a:prstGeom prst="rect">
            <a:avLst/>
          </a:prstGeom>
          <a:noFill/>
          <a:ln>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7" name="Group 196">
            <a:extLst>
              <a:ext uri="{FF2B5EF4-FFF2-40B4-BE49-F238E27FC236}">
                <a16:creationId xmlns:a16="http://schemas.microsoft.com/office/drawing/2014/main" id="{5D2184F2-F9ED-6309-6829-22CB65CE9CFD}"/>
              </a:ext>
            </a:extLst>
          </p:cNvPr>
          <p:cNvGrpSpPr/>
          <p:nvPr/>
        </p:nvGrpSpPr>
        <p:grpSpPr>
          <a:xfrm>
            <a:off x="3827536" y="3003438"/>
            <a:ext cx="1471346" cy="1983283"/>
            <a:chOff x="3720274" y="2921022"/>
            <a:chExt cx="1471346" cy="1983283"/>
          </a:xfrm>
        </p:grpSpPr>
        <p:grpSp>
          <p:nvGrpSpPr>
            <p:cNvPr id="63" name="Group 62">
              <a:extLst>
                <a:ext uri="{FF2B5EF4-FFF2-40B4-BE49-F238E27FC236}">
                  <a16:creationId xmlns:a16="http://schemas.microsoft.com/office/drawing/2014/main" id="{70749083-CB81-B12E-DB40-00AAAA19DFFC}"/>
                </a:ext>
              </a:extLst>
            </p:cNvPr>
            <p:cNvGrpSpPr/>
            <p:nvPr/>
          </p:nvGrpSpPr>
          <p:grpSpPr>
            <a:xfrm>
              <a:off x="4269220" y="2921022"/>
              <a:ext cx="404869" cy="354632"/>
              <a:chOff x="3715477" y="2924145"/>
              <a:chExt cx="404869" cy="354632"/>
            </a:xfrm>
          </p:grpSpPr>
          <p:sp>
            <p:nvSpPr>
              <p:cNvPr id="59" name="Hexagon 58">
                <a:extLst>
                  <a:ext uri="{FF2B5EF4-FFF2-40B4-BE49-F238E27FC236}">
                    <a16:creationId xmlns:a16="http://schemas.microsoft.com/office/drawing/2014/main" id="{5041347E-D9C4-75BE-BAF6-9F43370F3A66}"/>
                  </a:ext>
                </a:extLst>
              </p:cNvPr>
              <p:cNvSpPr/>
              <p:nvPr/>
            </p:nvSpPr>
            <p:spPr>
              <a:xfrm>
                <a:off x="3715477" y="2924145"/>
                <a:ext cx="404869" cy="349025"/>
              </a:xfrm>
              <a:prstGeom prst="hexagon">
                <a:avLst/>
              </a:prstGeom>
              <a:solidFill>
                <a:srgbClr val="009193"/>
              </a:solidFill>
              <a:ln>
                <a:solidFill>
                  <a:srgbClr val="0091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2" name="Graphic 61" descr="User with solid fill">
                <a:extLst>
                  <a:ext uri="{FF2B5EF4-FFF2-40B4-BE49-F238E27FC236}">
                    <a16:creationId xmlns:a16="http://schemas.microsoft.com/office/drawing/2014/main" id="{5145E9AE-FDA6-E537-BF9E-B565F44C8892}"/>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a:off x="3735949" y="2929752"/>
                <a:ext cx="349025" cy="349025"/>
              </a:xfrm>
              <a:prstGeom prst="rect">
                <a:avLst/>
              </a:prstGeom>
            </p:spPr>
          </p:pic>
        </p:grpSp>
        <p:sp>
          <p:nvSpPr>
            <p:cNvPr id="64" name="Rectangle 63">
              <a:extLst>
                <a:ext uri="{FF2B5EF4-FFF2-40B4-BE49-F238E27FC236}">
                  <a16:creationId xmlns:a16="http://schemas.microsoft.com/office/drawing/2014/main" id="{41B279B9-DF1F-73FD-7381-35AC0077204E}"/>
                </a:ext>
              </a:extLst>
            </p:cNvPr>
            <p:cNvSpPr/>
            <p:nvPr/>
          </p:nvSpPr>
          <p:spPr bwMode="gray">
            <a:xfrm>
              <a:off x="3720274" y="3338416"/>
              <a:ext cx="1465214" cy="205244"/>
            </a:xfrm>
            <a:prstGeom prst="rect">
              <a:avLst/>
            </a:prstGeom>
            <a:solidFill>
              <a:srgbClr val="009193"/>
            </a:solidFill>
            <a:ln w="19050" algn="ctr">
              <a:noFill/>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High Expectations</a:t>
              </a:r>
              <a:endParaRPr kumimoji="0" lang="en-US" sz="12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65" name="Rectangle 64">
              <a:extLst>
                <a:ext uri="{FF2B5EF4-FFF2-40B4-BE49-F238E27FC236}">
                  <a16:creationId xmlns:a16="http://schemas.microsoft.com/office/drawing/2014/main" id="{01E5B61A-AC57-30C8-EC17-BCE892BD1FF1}"/>
                </a:ext>
              </a:extLst>
            </p:cNvPr>
            <p:cNvSpPr/>
            <p:nvPr/>
          </p:nvSpPr>
          <p:spPr bwMode="gray">
            <a:xfrm>
              <a:off x="3729171" y="3807354"/>
              <a:ext cx="1459802" cy="396476"/>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0" tIns="88900" rIns="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00" i="0" u="none" strike="noStrike" kern="1200" cap="none" spc="0" normalizeH="0" baseline="0" noProof="0">
                  <a:ln>
                    <a:noFill/>
                  </a:ln>
                  <a:effectLst/>
                  <a:uLnTx/>
                  <a:uFillTx/>
                  <a:latin typeface="Calibri"/>
                  <a:ea typeface="+mn-ea"/>
                  <a:cs typeface="Verdana" panose="020B0604030504040204" pitchFamily="34" charset="0"/>
                </a:rPr>
                <a:t>Customer prefer convenience over speed</a:t>
              </a:r>
              <a:r>
                <a:rPr kumimoji="0" lang="en-US" sz="1000" i="0" u="none" strike="noStrike" kern="1200" cap="none" spc="0" normalizeH="0" baseline="30000" noProof="0">
                  <a:ln>
                    <a:noFill/>
                  </a:ln>
                  <a:effectLst/>
                  <a:uLnTx/>
                  <a:uFillTx/>
                  <a:latin typeface="Calibri"/>
                  <a:ea typeface="+mn-ea"/>
                  <a:cs typeface="Verdana" panose="020B0604030504040204" pitchFamily="34" charset="0"/>
                </a:rPr>
                <a:t>1</a:t>
              </a:r>
            </a:p>
          </p:txBody>
        </p:sp>
        <p:sp>
          <p:nvSpPr>
            <p:cNvPr id="66" name="Rectangle 65">
              <a:extLst>
                <a:ext uri="{FF2B5EF4-FFF2-40B4-BE49-F238E27FC236}">
                  <a16:creationId xmlns:a16="http://schemas.microsoft.com/office/drawing/2014/main" id="{618DBB4D-F6A9-9B8F-6B7B-4C2C08079A82}"/>
                </a:ext>
              </a:extLst>
            </p:cNvPr>
            <p:cNvSpPr/>
            <p:nvPr/>
          </p:nvSpPr>
          <p:spPr bwMode="gray">
            <a:xfrm>
              <a:off x="4238330" y="3598636"/>
              <a:ext cx="531145" cy="341967"/>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a:ln>
                    <a:noFill/>
                  </a:ln>
                  <a:effectLst/>
                  <a:uLnTx/>
                  <a:uFillTx/>
                  <a:latin typeface="Calibri"/>
                  <a:ea typeface="+mn-ea"/>
                  <a:cs typeface="Verdana" panose="020B0604030504040204" pitchFamily="34" charset="0"/>
                </a:rPr>
                <a:t>73%</a:t>
              </a:r>
              <a:endParaRPr kumimoji="0" lang="en-US" sz="1600" b="1"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67" name="Rectangle 66">
              <a:extLst>
                <a:ext uri="{FF2B5EF4-FFF2-40B4-BE49-F238E27FC236}">
                  <a16:creationId xmlns:a16="http://schemas.microsoft.com/office/drawing/2014/main" id="{24F7D10B-42B8-A938-AF70-2E7DBD19B149}"/>
                </a:ext>
              </a:extLst>
            </p:cNvPr>
            <p:cNvSpPr/>
            <p:nvPr/>
          </p:nvSpPr>
          <p:spPr bwMode="gray">
            <a:xfrm>
              <a:off x="3729171" y="4503060"/>
              <a:ext cx="1462449" cy="396476"/>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0" tIns="88900" rIns="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000">
                  <a:latin typeface="Calibri"/>
                  <a:cs typeface="Verdana" panose="020B0604030504040204" pitchFamily="34" charset="0"/>
                </a:rPr>
                <a:t>Firms prioritize convenience</a:t>
              </a:r>
              <a:r>
                <a:rPr lang="en-US" sz="1000" baseline="30000">
                  <a:latin typeface="Calibri"/>
                  <a:cs typeface="Verdana" panose="020B0604030504040204" pitchFamily="34" charset="0"/>
                </a:rPr>
                <a:t>1</a:t>
              </a:r>
              <a:endParaRPr kumimoji="0" lang="en-US" sz="1000"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68" name="Rectangle 67">
              <a:extLst>
                <a:ext uri="{FF2B5EF4-FFF2-40B4-BE49-F238E27FC236}">
                  <a16:creationId xmlns:a16="http://schemas.microsoft.com/office/drawing/2014/main" id="{D5DFFFAC-87FA-7A08-23C5-49173AED1A16}"/>
                </a:ext>
              </a:extLst>
            </p:cNvPr>
            <p:cNvSpPr/>
            <p:nvPr/>
          </p:nvSpPr>
          <p:spPr bwMode="gray">
            <a:xfrm>
              <a:off x="4243480" y="4247219"/>
              <a:ext cx="531145" cy="341967"/>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a:ln>
                    <a:noFill/>
                  </a:ln>
                  <a:effectLst/>
                  <a:uLnTx/>
                  <a:uFillTx/>
                  <a:latin typeface="Calibri"/>
                  <a:ea typeface="+mn-ea"/>
                  <a:cs typeface="Verdana" panose="020B0604030504040204" pitchFamily="34" charset="0"/>
                </a:rPr>
                <a:t>19%</a:t>
              </a:r>
              <a:endParaRPr kumimoji="0" lang="en-US" sz="1600" b="1"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69" name="Rectangle 68">
              <a:extLst>
                <a:ext uri="{FF2B5EF4-FFF2-40B4-BE49-F238E27FC236}">
                  <a16:creationId xmlns:a16="http://schemas.microsoft.com/office/drawing/2014/main" id="{DCBBBE9C-5DA5-29D3-738F-7E81614B7977}"/>
                </a:ext>
              </a:extLst>
            </p:cNvPr>
            <p:cNvSpPr/>
            <p:nvPr/>
          </p:nvSpPr>
          <p:spPr bwMode="gray">
            <a:xfrm>
              <a:off x="3720274" y="3531073"/>
              <a:ext cx="1468699" cy="1373232"/>
            </a:xfrm>
            <a:prstGeom prst="rect">
              <a:avLst/>
            </a:prstGeom>
            <a:noFill/>
            <a:ln w="9525" algn="ctr">
              <a:solidFill>
                <a:srgbClr val="009193"/>
              </a:solidFill>
              <a:prstDash val="dash"/>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900" i="0" u="none" strike="noStrike" kern="1200" cap="none" spc="0" normalizeH="0" baseline="30000" noProof="0">
                <a:ln>
                  <a:noFill/>
                </a:ln>
                <a:effectLst/>
                <a:uLnTx/>
                <a:uFillTx/>
                <a:latin typeface="Calibri"/>
                <a:ea typeface="+mn-ea"/>
                <a:cs typeface="Verdana" panose="020B0604030504040204" pitchFamily="34" charset="0"/>
              </a:endParaRPr>
            </a:p>
          </p:txBody>
        </p:sp>
      </p:grpSp>
      <p:grpSp>
        <p:nvGrpSpPr>
          <p:cNvPr id="198" name="Group 197">
            <a:extLst>
              <a:ext uri="{FF2B5EF4-FFF2-40B4-BE49-F238E27FC236}">
                <a16:creationId xmlns:a16="http://schemas.microsoft.com/office/drawing/2014/main" id="{D1296F72-164B-4ED5-9715-11E634C992B1}"/>
              </a:ext>
            </a:extLst>
          </p:cNvPr>
          <p:cNvGrpSpPr/>
          <p:nvPr/>
        </p:nvGrpSpPr>
        <p:grpSpPr>
          <a:xfrm>
            <a:off x="5439893" y="3009732"/>
            <a:ext cx="1550472" cy="1980290"/>
            <a:chOff x="5430088" y="2936452"/>
            <a:chExt cx="1550472" cy="1980290"/>
          </a:xfrm>
        </p:grpSpPr>
        <p:grpSp>
          <p:nvGrpSpPr>
            <p:cNvPr id="76" name="Group 75">
              <a:extLst>
                <a:ext uri="{FF2B5EF4-FFF2-40B4-BE49-F238E27FC236}">
                  <a16:creationId xmlns:a16="http://schemas.microsoft.com/office/drawing/2014/main" id="{7C800077-F12A-3C8C-3A8C-1126A232987B}"/>
                </a:ext>
              </a:extLst>
            </p:cNvPr>
            <p:cNvGrpSpPr/>
            <p:nvPr/>
          </p:nvGrpSpPr>
          <p:grpSpPr>
            <a:xfrm>
              <a:off x="6087963" y="2936452"/>
              <a:ext cx="404869" cy="349025"/>
              <a:chOff x="5114604" y="2951114"/>
              <a:chExt cx="404869" cy="349025"/>
            </a:xfrm>
          </p:grpSpPr>
          <p:sp>
            <p:nvSpPr>
              <p:cNvPr id="71" name="Hexagon 70">
                <a:extLst>
                  <a:ext uri="{FF2B5EF4-FFF2-40B4-BE49-F238E27FC236}">
                    <a16:creationId xmlns:a16="http://schemas.microsoft.com/office/drawing/2014/main" id="{69205BC3-0736-C3F6-AF4C-55634CDE1D0F}"/>
                  </a:ext>
                </a:extLst>
              </p:cNvPr>
              <p:cNvSpPr/>
              <p:nvPr/>
            </p:nvSpPr>
            <p:spPr>
              <a:xfrm>
                <a:off x="5114604" y="2951114"/>
                <a:ext cx="404869" cy="349025"/>
              </a:xfrm>
              <a:prstGeom prst="hexagon">
                <a:avLst/>
              </a:prstGeom>
              <a:solidFill>
                <a:srgbClr val="009051"/>
              </a:solidFill>
              <a:ln>
                <a:solidFill>
                  <a:srgbClr val="0091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5" name="Graphic 74" descr="Traffic light with solid fill">
                <a:extLst>
                  <a:ext uri="{FF2B5EF4-FFF2-40B4-BE49-F238E27FC236}">
                    <a16:creationId xmlns:a16="http://schemas.microsoft.com/office/drawing/2014/main" id="{926CDFB3-515E-FEB9-84EF-F33ED3C0FDE4}"/>
                  </a:ext>
                </a:extLst>
              </p:cNvPr>
              <p:cNvPicPr>
                <a:picLocks noChangeAspect="1"/>
              </p:cNvPicPr>
              <p:nvPr/>
            </p:nvPicPr>
            <p:blipFill>
              <a:blip r:embed="rId24">
                <a:extLst>
                  <a:ext uri="{96DAC541-7B7A-43D3-8B79-37D633B846F1}">
                    <asvg:svgBlip xmlns:asvg="http://schemas.microsoft.com/office/drawing/2016/SVG/main" r:embed="rId25"/>
                  </a:ext>
                </a:extLst>
              </a:blip>
              <a:stretch>
                <a:fillRect/>
              </a:stretch>
            </p:blipFill>
            <p:spPr>
              <a:xfrm>
                <a:off x="5148415" y="2953999"/>
                <a:ext cx="343254" cy="343254"/>
              </a:xfrm>
              <a:prstGeom prst="rect">
                <a:avLst/>
              </a:prstGeom>
            </p:spPr>
          </p:pic>
        </p:grpSp>
        <p:sp>
          <p:nvSpPr>
            <p:cNvPr id="77" name="Rectangle 76">
              <a:extLst>
                <a:ext uri="{FF2B5EF4-FFF2-40B4-BE49-F238E27FC236}">
                  <a16:creationId xmlns:a16="http://schemas.microsoft.com/office/drawing/2014/main" id="{FE7F70A0-6474-5069-6EC7-C8ECE8976B1E}"/>
                </a:ext>
              </a:extLst>
            </p:cNvPr>
            <p:cNvSpPr/>
            <p:nvPr/>
          </p:nvSpPr>
          <p:spPr bwMode="gray">
            <a:xfrm>
              <a:off x="5523256" y="3339978"/>
              <a:ext cx="1451182" cy="205244"/>
            </a:xfrm>
            <a:prstGeom prst="rect">
              <a:avLst/>
            </a:prstGeom>
            <a:solidFill>
              <a:srgbClr val="009051"/>
            </a:solidFill>
            <a:ln w="19050" algn="ctr">
              <a:noFill/>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Traffic Congestion</a:t>
              </a:r>
              <a:endParaRPr kumimoji="0" lang="en-US" sz="12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81" name="Rectangle 80">
              <a:extLst>
                <a:ext uri="{FF2B5EF4-FFF2-40B4-BE49-F238E27FC236}">
                  <a16:creationId xmlns:a16="http://schemas.microsoft.com/office/drawing/2014/main" id="{CB5C15F5-0AE8-4896-16A3-BB4D961FEC18}"/>
                </a:ext>
              </a:extLst>
            </p:cNvPr>
            <p:cNvSpPr/>
            <p:nvPr/>
          </p:nvSpPr>
          <p:spPr bwMode="gray">
            <a:xfrm>
              <a:off x="6413086" y="3578178"/>
              <a:ext cx="561352" cy="621546"/>
            </a:xfrm>
            <a:prstGeom prst="rect">
              <a:avLst/>
            </a:prstGeom>
            <a:noFill/>
            <a:ln w="9525" algn="ctr">
              <a:noFill/>
              <a:prstDash val="dash"/>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000" b="1">
                  <a:latin typeface="Calibri"/>
                  <a:cs typeface="Verdana" panose="020B0604030504040204" pitchFamily="34" charset="0"/>
                </a:rPr>
                <a:t>Delivery vehicle increase</a:t>
              </a:r>
              <a:endParaRPr kumimoji="0" lang="en-US" sz="1000" b="1" i="0" u="none" strike="noStrike" kern="1200" cap="none" spc="0" normalizeH="0" baseline="30000" noProof="0">
                <a:ln>
                  <a:noFill/>
                </a:ln>
                <a:effectLst/>
                <a:uLnTx/>
                <a:uFillTx/>
                <a:latin typeface="Calibri"/>
                <a:ea typeface="+mn-ea"/>
                <a:cs typeface="Verdana" panose="020B0604030504040204" pitchFamily="34" charset="0"/>
              </a:endParaRPr>
            </a:p>
          </p:txBody>
        </p:sp>
        <p:grpSp>
          <p:nvGrpSpPr>
            <p:cNvPr id="92" name="Group 91">
              <a:extLst>
                <a:ext uri="{FF2B5EF4-FFF2-40B4-BE49-F238E27FC236}">
                  <a16:creationId xmlns:a16="http://schemas.microsoft.com/office/drawing/2014/main" id="{AF353EE4-9A76-9D00-628D-52FFBC4675B3}"/>
                </a:ext>
              </a:extLst>
            </p:cNvPr>
            <p:cNvGrpSpPr/>
            <p:nvPr/>
          </p:nvGrpSpPr>
          <p:grpSpPr>
            <a:xfrm>
              <a:off x="5430088" y="3391083"/>
              <a:ext cx="1148887" cy="828000"/>
              <a:chOff x="4603282" y="3376127"/>
              <a:chExt cx="1148887" cy="828000"/>
            </a:xfrm>
          </p:grpSpPr>
          <p:graphicFrame>
            <p:nvGraphicFramePr>
              <p:cNvPr id="78" name="Chart 77">
                <a:extLst>
                  <a:ext uri="{FF2B5EF4-FFF2-40B4-BE49-F238E27FC236}">
                    <a16:creationId xmlns:a16="http://schemas.microsoft.com/office/drawing/2014/main" id="{02AE52EB-BD9D-72B3-86AC-0B31907B112F}"/>
                  </a:ext>
                </a:extLst>
              </p:cNvPr>
              <p:cNvGraphicFramePr/>
              <p:nvPr>
                <p:extLst>
                  <p:ext uri="{D42A27DB-BD31-4B8C-83A1-F6EECF244321}">
                    <p14:modId xmlns:p14="http://schemas.microsoft.com/office/powerpoint/2010/main" val="1749765363"/>
                  </p:ext>
                </p:extLst>
              </p:nvPr>
            </p:nvGraphicFramePr>
            <p:xfrm>
              <a:off x="4603282" y="3376127"/>
              <a:ext cx="1148887" cy="828000"/>
            </p:xfrm>
            <a:graphic>
              <a:graphicData uri="http://schemas.openxmlformats.org/drawingml/2006/chart">
                <c:chart xmlns:c="http://schemas.openxmlformats.org/drawingml/2006/chart" xmlns:r="http://schemas.openxmlformats.org/officeDocument/2006/relationships" r:id="rId26"/>
              </a:graphicData>
            </a:graphic>
          </p:graphicFrame>
          <p:sp>
            <p:nvSpPr>
              <p:cNvPr id="79" name="Rectangle 78">
                <a:extLst>
                  <a:ext uri="{FF2B5EF4-FFF2-40B4-BE49-F238E27FC236}">
                    <a16:creationId xmlns:a16="http://schemas.microsoft.com/office/drawing/2014/main" id="{9BE7A2DF-0F63-8D90-663E-580976321EEA}"/>
                  </a:ext>
                </a:extLst>
              </p:cNvPr>
              <p:cNvSpPr/>
              <p:nvPr/>
            </p:nvSpPr>
            <p:spPr bwMode="gray">
              <a:xfrm>
                <a:off x="4718438" y="4058730"/>
                <a:ext cx="456078" cy="139096"/>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2019</a:t>
                </a:r>
              </a:p>
            </p:txBody>
          </p:sp>
          <p:sp>
            <p:nvSpPr>
              <p:cNvPr id="83" name="Rectangle 82">
                <a:extLst>
                  <a:ext uri="{FF2B5EF4-FFF2-40B4-BE49-F238E27FC236}">
                    <a16:creationId xmlns:a16="http://schemas.microsoft.com/office/drawing/2014/main" id="{23D80953-353E-4C1A-DB44-1ED96FA4D57B}"/>
                  </a:ext>
                </a:extLst>
              </p:cNvPr>
              <p:cNvSpPr/>
              <p:nvPr/>
            </p:nvSpPr>
            <p:spPr bwMode="gray">
              <a:xfrm>
                <a:off x="5157763" y="4055336"/>
                <a:ext cx="456078" cy="139096"/>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2030</a:t>
                </a:r>
              </a:p>
            </p:txBody>
          </p:sp>
        </p:grpSp>
        <p:grpSp>
          <p:nvGrpSpPr>
            <p:cNvPr id="98" name="Group 97">
              <a:extLst>
                <a:ext uri="{FF2B5EF4-FFF2-40B4-BE49-F238E27FC236}">
                  <a16:creationId xmlns:a16="http://schemas.microsoft.com/office/drawing/2014/main" id="{36C3D164-83D9-00FF-269E-F75026DC1F43}"/>
                </a:ext>
              </a:extLst>
            </p:cNvPr>
            <p:cNvGrpSpPr/>
            <p:nvPr/>
          </p:nvGrpSpPr>
          <p:grpSpPr>
            <a:xfrm>
              <a:off x="5438765" y="4072872"/>
              <a:ext cx="1123905" cy="814118"/>
              <a:chOff x="4616388" y="4087375"/>
              <a:chExt cx="1123905" cy="814118"/>
            </a:xfrm>
          </p:grpSpPr>
          <p:graphicFrame>
            <p:nvGraphicFramePr>
              <p:cNvPr id="82" name="Chart 81">
                <a:extLst>
                  <a:ext uri="{FF2B5EF4-FFF2-40B4-BE49-F238E27FC236}">
                    <a16:creationId xmlns:a16="http://schemas.microsoft.com/office/drawing/2014/main" id="{61A07C1A-0F3D-CCDE-3E3F-89F4DC94E07C}"/>
                  </a:ext>
                </a:extLst>
              </p:cNvPr>
              <p:cNvGraphicFramePr/>
              <p:nvPr>
                <p:extLst>
                  <p:ext uri="{D42A27DB-BD31-4B8C-83A1-F6EECF244321}">
                    <p14:modId xmlns:p14="http://schemas.microsoft.com/office/powerpoint/2010/main" val="3511373653"/>
                  </p:ext>
                </p:extLst>
              </p:nvPr>
            </p:nvGraphicFramePr>
            <p:xfrm>
              <a:off x="4616388" y="4087375"/>
              <a:ext cx="1123905" cy="814118"/>
            </p:xfrm>
            <a:graphic>
              <a:graphicData uri="http://schemas.openxmlformats.org/drawingml/2006/chart">
                <c:chart xmlns:c="http://schemas.openxmlformats.org/drawingml/2006/chart" xmlns:r="http://schemas.openxmlformats.org/officeDocument/2006/relationships" r:id="rId27"/>
              </a:graphicData>
            </a:graphic>
          </p:graphicFrame>
          <p:sp>
            <p:nvSpPr>
              <p:cNvPr id="84" name="Rectangle 83">
                <a:extLst>
                  <a:ext uri="{FF2B5EF4-FFF2-40B4-BE49-F238E27FC236}">
                    <a16:creationId xmlns:a16="http://schemas.microsoft.com/office/drawing/2014/main" id="{79CBE0CC-90D8-4E19-5FF2-AC4244D21930}"/>
                  </a:ext>
                </a:extLst>
              </p:cNvPr>
              <p:cNvSpPr/>
              <p:nvPr/>
            </p:nvSpPr>
            <p:spPr bwMode="gray">
              <a:xfrm>
                <a:off x="5156327" y="4759978"/>
                <a:ext cx="456078" cy="139096"/>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2030</a:t>
                </a:r>
              </a:p>
            </p:txBody>
          </p:sp>
          <p:sp>
            <p:nvSpPr>
              <p:cNvPr id="85" name="Rectangle 84">
                <a:extLst>
                  <a:ext uri="{FF2B5EF4-FFF2-40B4-BE49-F238E27FC236}">
                    <a16:creationId xmlns:a16="http://schemas.microsoft.com/office/drawing/2014/main" id="{A36BADC7-2A13-701E-7CFF-948A38D73F9E}"/>
                  </a:ext>
                </a:extLst>
              </p:cNvPr>
              <p:cNvSpPr/>
              <p:nvPr/>
            </p:nvSpPr>
            <p:spPr bwMode="gray">
              <a:xfrm>
                <a:off x="4751971" y="4759978"/>
                <a:ext cx="456078" cy="139096"/>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2019</a:t>
                </a:r>
              </a:p>
            </p:txBody>
          </p:sp>
        </p:grpSp>
        <p:sp>
          <p:nvSpPr>
            <p:cNvPr id="100" name="Rectangle 99">
              <a:extLst>
                <a:ext uri="{FF2B5EF4-FFF2-40B4-BE49-F238E27FC236}">
                  <a16:creationId xmlns:a16="http://schemas.microsoft.com/office/drawing/2014/main" id="{6748CDE9-2B2B-0C4D-7E14-CDB5C926D424}"/>
                </a:ext>
              </a:extLst>
            </p:cNvPr>
            <p:cNvSpPr/>
            <p:nvPr/>
          </p:nvSpPr>
          <p:spPr bwMode="gray">
            <a:xfrm>
              <a:off x="5544300" y="3501763"/>
              <a:ext cx="531145" cy="341967"/>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1200" cap="none" spc="0" normalizeH="0" baseline="0" noProof="0">
                  <a:ln>
                    <a:noFill/>
                  </a:ln>
                  <a:effectLst/>
                  <a:uLnTx/>
                  <a:uFillTx/>
                  <a:latin typeface="Calibri"/>
                  <a:ea typeface="+mn-ea"/>
                  <a:cs typeface="Verdana" panose="020B0604030504040204" pitchFamily="34" charset="0"/>
                </a:rPr>
                <a:t>+36%</a:t>
              </a:r>
              <a:endParaRPr kumimoji="0" lang="en-US" sz="1200" b="1"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101" name="Rectangle 100">
              <a:extLst>
                <a:ext uri="{FF2B5EF4-FFF2-40B4-BE49-F238E27FC236}">
                  <a16:creationId xmlns:a16="http://schemas.microsoft.com/office/drawing/2014/main" id="{66FD7C2A-9F8B-C82B-BE2B-0F2745509748}"/>
                </a:ext>
              </a:extLst>
            </p:cNvPr>
            <p:cNvSpPr/>
            <p:nvPr/>
          </p:nvSpPr>
          <p:spPr bwMode="gray">
            <a:xfrm>
              <a:off x="5536323" y="4173529"/>
              <a:ext cx="531145" cy="341967"/>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1200" cap="none" spc="0" normalizeH="0" baseline="0" noProof="0">
                  <a:ln>
                    <a:noFill/>
                  </a:ln>
                  <a:effectLst/>
                  <a:uLnTx/>
                  <a:uFillTx/>
                  <a:latin typeface="Calibri"/>
                  <a:ea typeface="+mn-ea"/>
                  <a:cs typeface="Verdana" panose="020B0604030504040204" pitchFamily="34" charset="0"/>
                </a:rPr>
                <a:t>+21%</a:t>
              </a:r>
              <a:endParaRPr kumimoji="0" lang="en-US" sz="1200" b="1"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174" name="Rectangle 173">
              <a:extLst>
                <a:ext uri="{FF2B5EF4-FFF2-40B4-BE49-F238E27FC236}">
                  <a16:creationId xmlns:a16="http://schemas.microsoft.com/office/drawing/2014/main" id="{61F73E3C-F09B-9A08-13F7-5AB54913CDDD}"/>
                </a:ext>
              </a:extLst>
            </p:cNvPr>
            <p:cNvSpPr/>
            <p:nvPr/>
          </p:nvSpPr>
          <p:spPr bwMode="gray">
            <a:xfrm>
              <a:off x="5523256" y="3531073"/>
              <a:ext cx="1443884" cy="685333"/>
            </a:xfrm>
            <a:prstGeom prst="rect">
              <a:avLst/>
            </a:prstGeom>
            <a:noFill/>
            <a:ln w="9525" algn="ctr">
              <a:solidFill>
                <a:srgbClr val="009193"/>
              </a:solidFill>
              <a:prstDash val="dash"/>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900" i="0" u="none" strike="noStrike" kern="1200" cap="none" spc="0" normalizeH="0" baseline="30000" noProof="0">
                <a:ln>
                  <a:noFill/>
                </a:ln>
                <a:effectLst/>
                <a:uLnTx/>
                <a:uFillTx/>
                <a:latin typeface="Calibri"/>
                <a:ea typeface="+mn-ea"/>
                <a:cs typeface="Verdana" panose="020B0604030504040204" pitchFamily="34" charset="0"/>
              </a:endParaRPr>
            </a:p>
          </p:txBody>
        </p:sp>
        <p:cxnSp>
          <p:nvCxnSpPr>
            <p:cNvPr id="176" name="Straight Arrow Connector 175">
              <a:extLst>
                <a:ext uri="{FF2B5EF4-FFF2-40B4-BE49-F238E27FC236}">
                  <a16:creationId xmlns:a16="http://schemas.microsoft.com/office/drawing/2014/main" id="{5896FA6C-F10D-8958-BDBD-A43969C30936}"/>
                </a:ext>
              </a:extLst>
            </p:cNvPr>
            <p:cNvCxnSpPr>
              <a:cxnSpLocks/>
            </p:cNvCxnSpPr>
            <p:nvPr/>
          </p:nvCxnSpPr>
          <p:spPr>
            <a:xfrm flipV="1">
              <a:off x="5815223" y="3656537"/>
              <a:ext cx="419396" cy="16779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8" name="Straight Arrow Connector 177">
              <a:extLst>
                <a:ext uri="{FF2B5EF4-FFF2-40B4-BE49-F238E27FC236}">
                  <a16:creationId xmlns:a16="http://schemas.microsoft.com/office/drawing/2014/main" id="{E2DDF86F-6111-188D-FB27-DDE3A92C4634}"/>
                </a:ext>
              </a:extLst>
            </p:cNvPr>
            <p:cNvCxnSpPr>
              <a:cxnSpLocks/>
            </p:cNvCxnSpPr>
            <p:nvPr/>
          </p:nvCxnSpPr>
          <p:spPr>
            <a:xfrm flipV="1">
              <a:off x="5796260" y="4407501"/>
              <a:ext cx="411203" cy="9231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0" name="Rectangle 179">
              <a:extLst>
                <a:ext uri="{FF2B5EF4-FFF2-40B4-BE49-F238E27FC236}">
                  <a16:creationId xmlns:a16="http://schemas.microsoft.com/office/drawing/2014/main" id="{A2FE77AA-F6A1-46C9-1CD5-2AB4B375F4A9}"/>
                </a:ext>
              </a:extLst>
            </p:cNvPr>
            <p:cNvSpPr/>
            <p:nvPr/>
          </p:nvSpPr>
          <p:spPr bwMode="gray">
            <a:xfrm>
              <a:off x="6386307" y="4295196"/>
              <a:ext cx="594253" cy="621546"/>
            </a:xfrm>
            <a:prstGeom prst="rect">
              <a:avLst/>
            </a:prstGeom>
            <a:noFill/>
            <a:ln w="9525" algn="ctr">
              <a:noFill/>
              <a:prstDash val="dash"/>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000" b="1">
                  <a:latin typeface="Calibri"/>
                  <a:cs typeface="Verdana" panose="020B0604030504040204" pitchFamily="34" charset="0"/>
                </a:rPr>
                <a:t>Avg. commute time</a:t>
              </a:r>
              <a:r>
                <a:rPr lang="en-US" sz="1000" b="1" baseline="30000">
                  <a:latin typeface="Calibri"/>
                  <a:cs typeface="Verdana" panose="020B0604030504040204" pitchFamily="34" charset="0"/>
                </a:rPr>
                <a:t>3</a:t>
              </a:r>
              <a:endParaRPr kumimoji="0" lang="en-US" sz="1000" b="1"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189" name="Rectangle 188">
              <a:extLst>
                <a:ext uri="{FF2B5EF4-FFF2-40B4-BE49-F238E27FC236}">
                  <a16:creationId xmlns:a16="http://schemas.microsoft.com/office/drawing/2014/main" id="{E5EAECB2-7A24-4E4E-4BB7-6B00E12720D8}"/>
                </a:ext>
              </a:extLst>
            </p:cNvPr>
            <p:cNvSpPr/>
            <p:nvPr/>
          </p:nvSpPr>
          <p:spPr bwMode="gray">
            <a:xfrm>
              <a:off x="5527238" y="4215806"/>
              <a:ext cx="1445320" cy="700936"/>
            </a:xfrm>
            <a:prstGeom prst="rect">
              <a:avLst/>
            </a:prstGeom>
            <a:noFill/>
            <a:ln w="9525" algn="ctr">
              <a:solidFill>
                <a:srgbClr val="009193"/>
              </a:solidFill>
              <a:prstDash val="dash"/>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900" i="0" u="none" strike="noStrike" kern="1200" cap="none" spc="0" normalizeH="0" baseline="30000" noProof="0">
                <a:ln>
                  <a:noFill/>
                </a:ln>
                <a:effectLst/>
                <a:uLnTx/>
                <a:uFillTx/>
                <a:latin typeface="Calibri"/>
                <a:ea typeface="+mn-ea"/>
                <a:cs typeface="Verdana" panose="020B0604030504040204" pitchFamily="34" charset="0"/>
              </a:endParaRPr>
            </a:p>
          </p:txBody>
        </p:sp>
      </p:grpSp>
      <p:grpSp>
        <p:nvGrpSpPr>
          <p:cNvPr id="196" name="Group 195">
            <a:extLst>
              <a:ext uri="{FF2B5EF4-FFF2-40B4-BE49-F238E27FC236}">
                <a16:creationId xmlns:a16="http://schemas.microsoft.com/office/drawing/2014/main" id="{717AF946-8A8E-EA3B-449F-AA628CED5CE1}"/>
              </a:ext>
            </a:extLst>
          </p:cNvPr>
          <p:cNvGrpSpPr/>
          <p:nvPr/>
        </p:nvGrpSpPr>
        <p:grpSpPr>
          <a:xfrm>
            <a:off x="1897408" y="2989253"/>
            <a:ext cx="1685291" cy="1989474"/>
            <a:chOff x="1896102" y="2927268"/>
            <a:chExt cx="1685291" cy="1989474"/>
          </a:xfrm>
        </p:grpSpPr>
        <p:graphicFrame>
          <p:nvGraphicFramePr>
            <p:cNvPr id="52" name="Chart 51">
              <a:extLst>
                <a:ext uri="{FF2B5EF4-FFF2-40B4-BE49-F238E27FC236}">
                  <a16:creationId xmlns:a16="http://schemas.microsoft.com/office/drawing/2014/main" id="{4FCF7CF0-FCCE-13AC-A82B-E00AD29A4B68}"/>
                </a:ext>
              </a:extLst>
            </p:cNvPr>
            <p:cNvGraphicFramePr/>
            <p:nvPr>
              <p:extLst>
                <p:ext uri="{D42A27DB-BD31-4B8C-83A1-F6EECF244321}">
                  <p14:modId xmlns:p14="http://schemas.microsoft.com/office/powerpoint/2010/main" val="80043597"/>
                </p:ext>
              </p:extLst>
            </p:nvPr>
          </p:nvGraphicFramePr>
          <p:xfrm>
            <a:off x="1896102" y="3032983"/>
            <a:ext cx="1344429" cy="1487990"/>
          </p:xfrm>
          <a:graphic>
            <a:graphicData uri="http://schemas.openxmlformats.org/drawingml/2006/chart">
              <c:chart xmlns:c="http://schemas.openxmlformats.org/drawingml/2006/chart" xmlns:r="http://schemas.openxmlformats.org/officeDocument/2006/relationships" r:id="rId28"/>
            </a:graphicData>
          </a:graphic>
        </p:graphicFrame>
        <p:grpSp>
          <p:nvGrpSpPr>
            <p:cNvPr id="194" name="Group 193">
              <a:extLst>
                <a:ext uri="{FF2B5EF4-FFF2-40B4-BE49-F238E27FC236}">
                  <a16:creationId xmlns:a16="http://schemas.microsoft.com/office/drawing/2014/main" id="{EF738F3D-3667-BBAA-6EFE-42E4722EF1F2}"/>
                </a:ext>
              </a:extLst>
            </p:cNvPr>
            <p:cNvGrpSpPr/>
            <p:nvPr/>
          </p:nvGrpSpPr>
          <p:grpSpPr>
            <a:xfrm>
              <a:off x="2039361" y="2927268"/>
              <a:ext cx="1542032" cy="1989474"/>
              <a:chOff x="2039361" y="2927268"/>
              <a:chExt cx="1542032" cy="1989474"/>
            </a:xfrm>
          </p:grpSpPr>
          <p:grpSp>
            <p:nvGrpSpPr>
              <p:cNvPr id="47" name="Group 46">
                <a:extLst>
                  <a:ext uri="{FF2B5EF4-FFF2-40B4-BE49-F238E27FC236}">
                    <a16:creationId xmlns:a16="http://schemas.microsoft.com/office/drawing/2014/main" id="{05EC1FF0-2775-8EE0-49CA-DE67C4BFFAB0}"/>
                  </a:ext>
                </a:extLst>
              </p:cNvPr>
              <p:cNvGrpSpPr/>
              <p:nvPr/>
            </p:nvGrpSpPr>
            <p:grpSpPr>
              <a:xfrm>
                <a:off x="2610263" y="2927268"/>
                <a:ext cx="404869" cy="359883"/>
                <a:chOff x="2101378" y="2926712"/>
                <a:chExt cx="404869" cy="359883"/>
              </a:xfrm>
            </p:grpSpPr>
            <p:sp>
              <p:nvSpPr>
                <p:cNvPr id="43" name="Hexagon 42">
                  <a:extLst>
                    <a:ext uri="{FF2B5EF4-FFF2-40B4-BE49-F238E27FC236}">
                      <a16:creationId xmlns:a16="http://schemas.microsoft.com/office/drawing/2014/main" id="{1930AA6C-44B6-39E7-FB32-39271F3C5347}"/>
                    </a:ext>
                  </a:extLst>
                </p:cNvPr>
                <p:cNvSpPr/>
                <p:nvPr/>
              </p:nvSpPr>
              <p:spPr>
                <a:xfrm>
                  <a:off x="2101378" y="2937570"/>
                  <a:ext cx="404869" cy="349025"/>
                </a:xfrm>
                <a:prstGeom prst="hexagon">
                  <a:avLst/>
                </a:prstGeom>
                <a:solidFill>
                  <a:schemeClr val="accent1">
                    <a:lumMod val="75000"/>
                  </a:schemeClr>
                </a:solidFill>
                <a:ln>
                  <a:solidFill>
                    <a:schemeClr val="accent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6" name="Graphic 45" descr="Supply And Demand with solid fill">
                  <a:extLst>
                    <a:ext uri="{FF2B5EF4-FFF2-40B4-BE49-F238E27FC236}">
                      <a16:creationId xmlns:a16="http://schemas.microsoft.com/office/drawing/2014/main" id="{06823B6D-54F2-E8DF-3752-28AF201AF070}"/>
                    </a:ext>
                  </a:extLst>
                </p:cNvPr>
                <p:cNvPicPr>
                  <a:picLocks noChangeAspect="1"/>
                </p:cNvPicPr>
                <p:nvPr/>
              </p:nvPicPr>
              <p:blipFill>
                <a:blip r:embed="rId29">
                  <a:extLst>
                    <a:ext uri="{96DAC541-7B7A-43D3-8B79-37D633B846F1}">
                      <asvg:svgBlip xmlns:asvg="http://schemas.microsoft.com/office/drawing/2016/SVG/main" r:embed="rId30"/>
                    </a:ext>
                  </a:extLst>
                </a:blip>
                <a:stretch>
                  <a:fillRect/>
                </a:stretch>
              </p:blipFill>
              <p:spPr>
                <a:xfrm>
                  <a:off x="2134955" y="2926712"/>
                  <a:ext cx="349025" cy="349025"/>
                </a:xfrm>
                <a:prstGeom prst="rect">
                  <a:avLst/>
                </a:prstGeom>
              </p:spPr>
            </p:pic>
          </p:grpSp>
          <p:sp>
            <p:nvSpPr>
              <p:cNvPr id="48" name="Rectangle 47">
                <a:extLst>
                  <a:ext uri="{FF2B5EF4-FFF2-40B4-BE49-F238E27FC236}">
                    <a16:creationId xmlns:a16="http://schemas.microsoft.com/office/drawing/2014/main" id="{B055CE81-A052-68A2-5444-1225ABFEDFCF}"/>
                  </a:ext>
                </a:extLst>
              </p:cNvPr>
              <p:cNvSpPr/>
              <p:nvPr/>
            </p:nvSpPr>
            <p:spPr bwMode="gray">
              <a:xfrm>
                <a:off x="2044802" y="3342484"/>
                <a:ext cx="1536591" cy="205244"/>
              </a:xfrm>
              <a:prstGeom prst="rect">
                <a:avLst/>
              </a:prstGeom>
              <a:solidFill>
                <a:schemeClr val="accent1">
                  <a:lumMod val="75000"/>
                </a:schemeClr>
              </a:solidFill>
              <a:ln w="19050" algn="ctr">
                <a:noFill/>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Unknown Demand</a:t>
                </a:r>
                <a:endParaRPr kumimoji="0" lang="en-US" sz="12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49" name="Rectangle 48">
                <a:extLst>
                  <a:ext uri="{FF2B5EF4-FFF2-40B4-BE49-F238E27FC236}">
                    <a16:creationId xmlns:a16="http://schemas.microsoft.com/office/drawing/2014/main" id="{4EB77184-B7AF-7425-9DCA-ABE5D4224010}"/>
                  </a:ext>
                </a:extLst>
              </p:cNvPr>
              <p:cNvSpPr/>
              <p:nvPr/>
            </p:nvSpPr>
            <p:spPr>
              <a:xfrm>
                <a:off x="3139611" y="3554483"/>
                <a:ext cx="343254" cy="261610"/>
              </a:xfrm>
              <a:prstGeom prst="rect">
                <a:avLst/>
              </a:prstGeom>
            </p:spPr>
            <p:txBody>
              <a:bodyPr wrap="square" lIns="0" rIns="0">
                <a:spAutoFit/>
              </a:bodyPr>
              <a:lstStyle/>
              <a:p>
                <a:r>
                  <a:rPr lang="en-IN" sz="1100"/>
                  <a:t>Rural</a:t>
                </a:r>
                <a:endParaRPr lang="en-US" sz="1200"/>
              </a:p>
            </p:txBody>
          </p:sp>
          <p:sp>
            <p:nvSpPr>
              <p:cNvPr id="53" name="Rectangle 52">
                <a:extLst>
                  <a:ext uri="{FF2B5EF4-FFF2-40B4-BE49-F238E27FC236}">
                    <a16:creationId xmlns:a16="http://schemas.microsoft.com/office/drawing/2014/main" id="{ABB1D4DE-8E0C-E6B3-7CF1-036098964DCE}"/>
                  </a:ext>
                </a:extLst>
              </p:cNvPr>
              <p:cNvSpPr/>
              <p:nvPr/>
            </p:nvSpPr>
            <p:spPr>
              <a:xfrm>
                <a:off x="3136153" y="3880608"/>
                <a:ext cx="414776" cy="261610"/>
              </a:xfrm>
              <a:prstGeom prst="rect">
                <a:avLst/>
              </a:prstGeom>
            </p:spPr>
            <p:txBody>
              <a:bodyPr wrap="square" lIns="0" rIns="0">
                <a:spAutoFit/>
              </a:bodyPr>
              <a:lstStyle/>
              <a:p>
                <a:r>
                  <a:rPr lang="en-IN" sz="1100" dirty="0"/>
                  <a:t>Tier 2+ </a:t>
                </a:r>
                <a:endParaRPr lang="en-US" sz="1200" dirty="0"/>
              </a:p>
            </p:txBody>
          </p:sp>
          <p:sp>
            <p:nvSpPr>
              <p:cNvPr id="54" name="Rectangle 53">
                <a:extLst>
                  <a:ext uri="{FF2B5EF4-FFF2-40B4-BE49-F238E27FC236}">
                    <a16:creationId xmlns:a16="http://schemas.microsoft.com/office/drawing/2014/main" id="{957B718B-7DB1-50BB-BFA5-DB7A3C87BA7B}"/>
                  </a:ext>
                </a:extLst>
              </p:cNvPr>
              <p:cNvSpPr/>
              <p:nvPr/>
            </p:nvSpPr>
            <p:spPr>
              <a:xfrm>
                <a:off x="3133873" y="4157662"/>
                <a:ext cx="414776" cy="261610"/>
              </a:xfrm>
              <a:prstGeom prst="rect">
                <a:avLst/>
              </a:prstGeom>
            </p:spPr>
            <p:txBody>
              <a:bodyPr wrap="square" lIns="0" rIns="0">
                <a:spAutoFit/>
              </a:bodyPr>
              <a:lstStyle/>
              <a:p>
                <a:r>
                  <a:rPr lang="en-IN" sz="1100"/>
                  <a:t>Top 50</a:t>
                </a:r>
                <a:endParaRPr lang="en-US" sz="1200"/>
              </a:p>
            </p:txBody>
          </p:sp>
          <p:sp>
            <p:nvSpPr>
              <p:cNvPr id="55" name="Rectangle 54">
                <a:extLst>
                  <a:ext uri="{FF2B5EF4-FFF2-40B4-BE49-F238E27FC236}">
                    <a16:creationId xmlns:a16="http://schemas.microsoft.com/office/drawing/2014/main" id="{F93DFFEC-01ED-A5F6-BE30-2CBBFD6F9356}"/>
                  </a:ext>
                </a:extLst>
              </p:cNvPr>
              <p:cNvSpPr/>
              <p:nvPr/>
            </p:nvSpPr>
            <p:spPr bwMode="gray">
              <a:xfrm>
                <a:off x="2057063" y="4409109"/>
                <a:ext cx="456078" cy="139096"/>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Area</a:t>
                </a:r>
              </a:p>
            </p:txBody>
          </p:sp>
          <p:sp>
            <p:nvSpPr>
              <p:cNvPr id="56" name="Rectangle 55">
                <a:extLst>
                  <a:ext uri="{FF2B5EF4-FFF2-40B4-BE49-F238E27FC236}">
                    <a16:creationId xmlns:a16="http://schemas.microsoft.com/office/drawing/2014/main" id="{30B663E8-DF51-AEA4-C7E6-8ABE7D8E7F66}"/>
                  </a:ext>
                </a:extLst>
              </p:cNvPr>
              <p:cNvSpPr/>
              <p:nvPr/>
            </p:nvSpPr>
            <p:spPr bwMode="gray">
              <a:xfrm>
                <a:off x="2481950" y="4374272"/>
                <a:ext cx="686495" cy="188967"/>
              </a:xfrm>
              <a:prstGeom prst="rect">
                <a:avLst/>
              </a:prstGeom>
              <a:noFill/>
              <a:ln w="19050" algn="ctr">
                <a:noFill/>
                <a:miter lim="800000"/>
                <a:headEnd/>
                <a:tailEnd/>
              </a:ln>
              <a:effectLst/>
            </p:spPr>
            <p:txBody>
              <a:bodyPr wrap="square" lIns="0" tIns="36000" rIns="0" bIns="360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Consumption</a:t>
                </a:r>
              </a:p>
            </p:txBody>
          </p:sp>
          <p:sp>
            <p:nvSpPr>
              <p:cNvPr id="57" name="Rectangle 56">
                <a:extLst>
                  <a:ext uri="{FF2B5EF4-FFF2-40B4-BE49-F238E27FC236}">
                    <a16:creationId xmlns:a16="http://schemas.microsoft.com/office/drawing/2014/main" id="{A575EFC2-312E-656B-5D72-B4D3250F8AEF}"/>
                  </a:ext>
                </a:extLst>
              </p:cNvPr>
              <p:cNvSpPr/>
              <p:nvPr/>
            </p:nvSpPr>
            <p:spPr bwMode="gray">
              <a:xfrm>
                <a:off x="2053845" y="4533279"/>
                <a:ext cx="1517035" cy="350621"/>
              </a:xfrm>
              <a:prstGeom prst="rect">
                <a:avLst/>
              </a:prstGeom>
              <a:noFill/>
              <a:ln w="9525" algn="ctr">
                <a:noFill/>
                <a:prstDash val="dash"/>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900">
                    <a:latin typeface="Calibri"/>
                    <a:cs typeface="Verdana" panose="020B0604030504040204" pitchFamily="34" charset="0"/>
                  </a:rPr>
                  <a:t>Fragmented regional demand</a:t>
                </a:r>
                <a:r>
                  <a:rPr lang="en-US" sz="900" baseline="30000">
                    <a:latin typeface="Calibri"/>
                    <a:cs typeface="Verdana" panose="020B0604030504040204" pitchFamily="34" charset="0"/>
                  </a:rPr>
                  <a:t>5</a:t>
                </a:r>
                <a:r>
                  <a:rPr lang="en-US" sz="900">
                    <a:latin typeface="Calibri"/>
                    <a:cs typeface="Verdana" panose="020B0604030504040204" pitchFamily="34" charset="0"/>
                  </a:rPr>
                  <a:t> ~60% LMD forecast accuracy</a:t>
                </a:r>
                <a:endParaRPr kumimoji="0" lang="en-US" sz="900"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190" name="Rectangle 189">
                <a:extLst>
                  <a:ext uri="{FF2B5EF4-FFF2-40B4-BE49-F238E27FC236}">
                    <a16:creationId xmlns:a16="http://schemas.microsoft.com/office/drawing/2014/main" id="{9FEDC84D-B418-B476-4CB2-E46CA4C856E5}"/>
                  </a:ext>
                </a:extLst>
              </p:cNvPr>
              <p:cNvSpPr/>
              <p:nvPr/>
            </p:nvSpPr>
            <p:spPr bwMode="gray">
              <a:xfrm>
                <a:off x="2039361" y="3543510"/>
                <a:ext cx="1531519" cy="1373232"/>
              </a:xfrm>
              <a:prstGeom prst="rect">
                <a:avLst/>
              </a:prstGeom>
              <a:noFill/>
              <a:ln w="9525" algn="ctr">
                <a:solidFill>
                  <a:schemeClr val="accent1">
                    <a:lumMod val="75000"/>
                  </a:schemeClr>
                </a:solidFill>
                <a:prstDash val="dash"/>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900" i="0" u="none" strike="noStrike" kern="1200" cap="none" spc="0" normalizeH="0" baseline="30000" noProof="0">
                  <a:ln>
                    <a:noFill/>
                  </a:ln>
                  <a:effectLst/>
                  <a:uLnTx/>
                  <a:uFillTx/>
                  <a:latin typeface="Calibri"/>
                  <a:ea typeface="+mn-ea"/>
                  <a:cs typeface="Verdana" panose="020B0604030504040204" pitchFamily="34" charset="0"/>
                </a:endParaRPr>
              </a:p>
            </p:txBody>
          </p:sp>
        </p:grpSp>
      </p:grpSp>
      <p:grpSp>
        <p:nvGrpSpPr>
          <p:cNvPr id="192" name="Group 191">
            <a:extLst>
              <a:ext uri="{FF2B5EF4-FFF2-40B4-BE49-F238E27FC236}">
                <a16:creationId xmlns:a16="http://schemas.microsoft.com/office/drawing/2014/main" id="{040ADAFF-1BA7-4C7A-489A-7862DA16E337}"/>
              </a:ext>
            </a:extLst>
          </p:cNvPr>
          <p:cNvGrpSpPr/>
          <p:nvPr/>
        </p:nvGrpSpPr>
        <p:grpSpPr>
          <a:xfrm>
            <a:off x="318446" y="2997201"/>
            <a:ext cx="1480746" cy="1970808"/>
            <a:chOff x="251744" y="2935781"/>
            <a:chExt cx="1480746" cy="1970808"/>
          </a:xfrm>
        </p:grpSpPr>
        <p:grpSp>
          <p:nvGrpSpPr>
            <p:cNvPr id="34" name="Group 33">
              <a:extLst>
                <a:ext uri="{FF2B5EF4-FFF2-40B4-BE49-F238E27FC236}">
                  <a16:creationId xmlns:a16="http://schemas.microsoft.com/office/drawing/2014/main" id="{E0508EA9-ACAB-8B20-C752-BEDB6CF187AF}"/>
                </a:ext>
              </a:extLst>
            </p:cNvPr>
            <p:cNvGrpSpPr/>
            <p:nvPr/>
          </p:nvGrpSpPr>
          <p:grpSpPr>
            <a:xfrm>
              <a:off x="866240" y="2935781"/>
              <a:ext cx="404869" cy="351117"/>
              <a:chOff x="251971" y="2940146"/>
              <a:chExt cx="404869" cy="351117"/>
            </a:xfrm>
          </p:grpSpPr>
          <p:sp>
            <p:nvSpPr>
              <p:cNvPr id="31" name="Hexagon 30">
                <a:extLst>
                  <a:ext uri="{FF2B5EF4-FFF2-40B4-BE49-F238E27FC236}">
                    <a16:creationId xmlns:a16="http://schemas.microsoft.com/office/drawing/2014/main" id="{D14DBADC-66B4-F448-26D0-7B48EBF7F14E}"/>
                  </a:ext>
                </a:extLst>
              </p:cNvPr>
              <p:cNvSpPr/>
              <p:nvPr/>
            </p:nvSpPr>
            <p:spPr>
              <a:xfrm>
                <a:off x="251971" y="2942238"/>
                <a:ext cx="404869" cy="349025"/>
              </a:xfrm>
              <a:prstGeom prst="hexagon">
                <a:avLst/>
              </a:prstGeom>
              <a:solidFill>
                <a:srgbClr val="582BD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3" name="Graphic 32" descr="Dollar with solid fill">
                <a:extLst>
                  <a:ext uri="{FF2B5EF4-FFF2-40B4-BE49-F238E27FC236}">
                    <a16:creationId xmlns:a16="http://schemas.microsoft.com/office/drawing/2014/main" id="{C3D1AF9D-E7C3-87F9-06F9-275A03BFAD99}"/>
                  </a:ext>
                </a:extLst>
              </p:cNvPr>
              <p:cNvPicPr>
                <a:picLocks noChangeAspect="1"/>
              </p:cNvPicPr>
              <p:nvPr/>
            </p:nvPicPr>
            <p:blipFill>
              <a:blip r:embed="rId31">
                <a:extLst>
                  <a:ext uri="{96DAC541-7B7A-43D3-8B79-37D633B846F1}">
                    <asvg:svgBlip xmlns:asvg="http://schemas.microsoft.com/office/drawing/2016/SVG/main" r:embed="rId32"/>
                  </a:ext>
                </a:extLst>
              </a:blip>
              <a:stretch>
                <a:fillRect/>
              </a:stretch>
            </p:blipFill>
            <p:spPr>
              <a:xfrm>
                <a:off x="278848" y="2940146"/>
                <a:ext cx="351117" cy="351117"/>
              </a:xfrm>
              <a:prstGeom prst="rect">
                <a:avLst/>
              </a:prstGeom>
            </p:spPr>
          </p:pic>
        </p:grpSp>
        <p:sp>
          <p:nvSpPr>
            <p:cNvPr id="35" name="Rectangle 34">
              <a:extLst>
                <a:ext uri="{FF2B5EF4-FFF2-40B4-BE49-F238E27FC236}">
                  <a16:creationId xmlns:a16="http://schemas.microsoft.com/office/drawing/2014/main" id="{0251C852-8824-4182-BC40-E438619A3865}"/>
                </a:ext>
              </a:extLst>
            </p:cNvPr>
            <p:cNvSpPr/>
            <p:nvPr/>
          </p:nvSpPr>
          <p:spPr bwMode="gray">
            <a:xfrm>
              <a:off x="258329" y="3334045"/>
              <a:ext cx="1474161" cy="202387"/>
            </a:xfrm>
            <a:prstGeom prst="rect">
              <a:avLst/>
            </a:prstGeom>
            <a:solidFill>
              <a:srgbClr val="582BD0"/>
            </a:solidFill>
            <a:ln w="19050" algn="ctr">
              <a:noFill/>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5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Highest Cost</a:t>
              </a:r>
              <a:endParaRPr kumimoji="0" lang="en-US" sz="125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grpSp>
          <p:nvGrpSpPr>
            <p:cNvPr id="36" name="Group 35">
              <a:extLst>
                <a:ext uri="{FF2B5EF4-FFF2-40B4-BE49-F238E27FC236}">
                  <a16:creationId xmlns:a16="http://schemas.microsoft.com/office/drawing/2014/main" id="{70B82099-68CD-B69C-0104-4DCBF6B58D0D}"/>
                </a:ext>
              </a:extLst>
            </p:cNvPr>
            <p:cNvGrpSpPr/>
            <p:nvPr/>
          </p:nvGrpSpPr>
          <p:grpSpPr>
            <a:xfrm>
              <a:off x="279011" y="3583487"/>
              <a:ext cx="1396277" cy="440457"/>
              <a:chOff x="1809405" y="2477229"/>
              <a:chExt cx="2163861" cy="219110"/>
            </a:xfrm>
          </p:grpSpPr>
          <p:sp>
            <p:nvSpPr>
              <p:cNvPr id="37" name="Rectangle 36">
                <a:extLst>
                  <a:ext uri="{FF2B5EF4-FFF2-40B4-BE49-F238E27FC236}">
                    <a16:creationId xmlns:a16="http://schemas.microsoft.com/office/drawing/2014/main" id="{ECA004C9-1439-1C95-D6FF-C14A6CE55B3C}"/>
                  </a:ext>
                </a:extLst>
              </p:cNvPr>
              <p:cNvSpPr/>
              <p:nvPr/>
            </p:nvSpPr>
            <p:spPr bwMode="gray">
              <a:xfrm>
                <a:off x="1809405" y="2479077"/>
                <a:ext cx="2163861" cy="217262"/>
              </a:xfrm>
              <a:prstGeom prst="rect">
                <a:avLst/>
              </a:prstGeom>
              <a:solidFill>
                <a:srgbClr val="BDAAFF"/>
              </a:solidFill>
              <a:ln w="19050" algn="ctr">
                <a:noFill/>
                <a:miter lim="800000"/>
                <a:headEnd/>
                <a:tailEnd/>
              </a:ln>
              <a:effectLst>
                <a:outerShdw blurRad="50800" dist="38100" algn="l" rotWithShape="0">
                  <a:prstClr val="black">
                    <a:alpha val="40000"/>
                  </a:prstClr>
                </a:outerShdw>
              </a:effectLst>
            </p:spPr>
            <p:txBody>
              <a:bodyPr wrap="square" lIns="36000" tIns="88900" rIns="360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38" name="Rectangle 37">
                <a:extLst>
                  <a:ext uri="{FF2B5EF4-FFF2-40B4-BE49-F238E27FC236}">
                    <a16:creationId xmlns:a16="http://schemas.microsoft.com/office/drawing/2014/main" id="{952191F2-CBB5-F0A9-CED6-5061E0EBB1A6}"/>
                  </a:ext>
                </a:extLst>
              </p:cNvPr>
              <p:cNvSpPr/>
              <p:nvPr/>
            </p:nvSpPr>
            <p:spPr bwMode="gray">
              <a:xfrm>
                <a:off x="1833383" y="2479076"/>
                <a:ext cx="933743" cy="217261"/>
              </a:xfrm>
              <a:prstGeom prst="rect">
                <a:avLst/>
              </a:prstGeom>
              <a:solidFill>
                <a:srgbClr val="7C5FD0"/>
              </a:solidFill>
              <a:ln w="19050" algn="ctr">
                <a:noFill/>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000">
                    <a:solidFill>
                      <a:prstClr val="white"/>
                    </a:solidFill>
                    <a:latin typeface="Calibri"/>
                    <a:cs typeface="Verdana" panose="020B0604030504040204" pitchFamily="34" charset="0"/>
                  </a:rPr>
                  <a:t>LMD Cost: </a:t>
                </a:r>
                <a:r>
                  <a:rPr kumimoji="0" lang="en-US" sz="12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42%</a:t>
                </a:r>
                <a:endParaRPr kumimoji="0" lang="en-US" sz="1000" b="1"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39" name="Rectangle 38">
                <a:extLst>
                  <a:ext uri="{FF2B5EF4-FFF2-40B4-BE49-F238E27FC236}">
                    <a16:creationId xmlns:a16="http://schemas.microsoft.com/office/drawing/2014/main" id="{56566C8E-B76D-6716-3F97-5293A9DD0088}"/>
                  </a:ext>
                </a:extLst>
              </p:cNvPr>
              <p:cNvSpPr/>
              <p:nvPr/>
            </p:nvSpPr>
            <p:spPr bwMode="gray">
              <a:xfrm>
                <a:off x="2767126" y="2477229"/>
                <a:ext cx="1149374" cy="217262"/>
              </a:xfrm>
              <a:prstGeom prst="rect">
                <a:avLst/>
              </a:prstGeom>
              <a:noFill/>
              <a:ln w="19050" algn="ctr">
                <a:noFill/>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00" i="0" u="none" strike="noStrike" kern="1200" cap="none" spc="0" normalizeH="0" baseline="0" noProof="0">
                    <a:ln>
                      <a:noFill/>
                    </a:ln>
                    <a:effectLst/>
                    <a:uLnTx/>
                    <a:uFillTx/>
                    <a:latin typeface="Calibri"/>
                    <a:ea typeface="+mn-ea"/>
                    <a:cs typeface="Verdana" panose="020B0604030504040204" pitchFamily="34" charset="0"/>
                  </a:rPr>
                  <a:t>Other SC Cost: </a:t>
                </a:r>
                <a:r>
                  <a:rPr lang="en-US" sz="1200" b="1">
                    <a:latin typeface="Calibri"/>
                    <a:cs typeface="Verdana" panose="020B0604030504040204" pitchFamily="34" charset="0"/>
                  </a:rPr>
                  <a:t>58%</a:t>
                </a:r>
                <a:endParaRPr kumimoji="0" lang="en-US" sz="1000" b="1" i="0" u="none" strike="noStrike" kern="1200" cap="none" spc="0" normalizeH="0" baseline="0" noProof="0">
                  <a:ln>
                    <a:noFill/>
                  </a:ln>
                  <a:effectLst/>
                  <a:uLnTx/>
                  <a:uFillTx/>
                  <a:latin typeface="Calibri"/>
                  <a:ea typeface="+mn-ea"/>
                  <a:cs typeface="Verdana" panose="020B0604030504040204" pitchFamily="34" charset="0"/>
                </a:endParaRPr>
              </a:p>
            </p:txBody>
          </p:sp>
        </p:grpSp>
        <p:sp>
          <p:nvSpPr>
            <p:cNvPr id="40" name="Rectangle 39">
              <a:extLst>
                <a:ext uri="{FF2B5EF4-FFF2-40B4-BE49-F238E27FC236}">
                  <a16:creationId xmlns:a16="http://schemas.microsoft.com/office/drawing/2014/main" id="{BEA357D9-8154-4608-4874-509C61EE51C3}"/>
                </a:ext>
              </a:extLst>
            </p:cNvPr>
            <p:cNvSpPr/>
            <p:nvPr/>
          </p:nvSpPr>
          <p:spPr bwMode="gray">
            <a:xfrm>
              <a:off x="266663" y="4234963"/>
              <a:ext cx="1445033" cy="640861"/>
            </a:xfrm>
            <a:prstGeom prst="rect">
              <a:avLst/>
            </a:prstGeom>
            <a:noFill/>
            <a:ln w="9525" algn="ctr">
              <a:noFill/>
              <a:prstDash val="dash"/>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000" dirty="0">
                  <a:latin typeface="Calibri"/>
                  <a:cs typeface="Verdana" panose="020B0604030504040204" pitchFamily="34" charset="0"/>
                </a:rPr>
                <a:t>LMD costs are mostly variable =&gt; LMD share of SC costs will </a:t>
              </a:r>
              <a:r>
                <a:rPr lang="en-US" sz="1000" b="1" dirty="0">
                  <a:latin typeface="Calibri"/>
                  <a:cs typeface="Verdana" panose="020B0604030504040204" pitchFamily="34" charset="0"/>
                </a:rPr>
                <a:t>increase</a:t>
              </a:r>
              <a:r>
                <a:rPr lang="en-US" sz="1000" dirty="0">
                  <a:latin typeface="Calibri"/>
                  <a:cs typeface="Verdana" panose="020B0604030504040204" pitchFamily="34" charset="0"/>
                </a:rPr>
                <a:t> </a:t>
              </a:r>
              <a:r>
                <a:rPr lang="en-US" sz="1000" baseline="30000" dirty="0">
                  <a:latin typeface="Calibri"/>
                  <a:cs typeface="Verdana" panose="020B0604030504040204" pitchFamily="34" charset="0"/>
                </a:rPr>
                <a:t>1</a:t>
              </a:r>
              <a:endParaRPr kumimoji="0" lang="en-US" sz="1000" i="0" u="none" strike="noStrike" kern="1200" cap="none" spc="0" normalizeH="0" baseline="30000" noProof="0" dirty="0">
                <a:ln>
                  <a:noFill/>
                </a:ln>
                <a:effectLst/>
                <a:uLnTx/>
                <a:uFillTx/>
                <a:latin typeface="Calibri"/>
                <a:ea typeface="+mn-ea"/>
                <a:cs typeface="Verdana" panose="020B0604030504040204" pitchFamily="34" charset="0"/>
              </a:endParaRPr>
            </a:p>
          </p:txBody>
        </p:sp>
        <p:sp>
          <p:nvSpPr>
            <p:cNvPr id="41" name="Rectangle 40">
              <a:extLst>
                <a:ext uri="{FF2B5EF4-FFF2-40B4-BE49-F238E27FC236}">
                  <a16:creationId xmlns:a16="http://schemas.microsoft.com/office/drawing/2014/main" id="{10AFA732-E244-8901-E3C9-C967F8260E2F}"/>
                </a:ext>
              </a:extLst>
            </p:cNvPr>
            <p:cNvSpPr/>
            <p:nvPr/>
          </p:nvSpPr>
          <p:spPr bwMode="gray">
            <a:xfrm>
              <a:off x="271695" y="4038809"/>
              <a:ext cx="1421693" cy="134205"/>
            </a:xfrm>
            <a:prstGeom prst="rect">
              <a:avLst/>
            </a:prstGeom>
            <a:noFill/>
            <a:ln w="19050" algn="ctr">
              <a:noFill/>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a:ln>
                    <a:noFill/>
                  </a:ln>
                  <a:effectLst/>
                  <a:uLnTx/>
                  <a:uFillTx/>
                  <a:latin typeface="Calibri"/>
                  <a:ea typeface="+mn-ea"/>
                  <a:cs typeface="Verdana" panose="020B0604030504040204" pitchFamily="34" charset="0"/>
                </a:rPr>
                <a:t>Total SC Costs</a:t>
              </a:r>
              <a:r>
                <a:rPr kumimoji="0" lang="en-US" sz="1000" b="1" i="0" u="none" strike="noStrike" kern="1200" cap="none" spc="0" normalizeH="0" baseline="30000" noProof="0">
                  <a:ln>
                    <a:noFill/>
                  </a:ln>
                  <a:effectLst/>
                  <a:uLnTx/>
                  <a:uFillTx/>
                  <a:latin typeface="Calibri"/>
                  <a:ea typeface="+mn-ea"/>
                  <a:cs typeface="Verdana" panose="020B0604030504040204" pitchFamily="34" charset="0"/>
                </a:rPr>
                <a:t>5</a:t>
              </a:r>
            </a:p>
          </p:txBody>
        </p:sp>
        <p:sp>
          <p:nvSpPr>
            <p:cNvPr id="191" name="Rectangle 190">
              <a:extLst>
                <a:ext uri="{FF2B5EF4-FFF2-40B4-BE49-F238E27FC236}">
                  <a16:creationId xmlns:a16="http://schemas.microsoft.com/office/drawing/2014/main" id="{DB4395B7-F65D-288C-FA0D-1279D7C1F1B4}"/>
                </a:ext>
              </a:extLst>
            </p:cNvPr>
            <p:cNvSpPr/>
            <p:nvPr/>
          </p:nvSpPr>
          <p:spPr bwMode="gray">
            <a:xfrm>
              <a:off x="251744" y="3533357"/>
              <a:ext cx="1474161" cy="1373232"/>
            </a:xfrm>
            <a:prstGeom prst="rect">
              <a:avLst/>
            </a:prstGeom>
            <a:noFill/>
            <a:ln w="9525" algn="ctr">
              <a:solidFill>
                <a:srgbClr val="7030A0"/>
              </a:solidFill>
              <a:prstDash val="dash"/>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900" i="0" u="none" strike="noStrike" kern="1200" cap="none" spc="0" normalizeH="0" baseline="30000" noProof="0">
                <a:ln>
                  <a:noFill/>
                </a:ln>
                <a:effectLst/>
                <a:uLnTx/>
                <a:uFillTx/>
                <a:latin typeface="Calibri"/>
                <a:ea typeface="+mn-ea"/>
                <a:cs typeface="Verdana" panose="020B0604030504040204" pitchFamily="34" charset="0"/>
              </a:endParaRPr>
            </a:p>
          </p:txBody>
        </p:sp>
      </p:grpSp>
      <p:grpSp>
        <p:nvGrpSpPr>
          <p:cNvPr id="217" name="Group 216">
            <a:extLst>
              <a:ext uri="{FF2B5EF4-FFF2-40B4-BE49-F238E27FC236}">
                <a16:creationId xmlns:a16="http://schemas.microsoft.com/office/drawing/2014/main" id="{E02328CB-CEA2-503E-17DD-C476BBAD233F}"/>
              </a:ext>
            </a:extLst>
          </p:cNvPr>
          <p:cNvGrpSpPr/>
          <p:nvPr/>
        </p:nvGrpSpPr>
        <p:grpSpPr>
          <a:xfrm>
            <a:off x="7093682" y="3016652"/>
            <a:ext cx="1634709" cy="1951969"/>
            <a:chOff x="7036359" y="2964773"/>
            <a:chExt cx="1634709" cy="1951969"/>
          </a:xfrm>
        </p:grpSpPr>
        <p:sp>
          <p:nvSpPr>
            <p:cNvPr id="103" name="Hexagon 102">
              <a:extLst>
                <a:ext uri="{FF2B5EF4-FFF2-40B4-BE49-F238E27FC236}">
                  <a16:creationId xmlns:a16="http://schemas.microsoft.com/office/drawing/2014/main" id="{F78BBC83-2123-33EB-8CA6-AC0B0C04E8D5}"/>
                </a:ext>
              </a:extLst>
            </p:cNvPr>
            <p:cNvSpPr/>
            <p:nvPr/>
          </p:nvSpPr>
          <p:spPr>
            <a:xfrm>
              <a:off x="7607593" y="2964773"/>
              <a:ext cx="404869" cy="349025"/>
            </a:xfrm>
            <a:prstGeom prst="hexagon">
              <a:avLst/>
            </a:prstGeom>
            <a:solidFill>
              <a:srgbClr val="247500"/>
            </a:solidFill>
            <a:ln>
              <a:solidFill>
                <a:srgbClr val="247500"/>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400" b="1"/>
                <a:t>CO</a:t>
              </a:r>
              <a:r>
                <a:rPr lang="en-US" sz="1400" b="1" baseline="-25000"/>
                <a:t>2</a:t>
              </a:r>
              <a:endParaRPr lang="en-US" sz="600" b="1" baseline="-25000"/>
            </a:p>
          </p:txBody>
        </p:sp>
        <p:sp>
          <p:nvSpPr>
            <p:cNvPr id="121" name="Rectangle 120">
              <a:extLst>
                <a:ext uri="{FF2B5EF4-FFF2-40B4-BE49-F238E27FC236}">
                  <a16:creationId xmlns:a16="http://schemas.microsoft.com/office/drawing/2014/main" id="{8FF79FC3-0BA1-56D4-3BD5-6DE3C95DB148}"/>
                </a:ext>
              </a:extLst>
            </p:cNvPr>
            <p:cNvSpPr/>
            <p:nvPr/>
          </p:nvSpPr>
          <p:spPr bwMode="gray">
            <a:xfrm>
              <a:off x="7151418" y="3345118"/>
              <a:ext cx="1519650" cy="205244"/>
            </a:xfrm>
            <a:prstGeom prst="rect">
              <a:avLst/>
            </a:prstGeom>
            <a:solidFill>
              <a:srgbClr val="247500"/>
            </a:solidFill>
            <a:ln w="19050" algn="ctr">
              <a:noFill/>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Emissions</a:t>
              </a:r>
              <a:endParaRPr kumimoji="0" lang="en-US" sz="12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grpSp>
          <p:nvGrpSpPr>
            <p:cNvPr id="123" name="Group 122">
              <a:extLst>
                <a:ext uri="{FF2B5EF4-FFF2-40B4-BE49-F238E27FC236}">
                  <a16:creationId xmlns:a16="http://schemas.microsoft.com/office/drawing/2014/main" id="{FF866E0E-8C2C-3A61-C5E6-2C2F7B074012}"/>
                </a:ext>
              </a:extLst>
            </p:cNvPr>
            <p:cNvGrpSpPr/>
            <p:nvPr/>
          </p:nvGrpSpPr>
          <p:grpSpPr>
            <a:xfrm>
              <a:off x="7170707" y="3583474"/>
              <a:ext cx="1443883" cy="538794"/>
              <a:chOff x="1809405" y="2477229"/>
              <a:chExt cx="2223828" cy="220369"/>
            </a:xfrm>
          </p:grpSpPr>
          <p:sp>
            <p:nvSpPr>
              <p:cNvPr id="124" name="Rectangle 123">
                <a:extLst>
                  <a:ext uri="{FF2B5EF4-FFF2-40B4-BE49-F238E27FC236}">
                    <a16:creationId xmlns:a16="http://schemas.microsoft.com/office/drawing/2014/main" id="{F4AB382D-5C05-73C8-0FCB-35CAD7BBBDAC}"/>
                  </a:ext>
                </a:extLst>
              </p:cNvPr>
              <p:cNvSpPr/>
              <p:nvPr/>
            </p:nvSpPr>
            <p:spPr bwMode="gray">
              <a:xfrm>
                <a:off x="1809405" y="2479077"/>
                <a:ext cx="2216431" cy="217262"/>
              </a:xfrm>
              <a:prstGeom prst="rect">
                <a:avLst/>
              </a:prstGeom>
              <a:solidFill>
                <a:srgbClr val="2BA700"/>
              </a:solidFill>
              <a:ln w="19050" algn="ctr">
                <a:noFill/>
                <a:miter lim="800000"/>
                <a:headEnd/>
                <a:tailEnd/>
              </a:ln>
              <a:effectLst>
                <a:outerShdw blurRad="50800" dist="38100" algn="l" rotWithShape="0">
                  <a:prstClr val="black">
                    <a:alpha val="40000"/>
                  </a:prstClr>
                </a:outerShdw>
              </a:effectLst>
            </p:spPr>
            <p:txBody>
              <a:bodyPr wrap="square" lIns="36000" tIns="88900" rIns="360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158" name="Rectangle 157">
                <a:extLst>
                  <a:ext uri="{FF2B5EF4-FFF2-40B4-BE49-F238E27FC236}">
                    <a16:creationId xmlns:a16="http://schemas.microsoft.com/office/drawing/2014/main" id="{08675151-359D-D650-91B0-85D12BE48E19}"/>
                  </a:ext>
                </a:extLst>
              </p:cNvPr>
              <p:cNvSpPr/>
              <p:nvPr/>
            </p:nvSpPr>
            <p:spPr bwMode="gray">
              <a:xfrm>
                <a:off x="1821395" y="2480337"/>
                <a:ext cx="944932" cy="217261"/>
              </a:xfrm>
              <a:prstGeom prst="rect">
                <a:avLst/>
              </a:prstGeom>
              <a:solidFill>
                <a:srgbClr val="1C5D03"/>
              </a:solidFill>
              <a:ln w="19050" algn="ctr">
                <a:noFill/>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000">
                    <a:solidFill>
                      <a:prstClr val="white"/>
                    </a:solidFill>
                    <a:latin typeface="Calibri"/>
                    <a:cs typeface="Verdana" panose="020B0604030504040204" pitchFamily="34" charset="0"/>
                  </a:rPr>
                  <a:t>LMD Emission: </a:t>
                </a:r>
                <a:r>
                  <a:rPr kumimoji="0" lang="en-US" sz="10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40%</a:t>
                </a:r>
              </a:p>
            </p:txBody>
          </p:sp>
          <p:sp>
            <p:nvSpPr>
              <p:cNvPr id="159" name="Rectangle 158">
                <a:extLst>
                  <a:ext uri="{FF2B5EF4-FFF2-40B4-BE49-F238E27FC236}">
                    <a16:creationId xmlns:a16="http://schemas.microsoft.com/office/drawing/2014/main" id="{0F184FCB-0DFF-6868-8ABB-9198BB9DD950}"/>
                  </a:ext>
                </a:extLst>
              </p:cNvPr>
              <p:cNvSpPr/>
              <p:nvPr/>
            </p:nvSpPr>
            <p:spPr bwMode="gray">
              <a:xfrm>
                <a:off x="2767126" y="2477229"/>
                <a:ext cx="1266107" cy="217262"/>
              </a:xfrm>
              <a:prstGeom prst="rect">
                <a:avLst/>
              </a:prstGeom>
              <a:noFill/>
              <a:ln w="19050" algn="ctr">
                <a:noFill/>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Other SC Emission: </a:t>
                </a:r>
                <a:r>
                  <a:rPr lang="en-US" sz="1000" b="1">
                    <a:solidFill>
                      <a:schemeClr val="bg1"/>
                    </a:solidFill>
                    <a:latin typeface="Calibri"/>
                    <a:cs typeface="Verdana" panose="020B0604030504040204" pitchFamily="34" charset="0"/>
                  </a:rPr>
                  <a:t>60%</a:t>
                </a:r>
                <a:endParaRPr kumimoji="0" lang="en-US" sz="1000" b="1" i="0" u="none" strike="noStrike" kern="1200" cap="none" spc="0" normalizeH="0" baseline="0" noProof="0">
                  <a:ln>
                    <a:noFill/>
                  </a:ln>
                  <a:solidFill>
                    <a:schemeClr val="bg1"/>
                  </a:solidFill>
                  <a:effectLst/>
                  <a:uLnTx/>
                  <a:uFillTx/>
                  <a:latin typeface="Calibri"/>
                  <a:ea typeface="+mn-ea"/>
                  <a:cs typeface="Verdana" panose="020B0604030504040204" pitchFamily="34" charset="0"/>
                </a:endParaRPr>
              </a:p>
            </p:txBody>
          </p:sp>
        </p:grpSp>
        <p:grpSp>
          <p:nvGrpSpPr>
            <p:cNvPr id="160" name="Group 159">
              <a:extLst>
                <a:ext uri="{FF2B5EF4-FFF2-40B4-BE49-F238E27FC236}">
                  <a16:creationId xmlns:a16="http://schemas.microsoft.com/office/drawing/2014/main" id="{5F2C6D22-997B-073E-52F9-DF8E90585265}"/>
                </a:ext>
              </a:extLst>
            </p:cNvPr>
            <p:cNvGrpSpPr/>
            <p:nvPr/>
          </p:nvGrpSpPr>
          <p:grpSpPr>
            <a:xfrm>
              <a:off x="7036359" y="3918770"/>
              <a:ext cx="1148887" cy="987710"/>
              <a:chOff x="4603282" y="3259100"/>
              <a:chExt cx="1148887" cy="987710"/>
            </a:xfrm>
          </p:grpSpPr>
          <p:graphicFrame>
            <p:nvGraphicFramePr>
              <p:cNvPr id="161" name="Chart 160">
                <a:extLst>
                  <a:ext uri="{FF2B5EF4-FFF2-40B4-BE49-F238E27FC236}">
                    <a16:creationId xmlns:a16="http://schemas.microsoft.com/office/drawing/2014/main" id="{6B7ECE9F-002A-5549-FCBE-15204C2C8047}"/>
                  </a:ext>
                </a:extLst>
              </p:cNvPr>
              <p:cNvGraphicFramePr/>
              <p:nvPr>
                <p:extLst>
                  <p:ext uri="{D42A27DB-BD31-4B8C-83A1-F6EECF244321}">
                    <p14:modId xmlns:p14="http://schemas.microsoft.com/office/powerpoint/2010/main" val="3963935965"/>
                  </p:ext>
                </p:extLst>
              </p:nvPr>
            </p:nvGraphicFramePr>
            <p:xfrm>
              <a:off x="4603282" y="3259100"/>
              <a:ext cx="1148887" cy="967596"/>
            </p:xfrm>
            <a:graphic>
              <a:graphicData uri="http://schemas.openxmlformats.org/drawingml/2006/chart">
                <c:chart xmlns:c="http://schemas.openxmlformats.org/drawingml/2006/chart" xmlns:r="http://schemas.openxmlformats.org/officeDocument/2006/relationships" r:id="rId33"/>
              </a:graphicData>
            </a:graphic>
          </p:graphicFrame>
          <p:sp>
            <p:nvSpPr>
              <p:cNvPr id="162" name="Rectangle 161">
                <a:extLst>
                  <a:ext uri="{FF2B5EF4-FFF2-40B4-BE49-F238E27FC236}">
                    <a16:creationId xmlns:a16="http://schemas.microsoft.com/office/drawing/2014/main" id="{ACE65DDC-FF1F-2C2F-8C18-8F524625CC42}"/>
                  </a:ext>
                </a:extLst>
              </p:cNvPr>
              <p:cNvSpPr/>
              <p:nvPr/>
            </p:nvSpPr>
            <p:spPr bwMode="gray">
              <a:xfrm>
                <a:off x="4718438" y="4107714"/>
                <a:ext cx="456078" cy="139096"/>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2019</a:t>
                </a:r>
              </a:p>
            </p:txBody>
          </p:sp>
          <p:sp>
            <p:nvSpPr>
              <p:cNvPr id="163" name="Rectangle 162">
                <a:extLst>
                  <a:ext uri="{FF2B5EF4-FFF2-40B4-BE49-F238E27FC236}">
                    <a16:creationId xmlns:a16="http://schemas.microsoft.com/office/drawing/2014/main" id="{CA878624-FFCE-0AFA-D8EF-F61FD63F6105}"/>
                  </a:ext>
                </a:extLst>
              </p:cNvPr>
              <p:cNvSpPr/>
              <p:nvPr/>
            </p:nvSpPr>
            <p:spPr bwMode="gray">
              <a:xfrm>
                <a:off x="5157763" y="4104320"/>
                <a:ext cx="456078" cy="139096"/>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2030</a:t>
                </a:r>
              </a:p>
            </p:txBody>
          </p:sp>
        </p:grpSp>
        <p:sp>
          <p:nvSpPr>
            <p:cNvPr id="173" name="Rectangle 172">
              <a:extLst>
                <a:ext uri="{FF2B5EF4-FFF2-40B4-BE49-F238E27FC236}">
                  <a16:creationId xmlns:a16="http://schemas.microsoft.com/office/drawing/2014/main" id="{9BF87BD3-CDA1-7512-64BD-15EC833F9E12}"/>
                </a:ext>
              </a:extLst>
            </p:cNvPr>
            <p:cNvSpPr/>
            <p:nvPr/>
          </p:nvSpPr>
          <p:spPr bwMode="gray">
            <a:xfrm>
              <a:off x="7100772" y="4205796"/>
              <a:ext cx="531145" cy="341967"/>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1200" cap="none" spc="0" normalizeH="0" baseline="0" noProof="0">
                  <a:ln>
                    <a:noFill/>
                  </a:ln>
                  <a:effectLst/>
                  <a:uLnTx/>
                  <a:uFillTx/>
                  <a:latin typeface="Calibri"/>
                  <a:ea typeface="+mn-ea"/>
                  <a:cs typeface="Verdana" panose="020B0604030504040204" pitchFamily="34" charset="0"/>
                </a:rPr>
                <a:t>+32%</a:t>
              </a:r>
              <a:endParaRPr kumimoji="0" lang="en-US" sz="1200" b="1"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202" name="Rectangle 201">
              <a:extLst>
                <a:ext uri="{FF2B5EF4-FFF2-40B4-BE49-F238E27FC236}">
                  <a16:creationId xmlns:a16="http://schemas.microsoft.com/office/drawing/2014/main" id="{AF535079-CFA5-2506-77B8-311DFA518E67}"/>
                </a:ext>
              </a:extLst>
            </p:cNvPr>
            <p:cNvSpPr/>
            <p:nvPr/>
          </p:nvSpPr>
          <p:spPr bwMode="gray">
            <a:xfrm>
              <a:off x="7184801" y="4118156"/>
              <a:ext cx="1421693" cy="134205"/>
            </a:xfrm>
            <a:prstGeom prst="rect">
              <a:avLst/>
            </a:prstGeom>
            <a:noFill/>
            <a:ln w="19050" algn="ctr">
              <a:noFill/>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00" b="1" i="0" u="none" strike="noStrike" kern="1200" cap="none" spc="0" normalizeH="0" baseline="0" noProof="0">
                  <a:ln>
                    <a:noFill/>
                  </a:ln>
                  <a:effectLst/>
                  <a:uLnTx/>
                  <a:uFillTx/>
                  <a:latin typeface="Calibri"/>
                  <a:ea typeface="+mn-ea"/>
                  <a:cs typeface="Verdana" panose="020B0604030504040204" pitchFamily="34" charset="0"/>
                </a:rPr>
                <a:t>Emissions in SC</a:t>
              </a:r>
              <a:r>
                <a:rPr kumimoji="0" lang="en-US" sz="1000" b="1" i="0" u="none" strike="noStrike" kern="1200" cap="none" spc="0" normalizeH="0" baseline="30000" noProof="0">
                  <a:ln>
                    <a:noFill/>
                  </a:ln>
                  <a:effectLst/>
                  <a:uLnTx/>
                  <a:uFillTx/>
                  <a:latin typeface="Calibri"/>
                  <a:ea typeface="+mn-ea"/>
                  <a:cs typeface="Verdana" panose="020B0604030504040204" pitchFamily="34" charset="0"/>
                </a:rPr>
                <a:t>2</a:t>
              </a:r>
            </a:p>
          </p:txBody>
        </p:sp>
        <p:cxnSp>
          <p:nvCxnSpPr>
            <p:cNvPr id="210" name="Straight Arrow Connector 209">
              <a:extLst>
                <a:ext uri="{FF2B5EF4-FFF2-40B4-BE49-F238E27FC236}">
                  <a16:creationId xmlns:a16="http://schemas.microsoft.com/office/drawing/2014/main" id="{3C3B2269-356C-2317-6114-9514A62F858B}"/>
                </a:ext>
              </a:extLst>
            </p:cNvPr>
            <p:cNvCxnSpPr>
              <a:cxnSpLocks/>
            </p:cNvCxnSpPr>
            <p:nvPr/>
          </p:nvCxnSpPr>
          <p:spPr>
            <a:xfrm flipV="1">
              <a:off x="7426315" y="4403807"/>
              <a:ext cx="411203" cy="9231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3" name="Rectangle 212">
              <a:extLst>
                <a:ext uri="{FF2B5EF4-FFF2-40B4-BE49-F238E27FC236}">
                  <a16:creationId xmlns:a16="http://schemas.microsoft.com/office/drawing/2014/main" id="{4364A4FB-E281-3EE1-5256-FE9474C9BF0E}"/>
                </a:ext>
              </a:extLst>
            </p:cNvPr>
            <p:cNvSpPr/>
            <p:nvPr/>
          </p:nvSpPr>
          <p:spPr bwMode="gray">
            <a:xfrm>
              <a:off x="8042934" y="4275452"/>
              <a:ext cx="594253" cy="621546"/>
            </a:xfrm>
            <a:prstGeom prst="rect">
              <a:avLst/>
            </a:prstGeom>
            <a:noFill/>
            <a:ln w="9525" algn="ctr">
              <a:noFill/>
              <a:prstDash val="dash"/>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000" b="1">
                  <a:latin typeface="Calibri"/>
                  <a:cs typeface="Verdana" panose="020B0604030504040204" pitchFamily="34" charset="0"/>
                </a:rPr>
                <a:t>Emissions in Mt</a:t>
              </a:r>
              <a:r>
                <a:rPr lang="en-US" sz="1000" b="1" baseline="30000">
                  <a:latin typeface="Calibri"/>
                  <a:cs typeface="Verdana" panose="020B0604030504040204" pitchFamily="34" charset="0"/>
                </a:rPr>
                <a:t>3</a:t>
              </a:r>
              <a:endParaRPr kumimoji="0" lang="en-US" sz="1000" b="1"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216" name="Rectangle 215">
              <a:extLst>
                <a:ext uri="{FF2B5EF4-FFF2-40B4-BE49-F238E27FC236}">
                  <a16:creationId xmlns:a16="http://schemas.microsoft.com/office/drawing/2014/main" id="{696680A5-7BCA-34F4-2B04-6EE110D32EC2}"/>
                </a:ext>
              </a:extLst>
            </p:cNvPr>
            <p:cNvSpPr/>
            <p:nvPr/>
          </p:nvSpPr>
          <p:spPr bwMode="gray">
            <a:xfrm>
              <a:off x="7148083" y="3543510"/>
              <a:ext cx="1509304" cy="1373232"/>
            </a:xfrm>
            <a:prstGeom prst="rect">
              <a:avLst/>
            </a:prstGeom>
            <a:noFill/>
            <a:ln w="9525" algn="ctr">
              <a:solidFill>
                <a:srgbClr val="247500"/>
              </a:solidFill>
              <a:prstDash val="dash"/>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900" i="0" u="none" strike="noStrike" kern="1200" cap="none" spc="0" normalizeH="0" baseline="30000" noProof="0">
                <a:ln>
                  <a:noFill/>
                </a:ln>
                <a:effectLst/>
                <a:uLnTx/>
                <a:uFillTx/>
                <a:latin typeface="Calibri"/>
                <a:ea typeface="+mn-ea"/>
                <a:cs typeface="Verdana" panose="020B0604030504040204" pitchFamily="34" charset="0"/>
              </a:endParaRPr>
            </a:p>
          </p:txBody>
        </p:sp>
      </p:grpSp>
      <p:sp>
        <p:nvSpPr>
          <p:cNvPr id="255" name="Rectangle 254">
            <a:extLst>
              <a:ext uri="{FF2B5EF4-FFF2-40B4-BE49-F238E27FC236}">
                <a16:creationId xmlns:a16="http://schemas.microsoft.com/office/drawing/2014/main" id="{1FDA6C8F-F394-8C41-144D-C50FA8A6BD9C}"/>
              </a:ext>
            </a:extLst>
          </p:cNvPr>
          <p:cNvSpPr/>
          <p:nvPr/>
        </p:nvSpPr>
        <p:spPr>
          <a:xfrm>
            <a:off x="1759275" y="2785311"/>
            <a:ext cx="5724000" cy="182599"/>
          </a:xfrm>
          <a:prstGeom prst="rect">
            <a:avLst/>
          </a:prstGeom>
          <a:solidFill>
            <a:schemeClr val="bg1"/>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1200" b="1">
                <a:solidFill>
                  <a:schemeClr val="tx1"/>
                </a:solidFill>
              </a:rPr>
              <a:t>Last Mile Delivery has evolved, but the core challenges are yet to be addressed </a:t>
            </a:r>
          </a:p>
        </p:txBody>
      </p:sp>
      <p:pic>
        <p:nvPicPr>
          <p:cNvPr id="44" name="Graphic 43" descr="Handshake with solid fill">
            <a:extLst>
              <a:ext uri="{FF2B5EF4-FFF2-40B4-BE49-F238E27FC236}">
                <a16:creationId xmlns:a16="http://schemas.microsoft.com/office/drawing/2014/main" id="{91EEF737-A76C-6A02-62FA-F5BC67E54AF6}"/>
              </a:ext>
            </a:extLst>
          </p:cNvPr>
          <p:cNvPicPr>
            <a:picLocks noChangeAspect="1"/>
          </p:cNvPicPr>
          <p:nvPr/>
        </p:nvPicPr>
        <p:blipFill>
          <a:blip r:embed="rId34">
            <a:extLst>
              <a:ext uri="{96DAC541-7B7A-43D3-8B79-37D633B846F1}">
                <asvg:svgBlip xmlns:asvg="http://schemas.microsoft.com/office/drawing/2016/SVG/main" r:embed="rId35"/>
              </a:ext>
            </a:extLst>
          </a:blip>
          <a:stretch>
            <a:fillRect/>
          </a:stretch>
        </p:blipFill>
        <p:spPr>
          <a:xfrm>
            <a:off x="9074350" y="1415952"/>
            <a:ext cx="494221" cy="494221"/>
          </a:xfrm>
          <a:prstGeom prst="rect">
            <a:avLst/>
          </a:prstGeom>
        </p:spPr>
      </p:pic>
      <p:pic>
        <p:nvPicPr>
          <p:cNvPr id="45" name="Graphic 44" descr="Delivery with solid fill">
            <a:extLst>
              <a:ext uri="{FF2B5EF4-FFF2-40B4-BE49-F238E27FC236}">
                <a16:creationId xmlns:a16="http://schemas.microsoft.com/office/drawing/2014/main" id="{8C8B8676-91BE-1B59-5E47-CA72FDF3AFBB}"/>
              </a:ext>
            </a:extLst>
          </p:cNvPr>
          <p:cNvPicPr>
            <a:picLocks noChangeAspect="1"/>
          </p:cNvPicPr>
          <p:nvPr/>
        </p:nvPicPr>
        <p:blipFill>
          <a:blip r:embed="rId36">
            <a:extLst>
              <a:ext uri="{96DAC541-7B7A-43D3-8B79-37D633B846F1}">
                <asvg:svgBlip xmlns:asvg="http://schemas.microsoft.com/office/drawing/2016/SVG/main" r:embed="rId37"/>
              </a:ext>
            </a:extLst>
          </a:blip>
          <a:stretch>
            <a:fillRect/>
          </a:stretch>
        </p:blipFill>
        <p:spPr>
          <a:xfrm>
            <a:off x="9110050" y="1760887"/>
            <a:ext cx="428980" cy="428980"/>
          </a:xfrm>
          <a:prstGeom prst="rect">
            <a:avLst/>
          </a:prstGeom>
        </p:spPr>
      </p:pic>
      <p:sp>
        <p:nvSpPr>
          <p:cNvPr id="50" name="Oval 20">
            <a:extLst>
              <a:ext uri="{FF2B5EF4-FFF2-40B4-BE49-F238E27FC236}">
                <a16:creationId xmlns:a16="http://schemas.microsoft.com/office/drawing/2014/main" id="{5B785931-F1B9-9550-8693-1D8D1739EB25}"/>
              </a:ext>
            </a:extLst>
          </p:cNvPr>
          <p:cNvSpPr>
            <a:spLocks noChangeArrowheads="1"/>
          </p:cNvSpPr>
          <p:nvPr/>
        </p:nvSpPr>
        <p:spPr bwMode="auto">
          <a:xfrm>
            <a:off x="9100726" y="2353019"/>
            <a:ext cx="265407" cy="270772"/>
          </a:xfrm>
          <a:prstGeom prst="ellipse">
            <a:avLst/>
          </a:prstGeom>
          <a:solidFill>
            <a:schemeClr val="accent1"/>
          </a:solidFill>
          <a:ln>
            <a:noFill/>
          </a:ln>
        </p:spPr>
        <p:txBody>
          <a:bodyPr vert="horz" wrap="square" lIns="0" tIns="0" rIns="0" bIns="0" numCol="1" anchor="ctr" anchorCtr="0" compatLnSpc="1">
            <a:prstTxWarp prst="textNoShape">
              <a:avLst/>
            </a:prstTxWarp>
          </a:bodyPr>
          <a:lstStyle/>
          <a:p>
            <a:pPr algn="ctr"/>
            <a:r>
              <a:rPr lang="en-US" sz="1400" b="1">
                <a:solidFill>
                  <a:srgbClr val="FFFFFF"/>
                </a:solidFill>
              </a:rPr>
              <a:t>2</a:t>
            </a:r>
          </a:p>
        </p:txBody>
      </p:sp>
      <p:sp>
        <p:nvSpPr>
          <p:cNvPr id="51" name="TextBox 50">
            <a:extLst>
              <a:ext uri="{FF2B5EF4-FFF2-40B4-BE49-F238E27FC236}">
                <a16:creationId xmlns:a16="http://schemas.microsoft.com/office/drawing/2014/main" id="{30D43941-748D-F0CC-1B03-8560A30B6EE9}"/>
              </a:ext>
            </a:extLst>
          </p:cNvPr>
          <p:cNvSpPr txBox="1"/>
          <p:nvPr/>
        </p:nvSpPr>
        <p:spPr>
          <a:xfrm>
            <a:off x="9344730" y="2344834"/>
            <a:ext cx="2700307" cy="292388"/>
          </a:xfrm>
          <a:prstGeom prst="rect">
            <a:avLst/>
          </a:prstGeom>
          <a:noFill/>
        </p:spPr>
        <p:txBody>
          <a:bodyPr wrap="square" rtlCol="0">
            <a:spAutoFit/>
          </a:bodyPr>
          <a:lstStyle/>
          <a:p>
            <a:r>
              <a:rPr lang="en-US" sz="1300" b="1" dirty="0"/>
              <a:t>People at the heart of our change</a:t>
            </a:r>
          </a:p>
        </p:txBody>
      </p:sp>
      <p:sp>
        <p:nvSpPr>
          <p:cNvPr id="58" name="Rounded Rectangle 57">
            <a:extLst>
              <a:ext uri="{FF2B5EF4-FFF2-40B4-BE49-F238E27FC236}">
                <a16:creationId xmlns:a16="http://schemas.microsoft.com/office/drawing/2014/main" id="{C022F570-49DF-1404-3E3E-D6D46151FC81}"/>
              </a:ext>
            </a:extLst>
          </p:cNvPr>
          <p:cNvSpPr/>
          <p:nvPr/>
        </p:nvSpPr>
        <p:spPr>
          <a:xfrm>
            <a:off x="9604171" y="2718343"/>
            <a:ext cx="2313902" cy="251270"/>
          </a:xfrm>
          <a:prstGeom prst="roundRect">
            <a:avLst/>
          </a:prstGeom>
          <a:solidFill>
            <a:schemeClr val="accent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Community Operationalization</a:t>
            </a:r>
          </a:p>
        </p:txBody>
      </p:sp>
      <p:sp>
        <p:nvSpPr>
          <p:cNvPr id="60" name="Rounded Rectangle 59">
            <a:extLst>
              <a:ext uri="{FF2B5EF4-FFF2-40B4-BE49-F238E27FC236}">
                <a16:creationId xmlns:a16="http://schemas.microsoft.com/office/drawing/2014/main" id="{0F653763-8501-8D2B-60C8-8EFE59FE7CC3}"/>
              </a:ext>
            </a:extLst>
          </p:cNvPr>
          <p:cNvSpPr/>
          <p:nvPr/>
        </p:nvSpPr>
        <p:spPr>
          <a:xfrm>
            <a:off x="9612815" y="3058961"/>
            <a:ext cx="2313902" cy="251270"/>
          </a:xfrm>
          <a:prstGeom prst="roundRect">
            <a:avLst/>
          </a:prstGeom>
          <a:solidFill>
            <a:schemeClr val="accent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latin typeface="Calibri" panose="020F0502020204030204" pitchFamily="34" charset="0"/>
                <a:cs typeface="Calibri" panose="020F0502020204030204" pitchFamily="34" charset="0"/>
              </a:rPr>
              <a:t>Collaborating via Open System</a:t>
            </a:r>
          </a:p>
        </p:txBody>
      </p:sp>
      <p:sp>
        <p:nvSpPr>
          <p:cNvPr id="61" name="Rounded Rectangle 60">
            <a:extLst>
              <a:ext uri="{FF2B5EF4-FFF2-40B4-BE49-F238E27FC236}">
                <a16:creationId xmlns:a16="http://schemas.microsoft.com/office/drawing/2014/main" id="{1A3F0210-4CB8-1D80-BF65-70B5CB83E24D}"/>
              </a:ext>
            </a:extLst>
          </p:cNvPr>
          <p:cNvSpPr/>
          <p:nvPr/>
        </p:nvSpPr>
        <p:spPr>
          <a:xfrm>
            <a:off x="9611121" y="3401501"/>
            <a:ext cx="2313902" cy="375451"/>
          </a:xfrm>
          <a:prstGeom prst="roundRect">
            <a:avLst/>
          </a:prstGeom>
          <a:solidFill>
            <a:schemeClr val="accent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latin typeface="Calibri" panose="020F0502020204030204" pitchFamily="34" charset="0"/>
                <a:cs typeface="Calibri" panose="020F0502020204030204" pitchFamily="34" charset="0"/>
              </a:rPr>
              <a:t>Incentivizing sustainable behavior</a:t>
            </a:r>
          </a:p>
        </p:txBody>
      </p:sp>
      <p:pic>
        <p:nvPicPr>
          <p:cNvPr id="72" name="Graphic 71" descr="Cheers with solid fill">
            <a:extLst>
              <a:ext uri="{FF2B5EF4-FFF2-40B4-BE49-F238E27FC236}">
                <a16:creationId xmlns:a16="http://schemas.microsoft.com/office/drawing/2014/main" id="{68E7C7B4-817E-F783-FC83-78654A9744A8}"/>
              </a:ext>
            </a:extLst>
          </p:cNvPr>
          <p:cNvPicPr>
            <a:picLocks noChangeAspect="1"/>
          </p:cNvPicPr>
          <p:nvPr/>
        </p:nvPicPr>
        <p:blipFill>
          <a:blip r:embed="rId38">
            <a:extLst>
              <a:ext uri="{96DAC541-7B7A-43D3-8B79-37D633B846F1}">
                <asvg:svgBlip xmlns:asvg="http://schemas.microsoft.com/office/drawing/2016/SVG/main" r:embed="rId39"/>
              </a:ext>
            </a:extLst>
          </a:blip>
          <a:stretch>
            <a:fillRect/>
          </a:stretch>
        </p:blipFill>
        <p:spPr>
          <a:xfrm>
            <a:off x="9170521" y="2686681"/>
            <a:ext cx="348191" cy="348191"/>
          </a:xfrm>
          <a:prstGeom prst="rect">
            <a:avLst/>
          </a:prstGeom>
        </p:spPr>
      </p:pic>
      <p:pic>
        <p:nvPicPr>
          <p:cNvPr id="74" name="Graphic 73" descr="Unlock with solid fill">
            <a:extLst>
              <a:ext uri="{FF2B5EF4-FFF2-40B4-BE49-F238E27FC236}">
                <a16:creationId xmlns:a16="http://schemas.microsoft.com/office/drawing/2014/main" id="{0A253500-E1E7-3254-F3B6-FF96899449D7}"/>
              </a:ext>
            </a:extLst>
          </p:cNvPr>
          <p:cNvPicPr>
            <a:picLocks noChangeAspect="1"/>
          </p:cNvPicPr>
          <p:nvPr/>
        </p:nvPicPr>
        <p:blipFill>
          <a:blip r:embed="rId40">
            <a:extLst>
              <a:ext uri="{96DAC541-7B7A-43D3-8B79-37D633B846F1}">
                <asvg:svgBlip xmlns:asvg="http://schemas.microsoft.com/office/drawing/2016/SVG/main" r:embed="rId41"/>
              </a:ext>
            </a:extLst>
          </a:blip>
          <a:stretch>
            <a:fillRect/>
          </a:stretch>
        </p:blipFill>
        <p:spPr>
          <a:xfrm>
            <a:off x="9176933" y="3053457"/>
            <a:ext cx="313533" cy="313533"/>
          </a:xfrm>
          <a:prstGeom prst="rect">
            <a:avLst/>
          </a:prstGeom>
        </p:spPr>
      </p:pic>
      <p:pic>
        <p:nvPicPr>
          <p:cNvPr id="99" name="Graphic 98" descr="Star with solid fill">
            <a:extLst>
              <a:ext uri="{FF2B5EF4-FFF2-40B4-BE49-F238E27FC236}">
                <a16:creationId xmlns:a16="http://schemas.microsoft.com/office/drawing/2014/main" id="{134606F3-ABCB-22A2-994B-77A210D04651}"/>
              </a:ext>
            </a:extLst>
          </p:cNvPr>
          <p:cNvPicPr>
            <a:picLocks noChangeAspect="1"/>
          </p:cNvPicPr>
          <p:nvPr/>
        </p:nvPicPr>
        <p:blipFill>
          <a:blip r:embed="rId42">
            <a:extLst>
              <a:ext uri="{96DAC541-7B7A-43D3-8B79-37D633B846F1}">
                <asvg:svgBlip xmlns:asvg="http://schemas.microsoft.com/office/drawing/2016/SVG/main" r:embed="rId43"/>
              </a:ext>
            </a:extLst>
          </a:blip>
          <a:stretch>
            <a:fillRect/>
          </a:stretch>
        </p:blipFill>
        <p:spPr>
          <a:xfrm>
            <a:off x="9169587" y="3391909"/>
            <a:ext cx="372156" cy="372156"/>
          </a:xfrm>
          <a:prstGeom prst="rect">
            <a:avLst/>
          </a:prstGeom>
        </p:spPr>
      </p:pic>
      <p:sp>
        <p:nvSpPr>
          <p:cNvPr id="102" name="Oval 20">
            <a:extLst>
              <a:ext uri="{FF2B5EF4-FFF2-40B4-BE49-F238E27FC236}">
                <a16:creationId xmlns:a16="http://schemas.microsoft.com/office/drawing/2014/main" id="{C5A796D9-E8FF-804D-E32B-9583C3ED55C0}"/>
              </a:ext>
            </a:extLst>
          </p:cNvPr>
          <p:cNvSpPr>
            <a:spLocks noChangeArrowheads="1"/>
          </p:cNvSpPr>
          <p:nvPr/>
        </p:nvSpPr>
        <p:spPr bwMode="auto">
          <a:xfrm>
            <a:off x="9096494" y="4019409"/>
            <a:ext cx="265407" cy="270772"/>
          </a:xfrm>
          <a:prstGeom prst="ellipse">
            <a:avLst/>
          </a:prstGeom>
          <a:solidFill>
            <a:srgbClr val="009193"/>
          </a:solidFill>
          <a:ln>
            <a:noFill/>
          </a:ln>
        </p:spPr>
        <p:txBody>
          <a:bodyPr vert="horz" wrap="square" lIns="0" tIns="0" rIns="0" bIns="0" numCol="1" anchor="ctr" anchorCtr="0" compatLnSpc="1">
            <a:prstTxWarp prst="textNoShape">
              <a:avLst/>
            </a:prstTxWarp>
          </a:bodyPr>
          <a:lstStyle/>
          <a:p>
            <a:pPr algn="ctr"/>
            <a:r>
              <a:rPr lang="en-US" sz="1400" b="1">
                <a:solidFill>
                  <a:srgbClr val="FFFFFF"/>
                </a:solidFill>
              </a:rPr>
              <a:t>3</a:t>
            </a:r>
          </a:p>
        </p:txBody>
      </p:sp>
      <p:sp>
        <p:nvSpPr>
          <p:cNvPr id="108" name="TextBox 107">
            <a:extLst>
              <a:ext uri="{FF2B5EF4-FFF2-40B4-BE49-F238E27FC236}">
                <a16:creationId xmlns:a16="http://schemas.microsoft.com/office/drawing/2014/main" id="{4DBD4B95-243D-3EB7-40F4-5FE4AF581CF1}"/>
              </a:ext>
            </a:extLst>
          </p:cNvPr>
          <p:cNvSpPr txBox="1"/>
          <p:nvPr/>
        </p:nvSpPr>
        <p:spPr>
          <a:xfrm>
            <a:off x="9399476" y="3991599"/>
            <a:ext cx="2700307" cy="292388"/>
          </a:xfrm>
          <a:prstGeom prst="rect">
            <a:avLst/>
          </a:prstGeom>
          <a:noFill/>
        </p:spPr>
        <p:txBody>
          <a:bodyPr wrap="square" rtlCol="0">
            <a:spAutoFit/>
          </a:bodyPr>
          <a:lstStyle/>
          <a:p>
            <a:r>
              <a:rPr lang="en-US" sz="1300" b="1"/>
              <a:t>Becoming a market shaping force</a:t>
            </a:r>
          </a:p>
        </p:txBody>
      </p:sp>
      <p:sp>
        <p:nvSpPr>
          <p:cNvPr id="122" name="Rounded Rectangle 121">
            <a:extLst>
              <a:ext uri="{FF2B5EF4-FFF2-40B4-BE49-F238E27FC236}">
                <a16:creationId xmlns:a16="http://schemas.microsoft.com/office/drawing/2014/main" id="{B071F88E-8693-77D5-CA04-525304B01717}"/>
              </a:ext>
            </a:extLst>
          </p:cNvPr>
          <p:cNvSpPr/>
          <p:nvPr/>
        </p:nvSpPr>
        <p:spPr>
          <a:xfrm>
            <a:off x="10101543" y="4370921"/>
            <a:ext cx="1809106" cy="251270"/>
          </a:xfrm>
          <a:prstGeom prst="roundRect">
            <a:avLst/>
          </a:prstGeom>
          <a:solidFill>
            <a:srgbClr val="009193"/>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Enforce standards battle</a:t>
            </a:r>
          </a:p>
        </p:txBody>
      </p:sp>
      <p:sp>
        <p:nvSpPr>
          <p:cNvPr id="152" name="Rounded Rectangle 151">
            <a:extLst>
              <a:ext uri="{FF2B5EF4-FFF2-40B4-BE49-F238E27FC236}">
                <a16:creationId xmlns:a16="http://schemas.microsoft.com/office/drawing/2014/main" id="{8EDCA854-DE10-AAD4-EE59-BC3BA6F939A2}"/>
              </a:ext>
            </a:extLst>
          </p:cNvPr>
          <p:cNvSpPr/>
          <p:nvPr/>
        </p:nvSpPr>
        <p:spPr>
          <a:xfrm>
            <a:off x="10109128" y="4717715"/>
            <a:ext cx="1809106" cy="251270"/>
          </a:xfrm>
          <a:prstGeom prst="roundRect">
            <a:avLst/>
          </a:prstGeom>
          <a:solidFill>
            <a:srgbClr val="009193"/>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Establish virtuous cycle</a:t>
            </a:r>
          </a:p>
        </p:txBody>
      </p:sp>
      <p:sp>
        <p:nvSpPr>
          <p:cNvPr id="153" name="Rounded Rectangle 152">
            <a:extLst>
              <a:ext uri="{FF2B5EF4-FFF2-40B4-BE49-F238E27FC236}">
                <a16:creationId xmlns:a16="http://schemas.microsoft.com/office/drawing/2014/main" id="{FC0A804D-E90E-05B4-39C0-D92DB8024A66}"/>
              </a:ext>
            </a:extLst>
          </p:cNvPr>
          <p:cNvSpPr/>
          <p:nvPr/>
        </p:nvSpPr>
        <p:spPr>
          <a:xfrm>
            <a:off x="10101543" y="5059264"/>
            <a:ext cx="1809106" cy="346297"/>
          </a:xfrm>
          <a:prstGeom prst="roundRect">
            <a:avLst/>
          </a:prstGeom>
          <a:solidFill>
            <a:srgbClr val="009193"/>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Redefine performance barriers</a:t>
            </a:r>
          </a:p>
        </p:txBody>
      </p:sp>
      <p:sp>
        <p:nvSpPr>
          <p:cNvPr id="154" name="Rounded Rectangle 153">
            <a:extLst>
              <a:ext uri="{FF2B5EF4-FFF2-40B4-BE49-F238E27FC236}">
                <a16:creationId xmlns:a16="http://schemas.microsoft.com/office/drawing/2014/main" id="{385A541F-6857-E1DB-F606-9C4540E00975}"/>
              </a:ext>
            </a:extLst>
          </p:cNvPr>
          <p:cNvSpPr/>
          <p:nvPr/>
        </p:nvSpPr>
        <p:spPr>
          <a:xfrm>
            <a:off x="10109128" y="5501196"/>
            <a:ext cx="1809106" cy="251270"/>
          </a:xfrm>
          <a:prstGeom prst="roundRect">
            <a:avLst/>
          </a:prstGeom>
          <a:solidFill>
            <a:srgbClr val="009193"/>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Reinforce market shaping </a:t>
            </a:r>
          </a:p>
        </p:txBody>
      </p:sp>
    </p:spTree>
    <p:extLst>
      <p:ext uri="{BB962C8B-B14F-4D97-AF65-F5344CB8AC3E}">
        <p14:creationId xmlns:p14="http://schemas.microsoft.com/office/powerpoint/2010/main" val="296980548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78617" y="121491"/>
            <a:ext cx="11972473" cy="329055"/>
          </a:xfrm>
        </p:spPr>
        <p:txBody>
          <a:bodyPr vert="horz" lIns="91440" tIns="45720" rIns="91440" bIns="45720" rtlCol="0" anchor="t">
            <a:noAutofit/>
          </a:bodyPr>
          <a:lstStyle/>
          <a:p>
            <a:pPr marL="0" indent="0">
              <a:buNone/>
            </a:pPr>
            <a:r>
              <a:rPr lang="en-US" sz="2000">
                <a:latin typeface="Calibri" panose="020F0502020204030204" pitchFamily="34" charset="0"/>
                <a:cs typeface="Calibri" panose="020F0502020204030204" pitchFamily="34" charset="0"/>
              </a:rPr>
              <a:t>Reimaging the last mile delivery – including customer at each point</a:t>
            </a:r>
          </a:p>
        </p:txBody>
      </p:sp>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sp>
        <p:nvSpPr>
          <p:cNvPr id="271" name="Rectangle 270">
            <a:extLst>
              <a:ext uri="{FF2B5EF4-FFF2-40B4-BE49-F238E27FC236}">
                <a16:creationId xmlns:a16="http://schemas.microsoft.com/office/drawing/2014/main" id="{7D4DFE92-1789-C0AC-DDE7-A3BF1244AB5A}"/>
              </a:ext>
            </a:extLst>
          </p:cNvPr>
          <p:cNvSpPr/>
          <p:nvPr/>
        </p:nvSpPr>
        <p:spPr>
          <a:xfrm rot="16200000">
            <a:off x="-178704" y="3164914"/>
            <a:ext cx="997474" cy="332568"/>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Customer </a:t>
            </a:r>
          </a:p>
        </p:txBody>
      </p:sp>
      <p:sp>
        <p:nvSpPr>
          <p:cNvPr id="272" name="Rectangle 271">
            <a:extLst>
              <a:ext uri="{FF2B5EF4-FFF2-40B4-BE49-F238E27FC236}">
                <a16:creationId xmlns:a16="http://schemas.microsoft.com/office/drawing/2014/main" id="{EF15A9A9-C117-C4C4-6514-BFDC2B7CB8B0}"/>
              </a:ext>
            </a:extLst>
          </p:cNvPr>
          <p:cNvSpPr/>
          <p:nvPr/>
        </p:nvSpPr>
        <p:spPr>
          <a:xfrm>
            <a:off x="637921" y="3209331"/>
            <a:ext cx="678019" cy="22305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Time</a:t>
            </a:r>
          </a:p>
        </p:txBody>
      </p:sp>
      <p:sp>
        <p:nvSpPr>
          <p:cNvPr id="273" name="Rectangle 272">
            <a:extLst>
              <a:ext uri="{FF2B5EF4-FFF2-40B4-BE49-F238E27FC236}">
                <a16:creationId xmlns:a16="http://schemas.microsoft.com/office/drawing/2014/main" id="{3FE13C4A-7DB6-1FA8-3D96-3D82A2917476}"/>
              </a:ext>
            </a:extLst>
          </p:cNvPr>
          <p:cNvSpPr/>
          <p:nvPr/>
        </p:nvSpPr>
        <p:spPr>
          <a:xfrm>
            <a:off x="1492523" y="3223672"/>
            <a:ext cx="1655310" cy="223060"/>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Preferred drop location</a:t>
            </a:r>
          </a:p>
        </p:txBody>
      </p:sp>
      <p:sp>
        <p:nvSpPr>
          <p:cNvPr id="274" name="Rectangle 273">
            <a:extLst>
              <a:ext uri="{FF2B5EF4-FFF2-40B4-BE49-F238E27FC236}">
                <a16:creationId xmlns:a16="http://schemas.microsoft.com/office/drawing/2014/main" id="{5690C926-D0FA-0DEA-25EE-FE3F6BA420A8}"/>
              </a:ext>
            </a:extLst>
          </p:cNvPr>
          <p:cNvSpPr/>
          <p:nvPr/>
        </p:nvSpPr>
        <p:spPr>
          <a:xfrm>
            <a:off x="655341" y="3492128"/>
            <a:ext cx="2491164" cy="34996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Incentive : To get data for assured delivery</a:t>
            </a:r>
          </a:p>
        </p:txBody>
      </p:sp>
      <p:sp>
        <p:nvSpPr>
          <p:cNvPr id="276" name="Pentagon 72">
            <a:extLst>
              <a:ext uri="{FF2B5EF4-FFF2-40B4-BE49-F238E27FC236}">
                <a16:creationId xmlns:a16="http://schemas.microsoft.com/office/drawing/2014/main" id="{D4106E09-C02B-7F01-23E4-1ED775C7AB06}"/>
              </a:ext>
            </a:extLst>
          </p:cNvPr>
          <p:cNvSpPr/>
          <p:nvPr/>
        </p:nvSpPr>
        <p:spPr>
          <a:xfrm>
            <a:off x="3348636" y="2798267"/>
            <a:ext cx="5341895" cy="317589"/>
          </a:xfrm>
          <a:prstGeom prst="homePlate">
            <a:avLst>
              <a:gd name="adj" fmla="val 26595"/>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400">
                <a:solidFill>
                  <a:schemeClr val="tx1"/>
                </a:solidFill>
              </a:rPr>
              <a:t>Data analytics for tracking/growth</a:t>
            </a:r>
          </a:p>
          <a:p>
            <a:pPr algn="ctr"/>
            <a:endParaRPr lang="en-US" sz="1300" b="1">
              <a:solidFill>
                <a:schemeClr val="tx1"/>
              </a:solidFill>
              <a:latin typeface="Calibri" panose="020F0502020204030204" pitchFamily="34" charset="0"/>
              <a:cs typeface="Calibri" panose="020F0502020204030204" pitchFamily="34" charset="0"/>
            </a:endParaRPr>
          </a:p>
        </p:txBody>
      </p:sp>
      <p:sp>
        <p:nvSpPr>
          <p:cNvPr id="278" name="Rectangle 277">
            <a:extLst>
              <a:ext uri="{FF2B5EF4-FFF2-40B4-BE49-F238E27FC236}">
                <a16:creationId xmlns:a16="http://schemas.microsoft.com/office/drawing/2014/main" id="{7610522C-439B-F7AE-F915-33654D98513A}"/>
              </a:ext>
            </a:extLst>
          </p:cNvPr>
          <p:cNvSpPr/>
          <p:nvPr/>
        </p:nvSpPr>
        <p:spPr>
          <a:xfrm>
            <a:off x="9758833" y="3201531"/>
            <a:ext cx="2043321" cy="32603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Flexible drop location</a:t>
            </a:r>
          </a:p>
        </p:txBody>
      </p:sp>
      <p:sp>
        <p:nvSpPr>
          <p:cNvPr id="279" name="Rectangle 278">
            <a:extLst>
              <a:ext uri="{FF2B5EF4-FFF2-40B4-BE49-F238E27FC236}">
                <a16:creationId xmlns:a16="http://schemas.microsoft.com/office/drawing/2014/main" id="{F60B9E98-1778-939C-8EE5-6EC6FB88C591}"/>
              </a:ext>
            </a:extLst>
          </p:cNvPr>
          <p:cNvSpPr/>
          <p:nvPr/>
        </p:nvSpPr>
        <p:spPr>
          <a:xfrm>
            <a:off x="9786138" y="3586562"/>
            <a:ext cx="2016016" cy="32603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Geolocation tracking</a:t>
            </a:r>
          </a:p>
        </p:txBody>
      </p:sp>
      <p:sp>
        <p:nvSpPr>
          <p:cNvPr id="282" name="Pentagon 72">
            <a:extLst>
              <a:ext uri="{FF2B5EF4-FFF2-40B4-BE49-F238E27FC236}">
                <a16:creationId xmlns:a16="http://schemas.microsoft.com/office/drawing/2014/main" id="{2EEA81F3-4A80-36DB-C3F9-8D3C0321734D}"/>
              </a:ext>
            </a:extLst>
          </p:cNvPr>
          <p:cNvSpPr/>
          <p:nvPr/>
        </p:nvSpPr>
        <p:spPr>
          <a:xfrm rot="10800000" flipH="1" flipV="1">
            <a:off x="9758833" y="2870658"/>
            <a:ext cx="2127631" cy="317534"/>
          </a:xfrm>
          <a:prstGeom prst="homePlate">
            <a:avLst>
              <a:gd name="adj" fmla="val 26595"/>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400">
                <a:solidFill>
                  <a:schemeClr val="tx1"/>
                </a:solidFill>
              </a:rPr>
              <a:t>Customer gets assurance</a:t>
            </a:r>
          </a:p>
        </p:txBody>
      </p:sp>
      <p:sp>
        <p:nvSpPr>
          <p:cNvPr id="283" name="Pentagon 72">
            <a:extLst>
              <a:ext uri="{FF2B5EF4-FFF2-40B4-BE49-F238E27FC236}">
                <a16:creationId xmlns:a16="http://schemas.microsoft.com/office/drawing/2014/main" id="{A657D144-FD12-E2B3-2655-63F8FAE1813A}"/>
              </a:ext>
            </a:extLst>
          </p:cNvPr>
          <p:cNvSpPr/>
          <p:nvPr/>
        </p:nvSpPr>
        <p:spPr>
          <a:xfrm rot="10800000" flipH="1" flipV="1">
            <a:off x="637921" y="2847187"/>
            <a:ext cx="2559111" cy="292821"/>
          </a:xfrm>
          <a:prstGeom prst="homePlate">
            <a:avLst>
              <a:gd name="adj" fmla="val 26595"/>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400">
                <a:solidFill>
                  <a:schemeClr val="tx1"/>
                </a:solidFill>
              </a:rPr>
              <a:t>Customer gives preferences</a:t>
            </a:r>
          </a:p>
        </p:txBody>
      </p:sp>
      <p:sp>
        <p:nvSpPr>
          <p:cNvPr id="399" name="Rectangle 398">
            <a:extLst>
              <a:ext uri="{FF2B5EF4-FFF2-40B4-BE49-F238E27FC236}">
                <a16:creationId xmlns:a16="http://schemas.microsoft.com/office/drawing/2014/main" id="{29C90280-E46A-F727-B3DD-648D88C74646}"/>
              </a:ext>
            </a:extLst>
          </p:cNvPr>
          <p:cNvSpPr/>
          <p:nvPr/>
        </p:nvSpPr>
        <p:spPr>
          <a:xfrm>
            <a:off x="7562334" y="1070541"/>
            <a:ext cx="2745455" cy="1576200"/>
          </a:xfrm>
          <a:prstGeom prst="rect">
            <a:avLst/>
          </a:prstGeom>
          <a:gradFill>
            <a:gsLst>
              <a:gs pos="49000">
                <a:srgbClr val="D4DFF1"/>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98" name="Rectangle 397">
            <a:extLst>
              <a:ext uri="{FF2B5EF4-FFF2-40B4-BE49-F238E27FC236}">
                <a16:creationId xmlns:a16="http://schemas.microsoft.com/office/drawing/2014/main" id="{4C4C1DBF-19F8-209A-0CC8-B5DB96227611}"/>
              </a:ext>
            </a:extLst>
          </p:cNvPr>
          <p:cNvSpPr/>
          <p:nvPr/>
        </p:nvSpPr>
        <p:spPr>
          <a:xfrm>
            <a:off x="5047757" y="998154"/>
            <a:ext cx="2204982" cy="1723044"/>
          </a:xfrm>
          <a:prstGeom prst="rect">
            <a:avLst/>
          </a:prstGeom>
          <a:gradFill>
            <a:gsLst>
              <a:gs pos="49000">
                <a:srgbClr val="D4DFF1"/>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80" name="Rectangle 379">
            <a:extLst>
              <a:ext uri="{FF2B5EF4-FFF2-40B4-BE49-F238E27FC236}">
                <a16:creationId xmlns:a16="http://schemas.microsoft.com/office/drawing/2014/main" id="{D37711B0-B05E-D53B-85AF-850E7F3C6C40}"/>
              </a:ext>
            </a:extLst>
          </p:cNvPr>
          <p:cNvSpPr/>
          <p:nvPr/>
        </p:nvSpPr>
        <p:spPr>
          <a:xfrm>
            <a:off x="3801267" y="1005925"/>
            <a:ext cx="927932" cy="1090851"/>
          </a:xfrm>
          <a:prstGeom prst="rect">
            <a:avLst/>
          </a:prstGeom>
          <a:gradFill>
            <a:gsLst>
              <a:gs pos="49000">
                <a:srgbClr val="D4DFF1"/>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cxnSp>
        <p:nvCxnSpPr>
          <p:cNvPr id="55" name="Straight Arrow Connector 54">
            <a:extLst>
              <a:ext uri="{FF2B5EF4-FFF2-40B4-BE49-F238E27FC236}">
                <a16:creationId xmlns:a16="http://schemas.microsoft.com/office/drawing/2014/main" id="{3729CB98-9D8E-56EE-552C-C04930CCC33D}"/>
              </a:ext>
            </a:extLst>
          </p:cNvPr>
          <p:cNvCxnSpPr>
            <a:cxnSpLocks/>
            <a:endCxn id="216" idx="1"/>
          </p:cNvCxnSpPr>
          <p:nvPr/>
        </p:nvCxnSpPr>
        <p:spPr>
          <a:xfrm flipV="1">
            <a:off x="1220350" y="1942978"/>
            <a:ext cx="1154328" cy="3300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7" name="object 66">
            <a:extLst>
              <a:ext uri="{FF2B5EF4-FFF2-40B4-BE49-F238E27FC236}">
                <a16:creationId xmlns:a16="http://schemas.microsoft.com/office/drawing/2014/main" id="{B788C206-28FB-3124-B519-7DB5F6ABD7E3}"/>
              </a:ext>
            </a:extLst>
          </p:cNvPr>
          <p:cNvSpPr txBox="1"/>
          <p:nvPr/>
        </p:nvSpPr>
        <p:spPr>
          <a:xfrm>
            <a:off x="2167281" y="2137377"/>
            <a:ext cx="870725" cy="196849"/>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a:latin typeface="Calibri" panose="020F0502020204030204" pitchFamily="34" charset="0"/>
                <a:cs typeface="Calibri" panose="020F0502020204030204" pitchFamily="34" charset="0"/>
              </a:rPr>
              <a:t>City WH</a:t>
            </a:r>
            <a:endParaRPr sz="1200">
              <a:latin typeface="Calibri" panose="020F0502020204030204" pitchFamily="34" charset="0"/>
              <a:cs typeface="Calibri" panose="020F0502020204030204" pitchFamily="34" charset="0"/>
            </a:endParaRPr>
          </a:p>
        </p:txBody>
      </p:sp>
      <p:sp>
        <p:nvSpPr>
          <p:cNvPr id="59" name="object 66">
            <a:extLst>
              <a:ext uri="{FF2B5EF4-FFF2-40B4-BE49-F238E27FC236}">
                <a16:creationId xmlns:a16="http://schemas.microsoft.com/office/drawing/2014/main" id="{A8F7DDCA-987B-DE3B-E560-23F1AFEA9A71}"/>
              </a:ext>
            </a:extLst>
          </p:cNvPr>
          <p:cNvSpPr txBox="1"/>
          <p:nvPr/>
        </p:nvSpPr>
        <p:spPr>
          <a:xfrm>
            <a:off x="1715783" y="1089955"/>
            <a:ext cx="870725" cy="251054"/>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a:latin typeface="Calibri" panose="020F0502020204030204" pitchFamily="34" charset="0"/>
                <a:cs typeface="Calibri" panose="020F0502020204030204" pitchFamily="34" charset="0"/>
              </a:rPr>
              <a:t>Control Tower</a:t>
            </a:r>
            <a:endParaRPr sz="1200">
              <a:latin typeface="Calibri" panose="020F0502020204030204" pitchFamily="34" charset="0"/>
              <a:cs typeface="Calibri" panose="020F0502020204030204" pitchFamily="34" charset="0"/>
            </a:endParaRPr>
          </a:p>
        </p:txBody>
      </p:sp>
      <p:sp>
        <p:nvSpPr>
          <p:cNvPr id="60" name="object 66">
            <a:extLst>
              <a:ext uri="{FF2B5EF4-FFF2-40B4-BE49-F238E27FC236}">
                <a16:creationId xmlns:a16="http://schemas.microsoft.com/office/drawing/2014/main" id="{21E4F23D-6A90-D2C4-918A-EC2BC62F25E6}"/>
              </a:ext>
            </a:extLst>
          </p:cNvPr>
          <p:cNvSpPr txBox="1"/>
          <p:nvPr/>
        </p:nvSpPr>
        <p:spPr>
          <a:xfrm>
            <a:off x="3877841" y="2361505"/>
            <a:ext cx="880205" cy="381515"/>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a:solidFill>
                  <a:schemeClr val="bg1"/>
                </a:solidFill>
                <a:latin typeface="Calibri" panose="020F0502020204030204" pitchFamily="34" charset="0"/>
                <a:cs typeface="Calibri" panose="020F0502020204030204" pitchFamily="34" charset="0"/>
              </a:rPr>
              <a:t>Own Fleet &amp; distribution</a:t>
            </a:r>
          </a:p>
        </p:txBody>
      </p:sp>
      <p:sp>
        <p:nvSpPr>
          <p:cNvPr id="203" name="object 66">
            <a:extLst>
              <a:ext uri="{FF2B5EF4-FFF2-40B4-BE49-F238E27FC236}">
                <a16:creationId xmlns:a16="http://schemas.microsoft.com/office/drawing/2014/main" id="{75543B87-8AB9-075A-DF18-1A6508B27CC8}"/>
              </a:ext>
            </a:extLst>
          </p:cNvPr>
          <p:cNvSpPr txBox="1"/>
          <p:nvPr/>
        </p:nvSpPr>
        <p:spPr>
          <a:xfrm>
            <a:off x="3801267" y="1449758"/>
            <a:ext cx="870725" cy="566181"/>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b="1">
                <a:latin typeface="Calibri" panose="020F0502020204030204" pitchFamily="34" charset="0"/>
                <a:cs typeface="Calibri" panose="020F0502020204030204" pitchFamily="34" charset="0"/>
              </a:rPr>
              <a:t>P2P Ecosystem Network</a:t>
            </a:r>
            <a:endParaRPr sz="1200" b="1">
              <a:latin typeface="Calibri" panose="020F0502020204030204" pitchFamily="34" charset="0"/>
              <a:cs typeface="Calibri" panose="020F0502020204030204" pitchFamily="34" charset="0"/>
            </a:endParaRPr>
          </a:p>
        </p:txBody>
      </p:sp>
      <p:cxnSp>
        <p:nvCxnSpPr>
          <p:cNvPr id="62" name="Straight Arrow Connector 61">
            <a:extLst>
              <a:ext uri="{FF2B5EF4-FFF2-40B4-BE49-F238E27FC236}">
                <a16:creationId xmlns:a16="http://schemas.microsoft.com/office/drawing/2014/main" id="{54CEC986-5BD5-1730-A819-AD90BA44B08F}"/>
              </a:ext>
            </a:extLst>
          </p:cNvPr>
          <p:cNvCxnSpPr>
            <a:cxnSpLocks/>
            <a:stCxn id="216" idx="3"/>
            <a:endCxn id="232" idx="1"/>
          </p:cNvCxnSpPr>
          <p:nvPr/>
        </p:nvCxnSpPr>
        <p:spPr>
          <a:xfrm>
            <a:off x="2855008" y="1942978"/>
            <a:ext cx="1159258" cy="30425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63" name="Straight Arrow Connector 62">
            <a:extLst>
              <a:ext uri="{FF2B5EF4-FFF2-40B4-BE49-F238E27FC236}">
                <a16:creationId xmlns:a16="http://schemas.microsoft.com/office/drawing/2014/main" id="{E200480A-6013-149F-CB5A-55FF98516A1E}"/>
              </a:ext>
            </a:extLst>
          </p:cNvPr>
          <p:cNvCxnSpPr>
            <a:cxnSpLocks/>
            <a:stCxn id="216" idx="3"/>
            <a:endCxn id="248" idx="1"/>
          </p:cNvCxnSpPr>
          <p:nvPr/>
        </p:nvCxnSpPr>
        <p:spPr>
          <a:xfrm flipV="1">
            <a:off x="2855008" y="1296774"/>
            <a:ext cx="1220184" cy="64620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00" name="object 66">
            <a:extLst>
              <a:ext uri="{FF2B5EF4-FFF2-40B4-BE49-F238E27FC236}">
                <a16:creationId xmlns:a16="http://schemas.microsoft.com/office/drawing/2014/main" id="{AE525973-CE58-5188-7239-A5A804FA74BF}"/>
              </a:ext>
            </a:extLst>
          </p:cNvPr>
          <p:cNvSpPr txBox="1"/>
          <p:nvPr/>
        </p:nvSpPr>
        <p:spPr>
          <a:xfrm>
            <a:off x="7449722" y="1422157"/>
            <a:ext cx="1473831" cy="196849"/>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b="1">
                <a:latin typeface="Calibri" panose="020F0502020204030204" pitchFamily="34" charset="0"/>
                <a:cs typeface="Calibri" panose="020F0502020204030204" pitchFamily="34" charset="0"/>
              </a:rPr>
              <a:t>Semi-dark Stores</a:t>
            </a:r>
          </a:p>
        </p:txBody>
      </p:sp>
      <p:sp>
        <p:nvSpPr>
          <p:cNvPr id="201" name="object 66">
            <a:extLst>
              <a:ext uri="{FF2B5EF4-FFF2-40B4-BE49-F238E27FC236}">
                <a16:creationId xmlns:a16="http://schemas.microsoft.com/office/drawing/2014/main" id="{ADC52F49-2AC6-7C0A-63E2-4D3A08CDB22E}"/>
              </a:ext>
            </a:extLst>
          </p:cNvPr>
          <p:cNvSpPr txBox="1"/>
          <p:nvPr/>
        </p:nvSpPr>
        <p:spPr>
          <a:xfrm>
            <a:off x="7787310" y="2002318"/>
            <a:ext cx="1656777" cy="579005"/>
          </a:xfrm>
          <a:prstGeom prst="rect">
            <a:avLst/>
          </a:prstGeom>
        </p:spPr>
        <p:txBody>
          <a:bodyPr vert="horz" wrap="square" lIns="0" tIns="12065" rIns="0" bIns="0" rtlCol="0">
            <a:spAutoFit/>
          </a:bodyPr>
          <a:lstStyle/>
          <a:p>
            <a:pPr marL="59690" marR="5080" indent="-47625">
              <a:lnSpc>
                <a:spcPct val="100000"/>
              </a:lnSpc>
              <a:spcBef>
                <a:spcPts val="95"/>
              </a:spcBef>
            </a:pPr>
            <a:r>
              <a:rPr lang="en-IN" sz="1200">
                <a:latin typeface="Calibri" panose="020F0502020204030204" pitchFamily="34" charset="0"/>
                <a:cs typeface="Calibri" panose="020F0502020204030204" pitchFamily="34" charset="0"/>
              </a:rPr>
              <a:t>Tier 1: Metro Station, Residential/Office Spaces</a:t>
            </a:r>
          </a:p>
          <a:p>
            <a:pPr marL="59690" marR="5080" indent="-47625">
              <a:lnSpc>
                <a:spcPct val="100000"/>
              </a:lnSpc>
              <a:spcBef>
                <a:spcPts val="95"/>
              </a:spcBef>
            </a:pPr>
            <a:r>
              <a:rPr lang="en-IN" sz="1200">
                <a:latin typeface="Calibri" panose="020F0502020204030204" pitchFamily="34" charset="0"/>
                <a:cs typeface="Calibri" panose="020F0502020204030204" pitchFamily="34" charset="0"/>
              </a:rPr>
              <a:t>Tier 2: Kirana Stores</a:t>
            </a:r>
          </a:p>
        </p:txBody>
      </p:sp>
      <p:pic>
        <p:nvPicPr>
          <p:cNvPr id="216" name="Graphic 215" descr="Warehouse with solid fill">
            <a:extLst>
              <a:ext uri="{FF2B5EF4-FFF2-40B4-BE49-F238E27FC236}">
                <a16:creationId xmlns:a16="http://schemas.microsoft.com/office/drawing/2014/main" id="{DCAC5D98-FE6F-3CA8-14C0-91F7819B819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2374678" y="1702813"/>
            <a:ext cx="480330" cy="480330"/>
          </a:xfrm>
          <a:prstGeom prst="rect">
            <a:avLst/>
          </a:prstGeom>
        </p:spPr>
      </p:pic>
      <p:grpSp>
        <p:nvGrpSpPr>
          <p:cNvPr id="251" name="Group 250">
            <a:extLst>
              <a:ext uri="{FF2B5EF4-FFF2-40B4-BE49-F238E27FC236}">
                <a16:creationId xmlns:a16="http://schemas.microsoft.com/office/drawing/2014/main" id="{82CD290D-C3F8-62A7-66B4-D1AB75936DDC}"/>
              </a:ext>
            </a:extLst>
          </p:cNvPr>
          <p:cNvGrpSpPr/>
          <p:nvPr/>
        </p:nvGrpSpPr>
        <p:grpSpPr>
          <a:xfrm>
            <a:off x="4014266" y="2089579"/>
            <a:ext cx="611454" cy="359316"/>
            <a:chOff x="6167945" y="3345294"/>
            <a:chExt cx="611454" cy="359316"/>
          </a:xfrm>
        </p:grpSpPr>
        <p:pic>
          <p:nvPicPr>
            <p:cNvPr id="224" name="Graphic 223" descr="Delivery with solid fill">
              <a:extLst>
                <a:ext uri="{FF2B5EF4-FFF2-40B4-BE49-F238E27FC236}">
                  <a16:creationId xmlns:a16="http://schemas.microsoft.com/office/drawing/2014/main" id="{E419188B-9BC8-60BE-F503-7315A507307A}"/>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420083" y="3345294"/>
              <a:ext cx="359316" cy="359316"/>
            </a:xfrm>
            <a:prstGeom prst="rect">
              <a:avLst/>
            </a:prstGeom>
          </p:spPr>
        </p:pic>
        <p:pic>
          <p:nvPicPr>
            <p:cNvPr id="232" name="Picture 231">
              <a:extLst>
                <a:ext uri="{FF2B5EF4-FFF2-40B4-BE49-F238E27FC236}">
                  <a16:creationId xmlns:a16="http://schemas.microsoft.com/office/drawing/2014/main" id="{540C8107-7D7D-B40F-5E38-5598E13A0267}"/>
                </a:ext>
              </a:extLst>
            </p:cNvPr>
            <p:cNvPicPr>
              <a:picLocks noChangeAspect="1"/>
            </p:cNvPicPr>
            <p:nvPr/>
          </p:nvPicPr>
          <p:blipFill rotWithShape="1">
            <a:blip r:embed="rId10"/>
            <a:srcRect l="5021" t="4000" r="5021" b="16572"/>
            <a:stretch/>
          </p:blipFill>
          <p:spPr>
            <a:xfrm>
              <a:off x="6167945" y="3399132"/>
              <a:ext cx="235155" cy="207627"/>
            </a:xfrm>
            <a:prstGeom prst="rect">
              <a:avLst/>
            </a:prstGeom>
          </p:spPr>
        </p:pic>
      </p:grpSp>
      <p:grpSp>
        <p:nvGrpSpPr>
          <p:cNvPr id="269" name="Group 268">
            <a:extLst>
              <a:ext uri="{FF2B5EF4-FFF2-40B4-BE49-F238E27FC236}">
                <a16:creationId xmlns:a16="http://schemas.microsoft.com/office/drawing/2014/main" id="{D7F00F1D-83F9-A939-3067-117A76C1B77E}"/>
              </a:ext>
            </a:extLst>
          </p:cNvPr>
          <p:cNvGrpSpPr/>
          <p:nvPr/>
        </p:nvGrpSpPr>
        <p:grpSpPr>
          <a:xfrm>
            <a:off x="10832399" y="1341009"/>
            <a:ext cx="935367" cy="583004"/>
            <a:chOff x="10697230" y="2702758"/>
            <a:chExt cx="935367" cy="583004"/>
          </a:xfrm>
        </p:grpSpPr>
        <p:sp>
          <p:nvSpPr>
            <p:cNvPr id="198" name="object 66">
              <a:extLst>
                <a:ext uri="{FF2B5EF4-FFF2-40B4-BE49-F238E27FC236}">
                  <a16:creationId xmlns:a16="http://schemas.microsoft.com/office/drawing/2014/main" id="{80019C13-91AB-A7C2-22C1-0258BBE3C118}"/>
                </a:ext>
              </a:extLst>
            </p:cNvPr>
            <p:cNvSpPr txBox="1"/>
            <p:nvPr/>
          </p:nvSpPr>
          <p:spPr>
            <a:xfrm>
              <a:off x="10697230" y="3088913"/>
              <a:ext cx="935367" cy="196849"/>
            </a:xfrm>
            <a:prstGeom prst="rect">
              <a:avLst/>
            </a:prstGeom>
          </p:spPr>
          <p:txBody>
            <a:bodyPr vert="horz" wrap="square" lIns="0" tIns="12065" rIns="0" bIns="0" rtlCol="0">
              <a:spAutoFit/>
            </a:bodyPr>
            <a:lstStyle/>
            <a:p>
              <a:pPr marL="59690" marR="5080" indent="-47625" algn="ctr">
                <a:lnSpc>
                  <a:spcPct val="100000"/>
                </a:lnSpc>
                <a:spcBef>
                  <a:spcPts val="95"/>
                </a:spcBef>
              </a:pPr>
              <a:r>
                <a:rPr lang="en-IN" sz="1200" b="1" dirty="0">
                  <a:solidFill>
                    <a:schemeClr val="bg1"/>
                  </a:solidFill>
                  <a:latin typeface="Calibri" panose="020F0502020204030204" pitchFamily="34" charset="0"/>
                  <a:cs typeface="Calibri" panose="020F0502020204030204" pitchFamily="34" charset="0"/>
                </a:rPr>
                <a:t>End Customer</a:t>
              </a:r>
            </a:p>
          </p:txBody>
        </p:sp>
        <p:pic>
          <p:nvPicPr>
            <p:cNvPr id="239" name="Picture 238">
              <a:extLst>
                <a:ext uri="{FF2B5EF4-FFF2-40B4-BE49-F238E27FC236}">
                  <a16:creationId xmlns:a16="http://schemas.microsoft.com/office/drawing/2014/main" id="{496F64D5-7BD9-289B-C790-D93B77BF9628}"/>
                </a:ext>
              </a:extLst>
            </p:cNvPr>
            <p:cNvPicPr>
              <a:picLocks noChangeAspect="1"/>
            </p:cNvPicPr>
            <p:nvPr/>
          </p:nvPicPr>
          <p:blipFill rotWithShape="1">
            <a:blip r:embed="rId11"/>
            <a:srcRect l="24337" t="12328" r="16616"/>
            <a:stretch/>
          </p:blipFill>
          <p:spPr>
            <a:xfrm>
              <a:off x="10954960" y="2702758"/>
              <a:ext cx="329622" cy="436794"/>
            </a:xfrm>
            <a:prstGeom prst="rect">
              <a:avLst/>
            </a:prstGeom>
          </p:spPr>
        </p:pic>
      </p:grpSp>
      <p:grpSp>
        <p:nvGrpSpPr>
          <p:cNvPr id="257" name="Group 256">
            <a:extLst>
              <a:ext uri="{FF2B5EF4-FFF2-40B4-BE49-F238E27FC236}">
                <a16:creationId xmlns:a16="http://schemas.microsoft.com/office/drawing/2014/main" id="{D82F2297-E30E-1E15-131C-D86E5BFD5A5C}"/>
              </a:ext>
            </a:extLst>
          </p:cNvPr>
          <p:cNvGrpSpPr/>
          <p:nvPr/>
        </p:nvGrpSpPr>
        <p:grpSpPr>
          <a:xfrm>
            <a:off x="8718622" y="1036547"/>
            <a:ext cx="374088" cy="858041"/>
            <a:chOff x="8839184" y="2772520"/>
            <a:chExt cx="374088" cy="858041"/>
          </a:xfrm>
        </p:grpSpPr>
        <p:pic>
          <p:nvPicPr>
            <p:cNvPr id="242" name="Picture 241">
              <a:extLst>
                <a:ext uri="{FF2B5EF4-FFF2-40B4-BE49-F238E27FC236}">
                  <a16:creationId xmlns:a16="http://schemas.microsoft.com/office/drawing/2014/main" id="{BAEE2C74-0DF5-88D4-3E07-6FEE345A01A7}"/>
                </a:ext>
              </a:extLst>
            </p:cNvPr>
            <p:cNvPicPr>
              <a:picLocks noChangeAspect="1"/>
            </p:cNvPicPr>
            <p:nvPr/>
          </p:nvPicPr>
          <p:blipFill>
            <a:blip r:embed="rId12"/>
            <a:stretch>
              <a:fillRect/>
            </a:stretch>
          </p:blipFill>
          <p:spPr>
            <a:xfrm>
              <a:off x="8839184" y="2772520"/>
              <a:ext cx="374088" cy="395774"/>
            </a:xfrm>
            <a:prstGeom prst="rect">
              <a:avLst/>
            </a:prstGeom>
          </p:spPr>
        </p:pic>
        <p:pic>
          <p:nvPicPr>
            <p:cNvPr id="246" name="Picture 245">
              <a:extLst>
                <a:ext uri="{FF2B5EF4-FFF2-40B4-BE49-F238E27FC236}">
                  <a16:creationId xmlns:a16="http://schemas.microsoft.com/office/drawing/2014/main" id="{B4A9CE59-30B5-5837-8F6B-6F3EF24DBEB0}"/>
                </a:ext>
              </a:extLst>
            </p:cNvPr>
            <p:cNvPicPr>
              <a:picLocks noChangeAspect="1"/>
            </p:cNvPicPr>
            <p:nvPr/>
          </p:nvPicPr>
          <p:blipFill>
            <a:blip r:embed="rId13"/>
            <a:stretch>
              <a:fillRect/>
            </a:stretch>
          </p:blipFill>
          <p:spPr>
            <a:xfrm>
              <a:off x="8902967" y="3273461"/>
              <a:ext cx="289820" cy="357100"/>
            </a:xfrm>
            <a:prstGeom prst="rect">
              <a:avLst/>
            </a:prstGeom>
          </p:spPr>
        </p:pic>
      </p:grpSp>
      <p:pic>
        <p:nvPicPr>
          <p:cNvPr id="248" name="Picture 247">
            <a:extLst>
              <a:ext uri="{FF2B5EF4-FFF2-40B4-BE49-F238E27FC236}">
                <a16:creationId xmlns:a16="http://schemas.microsoft.com/office/drawing/2014/main" id="{A2CD7864-435D-8E90-4562-897EDE5FE295}"/>
              </a:ext>
            </a:extLst>
          </p:cNvPr>
          <p:cNvPicPr>
            <a:picLocks noChangeAspect="1"/>
          </p:cNvPicPr>
          <p:nvPr/>
        </p:nvPicPr>
        <p:blipFill rotWithShape="1">
          <a:blip r:embed="rId14"/>
          <a:srcRect l="5827" t="278" r="5827" b="-2804"/>
          <a:stretch/>
        </p:blipFill>
        <p:spPr>
          <a:xfrm>
            <a:off x="4075192" y="1116107"/>
            <a:ext cx="353424" cy="361333"/>
          </a:xfrm>
          <a:prstGeom prst="rect">
            <a:avLst/>
          </a:prstGeom>
        </p:spPr>
      </p:pic>
      <p:grpSp>
        <p:nvGrpSpPr>
          <p:cNvPr id="47" name="Group 46">
            <a:extLst>
              <a:ext uri="{FF2B5EF4-FFF2-40B4-BE49-F238E27FC236}">
                <a16:creationId xmlns:a16="http://schemas.microsoft.com/office/drawing/2014/main" id="{EEBEC6DB-0299-3CA7-AAE6-8A2BF4F22042}"/>
              </a:ext>
            </a:extLst>
          </p:cNvPr>
          <p:cNvGrpSpPr/>
          <p:nvPr/>
        </p:nvGrpSpPr>
        <p:grpSpPr>
          <a:xfrm rot="5400000" flipV="1">
            <a:off x="831330" y="-124929"/>
            <a:ext cx="412236" cy="1733755"/>
            <a:chOff x="83173" y="669072"/>
            <a:chExt cx="1055907" cy="1097946"/>
          </a:xfrm>
          <a:solidFill>
            <a:schemeClr val="accent1">
              <a:lumMod val="50000"/>
            </a:schemeClr>
          </a:solidFill>
          <a:effectLst>
            <a:outerShdw blurRad="50800" dist="38100" algn="l" rotWithShape="0">
              <a:prstClr val="black">
                <a:alpha val="40000"/>
              </a:prstClr>
            </a:outerShdw>
          </a:effectLst>
        </p:grpSpPr>
        <p:sp>
          <p:nvSpPr>
            <p:cNvPr id="214" name="Pentagon 20">
              <a:extLst>
                <a:ext uri="{FF2B5EF4-FFF2-40B4-BE49-F238E27FC236}">
                  <a16:creationId xmlns:a16="http://schemas.microsoft.com/office/drawing/2014/main" id="{61E13FE3-C3F1-7B88-1C43-74EED411E523}"/>
                </a:ext>
              </a:extLst>
            </p:cNvPr>
            <p:cNvSpPr/>
            <p:nvPr/>
          </p:nvSpPr>
          <p:spPr>
            <a:xfrm rot="5400000">
              <a:off x="72236" y="700174"/>
              <a:ext cx="1077781" cy="1055907"/>
            </a:xfrm>
            <a:prstGeom prst="homePlate">
              <a:avLst>
                <a:gd name="adj" fmla="val 2659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vert="horz" lIns="90000" rtlCol="0" anchor="ctr"/>
            <a:lstStyle/>
            <a:p>
              <a:pPr algn="ctr"/>
              <a:endParaRPr lang="en-US" sz="1300" b="1">
                <a:latin typeface="Calibri" panose="020F0502020204030204" pitchFamily="34" charset="0"/>
                <a:cs typeface="Calibri" panose="020F0502020204030204" pitchFamily="34" charset="0"/>
              </a:endParaRPr>
            </a:p>
          </p:txBody>
        </p:sp>
        <p:sp>
          <p:nvSpPr>
            <p:cNvPr id="215" name="TextBox 214">
              <a:extLst>
                <a:ext uri="{FF2B5EF4-FFF2-40B4-BE49-F238E27FC236}">
                  <a16:creationId xmlns:a16="http://schemas.microsoft.com/office/drawing/2014/main" id="{804047B0-A6C5-12ED-AA5D-54D4990239A3}"/>
                </a:ext>
              </a:extLst>
            </p:cNvPr>
            <p:cNvSpPr txBox="1"/>
            <p:nvPr/>
          </p:nvSpPr>
          <p:spPr>
            <a:xfrm rot="16200000">
              <a:off x="62151" y="904919"/>
              <a:ext cx="1097945" cy="626252"/>
            </a:xfrm>
            <a:prstGeom prst="rect">
              <a:avLst/>
            </a:prstGeom>
            <a:noFill/>
            <a:ln>
              <a:noFill/>
            </a:ln>
          </p:spPr>
          <p:txBody>
            <a:bodyPr wrap="square" rtlCol="0" anchor="ctr">
              <a:spAutoFit/>
            </a:bodyPr>
            <a:lstStyle/>
            <a:p>
              <a:pPr algn="ctr"/>
              <a:r>
                <a:rPr lang="en-US" sz="1300" b="1">
                  <a:solidFill>
                    <a:schemeClr val="bg1"/>
                  </a:solidFill>
                  <a:latin typeface="Calibri" panose="020F0502020204030204" pitchFamily="34" charset="0"/>
                  <a:cs typeface="Calibri" panose="020F0502020204030204" pitchFamily="34" charset="0"/>
                </a:rPr>
                <a:t>City  WH</a:t>
              </a:r>
            </a:p>
          </p:txBody>
        </p:sp>
      </p:grpSp>
      <p:grpSp>
        <p:nvGrpSpPr>
          <p:cNvPr id="48" name="Group 47">
            <a:extLst>
              <a:ext uri="{FF2B5EF4-FFF2-40B4-BE49-F238E27FC236}">
                <a16:creationId xmlns:a16="http://schemas.microsoft.com/office/drawing/2014/main" id="{B115AB2F-8BD1-8655-B400-1DB42E5ECFC3}"/>
              </a:ext>
            </a:extLst>
          </p:cNvPr>
          <p:cNvGrpSpPr/>
          <p:nvPr/>
        </p:nvGrpSpPr>
        <p:grpSpPr>
          <a:xfrm rot="5400000" flipV="1">
            <a:off x="3162605" y="-767357"/>
            <a:ext cx="423377" cy="2988600"/>
            <a:chOff x="73946" y="1635652"/>
            <a:chExt cx="1074356" cy="2247618"/>
          </a:xfrm>
          <a:solidFill>
            <a:schemeClr val="accent1">
              <a:lumMod val="75000"/>
            </a:schemeClr>
          </a:solidFill>
          <a:effectLst>
            <a:outerShdw blurRad="50800" dist="38100" algn="l" rotWithShape="0">
              <a:prstClr val="black">
                <a:alpha val="40000"/>
              </a:prstClr>
            </a:outerShdw>
          </a:effectLst>
        </p:grpSpPr>
        <p:sp>
          <p:nvSpPr>
            <p:cNvPr id="210" name="Chevron 28">
              <a:extLst>
                <a:ext uri="{FF2B5EF4-FFF2-40B4-BE49-F238E27FC236}">
                  <a16:creationId xmlns:a16="http://schemas.microsoft.com/office/drawing/2014/main" id="{2C7211E3-7A83-F5BE-313B-8CECAC31CF75}"/>
                </a:ext>
              </a:extLst>
            </p:cNvPr>
            <p:cNvSpPr/>
            <p:nvPr/>
          </p:nvSpPr>
          <p:spPr>
            <a:xfrm rot="5400000">
              <a:off x="-512685" y="2222283"/>
              <a:ext cx="2247618" cy="1074356"/>
            </a:xfrm>
            <a:prstGeom prst="chevron">
              <a:avLst>
                <a:gd name="adj" fmla="val 2699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b="1">
                <a:solidFill>
                  <a:schemeClr val="tx1"/>
                </a:solidFill>
                <a:latin typeface="Calibri" panose="020F0502020204030204" pitchFamily="34" charset="0"/>
                <a:cs typeface="Calibri" panose="020F0502020204030204" pitchFamily="34" charset="0"/>
              </a:endParaRPr>
            </a:p>
          </p:txBody>
        </p:sp>
        <p:sp>
          <p:nvSpPr>
            <p:cNvPr id="213" name="TextBox 212">
              <a:extLst>
                <a:ext uri="{FF2B5EF4-FFF2-40B4-BE49-F238E27FC236}">
                  <a16:creationId xmlns:a16="http://schemas.microsoft.com/office/drawing/2014/main" id="{DB515D3C-7632-AA47-76FC-42357B83AE7B}"/>
                </a:ext>
              </a:extLst>
            </p:cNvPr>
            <p:cNvSpPr txBox="1"/>
            <p:nvPr/>
          </p:nvSpPr>
          <p:spPr>
            <a:xfrm rot="16200000">
              <a:off x="-436919" y="2483769"/>
              <a:ext cx="2096088" cy="702909"/>
            </a:xfrm>
            <a:prstGeom prst="rect">
              <a:avLst/>
            </a:prstGeom>
            <a:grpFill/>
            <a:ln>
              <a:noFill/>
            </a:ln>
          </p:spPr>
          <p:txBody>
            <a:bodyPr wrap="square" rtlCol="0" anchor="ctr">
              <a:spAutoFit/>
            </a:bodyPr>
            <a:lstStyle/>
            <a:p>
              <a:pPr algn="ctr"/>
              <a:r>
                <a:rPr lang="en-US" sz="1200" b="1">
                  <a:solidFill>
                    <a:schemeClr val="bg1"/>
                  </a:solidFill>
                  <a:latin typeface="Calibri" panose="020F0502020204030204" pitchFamily="34" charset="0"/>
                  <a:cs typeface="Calibri" panose="020F0502020204030204" pitchFamily="34" charset="0"/>
                </a:rPr>
                <a:t>Transport</a:t>
              </a:r>
            </a:p>
          </p:txBody>
        </p:sp>
      </p:grpSp>
      <p:grpSp>
        <p:nvGrpSpPr>
          <p:cNvPr id="49" name="Group 48">
            <a:extLst>
              <a:ext uri="{FF2B5EF4-FFF2-40B4-BE49-F238E27FC236}">
                <a16:creationId xmlns:a16="http://schemas.microsoft.com/office/drawing/2014/main" id="{1742A492-9804-4622-2AE5-08F8B30F9D73}"/>
              </a:ext>
            </a:extLst>
          </p:cNvPr>
          <p:cNvGrpSpPr/>
          <p:nvPr/>
        </p:nvGrpSpPr>
        <p:grpSpPr>
          <a:xfrm rot="5400000" flipV="1">
            <a:off x="9070808" y="-453965"/>
            <a:ext cx="399094" cy="2337534"/>
            <a:chOff x="73946" y="1635652"/>
            <a:chExt cx="1074356" cy="2247618"/>
          </a:xfrm>
          <a:solidFill>
            <a:schemeClr val="accent1">
              <a:lumMod val="40000"/>
              <a:lumOff val="60000"/>
            </a:schemeClr>
          </a:solidFill>
          <a:effectLst>
            <a:outerShdw blurRad="50800" dist="38100" algn="l" rotWithShape="0">
              <a:prstClr val="black">
                <a:alpha val="40000"/>
              </a:prstClr>
            </a:outerShdw>
          </a:effectLst>
        </p:grpSpPr>
        <p:sp>
          <p:nvSpPr>
            <p:cNvPr id="208" name="Chevron 46">
              <a:extLst>
                <a:ext uri="{FF2B5EF4-FFF2-40B4-BE49-F238E27FC236}">
                  <a16:creationId xmlns:a16="http://schemas.microsoft.com/office/drawing/2014/main" id="{6DEF6216-4197-68BA-DBA7-AE19DD714851}"/>
                </a:ext>
              </a:extLst>
            </p:cNvPr>
            <p:cNvSpPr/>
            <p:nvPr/>
          </p:nvSpPr>
          <p:spPr>
            <a:xfrm rot="5400000">
              <a:off x="-512685" y="2222283"/>
              <a:ext cx="2247618" cy="1074356"/>
            </a:xfrm>
            <a:prstGeom prst="chevron">
              <a:avLst>
                <a:gd name="adj" fmla="val 2699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b="1">
                <a:solidFill>
                  <a:schemeClr val="tx1"/>
                </a:solidFill>
                <a:latin typeface="Calibri" panose="020F0502020204030204" pitchFamily="34" charset="0"/>
                <a:cs typeface="Calibri" panose="020F0502020204030204" pitchFamily="34" charset="0"/>
              </a:endParaRPr>
            </a:p>
          </p:txBody>
        </p:sp>
        <p:sp>
          <p:nvSpPr>
            <p:cNvPr id="209" name="TextBox 208">
              <a:extLst>
                <a:ext uri="{FF2B5EF4-FFF2-40B4-BE49-F238E27FC236}">
                  <a16:creationId xmlns:a16="http://schemas.microsoft.com/office/drawing/2014/main" id="{0867D19F-B94E-D6FF-020D-B909E2092044}"/>
                </a:ext>
              </a:extLst>
            </p:cNvPr>
            <p:cNvSpPr txBox="1"/>
            <p:nvPr/>
          </p:nvSpPr>
          <p:spPr>
            <a:xfrm rot="16200000">
              <a:off x="-436921" y="2441672"/>
              <a:ext cx="2096085" cy="787105"/>
            </a:xfrm>
            <a:prstGeom prst="rect">
              <a:avLst/>
            </a:prstGeom>
            <a:grpFill/>
            <a:ln>
              <a:noFill/>
            </a:ln>
          </p:spPr>
          <p:txBody>
            <a:bodyPr wrap="square" rtlCol="0" anchor="ctr">
              <a:spAutoFit/>
            </a:bodyPr>
            <a:lstStyle/>
            <a:p>
              <a:pPr algn="ctr"/>
              <a:r>
                <a:rPr lang="en-US" sz="1300" b="1">
                  <a:solidFill>
                    <a:schemeClr val="bg1"/>
                  </a:solidFill>
                  <a:latin typeface="Calibri" panose="020F0502020204030204" pitchFamily="34" charset="0"/>
                  <a:cs typeface="Calibri" panose="020F0502020204030204" pitchFamily="34" charset="0"/>
                </a:rPr>
                <a:t>Distributor</a:t>
              </a:r>
            </a:p>
          </p:txBody>
        </p:sp>
      </p:grpSp>
      <p:grpSp>
        <p:nvGrpSpPr>
          <p:cNvPr id="50" name="Group 49">
            <a:extLst>
              <a:ext uri="{FF2B5EF4-FFF2-40B4-BE49-F238E27FC236}">
                <a16:creationId xmlns:a16="http://schemas.microsoft.com/office/drawing/2014/main" id="{AAB095D3-465C-DE64-F86D-132C1D1DF0A0}"/>
              </a:ext>
            </a:extLst>
          </p:cNvPr>
          <p:cNvGrpSpPr/>
          <p:nvPr/>
        </p:nvGrpSpPr>
        <p:grpSpPr>
          <a:xfrm rot="5400000" flipV="1">
            <a:off x="11078998" y="-122036"/>
            <a:ext cx="395774" cy="1675530"/>
            <a:chOff x="73946" y="1635654"/>
            <a:chExt cx="1074355" cy="2247618"/>
          </a:xfrm>
          <a:solidFill>
            <a:schemeClr val="accent1">
              <a:lumMod val="50000"/>
            </a:schemeClr>
          </a:solidFill>
          <a:effectLst>
            <a:outerShdw blurRad="50800" dist="38100" algn="l" rotWithShape="0">
              <a:prstClr val="black">
                <a:alpha val="40000"/>
              </a:prstClr>
            </a:outerShdw>
          </a:effectLst>
        </p:grpSpPr>
        <p:sp>
          <p:nvSpPr>
            <p:cNvPr id="206" name="Chevron 46">
              <a:extLst>
                <a:ext uri="{FF2B5EF4-FFF2-40B4-BE49-F238E27FC236}">
                  <a16:creationId xmlns:a16="http://schemas.microsoft.com/office/drawing/2014/main" id="{28433C12-4AB6-EA54-975D-ED54EAB50E85}"/>
                </a:ext>
              </a:extLst>
            </p:cNvPr>
            <p:cNvSpPr/>
            <p:nvPr/>
          </p:nvSpPr>
          <p:spPr>
            <a:xfrm rot="5400000">
              <a:off x="-512685" y="2222285"/>
              <a:ext cx="2247618" cy="1074355"/>
            </a:xfrm>
            <a:prstGeom prst="chevron">
              <a:avLst>
                <a:gd name="adj" fmla="val 26997"/>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b="1">
                <a:solidFill>
                  <a:schemeClr val="tx1"/>
                </a:solidFill>
                <a:latin typeface="Calibri" panose="020F0502020204030204" pitchFamily="34" charset="0"/>
                <a:cs typeface="Calibri" panose="020F0502020204030204" pitchFamily="34" charset="0"/>
              </a:endParaRPr>
            </a:p>
          </p:txBody>
        </p:sp>
        <p:sp>
          <p:nvSpPr>
            <p:cNvPr id="207" name="TextBox 206">
              <a:extLst>
                <a:ext uri="{FF2B5EF4-FFF2-40B4-BE49-F238E27FC236}">
                  <a16:creationId xmlns:a16="http://schemas.microsoft.com/office/drawing/2014/main" id="{743B5944-3206-BFAA-B2C6-2473580A8751}"/>
                </a:ext>
              </a:extLst>
            </p:cNvPr>
            <p:cNvSpPr txBox="1"/>
            <p:nvPr/>
          </p:nvSpPr>
          <p:spPr>
            <a:xfrm rot="16200000">
              <a:off x="-436922" y="2522098"/>
              <a:ext cx="2096086" cy="626251"/>
            </a:xfrm>
            <a:prstGeom prst="rect">
              <a:avLst/>
            </a:prstGeom>
            <a:noFill/>
            <a:ln>
              <a:noFill/>
            </a:ln>
          </p:spPr>
          <p:txBody>
            <a:bodyPr wrap="square" rtlCol="0" anchor="ctr">
              <a:spAutoFit/>
            </a:bodyPr>
            <a:lstStyle/>
            <a:p>
              <a:pPr algn="ctr"/>
              <a:r>
                <a:rPr lang="en-US" sz="1300" b="1">
                  <a:solidFill>
                    <a:schemeClr val="bg2">
                      <a:lumMod val="25000"/>
                    </a:schemeClr>
                  </a:solidFill>
                  <a:latin typeface="Calibri" panose="020F0502020204030204" pitchFamily="34" charset="0"/>
                  <a:cs typeface="Calibri" panose="020F0502020204030204" pitchFamily="34" charset="0"/>
                </a:rPr>
                <a:t>Customer</a:t>
              </a:r>
            </a:p>
          </p:txBody>
        </p:sp>
      </p:grpSp>
      <p:grpSp>
        <p:nvGrpSpPr>
          <p:cNvPr id="258" name="Group 257">
            <a:extLst>
              <a:ext uri="{FF2B5EF4-FFF2-40B4-BE49-F238E27FC236}">
                <a16:creationId xmlns:a16="http://schemas.microsoft.com/office/drawing/2014/main" id="{5640FBE2-A335-A927-FDE2-33093AEB9930}"/>
              </a:ext>
            </a:extLst>
          </p:cNvPr>
          <p:cNvGrpSpPr/>
          <p:nvPr/>
        </p:nvGrpSpPr>
        <p:grpSpPr>
          <a:xfrm rot="5400000" flipV="1">
            <a:off x="6303553" y="-926175"/>
            <a:ext cx="412237" cy="3300273"/>
            <a:chOff x="73946" y="1635652"/>
            <a:chExt cx="1074356" cy="2247618"/>
          </a:xfrm>
          <a:solidFill>
            <a:schemeClr val="accent1">
              <a:lumMod val="60000"/>
              <a:lumOff val="40000"/>
            </a:schemeClr>
          </a:solidFill>
          <a:effectLst>
            <a:outerShdw blurRad="50800" dist="38100" algn="l" rotWithShape="0">
              <a:prstClr val="black">
                <a:alpha val="40000"/>
              </a:prstClr>
            </a:outerShdw>
          </a:effectLst>
        </p:grpSpPr>
        <p:sp>
          <p:nvSpPr>
            <p:cNvPr id="259" name="Chevron 28">
              <a:extLst>
                <a:ext uri="{FF2B5EF4-FFF2-40B4-BE49-F238E27FC236}">
                  <a16:creationId xmlns:a16="http://schemas.microsoft.com/office/drawing/2014/main" id="{1C5FE9FB-426A-B69E-B881-61B9CE7F597C}"/>
                </a:ext>
              </a:extLst>
            </p:cNvPr>
            <p:cNvSpPr/>
            <p:nvPr/>
          </p:nvSpPr>
          <p:spPr>
            <a:xfrm rot="5400000">
              <a:off x="-512685" y="2222283"/>
              <a:ext cx="2247618" cy="1074356"/>
            </a:xfrm>
            <a:prstGeom prst="chevron">
              <a:avLst>
                <a:gd name="adj" fmla="val 2699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b="1">
                <a:solidFill>
                  <a:schemeClr val="tx1"/>
                </a:solidFill>
                <a:latin typeface="Calibri" panose="020F0502020204030204" pitchFamily="34" charset="0"/>
                <a:cs typeface="Calibri" panose="020F0502020204030204" pitchFamily="34" charset="0"/>
              </a:endParaRPr>
            </a:p>
          </p:txBody>
        </p:sp>
        <p:sp>
          <p:nvSpPr>
            <p:cNvPr id="260" name="TextBox 259">
              <a:extLst>
                <a:ext uri="{FF2B5EF4-FFF2-40B4-BE49-F238E27FC236}">
                  <a16:creationId xmlns:a16="http://schemas.microsoft.com/office/drawing/2014/main" id="{827BBB68-01FF-170D-F76B-310DAE670EEC}"/>
                </a:ext>
              </a:extLst>
            </p:cNvPr>
            <p:cNvSpPr txBox="1"/>
            <p:nvPr/>
          </p:nvSpPr>
          <p:spPr>
            <a:xfrm rot="16200000">
              <a:off x="-436920" y="2481559"/>
              <a:ext cx="2096088" cy="707331"/>
            </a:xfrm>
            <a:prstGeom prst="rect">
              <a:avLst/>
            </a:prstGeom>
            <a:grpFill/>
            <a:ln>
              <a:noFill/>
            </a:ln>
          </p:spPr>
          <p:txBody>
            <a:bodyPr wrap="square" rtlCol="0" anchor="ctr">
              <a:spAutoFit/>
            </a:bodyPr>
            <a:lstStyle/>
            <a:p>
              <a:pPr algn="ctr"/>
              <a:r>
                <a:rPr lang="en-US" sz="1200" b="1">
                  <a:solidFill>
                    <a:schemeClr val="bg1"/>
                  </a:solidFill>
                  <a:latin typeface="Calibri" panose="020F0502020204030204" pitchFamily="34" charset="0"/>
                  <a:cs typeface="Calibri" panose="020F0502020204030204" pitchFamily="34" charset="0"/>
                </a:rPr>
                <a:t>Interventions</a:t>
              </a:r>
            </a:p>
          </p:txBody>
        </p:sp>
      </p:grpSp>
      <p:pic>
        <p:nvPicPr>
          <p:cNvPr id="287" name="Picture 286">
            <a:extLst>
              <a:ext uri="{FF2B5EF4-FFF2-40B4-BE49-F238E27FC236}">
                <a16:creationId xmlns:a16="http://schemas.microsoft.com/office/drawing/2014/main" id="{7670A2AB-8FC3-1A64-AFB3-73EC7346548F}"/>
              </a:ext>
            </a:extLst>
          </p:cNvPr>
          <p:cNvPicPr>
            <a:picLocks noChangeAspect="1"/>
          </p:cNvPicPr>
          <p:nvPr/>
        </p:nvPicPr>
        <p:blipFill rotWithShape="1">
          <a:blip r:embed="rId15"/>
          <a:srcRect l="8881" t="5012" r="3643" b="1019"/>
          <a:stretch/>
        </p:blipFill>
        <p:spPr>
          <a:xfrm>
            <a:off x="2391310" y="1114268"/>
            <a:ext cx="373245" cy="354456"/>
          </a:xfrm>
          <a:prstGeom prst="rect">
            <a:avLst/>
          </a:prstGeom>
        </p:spPr>
      </p:pic>
      <p:grpSp>
        <p:nvGrpSpPr>
          <p:cNvPr id="324" name="Group 323">
            <a:extLst>
              <a:ext uri="{FF2B5EF4-FFF2-40B4-BE49-F238E27FC236}">
                <a16:creationId xmlns:a16="http://schemas.microsoft.com/office/drawing/2014/main" id="{4F9E2E55-DEED-D90C-713B-715BE3394AC9}"/>
              </a:ext>
            </a:extLst>
          </p:cNvPr>
          <p:cNvGrpSpPr/>
          <p:nvPr/>
        </p:nvGrpSpPr>
        <p:grpSpPr>
          <a:xfrm>
            <a:off x="9224939" y="1138096"/>
            <a:ext cx="804503" cy="620368"/>
            <a:chOff x="5405976" y="1868562"/>
            <a:chExt cx="804503" cy="620368"/>
          </a:xfrm>
        </p:grpSpPr>
        <p:sp>
          <p:nvSpPr>
            <p:cNvPr id="292" name="object 58">
              <a:extLst>
                <a:ext uri="{FF2B5EF4-FFF2-40B4-BE49-F238E27FC236}">
                  <a16:creationId xmlns:a16="http://schemas.microsoft.com/office/drawing/2014/main" id="{227A516D-2B00-3005-F256-EEF994DA86E5}"/>
                </a:ext>
              </a:extLst>
            </p:cNvPr>
            <p:cNvSpPr txBox="1"/>
            <p:nvPr/>
          </p:nvSpPr>
          <p:spPr>
            <a:xfrm>
              <a:off x="5405976" y="2352995"/>
              <a:ext cx="588645" cy="135935"/>
            </a:xfrm>
            <a:prstGeom prst="rect">
              <a:avLst/>
            </a:prstGeom>
          </p:spPr>
          <p:style>
            <a:lnRef idx="2">
              <a:schemeClr val="dk1"/>
            </a:lnRef>
            <a:fillRef idx="1">
              <a:schemeClr val="lt1"/>
            </a:fillRef>
            <a:effectRef idx="0">
              <a:schemeClr val="dk1"/>
            </a:effectRef>
            <a:fontRef idx="minor">
              <a:schemeClr val="dk1"/>
            </a:fontRef>
          </p:style>
          <p:txBody>
            <a:bodyPr vert="horz" wrap="square" lIns="0" tIns="12700" rIns="0" bIns="0" rtlCol="0">
              <a:spAutoFit/>
            </a:bodyPr>
            <a:lstStyle/>
            <a:p>
              <a:pPr marL="12700">
                <a:lnSpc>
                  <a:spcPct val="100000"/>
                </a:lnSpc>
                <a:spcBef>
                  <a:spcPts val="100"/>
                </a:spcBef>
              </a:pPr>
              <a:r>
                <a:rPr sz="800" spc="-30">
                  <a:solidFill>
                    <a:srgbClr val="4D4D4F"/>
                  </a:solidFill>
                  <a:latin typeface="Arial MT"/>
                  <a:cs typeface="Arial MT"/>
                </a:rPr>
                <a:t>Pa</a:t>
              </a:r>
              <a:r>
                <a:rPr sz="800" spc="-35">
                  <a:solidFill>
                    <a:srgbClr val="4D4D4F"/>
                  </a:solidFill>
                  <a:latin typeface="Arial MT"/>
                  <a:cs typeface="Arial MT"/>
                </a:rPr>
                <a:t>r</a:t>
              </a:r>
              <a:r>
                <a:rPr sz="800" spc="-15">
                  <a:solidFill>
                    <a:srgbClr val="4D4D4F"/>
                  </a:solidFill>
                  <a:latin typeface="Arial MT"/>
                  <a:cs typeface="Arial MT"/>
                </a:rPr>
                <a:t>cel</a:t>
              </a:r>
              <a:r>
                <a:rPr sz="800">
                  <a:solidFill>
                    <a:srgbClr val="4D4D4F"/>
                  </a:solidFill>
                  <a:latin typeface="Arial MT"/>
                  <a:cs typeface="Arial MT"/>
                </a:rPr>
                <a:t> </a:t>
              </a:r>
              <a:r>
                <a:rPr sz="800" spc="-10">
                  <a:solidFill>
                    <a:srgbClr val="4D4D4F"/>
                  </a:solidFill>
                  <a:latin typeface="Arial MT"/>
                  <a:cs typeface="Arial MT"/>
                </a:rPr>
                <a:t>locker</a:t>
              </a:r>
              <a:endParaRPr sz="800">
                <a:latin typeface="Arial MT"/>
                <a:cs typeface="Arial MT"/>
              </a:endParaRPr>
            </a:p>
          </p:txBody>
        </p:sp>
        <p:sp>
          <p:nvSpPr>
            <p:cNvPr id="293" name="object 84">
              <a:extLst>
                <a:ext uri="{FF2B5EF4-FFF2-40B4-BE49-F238E27FC236}">
                  <a16:creationId xmlns:a16="http://schemas.microsoft.com/office/drawing/2014/main" id="{2FF88D52-D431-9470-F133-897E8EE0142E}"/>
                </a:ext>
              </a:extLst>
            </p:cNvPr>
            <p:cNvSpPr/>
            <p:nvPr/>
          </p:nvSpPr>
          <p:spPr>
            <a:xfrm>
              <a:off x="5455477" y="1961103"/>
              <a:ext cx="277495" cy="246379"/>
            </a:xfrm>
            <a:custGeom>
              <a:avLst/>
              <a:gdLst/>
              <a:ahLst/>
              <a:cxnLst/>
              <a:rect l="l" t="t" r="r" b="b"/>
              <a:pathLst>
                <a:path w="277494" h="246379">
                  <a:moveTo>
                    <a:pt x="241096" y="246316"/>
                  </a:moveTo>
                  <a:lnTo>
                    <a:pt x="35991" y="246316"/>
                  </a:lnTo>
                  <a:lnTo>
                    <a:pt x="21977" y="243487"/>
                  </a:lnTo>
                  <a:lnTo>
                    <a:pt x="10537" y="235773"/>
                  </a:lnTo>
                  <a:lnTo>
                    <a:pt x="2826" y="224333"/>
                  </a:lnTo>
                  <a:lnTo>
                    <a:pt x="0" y="210324"/>
                  </a:lnTo>
                  <a:lnTo>
                    <a:pt x="0" y="35991"/>
                  </a:lnTo>
                  <a:lnTo>
                    <a:pt x="2826" y="21983"/>
                  </a:lnTo>
                  <a:lnTo>
                    <a:pt x="10537" y="10542"/>
                  </a:lnTo>
                  <a:lnTo>
                    <a:pt x="21977" y="2828"/>
                  </a:lnTo>
                  <a:lnTo>
                    <a:pt x="35991" y="0"/>
                  </a:lnTo>
                  <a:lnTo>
                    <a:pt x="241096" y="0"/>
                  </a:lnTo>
                  <a:lnTo>
                    <a:pt x="255107" y="2828"/>
                  </a:lnTo>
                  <a:lnTo>
                    <a:pt x="266552" y="10542"/>
                  </a:lnTo>
                  <a:lnTo>
                    <a:pt x="274270" y="21983"/>
                  </a:lnTo>
                  <a:lnTo>
                    <a:pt x="277101" y="35991"/>
                  </a:lnTo>
                  <a:lnTo>
                    <a:pt x="277101" y="210324"/>
                  </a:lnTo>
                  <a:lnTo>
                    <a:pt x="274270" y="224333"/>
                  </a:lnTo>
                  <a:lnTo>
                    <a:pt x="266552" y="235773"/>
                  </a:lnTo>
                  <a:lnTo>
                    <a:pt x="255107" y="243487"/>
                  </a:lnTo>
                  <a:lnTo>
                    <a:pt x="241096" y="246316"/>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294" name="object 85">
              <a:extLst>
                <a:ext uri="{FF2B5EF4-FFF2-40B4-BE49-F238E27FC236}">
                  <a16:creationId xmlns:a16="http://schemas.microsoft.com/office/drawing/2014/main" id="{C83C0E5F-28A3-8511-4FE8-6B88889DDC40}"/>
                </a:ext>
              </a:extLst>
            </p:cNvPr>
            <p:cNvSpPr/>
            <p:nvPr/>
          </p:nvSpPr>
          <p:spPr>
            <a:xfrm>
              <a:off x="5570674" y="1961107"/>
              <a:ext cx="46355" cy="61594"/>
            </a:xfrm>
            <a:custGeom>
              <a:avLst/>
              <a:gdLst/>
              <a:ahLst/>
              <a:cxnLst/>
              <a:rect l="l" t="t" r="r" b="b"/>
              <a:pathLst>
                <a:path w="46355" h="61595">
                  <a:moveTo>
                    <a:pt x="46189" y="61582"/>
                  </a:moveTo>
                  <a:lnTo>
                    <a:pt x="0" y="61582"/>
                  </a:lnTo>
                  <a:lnTo>
                    <a:pt x="0" y="0"/>
                  </a:lnTo>
                  <a:lnTo>
                    <a:pt x="46189" y="0"/>
                  </a:lnTo>
                  <a:lnTo>
                    <a:pt x="46189" y="61582"/>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295" name="object 86">
              <a:extLst>
                <a:ext uri="{FF2B5EF4-FFF2-40B4-BE49-F238E27FC236}">
                  <a16:creationId xmlns:a16="http://schemas.microsoft.com/office/drawing/2014/main" id="{E22B2D11-EF8E-A61F-AB2F-9BD51D4D1D9D}"/>
                </a:ext>
              </a:extLst>
            </p:cNvPr>
            <p:cNvSpPr/>
            <p:nvPr/>
          </p:nvSpPr>
          <p:spPr>
            <a:xfrm>
              <a:off x="5704090" y="2164311"/>
              <a:ext cx="0" cy="27305"/>
            </a:xfrm>
            <a:custGeom>
              <a:avLst/>
              <a:gdLst/>
              <a:ahLst/>
              <a:cxnLst/>
              <a:rect l="l" t="t" r="r" b="b"/>
              <a:pathLst>
                <a:path h="27304">
                  <a:moveTo>
                    <a:pt x="0" y="0"/>
                  </a:moveTo>
                  <a:lnTo>
                    <a:pt x="0" y="26898"/>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296" name="object 87">
              <a:extLst>
                <a:ext uri="{FF2B5EF4-FFF2-40B4-BE49-F238E27FC236}">
                  <a16:creationId xmlns:a16="http://schemas.microsoft.com/office/drawing/2014/main" id="{A8FBF20E-0E36-DBB9-3A43-D7E536748E8A}"/>
                </a:ext>
              </a:extLst>
            </p:cNvPr>
            <p:cNvSpPr/>
            <p:nvPr/>
          </p:nvSpPr>
          <p:spPr>
            <a:xfrm>
              <a:off x="5691800" y="2164308"/>
              <a:ext cx="24765" cy="12700"/>
            </a:xfrm>
            <a:custGeom>
              <a:avLst/>
              <a:gdLst/>
              <a:ahLst/>
              <a:cxnLst/>
              <a:rect l="l" t="t" r="r" b="b"/>
              <a:pathLst>
                <a:path w="24764" h="12700">
                  <a:moveTo>
                    <a:pt x="0" y="12280"/>
                  </a:moveTo>
                  <a:lnTo>
                    <a:pt x="12293" y="0"/>
                  </a:lnTo>
                  <a:lnTo>
                    <a:pt x="24574" y="1228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297" name="object 88">
              <a:extLst>
                <a:ext uri="{FF2B5EF4-FFF2-40B4-BE49-F238E27FC236}">
                  <a16:creationId xmlns:a16="http://schemas.microsoft.com/office/drawing/2014/main" id="{BF559AD0-FCC8-77F4-1FF9-133880234185}"/>
                </a:ext>
              </a:extLst>
            </p:cNvPr>
            <p:cNvSpPr/>
            <p:nvPr/>
          </p:nvSpPr>
          <p:spPr>
            <a:xfrm>
              <a:off x="5672228" y="2164311"/>
              <a:ext cx="0" cy="27305"/>
            </a:xfrm>
            <a:custGeom>
              <a:avLst/>
              <a:gdLst/>
              <a:ahLst/>
              <a:cxnLst/>
              <a:rect l="l" t="t" r="r" b="b"/>
              <a:pathLst>
                <a:path h="27304">
                  <a:moveTo>
                    <a:pt x="0" y="0"/>
                  </a:moveTo>
                  <a:lnTo>
                    <a:pt x="0" y="26898"/>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298" name="object 89">
              <a:extLst>
                <a:ext uri="{FF2B5EF4-FFF2-40B4-BE49-F238E27FC236}">
                  <a16:creationId xmlns:a16="http://schemas.microsoft.com/office/drawing/2014/main" id="{91FC2737-B21D-DFF0-4FD9-13E7F0D03D42}"/>
                </a:ext>
              </a:extLst>
            </p:cNvPr>
            <p:cNvSpPr/>
            <p:nvPr/>
          </p:nvSpPr>
          <p:spPr>
            <a:xfrm>
              <a:off x="5659938" y="2164308"/>
              <a:ext cx="24765" cy="12700"/>
            </a:xfrm>
            <a:custGeom>
              <a:avLst/>
              <a:gdLst/>
              <a:ahLst/>
              <a:cxnLst/>
              <a:rect l="l" t="t" r="r" b="b"/>
              <a:pathLst>
                <a:path w="24764" h="12700">
                  <a:moveTo>
                    <a:pt x="0" y="12280"/>
                  </a:moveTo>
                  <a:lnTo>
                    <a:pt x="12293" y="0"/>
                  </a:lnTo>
                  <a:lnTo>
                    <a:pt x="24574" y="1228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299" name="object 90">
              <a:extLst>
                <a:ext uri="{FF2B5EF4-FFF2-40B4-BE49-F238E27FC236}">
                  <a16:creationId xmlns:a16="http://schemas.microsoft.com/office/drawing/2014/main" id="{DF569489-B592-9271-31CB-FDFBF9FAE8D9}"/>
                </a:ext>
              </a:extLst>
            </p:cNvPr>
            <p:cNvSpPr/>
            <p:nvPr/>
          </p:nvSpPr>
          <p:spPr>
            <a:xfrm>
              <a:off x="5480861" y="2084265"/>
              <a:ext cx="66675" cy="0"/>
            </a:xfrm>
            <a:custGeom>
              <a:avLst/>
              <a:gdLst/>
              <a:ahLst/>
              <a:cxnLst/>
              <a:rect l="l" t="t" r="r" b="b"/>
              <a:pathLst>
                <a:path w="66675">
                  <a:moveTo>
                    <a:pt x="0" y="0"/>
                  </a:moveTo>
                  <a:lnTo>
                    <a:pt x="66179"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0" name="object 91">
              <a:extLst>
                <a:ext uri="{FF2B5EF4-FFF2-40B4-BE49-F238E27FC236}">
                  <a16:creationId xmlns:a16="http://schemas.microsoft.com/office/drawing/2014/main" id="{386BDE83-6D24-332D-C8AE-D26859E8C2D4}"/>
                </a:ext>
              </a:extLst>
            </p:cNvPr>
            <p:cNvSpPr/>
            <p:nvPr/>
          </p:nvSpPr>
          <p:spPr>
            <a:xfrm>
              <a:off x="5480861" y="2098156"/>
              <a:ext cx="33655" cy="0"/>
            </a:xfrm>
            <a:custGeom>
              <a:avLst/>
              <a:gdLst/>
              <a:ahLst/>
              <a:cxnLst/>
              <a:rect l="l" t="t" r="r" b="b"/>
              <a:pathLst>
                <a:path w="33655">
                  <a:moveTo>
                    <a:pt x="0" y="0"/>
                  </a:moveTo>
                  <a:lnTo>
                    <a:pt x="33083"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1" name="object 92">
              <a:extLst>
                <a:ext uri="{FF2B5EF4-FFF2-40B4-BE49-F238E27FC236}">
                  <a16:creationId xmlns:a16="http://schemas.microsoft.com/office/drawing/2014/main" id="{54E413A9-2697-D38C-6F77-9F5E462AF4D0}"/>
                </a:ext>
              </a:extLst>
            </p:cNvPr>
            <p:cNvSpPr/>
            <p:nvPr/>
          </p:nvSpPr>
          <p:spPr>
            <a:xfrm>
              <a:off x="5777874" y="1868562"/>
              <a:ext cx="108585" cy="432434"/>
            </a:xfrm>
            <a:custGeom>
              <a:avLst/>
              <a:gdLst/>
              <a:ahLst/>
              <a:cxnLst/>
              <a:rect l="l" t="t" r="r" b="b"/>
              <a:pathLst>
                <a:path w="108585" h="432435">
                  <a:moveTo>
                    <a:pt x="108000" y="432003"/>
                  </a:moveTo>
                  <a:lnTo>
                    <a:pt x="0" y="432003"/>
                  </a:lnTo>
                  <a:lnTo>
                    <a:pt x="0" y="0"/>
                  </a:lnTo>
                  <a:lnTo>
                    <a:pt x="108000" y="0"/>
                  </a:lnTo>
                  <a:lnTo>
                    <a:pt x="108000" y="432003"/>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2" name="object 93">
              <a:extLst>
                <a:ext uri="{FF2B5EF4-FFF2-40B4-BE49-F238E27FC236}">
                  <a16:creationId xmlns:a16="http://schemas.microsoft.com/office/drawing/2014/main" id="{0E329E6F-F016-65D6-344C-33721342E469}"/>
                </a:ext>
              </a:extLst>
            </p:cNvPr>
            <p:cNvSpPr/>
            <p:nvPr/>
          </p:nvSpPr>
          <p:spPr>
            <a:xfrm>
              <a:off x="5885875" y="1868562"/>
              <a:ext cx="108585" cy="432434"/>
            </a:xfrm>
            <a:custGeom>
              <a:avLst/>
              <a:gdLst/>
              <a:ahLst/>
              <a:cxnLst/>
              <a:rect l="l" t="t" r="r" b="b"/>
              <a:pathLst>
                <a:path w="108585" h="432435">
                  <a:moveTo>
                    <a:pt x="108000" y="432003"/>
                  </a:moveTo>
                  <a:lnTo>
                    <a:pt x="0" y="432003"/>
                  </a:lnTo>
                  <a:lnTo>
                    <a:pt x="0" y="0"/>
                  </a:lnTo>
                  <a:lnTo>
                    <a:pt x="108000" y="0"/>
                  </a:lnTo>
                  <a:lnTo>
                    <a:pt x="108000" y="432003"/>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3" name="object 94">
              <a:extLst>
                <a:ext uri="{FF2B5EF4-FFF2-40B4-BE49-F238E27FC236}">
                  <a16:creationId xmlns:a16="http://schemas.microsoft.com/office/drawing/2014/main" id="{55D67100-1346-0DC3-2839-2B39EE2BCF0E}"/>
                </a:ext>
              </a:extLst>
            </p:cNvPr>
            <p:cNvSpPr/>
            <p:nvPr/>
          </p:nvSpPr>
          <p:spPr>
            <a:xfrm>
              <a:off x="5993876" y="1868562"/>
              <a:ext cx="108585" cy="432434"/>
            </a:xfrm>
            <a:custGeom>
              <a:avLst/>
              <a:gdLst/>
              <a:ahLst/>
              <a:cxnLst/>
              <a:rect l="l" t="t" r="r" b="b"/>
              <a:pathLst>
                <a:path w="108585" h="432435">
                  <a:moveTo>
                    <a:pt x="108000" y="432003"/>
                  </a:moveTo>
                  <a:lnTo>
                    <a:pt x="0" y="432003"/>
                  </a:lnTo>
                  <a:lnTo>
                    <a:pt x="0" y="0"/>
                  </a:lnTo>
                  <a:lnTo>
                    <a:pt x="108000" y="0"/>
                  </a:lnTo>
                  <a:lnTo>
                    <a:pt x="108000" y="432003"/>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4" name="object 95">
              <a:extLst>
                <a:ext uri="{FF2B5EF4-FFF2-40B4-BE49-F238E27FC236}">
                  <a16:creationId xmlns:a16="http://schemas.microsoft.com/office/drawing/2014/main" id="{5BE78C25-0969-3473-184D-5D2C0CFE092F}"/>
                </a:ext>
              </a:extLst>
            </p:cNvPr>
            <p:cNvSpPr/>
            <p:nvPr/>
          </p:nvSpPr>
          <p:spPr>
            <a:xfrm>
              <a:off x="6101864" y="1868562"/>
              <a:ext cx="108585" cy="432434"/>
            </a:xfrm>
            <a:custGeom>
              <a:avLst/>
              <a:gdLst/>
              <a:ahLst/>
              <a:cxnLst/>
              <a:rect l="l" t="t" r="r" b="b"/>
              <a:pathLst>
                <a:path w="108585" h="432435">
                  <a:moveTo>
                    <a:pt x="108000" y="432003"/>
                  </a:moveTo>
                  <a:lnTo>
                    <a:pt x="0" y="432003"/>
                  </a:lnTo>
                  <a:lnTo>
                    <a:pt x="0" y="0"/>
                  </a:lnTo>
                  <a:lnTo>
                    <a:pt x="108000" y="0"/>
                  </a:lnTo>
                  <a:lnTo>
                    <a:pt x="108000" y="432003"/>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5" name="object 96">
              <a:extLst>
                <a:ext uri="{FF2B5EF4-FFF2-40B4-BE49-F238E27FC236}">
                  <a16:creationId xmlns:a16="http://schemas.microsoft.com/office/drawing/2014/main" id="{220F1DBA-3555-A04B-F56E-0FD11643D312}"/>
                </a:ext>
              </a:extLst>
            </p:cNvPr>
            <p:cNvSpPr/>
            <p:nvPr/>
          </p:nvSpPr>
          <p:spPr>
            <a:xfrm>
              <a:off x="5777872" y="1890517"/>
              <a:ext cx="432434" cy="0"/>
            </a:xfrm>
            <a:custGeom>
              <a:avLst/>
              <a:gdLst/>
              <a:ahLst/>
              <a:cxnLst/>
              <a:rect l="l" t="t" r="r" b="b"/>
              <a:pathLst>
                <a:path w="432435">
                  <a:moveTo>
                    <a:pt x="0" y="0"/>
                  </a:moveTo>
                  <a:lnTo>
                    <a:pt x="432003"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6" name="object 97">
              <a:extLst>
                <a:ext uri="{FF2B5EF4-FFF2-40B4-BE49-F238E27FC236}">
                  <a16:creationId xmlns:a16="http://schemas.microsoft.com/office/drawing/2014/main" id="{C4E2F22D-E0B5-6A20-DF95-695049C46E34}"/>
                </a:ext>
              </a:extLst>
            </p:cNvPr>
            <p:cNvSpPr/>
            <p:nvPr/>
          </p:nvSpPr>
          <p:spPr>
            <a:xfrm>
              <a:off x="5777872" y="2278014"/>
              <a:ext cx="432434" cy="0"/>
            </a:xfrm>
            <a:custGeom>
              <a:avLst/>
              <a:gdLst/>
              <a:ahLst/>
              <a:cxnLst/>
              <a:rect l="l" t="t" r="r" b="b"/>
              <a:pathLst>
                <a:path w="432435">
                  <a:moveTo>
                    <a:pt x="0" y="0"/>
                  </a:moveTo>
                  <a:lnTo>
                    <a:pt x="432003"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7" name="object 98">
              <a:extLst>
                <a:ext uri="{FF2B5EF4-FFF2-40B4-BE49-F238E27FC236}">
                  <a16:creationId xmlns:a16="http://schemas.microsoft.com/office/drawing/2014/main" id="{35EE9F46-9C25-122F-7767-187B4EE043E2}"/>
                </a:ext>
              </a:extLst>
            </p:cNvPr>
            <p:cNvSpPr/>
            <p:nvPr/>
          </p:nvSpPr>
          <p:spPr>
            <a:xfrm>
              <a:off x="5795197" y="2022688"/>
              <a:ext cx="73660" cy="75565"/>
            </a:xfrm>
            <a:custGeom>
              <a:avLst/>
              <a:gdLst/>
              <a:ahLst/>
              <a:cxnLst/>
              <a:rect l="l" t="t" r="r" b="b"/>
              <a:pathLst>
                <a:path w="73660" h="75564">
                  <a:moveTo>
                    <a:pt x="73355" y="75158"/>
                  </a:moveTo>
                  <a:lnTo>
                    <a:pt x="0" y="75158"/>
                  </a:lnTo>
                  <a:lnTo>
                    <a:pt x="0" y="0"/>
                  </a:lnTo>
                  <a:lnTo>
                    <a:pt x="73355" y="0"/>
                  </a:lnTo>
                  <a:lnTo>
                    <a:pt x="73355" y="75158"/>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8" name="object 99">
              <a:extLst>
                <a:ext uri="{FF2B5EF4-FFF2-40B4-BE49-F238E27FC236}">
                  <a16:creationId xmlns:a16="http://schemas.microsoft.com/office/drawing/2014/main" id="{9793F6F2-A5A5-740F-BF96-C17F9A8E45BD}"/>
                </a:ext>
              </a:extLst>
            </p:cNvPr>
            <p:cNvSpPr/>
            <p:nvPr/>
          </p:nvSpPr>
          <p:spPr>
            <a:xfrm>
              <a:off x="5809065" y="2115171"/>
              <a:ext cx="45720" cy="21590"/>
            </a:xfrm>
            <a:custGeom>
              <a:avLst/>
              <a:gdLst/>
              <a:ahLst/>
              <a:cxnLst/>
              <a:rect l="l" t="t" r="r" b="b"/>
              <a:pathLst>
                <a:path w="45719" h="21589">
                  <a:moveTo>
                    <a:pt x="45618" y="21297"/>
                  </a:moveTo>
                  <a:lnTo>
                    <a:pt x="0" y="21297"/>
                  </a:lnTo>
                  <a:lnTo>
                    <a:pt x="0" y="0"/>
                  </a:lnTo>
                  <a:lnTo>
                    <a:pt x="45618" y="0"/>
                  </a:lnTo>
                  <a:lnTo>
                    <a:pt x="45618" y="21297"/>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9" name="object 100">
              <a:extLst>
                <a:ext uri="{FF2B5EF4-FFF2-40B4-BE49-F238E27FC236}">
                  <a16:creationId xmlns:a16="http://schemas.microsoft.com/office/drawing/2014/main" id="{A580D578-116F-0A3B-BBEF-D04F5AAEAE59}"/>
                </a:ext>
              </a:extLst>
            </p:cNvPr>
            <p:cNvSpPr/>
            <p:nvPr/>
          </p:nvSpPr>
          <p:spPr>
            <a:xfrm>
              <a:off x="5885871" y="1982665"/>
              <a:ext cx="324485" cy="0"/>
            </a:xfrm>
            <a:custGeom>
              <a:avLst/>
              <a:gdLst/>
              <a:ahLst/>
              <a:cxnLst/>
              <a:rect l="l" t="t" r="r" b="b"/>
              <a:pathLst>
                <a:path w="324485">
                  <a:moveTo>
                    <a:pt x="0" y="0"/>
                  </a:moveTo>
                  <a:lnTo>
                    <a:pt x="324002"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0" name="object 101">
              <a:extLst>
                <a:ext uri="{FF2B5EF4-FFF2-40B4-BE49-F238E27FC236}">
                  <a16:creationId xmlns:a16="http://schemas.microsoft.com/office/drawing/2014/main" id="{C61610A7-0E35-45A6-0CE5-006EA267C3CE}"/>
                </a:ext>
              </a:extLst>
            </p:cNvPr>
            <p:cNvSpPr/>
            <p:nvPr/>
          </p:nvSpPr>
          <p:spPr>
            <a:xfrm>
              <a:off x="5885871" y="2181141"/>
              <a:ext cx="324485" cy="0"/>
            </a:xfrm>
            <a:custGeom>
              <a:avLst/>
              <a:gdLst/>
              <a:ahLst/>
              <a:cxnLst/>
              <a:rect l="l" t="t" r="r" b="b"/>
              <a:pathLst>
                <a:path w="324485">
                  <a:moveTo>
                    <a:pt x="0" y="0"/>
                  </a:moveTo>
                  <a:lnTo>
                    <a:pt x="324002"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1" name="object 102">
              <a:extLst>
                <a:ext uri="{FF2B5EF4-FFF2-40B4-BE49-F238E27FC236}">
                  <a16:creationId xmlns:a16="http://schemas.microsoft.com/office/drawing/2014/main" id="{572C33E0-25AE-23B5-06A9-31135D72667A}"/>
                </a:ext>
              </a:extLst>
            </p:cNvPr>
            <p:cNvSpPr/>
            <p:nvPr/>
          </p:nvSpPr>
          <p:spPr>
            <a:xfrm>
              <a:off x="5885710" y="2084265"/>
              <a:ext cx="324485" cy="0"/>
            </a:xfrm>
            <a:custGeom>
              <a:avLst/>
              <a:gdLst/>
              <a:ahLst/>
              <a:cxnLst/>
              <a:rect l="l" t="t" r="r" b="b"/>
              <a:pathLst>
                <a:path w="324485">
                  <a:moveTo>
                    <a:pt x="0" y="0"/>
                  </a:moveTo>
                  <a:lnTo>
                    <a:pt x="324002"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2" name="object 103">
              <a:extLst>
                <a:ext uri="{FF2B5EF4-FFF2-40B4-BE49-F238E27FC236}">
                  <a16:creationId xmlns:a16="http://schemas.microsoft.com/office/drawing/2014/main" id="{F2853D08-A1A2-E3C9-242F-C0F75C771B50}"/>
                </a:ext>
              </a:extLst>
            </p:cNvPr>
            <p:cNvSpPr/>
            <p:nvPr/>
          </p:nvSpPr>
          <p:spPr>
            <a:xfrm>
              <a:off x="5939870" y="1935995"/>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3" name="object 104">
              <a:extLst>
                <a:ext uri="{FF2B5EF4-FFF2-40B4-BE49-F238E27FC236}">
                  <a16:creationId xmlns:a16="http://schemas.microsoft.com/office/drawing/2014/main" id="{B8C5A8B2-4075-30CD-624E-D9B73E4EF07B}"/>
                </a:ext>
              </a:extLst>
            </p:cNvPr>
            <p:cNvSpPr/>
            <p:nvPr/>
          </p:nvSpPr>
          <p:spPr>
            <a:xfrm>
              <a:off x="5939870" y="2033465"/>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4" name="object 105">
              <a:extLst>
                <a:ext uri="{FF2B5EF4-FFF2-40B4-BE49-F238E27FC236}">
                  <a16:creationId xmlns:a16="http://schemas.microsoft.com/office/drawing/2014/main" id="{7824A4AF-1187-130E-4ECB-DC94FA8F4BFC}"/>
                </a:ext>
              </a:extLst>
            </p:cNvPr>
            <p:cNvSpPr/>
            <p:nvPr/>
          </p:nvSpPr>
          <p:spPr>
            <a:xfrm>
              <a:off x="5939870" y="2125813"/>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5" name="object 106">
              <a:extLst>
                <a:ext uri="{FF2B5EF4-FFF2-40B4-BE49-F238E27FC236}">
                  <a16:creationId xmlns:a16="http://schemas.microsoft.com/office/drawing/2014/main" id="{76216F2E-A36A-9F5B-82FA-422412E1474B}"/>
                </a:ext>
              </a:extLst>
            </p:cNvPr>
            <p:cNvSpPr/>
            <p:nvPr/>
          </p:nvSpPr>
          <p:spPr>
            <a:xfrm>
              <a:off x="5939870" y="2229571"/>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6" name="object 107">
              <a:extLst>
                <a:ext uri="{FF2B5EF4-FFF2-40B4-BE49-F238E27FC236}">
                  <a16:creationId xmlns:a16="http://schemas.microsoft.com/office/drawing/2014/main" id="{AF61D6EA-E164-488E-B8F9-B22550AF20AD}"/>
                </a:ext>
              </a:extLst>
            </p:cNvPr>
            <p:cNvSpPr/>
            <p:nvPr/>
          </p:nvSpPr>
          <p:spPr>
            <a:xfrm>
              <a:off x="6047709" y="1935995"/>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7" name="object 108">
              <a:extLst>
                <a:ext uri="{FF2B5EF4-FFF2-40B4-BE49-F238E27FC236}">
                  <a16:creationId xmlns:a16="http://schemas.microsoft.com/office/drawing/2014/main" id="{F05310D2-9514-6411-A345-2D50308B5EE9}"/>
                </a:ext>
              </a:extLst>
            </p:cNvPr>
            <p:cNvSpPr/>
            <p:nvPr/>
          </p:nvSpPr>
          <p:spPr>
            <a:xfrm>
              <a:off x="6047709" y="2033465"/>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8" name="object 109">
              <a:extLst>
                <a:ext uri="{FF2B5EF4-FFF2-40B4-BE49-F238E27FC236}">
                  <a16:creationId xmlns:a16="http://schemas.microsoft.com/office/drawing/2014/main" id="{F1CF76FC-3A3E-CB01-F198-37629F904BAA}"/>
                </a:ext>
              </a:extLst>
            </p:cNvPr>
            <p:cNvSpPr/>
            <p:nvPr/>
          </p:nvSpPr>
          <p:spPr>
            <a:xfrm>
              <a:off x="6047709" y="2125813"/>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9" name="object 110">
              <a:extLst>
                <a:ext uri="{FF2B5EF4-FFF2-40B4-BE49-F238E27FC236}">
                  <a16:creationId xmlns:a16="http://schemas.microsoft.com/office/drawing/2014/main" id="{ACD4F9A1-7185-B445-B9EC-E01704E2882C}"/>
                </a:ext>
              </a:extLst>
            </p:cNvPr>
            <p:cNvSpPr/>
            <p:nvPr/>
          </p:nvSpPr>
          <p:spPr>
            <a:xfrm>
              <a:off x="6047709" y="2229571"/>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20" name="object 111">
              <a:extLst>
                <a:ext uri="{FF2B5EF4-FFF2-40B4-BE49-F238E27FC236}">
                  <a16:creationId xmlns:a16="http://schemas.microsoft.com/office/drawing/2014/main" id="{5BAAF6D3-9451-DA69-0E9E-6395819921AD}"/>
                </a:ext>
              </a:extLst>
            </p:cNvPr>
            <p:cNvSpPr/>
            <p:nvPr/>
          </p:nvSpPr>
          <p:spPr>
            <a:xfrm>
              <a:off x="6155869" y="1935995"/>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21" name="object 112">
              <a:extLst>
                <a:ext uri="{FF2B5EF4-FFF2-40B4-BE49-F238E27FC236}">
                  <a16:creationId xmlns:a16="http://schemas.microsoft.com/office/drawing/2014/main" id="{16639668-6A02-8FC8-6A6B-DB10C7A6A7BB}"/>
                </a:ext>
              </a:extLst>
            </p:cNvPr>
            <p:cNvSpPr/>
            <p:nvPr/>
          </p:nvSpPr>
          <p:spPr>
            <a:xfrm>
              <a:off x="6155869" y="2033465"/>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22" name="object 113">
              <a:extLst>
                <a:ext uri="{FF2B5EF4-FFF2-40B4-BE49-F238E27FC236}">
                  <a16:creationId xmlns:a16="http://schemas.microsoft.com/office/drawing/2014/main" id="{77FD0509-91FE-F3F6-D432-9B9969F978ED}"/>
                </a:ext>
              </a:extLst>
            </p:cNvPr>
            <p:cNvSpPr/>
            <p:nvPr/>
          </p:nvSpPr>
          <p:spPr>
            <a:xfrm>
              <a:off x="6155869" y="2125813"/>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23" name="object 114">
              <a:extLst>
                <a:ext uri="{FF2B5EF4-FFF2-40B4-BE49-F238E27FC236}">
                  <a16:creationId xmlns:a16="http://schemas.microsoft.com/office/drawing/2014/main" id="{E1F582F2-6960-72CC-958D-63066EA9CB0B}"/>
                </a:ext>
              </a:extLst>
            </p:cNvPr>
            <p:cNvSpPr/>
            <p:nvPr/>
          </p:nvSpPr>
          <p:spPr>
            <a:xfrm>
              <a:off x="6155869" y="2229571"/>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grpSp>
      <p:grpSp>
        <p:nvGrpSpPr>
          <p:cNvPr id="336" name="Group 335">
            <a:extLst>
              <a:ext uri="{FF2B5EF4-FFF2-40B4-BE49-F238E27FC236}">
                <a16:creationId xmlns:a16="http://schemas.microsoft.com/office/drawing/2014/main" id="{6EA07A41-0E3D-2E97-A628-FA5A405CAA53}"/>
              </a:ext>
            </a:extLst>
          </p:cNvPr>
          <p:cNvGrpSpPr/>
          <p:nvPr/>
        </p:nvGrpSpPr>
        <p:grpSpPr>
          <a:xfrm>
            <a:off x="5325998" y="1067527"/>
            <a:ext cx="746432" cy="716899"/>
            <a:chOff x="5489459" y="2350836"/>
            <a:chExt cx="746432" cy="716899"/>
          </a:xfrm>
        </p:grpSpPr>
        <p:sp>
          <p:nvSpPr>
            <p:cNvPr id="326" name="object 59">
              <a:extLst>
                <a:ext uri="{FF2B5EF4-FFF2-40B4-BE49-F238E27FC236}">
                  <a16:creationId xmlns:a16="http://schemas.microsoft.com/office/drawing/2014/main" id="{5A59BB7F-9BBF-2DCF-E8F5-D5A66D01B990}"/>
                </a:ext>
              </a:extLst>
            </p:cNvPr>
            <p:cNvSpPr txBox="1"/>
            <p:nvPr/>
          </p:nvSpPr>
          <p:spPr>
            <a:xfrm>
              <a:off x="5489459" y="2685579"/>
              <a:ext cx="746432" cy="382156"/>
            </a:xfrm>
            <a:prstGeom prst="rect">
              <a:avLst/>
            </a:prstGeom>
            <a:noFill/>
            <a:ln>
              <a:noFill/>
            </a:ln>
          </p:spPr>
          <p:style>
            <a:lnRef idx="2">
              <a:schemeClr val="dk1"/>
            </a:lnRef>
            <a:fillRef idx="1">
              <a:schemeClr val="lt1"/>
            </a:fillRef>
            <a:effectRef idx="0">
              <a:schemeClr val="dk1"/>
            </a:effectRef>
            <a:fontRef idx="minor">
              <a:schemeClr val="dk1"/>
            </a:fontRef>
          </p:style>
          <p:txBody>
            <a:bodyPr vert="horz" wrap="square" lIns="0" tIns="12700" rIns="0" bIns="0" rtlCol="0">
              <a:spAutoFit/>
            </a:bodyPr>
            <a:lstStyle/>
            <a:p>
              <a:pPr marL="12700">
                <a:lnSpc>
                  <a:spcPct val="100000"/>
                </a:lnSpc>
                <a:spcBef>
                  <a:spcPts val="100"/>
                </a:spcBef>
              </a:pPr>
              <a:r>
                <a:rPr sz="800" spc="-20">
                  <a:solidFill>
                    <a:srgbClr val="4D4D4F"/>
                  </a:solidFill>
                  <a:latin typeface="Arial MT"/>
                  <a:cs typeface="Arial MT"/>
                </a:rPr>
                <a:t>U</a:t>
              </a:r>
              <a:r>
                <a:rPr lang="en-IN" sz="800" spc="-20" err="1">
                  <a:solidFill>
                    <a:srgbClr val="4D4D4F"/>
                  </a:solidFill>
                  <a:latin typeface="Arial MT"/>
                  <a:cs typeface="Arial MT"/>
                </a:rPr>
                <a:t>rban</a:t>
              </a:r>
              <a:r>
                <a:rPr lang="en-IN" sz="800" spc="-20">
                  <a:solidFill>
                    <a:srgbClr val="4D4D4F"/>
                  </a:solidFill>
                  <a:latin typeface="Arial MT"/>
                  <a:cs typeface="Arial MT"/>
                </a:rPr>
                <a:t> Consolidation Centre</a:t>
              </a:r>
              <a:endParaRPr sz="800">
                <a:latin typeface="Arial MT"/>
                <a:cs typeface="Arial MT"/>
              </a:endParaRPr>
            </a:p>
          </p:txBody>
        </p:sp>
        <p:sp>
          <p:nvSpPr>
            <p:cNvPr id="328" name="object 115">
              <a:extLst>
                <a:ext uri="{FF2B5EF4-FFF2-40B4-BE49-F238E27FC236}">
                  <a16:creationId xmlns:a16="http://schemas.microsoft.com/office/drawing/2014/main" id="{1B3B8DFE-1343-2D92-1A87-CB35F28FC9C2}"/>
                </a:ext>
              </a:extLst>
            </p:cNvPr>
            <p:cNvSpPr/>
            <p:nvPr/>
          </p:nvSpPr>
          <p:spPr>
            <a:xfrm>
              <a:off x="5802683" y="2350836"/>
              <a:ext cx="371475" cy="436880"/>
            </a:xfrm>
            <a:custGeom>
              <a:avLst/>
              <a:gdLst/>
              <a:ahLst/>
              <a:cxnLst/>
              <a:rect l="l" t="t" r="r" b="b"/>
              <a:pathLst>
                <a:path w="371475" h="436879">
                  <a:moveTo>
                    <a:pt x="370954" y="436829"/>
                  </a:moveTo>
                  <a:lnTo>
                    <a:pt x="370954" y="113423"/>
                  </a:lnTo>
                  <a:lnTo>
                    <a:pt x="240715" y="0"/>
                  </a:lnTo>
                  <a:lnTo>
                    <a:pt x="130251" y="0"/>
                  </a:lnTo>
                  <a:lnTo>
                    <a:pt x="0" y="113423"/>
                  </a:lnTo>
                  <a:lnTo>
                    <a:pt x="0" y="436829"/>
                  </a:lnTo>
                  <a:lnTo>
                    <a:pt x="370954" y="436829"/>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29" name="object 116">
              <a:extLst>
                <a:ext uri="{FF2B5EF4-FFF2-40B4-BE49-F238E27FC236}">
                  <a16:creationId xmlns:a16="http://schemas.microsoft.com/office/drawing/2014/main" id="{0EDE7777-F0D0-AB9E-3063-1341A56F38F7}"/>
                </a:ext>
              </a:extLst>
            </p:cNvPr>
            <p:cNvSpPr/>
            <p:nvPr/>
          </p:nvSpPr>
          <p:spPr>
            <a:xfrm>
              <a:off x="5898164" y="2751655"/>
              <a:ext cx="180340" cy="36195"/>
            </a:xfrm>
            <a:custGeom>
              <a:avLst/>
              <a:gdLst/>
              <a:ahLst/>
              <a:cxnLst/>
              <a:rect l="l" t="t" r="r" b="b"/>
              <a:pathLst>
                <a:path w="180339" h="36195">
                  <a:moveTo>
                    <a:pt x="179997" y="0"/>
                  </a:moveTo>
                  <a:lnTo>
                    <a:pt x="0" y="0"/>
                  </a:lnTo>
                  <a:lnTo>
                    <a:pt x="0" y="36004"/>
                  </a:lnTo>
                  <a:lnTo>
                    <a:pt x="179997" y="36004"/>
                  </a:lnTo>
                  <a:lnTo>
                    <a:pt x="179997" y="0"/>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30" name="object 117">
              <a:extLst>
                <a:ext uri="{FF2B5EF4-FFF2-40B4-BE49-F238E27FC236}">
                  <a16:creationId xmlns:a16="http://schemas.microsoft.com/office/drawing/2014/main" id="{EEAB5740-4F86-686A-C45D-58C7241098E0}"/>
                </a:ext>
              </a:extLst>
            </p:cNvPr>
            <p:cNvSpPr/>
            <p:nvPr/>
          </p:nvSpPr>
          <p:spPr>
            <a:xfrm>
              <a:off x="5898164" y="2715676"/>
              <a:ext cx="180340" cy="36195"/>
            </a:xfrm>
            <a:custGeom>
              <a:avLst/>
              <a:gdLst/>
              <a:ahLst/>
              <a:cxnLst/>
              <a:rect l="l" t="t" r="r" b="b"/>
              <a:pathLst>
                <a:path w="180339" h="36195">
                  <a:moveTo>
                    <a:pt x="179997" y="0"/>
                  </a:moveTo>
                  <a:lnTo>
                    <a:pt x="0" y="0"/>
                  </a:lnTo>
                  <a:lnTo>
                    <a:pt x="0" y="35991"/>
                  </a:lnTo>
                  <a:lnTo>
                    <a:pt x="179997" y="35991"/>
                  </a:lnTo>
                  <a:lnTo>
                    <a:pt x="179997" y="0"/>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31" name="object 118">
              <a:extLst>
                <a:ext uri="{FF2B5EF4-FFF2-40B4-BE49-F238E27FC236}">
                  <a16:creationId xmlns:a16="http://schemas.microsoft.com/office/drawing/2014/main" id="{235E8767-1594-F36C-24C0-C1E2F30E2531}"/>
                </a:ext>
              </a:extLst>
            </p:cNvPr>
            <p:cNvSpPr/>
            <p:nvPr/>
          </p:nvSpPr>
          <p:spPr>
            <a:xfrm>
              <a:off x="5898164" y="2679672"/>
              <a:ext cx="180340" cy="36195"/>
            </a:xfrm>
            <a:custGeom>
              <a:avLst/>
              <a:gdLst/>
              <a:ahLst/>
              <a:cxnLst/>
              <a:rect l="l" t="t" r="r" b="b"/>
              <a:pathLst>
                <a:path w="180339" h="36195">
                  <a:moveTo>
                    <a:pt x="179997" y="0"/>
                  </a:moveTo>
                  <a:lnTo>
                    <a:pt x="0" y="0"/>
                  </a:lnTo>
                  <a:lnTo>
                    <a:pt x="0" y="36004"/>
                  </a:lnTo>
                  <a:lnTo>
                    <a:pt x="179997" y="36004"/>
                  </a:lnTo>
                  <a:lnTo>
                    <a:pt x="179997" y="0"/>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32" name="object 119">
              <a:extLst>
                <a:ext uri="{FF2B5EF4-FFF2-40B4-BE49-F238E27FC236}">
                  <a16:creationId xmlns:a16="http://schemas.microsoft.com/office/drawing/2014/main" id="{B297714D-A380-7977-0E5A-9C710DCE4409}"/>
                </a:ext>
              </a:extLst>
            </p:cNvPr>
            <p:cNvSpPr/>
            <p:nvPr/>
          </p:nvSpPr>
          <p:spPr>
            <a:xfrm>
              <a:off x="5898164" y="2643667"/>
              <a:ext cx="180340" cy="36195"/>
            </a:xfrm>
            <a:custGeom>
              <a:avLst/>
              <a:gdLst/>
              <a:ahLst/>
              <a:cxnLst/>
              <a:rect l="l" t="t" r="r" b="b"/>
              <a:pathLst>
                <a:path w="180339" h="36195">
                  <a:moveTo>
                    <a:pt x="179997" y="0"/>
                  </a:moveTo>
                  <a:lnTo>
                    <a:pt x="0" y="0"/>
                  </a:lnTo>
                  <a:lnTo>
                    <a:pt x="0" y="36004"/>
                  </a:lnTo>
                  <a:lnTo>
                    <a:pt x="179997" y="36004"/>
                  </a:lnTo>
                  <a:lnTo>
                    <a:pt x="179997" y="0"/>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33" name="object 120">
              <a:extLst>
                <a:ext uri="{FF2B5EF4-FFF2-40B4-BE49-F238E27FC236}">
                  <a16:creationId xmlns:a16="http://schemas.microsoft.com/office/drawing/2014/main" id="{3AA361DD-CDF3-430A-CF18-69597B5F7686}"/>
                </a:ext>
              </a:extLst>
            </p:cNvPr>
            <p:cNvSpPr/>
            <p:nvPr/>
          </p:nvSpPr>
          <p:spPr>
            <a:xfrm>
              <a:off x="5898164" y="2607662"/>
              <a:ext cx="180340" cy="36195"/>
            </a:xfrm>
            <a:custGeom>
              <a:avLst/>
              <a:gdLst/>
              <a:ahLst/>
              <a:cxnLst/>
              <a:rect l="l" t="t" r="r" b="b"/>
              <a:pathLst>
                <a:path w="180339" h="36195">
                  <a:moveTo>
                    <a:pt x="179997" y="0"/>
                  </a:moveTo>
                  <a:lnTo>
                    <a:pt x="0" y="0"/>
                  </a:lnTo>
                  <a:lnTo>
                    <a:pt x="0" y="36004"/>
                  </a:lnTo>
                  <a:lnTo>
                    <a:pt x="179997" y="36004"/>
                  </a:lnTo>
                  <a:lnTo>
                    <a:pt x="179997" y="0"/>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34" name="object 121">
              <a:extLst>
                <a:ext uri="{FF2B5EF4-FFF2-40B4-BE49-F238E27FC236}">
                  <a16:creationId xmlns:a16="http://schemas.microsoft.com/office/drawing/2014/main" id="{ECDA1E3A-870A-D101-EDEA-11E6D629C06C}"/>
                </a:ext>
              </a:extLst>
            </p:cNvPr>
            <p:cNvSpPr/>
            <p:nvPr/>
          </p:nvSpPr>
          <p:spPr>
            <a:xfrm>
              <a:off x="5881550" y="2607657"/>
              <a:ext cx="212725" cy="0"/>
            </a:xfrm>
            <a:custGeom>
              <a:avLst/>
              <a:gdLst/>
              <a:ahLst/>
              <a:cxnLst/>
              <a:rect l="l" t="t" r="r" b="b"/>
              <a:pathLst>
                <a:path w="212725">
                  <a:moveTo>
                    <a:pt x="0" y="0"/>
                  </a:moveTo>
                  <a:lnTo>
                    <a:pt x="212204"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grpSp>
      <p:sp>
        <p:nvSpPr>
          <p:cNvPr id="338" name="object 43">
            <a:extLst>
              <a:ext uri="{FF2B5EF4-FFF2-40B4-BE49-F238E27FC236}">
                <a16:creationId xmlns:a16="http://schemas.microsoft.com/office/drawing/2014/main" id="{46318AD8-4FA2-F95F-17B6-85825134EBC6}"/>
              </a:ext>
            </a:extLst>
          </p:cNvPr>
          <p:cNvSpPr txBox="1"/>
          <p:nvPr/>
        </p:nvSpPr>
        <p:spPr>
          <a:xfrm>
            <a:off x="6183666" y="2510805"/>
            <a:ext cx="605155" cy="135935"/>
          </a:xfrm>
          <a:prstGeom prst="rect">
            <a:avLst/>
          </a:prstGeom>
        </p:spPr>
        <p:txBody>
          <a:bodyPr vert="horz" wrap="square" lIns="0" tIns="12700" rIns="0" bIns="0" rtlCol="0">
            <a:spAutoFit/>
          </a:bodyPr>
          <a:lstStyle/>
          <a:p>
            <a:pPr marL="12700">
              <a:lnSpc>
                <a:spcPct val="100000"/>
              </a:lnSpc>
              <a:spcBef>
                <a:spcPts val="100"/>
              </a:spcBef>
            </a:pPr>
            <a:r>
              <a:rPr sz="800" spc="-10">
                <a:solidFill>
                  <a:srgbClr val="4D4D4F"/>
                </a:solidFill>
                <a:latin typeface="Arial MT"/>
                <a:cs typeface="Arial MT"/>
              </a:rPr>
              <a:t>Load-pooling</a:t>
            </a:r>
            <a:endParaRPr sz="800">
              <a:latin typeface="Arial MT"/>
              <a:cs typeface="Arial MT"/>
            </a:endParaRPr>
          </a:p>
        </p:txBody>
      </p:sp>
      <p:sp>
        <p:nvSpPr>
          <p:cNvPr id="352" name="object 61">
            <a:extLst>
              <a:ext uri="{FF2B5EF4-FFF2-40B4-BE49-F238E27FC236}">
                <a16:creationId xmlns:a16="http://schemas.microsoft.com/office/drawing/2014/main" id="{3866EF16-2186-1E90-4147-796058451679}"/>
              </a:ext>
            </a:extLst>
          </p:cNvPr>
          <p:cNvSpPr txBox="1"/>
          <p:nvPr/>
        </p:nvSpPr>
        <p:spPr>
          <a:xfrm>
            <a:off x="5271695" y="2526480"/>
            <a:ext cx="800735" cy="135935"/>
          </a:xfrm>
          <a:prstGeom prst="rect">
            <a:avLst/>
          </a:prstGeom>
          <a:noFill/>
        </p:spPr>
        <p:txBody>
          <a:bodyPr vert="horz" wrap="square" lIns="0" tIns="12700" rIns="0" bIns="0" rtlCol="0">
            <a:spAutoFit/>
          </a:bodyPr>
          <a:lstStyle/>
          <a:p>
            <a:pPr marL="12700">
              <a:lnSpc>
                <a:spcPct val="100000"/>
              </a:lnSpc>
              <a:spcBef>
                <a:spcPts val="100"/>
              </a:spcBef>
            </a:pPr>
            <a:r>
              <a:rPr sz="800" spc="-45">
                <a:solidFill>
                  <a:srgbClr val="4D4D4F"/>
                </a:solidFill>
                <a:latin typeface="Arial MT"/>
                <a:cs typeface="Arial MT"/>
              </a:rPr>
              <a:t>Dynami</a:t>
            </a:r>
            <a:r>
              <a:rPr sz="800" spc="-20">
                <a:solidFill>
                  <a:srgbClr val="4D4D4F"/>
                </a:solidFill>
                <a:latin typeface="Arial MT"/>
                <a:cs typeface="Arial MT"/>
              </a:rPr>
              <a:t>c</a:t>
            </a:r>
            <a:r>
              <a:rPr sz="800" spc="-50">
                <a:solidFill>
                  <a:srgbClr val="4D4D4F"/>
                </a:solidFill>
                <a:latin typeface="Arial MT"/>
                <a:cs typeface="Arial MT"/>
              </a:rPr>
              <a:t> </a:t>
            </a:r>
            <a:r>
              <a:rPr sz="800" spc="-55">
                <a:solidFill>
                  <a:srgbClr val="4D4D4F"/>
                </a:solidFill>
                <a:latin typeface="Arial MT"/>
                <a:cs typeface="Arial MT"/>
              </a:rPr>
              <a:t>r</a:t>
            </a:r>
            <a:r>
              <a:rPr sz="800" spc="-35">
                <a:solidFill>
                  <a:srgbClr val="4D4D4F"/>
                </a:solidFill>
                <a:latin typeface="Arial MT"/>
                <a:cs typeface="Arial MT"/>
              </a:rPr>
              <a:t>e-</a:t>
            </a:r>
            <a:r>
              <a:rPr sz="800" spc="-45">
                <a:solidFill>
                  <a:srgbClr val="4D4D4F"/>
                </a:solidFill>
                <a:latin typeface="Arial MT"/>
                <a:cs typeface="Arial MT"/>
              </a:rPr>
              <a:t>r</a:t>
            </a:r>
            <a:r>
              <a:rPr sz="800" spc="-35">
                <a:solidFill>
                  <a:srgbClr val="4D4D4F"/>
                </a:solidFill>
                <a:latin typeface="Arial MT"/>
                <a:cs typeface="Arial MT"/>
              </a:rPr>
              <a:t>outing</a:t>
            </a:r>
            <a:endParaRPr sz="800">
              <a:latin typeface="Arial MT"/>
              <a:cs typeface="Arial MT"/>
            </a:endParaRPr>
          </a:p>
        </p:txBody>
      </p:sp>
      <p:grpSp>
        <p:nvGrpSpPr>
          <p:cNvPr id="371" name="Group 370">
            <a:extLst>
              <a:ext uri="{FF2B5EF4-FFF2-40B4-BE49-F238E27FC236}">
                <a16:creationId xmlns:a16="http://schemas.microsoft.com/office/drawing/2014/main" id="{A054369B-E30D-EE06-D6F4-59FF9E5216EF}"/>
              </a:ext>
            </a:extLst>
          </p:cNvPr>
          <p:cNvGrpSpPr/>
          <p:nvPr/>
        </p:nvGrpSpPr>
        <p:grpSpPr>
          <a:xfrm>
            <a:off x="6247503" y="991411"/>
            <a:ext cx="806583" cy="788836"/>
            <a:chOff x="9117437" y="2643457"/>
            <a:chExt cx="806583" cy="788836"/>
          </a:xfrm>
        </p:grpSpPr>
        <p:sp>
          <p:nvSpPr>
            <p:cNvPr id="359" name="object 50">
              <a:extLst>
                <a:ext uri="{FF2B5EF4-FFF2-40B4-BE49-F238E27FC236}">
                  <a16:creationId xmlns:a16="http://schemas.microsoft.com/office/drawing/2014/main" id="{7DC4AC7A-41C1-CD50-E875-BDB06C5BF8B3}"/>
                </a:ext>
              </a:extLst>
            </p:cNvPr>
            <p:cNvSpPr txBox="1"/>
            <p:nvPr/>
          </p:nvSpPr>
          <p:spPr>
            <a:xfrm>
              <a:off x="9117437" y="3173248"/>
              <a:ext cx="697230" cy="259045"/>
            </a:xfrm>
            <a:prstGeom prst="rect">
              <a:avLst/>
            </a:prstGeom>
            <a:noFill/>
            <a:ln>
              <a:noFill/>
            </a:ln>
          </p:spPr>
          <p:style>
            <a:lnRef idx="2">
              <a:schemeClr val="dk1"/>
            </a:lnRef>
            <a:fillRef idx="1">
              <a:schemeClr val="lt1"/>
            </a:fillRef>
            <a:effectRef idx="0">
              <a:schemeClr val="dk1"/>
            </a:effectRef>
            <a:fontRef idx="minor">
              <a:schemeClr val="dk1"/>
            </a:fontRef>
          </p:style>
          <p:txBody>
            <a:bodyPr vert="horz" wrap="square" lIns="0" tIns="12700" rIns="0" bIns="0" rtlCol="0">
              <a:spAutoFit/>
            </a:bodyPr>
            <a:lstStyle/>
            <a:p>
              <a:pPr marL="12700" marR="5080">
                <a:lnSpc>
                  <a:spcPct val="100000"/>
                </a:lnSpc>
                <a:spcBef>
                  <a:spcPts val="100"/>
                </a:spcBef>
              </a:pPr>
              <a:r>
                <a:rPr lang="en-IN" sz="800">
                  <a:latin typeface="Arial MT"/>
                  <a:cs typeface="Arial MT"/>
                </a:rPr>
                <a:t>Non-peak Time Delivery</a:t>
              </a:r>
              <a:endParaRPr sz="800">
                <a:latin typeface="Arial MT"/>
                <a:cs typeface="Arial MT"/>
              </a:endParaRPr>
            </a:p>
          </p:txBody>
        </p:sp>
        <p:sp>
          <p:nvSpPr>
            <p:cNvPr id="360" name="object 163">
              <a:extLst>
                <a:ext uri="{FF2B5EF4-FFF2-40B4-BE49-F238E27FC236}">
                  <a16:creationId xmlns:a16="http://schemas.microsoft.com/office/drawing/2014/main" id="{BDBEA719-52CE-BDEE-F0AC-0D4F735C3AD3}"/>
                </a:ext>
              </a:extLst>
            </p:cNvPr>
            <p:cNvSpPr/>
            <p:nvPr/>
          </p:nvSpPr>
          <p:spPr>
            <a:xfrm>
              <a:off x="9153689" y="2736075"/>
              <a:ext cx="318135" cy="289560"/>
            </a:xfrm>
            <a:custGeom>
              <a:avLst/>
              <a:gdLst/>
              <a:ahLst/>
              <a:cxnLst/>
              <a:rect l="l" t="t" r="r" b="b"/>
              <a:pathLst>
                <a:path w="318135" h="289559">
                  <a:moveTo>
                    <a:pt x="18910" y="289128"/>
                  </a:moveTo>
                  <a:lnTo>
                    <a:pt x="0" y="289128"/>
                  </a:lnTo>
                  <a:lnTo>
                    <a:pt x="0" y="0"/>
                  </a:lnTo>
                  <a:lnTo>
                    <a:pt x="317766" y="0"/>
                  </a:lnTo>
                  <a:lnTo>
                    <a:pt x="317766" y="289128"/>
                  </a:lnTo>
                  <a:lnTo>
                    <a:pt x="95961" y="289128"/>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61" name="object 164">
              <a:extLst>
                <a:ext uri="{FF2B5EF4-FFF2-40B4-BE49-F238E27FC236}">
                  <a16:creationId xmlns:a16="http://schemas.microsoft.com/office/drawing/2014/main" id="{B1A0DA2D-AB70-0AD9-DF1F-4A7F243C94D6}"/>
                </a:ext>
              </a:extLst>
            </p:cNvPr>
            <p:cNvSpPr/>
            <p:nvPr/>
          </p:nvSpPr>
          <p:spPr>
            <a:xfrm>
              <a:off x="9566260" y="2902128"/>
              <a:ext cx="34925" cy="123189"/>
            </a:xfrm>
            <a:custGeom>
              <a:avLst/>
              <a:gdLst/>
              <a:ahLst/>
              <a:cxnLst/>
              <a:rect l="l" t="t" r="r" b="b"/>
              <a:pathLst>
                <a:path w="34925" h="123190">
                  <a:moveTo>
                    <a:pt x="0" y="123075"/>
                  </a:moveTo>
                  <a:lnTo>
                    <a:pt x="13081" y="123075"/>
                  </a:lnTo>
                  <a:lnTo>
                    <a:pt x="34785" y="103543"/>
                  </a:lnTo>
                  <a:lnTo>
                    <a:pt x="34785"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62" name="object 165">
              <a:extLst>
                <a:ext uri="{FF2B5EF4-FFF2-40B4-BE49-F238E27FC236}">
                  <a16:creationId xmlns:a16="http://schemas.microsoft.com/office/drawing/2014/main" id="{E8EE6CA5-C36E-D62A-0DF6-7036FDC5C8EF}"/>
                </a:ext>
              </a:extLst>
            </p:cNvPr>
            <p:cNvSpPr/>
            <p:nvPr/>
          </p:nvSpPr>
          <p:spPr>
            <a:xfrm>
              <a:off x="9471458" y="3025203"/>
              <a:ext cx="18415" cy="0"/>
            </a:xfrm>
            <a:custGeom>
              <a:avLst/>
              <a:gdLst/>
              <a:ahLst/>
              <a:cxnLst/>
              <a:rect l="l" t="t" r="r" b="b"/>
              <a:pathLst>
                <a:path w="18414">
                  <a:moveTo>
                    <a:pt x="0" y="0"/>
                  </a:moveTo>
                  <a:lnTo>
                    <a:pt x="18135"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63" name="object 166">
              <a:extLst>
                <a:ext uri="{FF2B5EF4-FFF2-40B4-BE49-F238E27FC236}">
                  <a16:creationId xmlns:a16="http://schemas.microsoft.com/office/drawing/2014/main" id="{D3BD975A-2719-BF1A-2C5F-B3A8A2BF3FE4}"/>
                </a:ext>
              </a:extLst>
            </p:cNvPr>
            <p:cNvSpPr/>
            <p:nvPr/>
          </p:nvSpPr>
          <p:spPr>
            <a:xfrm>
              <a:off x="9471461" y="2801492"/>
              <a:ext cx="130175" cy="180975"/>
            </a:xfrm>
            <a:custGeom>
              <a:avLst/>
              <a:gdLst/>
              <a:ahLst/>
              <a:cxnLst/>
              <a:rect l="l" t="t" r="r" b="b"/>
              <a:pathLst>
                <a:path w="130175" h="180975">
                  <a:moveTo>
                    <a:pt x="76073" y="0"/>
                  </a:moveTo>
                  <a:lnTo>
                    <a:pt x="0" y="0"/>
                  </a:lnTo>
                  <a:lnTo>
                    <a:pt x="0" y="100634"/>
                  </a:lnTo>
                  <a:lnTo>
                    <a:pt x="76200" y="100634"/>
                  </a:lnTo>
                  <a:lnTo>
                    <a:pt x="104851" y="180733"/>
                  </a:lnTo>
                  <a:lnTo>
                    <a:pt x="129590" y="180733"/>
                  </a:lnTo>
                  <a:lnTo>
                    <a:pt x="129590" y="53517"/>
                  </a:lnTo>
                  <a:lnTo>
                    <a:pt x="125384" y="32688"/>
                  </a:lnTo>
                  <a:lnTo>
                    <a:pt x="113914" y="15676"/>
                  </a:lnTo>
                  <a:lnTo>
                    <a:pt x="96902" y="4206"/>
                  </a:lnTo>
                  <a:lnTo>
                    <a:pt x="76073" y="0"/>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64" name="object 167">
              <a:extLst>
                <a:ext uri="{FF2B5EF4-FFF2-40B4-BE49-F238E27FC236}">
                  <a16:creationId xmlns:a16="http://schemas.microsoft.com/office/drawing/2014/main" id="{51BC82CA-BE3C-2A06-6FED-2274B81E1115}"/>
                </a:ext>
              </a:extLst>
            </p:cNvPr>
            <p:cNvSpPr/>
            <p:nvPr/>
          </p:nvSpPr>
          <p:spPr>
            <a:xfrm>
              <a:off x="9491647" y="2942281"/>
              <a:ext cx="24765" cy="0"/>
            </a:xfrm>
            <a:custGeom>
              <a:avLst/>
              <a:gdLst/>
              <a:ahLst/>
              <a:cxnLst/>
              <a:rect l="l" t="t" r="r" b="b"/>
              <a:pathLst>
                <a:path w="24764">
                  <a:moveTo>
                    <a:pt x="0" y="0"/>
                  </a:moveTo>
                  <a:lnTo>
                    <a:pt x="24739"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pic>
          <p:nvPicPr>
            <p:cNvPr id="365" name="object 168">
              <a:extLst>
                <a:ext uri="{FF2B5EF4-FFF2-40B4-BE49-F238E27FC236}">
                  <a16:creationId xmlns:a16="http://schemas.microsoft.com/office/drawing/2014/main" id="{750C65D1-A729-C62F-C6ED-A39AB4D7D61C}"/>
                </a:ext>
              </a:extLst>
            </p:cNvPr>
            <p:cNvPicPr/>
            <p:nvPr/>
          </p:nvPicPr>
          <p:blipFill>
            <a:blip r:embed="rId16" cstate="print"/>
            <a:stretch>
              <a:fillRect/>
            </a:stretch>
          </p:blipFill>
          <p:spPr>
            <a:xfrm>
              <a:off x="9167841" y="2981909"/>
              <a:ext cx="86575" cy="86588"/>
            </a:xfrm>
            <a:prstGeom prst="rect">
              <a:avLst/>
            </a:prstGeom>
          </p:spPr>
          <p:style>
            <a:lnRef idx="2">
              <a:schemeClr val="dk1"/>
            </a:lnRef>
            <a:fillRef idx="1">
              <a:schemeClr val="lt1"/>
            </a:fillRef>
            <a:effectRef idx="0">
              <a:schemeClr val="dk1"/>
            </a:effectRef>
            <a:fontRef idx="minor">
              <a:schemeClr val="dk1"/>
            </a:fontRef>
          </p:style>
        </p:pic>
        <p:sp>
          <p:nvSpPr>
            <p:cNvPr id="366" name="object 169">
              <a:extLst>
                <a:ext uri="{FF2B5EF4-FFF2-40B4-BE49-F238E27FC236}">
                  <a16:creationId xmlns:a16="http://schemas.microsoft.com/office/drawing/2014/main" id="{47E0F419-B7FD-CD02-63CD-7455D2F0AEF2}"/>
                </a:ext>
              </a:extLst>
            </p:cNvPr>
            <p:cNvSpPr/>
            <p:nvPr/>
          </p:nvSpPr>
          <p:spPr>
            <a:xfrm>
              <a:off x="9489209" y="2986672"/>
              <a:ext cx="77470" cy="77470"/>
            </a:xfrm>
            <a:custGeom>
              <a:avLst/>
              <a:gdLst/>
              <a:ahLst/>
              <a:cxnLst/>
              <a:rect l="l" t="t" r="r" b="b"/>
              <a:pathLst>
                <a:path w="77470" h="77470">
                  <a:moveTo>
                    <a:pt x="77050" y="38531"/>
                  </a:moveTo>
                  <a:lnTo>
                    <a:pt x="74023" y="53532"/>
                  </a:lnTo>
                  <a:lnTo>
                    <a:pt x="65768" y="65779"/>
                  </a:lnTo>
                  <a:lnTo>
                    <a:pt x="53524" y="74036"/>
                  </a:lnTo>
                  <a:lnTo>
                    <a:pt x="38531" y="77063"/>
                  </a:lnTo>
                  <a:lnTo>
                    <a:pt x="23531" y="74036"/>
                  </a:lnTo>
                  <a:lnTo>
                    <a:pt x="11283" y="65779"/>
                  </a:lnTo>
                  <a:lnTo>
                    <a:pt x="3027" y="53532"/>
                  </a:lnTo>
                  <a:lnTo>
                    <a:pt x="0" y="38531"/>
                  </a:lnTo>
                  <a:lnTo>
                    <a:pt x="3027" y="23531"/>
                  </a:lnTo>
                  <a:lnTo>
                    <a:pt x="11283" y="11283"/>
                  </a:lnTo>
                  <a:lnTo>
                    <a:pt x="23531" y="3027"/>
                  </a:lnTo>
                  <a:lnTo>
                    <a:pt x="38531" y="0"/>
                  </a:lnTo>
                  <a:lnTo>
                    <a:pt x="53524" y="3027"/>
                  </a:lnTo>
                  <a:lnTo>
                    <a:pt x="65768" y="11283"/>
                  </a:lnTo>
                  <a:lnTo>
                    <a:pt x="74023" y="23531"/>
                  </a:lnTo>
                  <a:lnTo>
                    <a:pt x="77050" y="38531"/>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67" name="object 170">
              <a:extLst>
                <a:ext uri="{FF2B5EF4-FFF2-40B4-BE49-F238E27FC236}">
                  <a16:creationId xmlns:a16="http://schemas.microsoft.com/office/drawing/2014/main" id="{8F450BD4-BF12-7108-F350-A019704E87FB}"/>
                </a:ext>
              </a:extLst>
            </p:cNvPr>
            <p:cNvSpPr/>
            <p:nvPr/>
          </p:nvSpPr>
          <p:spPr>
            <a:xfrm>
              <a:off x="9753245" y="2686074"/>
              <a:ext cx="76835" cy="73025"/>
            </a:xfrm>
            <a:custGeom>
              <a:avLst/>
              <a:gdLst/>
              <a:ahLst/>
              <a:cxnLst/>
              <a:rect l="l" t="t" r="r" b="b"/>
              <a:pathLst>
                <a:path w="76834" h="73025">
                  <a:moveTo>
                    <a:pt x="38392" y="0"/>
                  </a:moveTo>
                  <a:lnTo>
                    <a:pt x="50253" y="24041"/>
                  </a:lnTo>
                  <a:lnTo>
                    <a:pt x="76784" y="27889"/>
                  </a:lnTo>
                  <a:lnTo>
                    <a:pt x="57594" y="46609"/>
                  </a:lnTo>
                  <a:lnTo>
                    <a:pt x="62115" y="73025"/>
                  </a:lnTo>
                  <a:lnTo>
                    <a:pt x="38392" y="60553"/>
                  </a:lnTo>
                  <a:lnTo>
                    <a:pt x="14655" y="73025"/>
                  </a:lnTo>
                  <a:lnTo>
                    <a:pt x="19189" y="46609"/>
                  </a:lnTo>
                  <a:lnTo>
                    <a:pt x="0" y="27889"/>
                  </a:lnTo>
                  <a:lnTo>
                    <a:pt x="26517" y="24041"/>
                  </a:lnTo>
                  <a:lnTo>
                    <a:pt x="38392" y="0"/>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68" name="object 171">
              <a:extLst>
                <a:ext uri="{FF2B5EF4-FFF2-40B4-BE49-F238E27FC236}">
                  <a16:creationId xmlns:a16="http://schemas.microsoft.com/office/drawing/2014/main" id="{83A0E3F9-5DC0-E66E-5074-42E5F4CA503B}"/>
                </a:ext>
              </a:extLst>
            </p:cNvPr>
            <p:cNvSpPr/>
            <p:nvPr/>
          </p:nvSpPr>
          <p:spPr>
            <a:xfrm>
              <a:off x="9812895" y="2766913"/>
              <a:ext cx="111125" cy="106045"/>
            </a:xfrm>
            <a:custGeom>
              <a:avLst/>
              <a:gdLst/>
              <a:ahLst/>
              <a:cxnLst/>
              <a:rect l="l" t="t" r="r" b="b"/>
              <a:pathLst>
                <a:path w="111125" h="106045">
                  <a:moveTo>
                    <a:pt x="55524" y="0"/>
                  </a:moveTo>
                  <a:lnTo>
                    <a:pt x="72694" y="34759"/>
                  </a:lnTo>
                  <a:lnTo>
                    <a:pt x="111048" y="40347"/>
                  </a:lnTo>
                  <a:lnTo>
                    <a:pt x="83299" y="67411"/>
                  </a:lnTo>
                  <a:lnTo>
                    <a:pt x="89839" y="105613"/>
                  </a:lnTo>
                  <a:lnTo>
                    <a:pt x="55524" y="87579"/>
                  </a:lnTo>
                  <a:lnTo>
                    <a:pt x="21208" y="105613"/>
                  </a:lnTo>
                  <a:lnTo>
                    <a:pt x="27762" y="67411"/>
                  </a:lnTo>
                  <a:lnTo>
                    <a:pt x="0" y="40347"/>
                  </a:lnTo>
                  <a:lnTo>
                    <a:pt x="38366" y="34759"/>
                  </a:lnTo>
                  <a:lnTo>
                    <a:pt x="55524" y="0"/>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69" name="object 172">
              <a:extLst>
                <a:ext uri="{FF2B5EF4-FFF2-40B4-BE49-F238E27FC236}">
                  <a16:creationId xmlns:a16="http://schemas.microsoft.com/office/drawing/2014/main" id="{BC3B58B0-B4AF-C148-3080-086B2DD4C326}"/>
                </a:ext>
              </a:extLst>
            </p:cNvPr>
            <p:cNvSpPr/>
            <p:nvPr/>
          </p:nvSpPr>
          <p:spPr>
            <a:xfrm>
              <a:off x="9627119" y="2643457"/>
              <a:ext cx="102870" cy="146685"/>
            </a:xfrm>
            <a:custGeom>
              <a:avLst/>
              <a:gdLst/>
              <a:ahLst/>
              <a:cxnLst/>
              <a:rect l="l" t="t" r="r" b="b"/>
              <a:pathLst>
                <a:path w="102870" h="146684">
                  <a:moveTo>
                    <a:pt x="102679" y="146202"/>
                  </a:moveTo>
                  <a:lnTo>
                    <a:pt x="74224" y="140457"/>
                  </a:lnTo>
                  <a:lnTo>
                    <a:pt x="50988" y="124791"/>
                  </a:lnTo>
                  <a:lnTo>
                    <a:pt x="35322" y="101555"/>
                  </a:lnTo>
                  <a:lnTo>
                    <a:pt x="29578" y="73101"/>
                  </a:lnTo>
                  <a:lnTo>
                    <a:pt x="35322" y="44646"/>
                  </a:lnTo>
                  <a:lnTo>
                    <a:pt x="50988" y="21410"/>
                  </a:lnTo>
                  <a:lnTo>
                    <a:pt x="74224" y="5744"/>
                  </a:lnTo>
                  <a:lnTo>
                    <a:pt x="102679" y="0"/>
                  </a:lnTo>
                  <a:lnTo>
                    <a:pt x="73101" y="0"/>
                  </a:lnTo>
                  <a:lnTo>
                    <a:pt x="44646" y="5744"/>
                  </a:lnTo>
                  <a:lnTo>
                    <a:pt x="21410" y="21410"/>
                  </a:lnTo>
                  <a:lnTo>
                    <a:pt x="5744" y="44646"/>
                  </a:lnTo>
                  <a:lnTo>
                    <a:pt x="0" y="73101"/>
                  </a:lnTo>
                  <a:lnTo>
                    <a:pt x="5744" y="101555"/>
                  </a:lnTo>
                  <a:lnTo>
                    <a:pt x="21410" y="124791"/>
                  </a:lnTo>
                  <a:lnTo>
                    <a:pt x="44646" y="140457"/>
                  </a:lnTo>
                  <a:lnTo>
                    <a:pt x="73101" y="146202"/>
                  </a:lnTo>
                  <a:lnTo>
                    <a:pt x="102679" y="146202"/>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grpSp>
      <p:grpSp>
        <p:nvGrpSpPr>
          <p:cNvPr id="377" name="Group 376">
            <a:extLst>
              <a:ext uri="{FF2B5EF4-FFF2-40B4-BE49-F238E27FC236}">
                <a16:creationId xmlns:a16="http://schemas.microsoft.com/office/drawing/2014/main" id="{8CED4D35-23E4-2B11-207D-564EACB69FF0}"/>
              </a:ext>
            </a:extLst>
          </p:cNvPr>
          <p:cNvGrpSpPr/>
          <p:nvPr/>
        </p:nvGrpSpPr>
        <p:grpSpPr>
          <a:xfrm>
            <a:off x="6397518" y="1947381"/>
            <a:ext cx="602768" cy="513515"/>
            <a:chOff x="6182193" y="2201517"/>
            <a:chExt cx="602768" cy="513515"/>
          </a:xfrm>
        </p:grpSpPr>
        <p:sp>
          <p:nvSpPr>
            <p:cNvPr id="340" name="object 191">
              <a:extLst>
                <a:ext uri="{FF2B5EF4-FFF2-40B4-BE49-F238E27FC236}">
                  <a16:creationId xmlns:a16="http://schemas.microsoft.com/office/drawing/2014/main" id="{C8B20646-6C83-EDF8-3D67-ABBC5B90BFFD}"/>
                </a:ext>
              </a:extLst>
            </p:cNvPr>
            <p:cNvSpPr/>
            <p:nvPr/>
          </p:nvSpPr>
          <p:spPr>
            <a:xfrm>
              <a:off x="6182193" y="2336401"/>
              <a:ext cx="277495" cy="246379"/>
            </a:xfrm>
            <a:custGeom>
              <a:avLst/>
              <a:gdLst/>
              <a:ahLst/>
              <a:cxnLst/>
              <a:rect l="l" t="t" r="r" b="b"/>
              <a:pathLst>
                <a:path w="277495" h="246379">
                  <a:moveTo>
                    <a:pt x="241109" y="246316"/>
                  </a:moveTo>
                  <a:lnTo>
                    <a:pt x="36004" y="246316"/>
                  </a:lnTo>
                  <a:lnTo>
                    <a:pt x="21988" y="243487"/>
                  </a:lnTo>
                  <a:lnTo>
                    <a:pt x="10544" y="235773"/>
                  </a:lnTo>
                  <a:lnTo>
                    <a:pt x="2828" y="224333"/>
                  </a:lnTo>
                  <a:lnTo>
                    <a:pt x="0" y="210324"/>
                  </a:lnTo>
                  <a:lnTo>
                    <a:pt x="0" y="35991"/>
                  </a:lnTo>
                  <a:lnTo>
                    <a:pt x="2828" y="21983"/>
                  </a:lnTo>
                  <a:lnTo>
                    <a:pt x="10544" y="10542"/>
                  </a:lnTo>
                  <a:lnTo>
                    <a:pt x="21988" y="2828"/>
                  </a:lnTo>
                  <a:lnTo>
                    <a:pt x="36004" y="0"/>
                  </a:lnTo>
                  <a:lnTo>
                    <a:pt x="241109" y="0"/>
                  </a:lnTo>
                  <a:lnTo>
                    <a:pt x="255118" y="2828"/>
                  </a:lnTo>
                  <a:lnTo>
                    <a:pt x="266558" y="10542"/>
                  </a:lnTo>
                  <a:lnTo>
                    <a:pt x="274272" y="21983"/>
                  </a:lnTo>
                  <a:lnTo>
                    <a:pt x="277101" y="35991"/>
                  </a:lnTo>
                  <a:lnTo>
                    <a:pt x="277101" y="210324"/>
                  </a:lnTo>
                  <a:lnTo>
                    <a:pt x="274272" y="224333"/>
                  </a:lnTo>
                  <a:lnTo>
                    <a:pt x="266558" y="235773"/>
                  </a:lnTo>
                  <a:lnTo>
                    <a:pt x="255118" y="243487"/>
                  </a:lnTo>
                  <a:lnTo>
                    <a:pt x="241109" y="246316"/>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41" name="object 192">
              <a:extLst>
                <a:ext uri="{FF2B5EF4-FFF2-40B4-BE49-F238E27FC236}">
                  <a16:creationId xmlns:a16="http://schemas.microsoft.com/office/drawing/2014/main" id="{F41C5171-5ECD-4D05-BC42-3250EFFAB65B}"/>
                </a:ext>
              </a:extLst>
            </p:cNvPr>
            <p:cNvSpPr/>
            <p:nvPr/>
          </p:nvSpPr>
          <p:spPr>
            <a:xfrm>
              <a:off x="6297395" y="2336398"/>
              <a:ext cx="46355" cy="61594"/>
            </a:xfrm>
            <a:custGeom>
              <a:avLst/>
              <a:gdLst/>
              <a:ahLst/>
              <a:cxnLst/>
              <a:rect l="l" t="t" r="r" b="b"/>
              <a:pathLst>
                <a:path w="46354" h="61595">
                  <a:moveTo>
                    <a:pt x="46189" y="61582"/>
                  </a:moveTo>
                  <a:lnTo>
                    <a:pt x="0" y="61582"/>
                  </a:lnTo>
                  <a:lnTo>
                    <a:pt x="0" y="0"/>
                  </a:lnTo>
                  <a:lnTo>
                    <a:pt x="46189" y="0"/>
                  </a:lnTo>
                  <a:lnTo>
                    <a:pt x="46189" y="61582"/>
                  </a:lnTo>
                  <a:close/>
                </a:path>
              </a:pathLst>
            </a:custGeom>
            <a:ln w="9525">
              <a:solidFill>
                <a:srgbClr val="00539B"/>
              </a:solidFill>
            </a:ln>
          </p:spPr>
          <p:txBody>
            <a:bodyPr wrap="square" lIns="0" tIns="0" rIns="0" bIns="0" rtlCol="0"/>
            <a:lstStyle/>
            <a:p>
              <a:endParaRPr/>
            </a:p>
          </p:txBody>
        </p:sp>
        <p:sp>
          <p:nvSpPr>
            <p:cNvPr id="342" name="object 193">
              <a:extLst>
                <a:ext uri="{FF2B5EF4-FFF2-40B4-BE49-F238E27FC236}">
                  <a16:creationId xmlns:a16="http://schemas.microsoft.com/office/drawing/2014/main" id="{6DD41196-A39F-D5C3-80E5-7B650A243EA1}"/>
                </a:ext>
              </a:extLst>
            </p:cNvPr>
            <p:cNvSpPr/>
            <p:nvPr/>
          </p:nvSpPr>
          <p:spPr>
            <a:xfrm>
              <a:off x="6430805" y="2539609"/>
              <a:ext cx="0" cy="27305"/>
            </a:xfrm>
            <a:custGeom>
              <a:avLst/>
              <a:gdLst/>
              <a:ahLst/>
              <a:cxnLst/>
              <a:rect l="l" t="t" r="r" b="b"/>
              <a:pathLst>
                <a:path h="27304">
                  <a:moveTo>
                    <a:pt x="0" y="0"/>
                  </a:moveTo>
                  <a:lnTo>
                    <a:pt x="0" y="26898"/>
                  </a:lnTo>
                </a:path>
              </a:pathLst>
            </a:custGeom>
            <a:ln w="9525">
              <a:solidFill>
                <a:srgbClr val="00539B"/>
              </a:solidFill>
            </a:ln>
          </p:spPr>
          <p:txBody>
            <a:bodyPr wrap="square" lIns="0" tIns="0" rIns="0" bIns="0" rtlCol="0"/>
            <a:lstStyle/>
            <a:p>
              <a:endParaRPr/>
            </a:p>
          </p:txBody>
        </p:sp>
        <p:sp>
          <p:nvSpPr>
            <p:cNvPr id="343" name="object 194">
              <a:extLst>
                <a:ext uri="{FF2B5EF4-FFF2-40B4-BE49-F238E27FC236}">
                  <a16:creationId xmlns:a16="http://schemas.microsoft.com/office/drawing/2014/main" id="{E57AD091-714D-76BB-AD5F-1B8BEBD986AC}"/>
                </a:ext>
              </a:extLst>
            </p:cNvPr>
            <p:cNvSpPr/>
            <p:nvPr/>
          </p:nvSpPr>
          <p:spPr>
            <a:xfrm>
              <a:off x="6418527" y="2539607"/>
              <a:ext cx="24765" cy="12700"/>
            </a:xfrm>
            <a:custGeom>
              <a:avLst/>
              <a:gdLst/>
              <a:ahLst/>
              <a:cxnLst/>
              <a:rect l="l" t="t" r="r" b="b"/>
              <a:pathLst>
                <a:path w="24764" h="12700">
                  <a:moveTo>
                    <a:pt x="0" y="12280"/>
                  </a:moveTo>
                  <a:lnTo>
                    <a:pt x="12280" y="0"/>
                  </a:lnTo>
                  <a:lnTo>
                    <a:pt x="24561" y="12280"/>
                  </a:lnTo>
                </a:path>
              </a:pathLst>
            </a:custGeom>
            <a:ln w="9525">
              <a:solidFill>
                <a:srgbClr val="00539B"/>
              </a:solidFill>
            </a:ln>
          </p:spPr>
          <p:txBody>
            <a:bodyPr wrap="square" lIns="0" tIns="0" rIns="0" bIns="0" rtlCol="0"/>
            <a:lstStyle/>
            <a:p>
              <a:endParaRPr/>
            </a:p>
          </p:txBody>
        </p:sp>
        <p:sp>
          <p:nvSpPr>
            <p:cNvPr id="344" name="object 195">
              <a:extLst>
                <a:ext uri="{FF2B5EF4-FFF2-40B4-BE49-F238E27FC236}">
                  <a16:creationId xmlns:a16="http://schemas.microsoft.com/office/drawing/2014/main" id="{BC709D8C-119B-D5CA-AAEB-ECB7DD2F16F3}"/>
                </a:ext>
              </a:extLst>
            </p:cNvPr>
            <p:cNvSpPr/>
            <p:nvPr/>
          </p:nvSpPr>
          <p:spPr>
            <a:xfrm>
              <a:off x="6398944" y="2539609"/>
              <a:ext cx="0" cy="27305"/>
            </a:xfrm>
            <a:custGeom>
              <a:avLst/>
              <a:gdLst/>
              <a:ahLst/>
              <a:cxnLst/>
              <a:rect l="l" t="t" r="r" b="b"/>
              <a:pathLst>
                <a:path h="27304">
                  <a:moveTo>
                    <a:pt x="0" y="0"/>
                  </a:moveTo>
                  <a:lnTo>
                    <a:pt x="0" y="26898"/>
                  </a:lnTo>
                </a:path>
              </a:pathLst>
            </a:custGeom>
            <a:ln w="9525">
              <a:solidFill>
                <a:srgbClr val="00539B"/>
              </a:solidFill>
            </a:ln>
          </p:spPr>
          <p:txBody>
            <a:bodyPr wrap="square" lIns="0" tIns="0" rIns="0" bIns="0" rtlCol="0"/>
            <a:lstStyle/>
            <a:p>
              <a:endParaRPr/>
            </a:p>
          </p:txBody>
        </p:sp>
        <p:sp>
          <p:nvSpPr>
            <p:cNvPr id="345" name="object 196">
              <a:extLst>
                <a:ext uri="{FF2B5EF4-FFF2-40B4-BE49-F238E27FC236}">
                  <a16:creationId xmlns:a16="http://schemas.microsoft.com/office/drawing/2014/main" id="{CC102C45-198C-01FB-07E4-0D5892573DAB}"/>
                </a:ext>
              </a:extLst>
            </p:cNvPr>
            <p:cNvSpPr/>
            <p:nvPr/>
          </p:nvSpPr>
          <p:spPr>
            <a:xfrm>
              <a:off x="6386665" y="2539607"/>
              <a:ext cx="24765" cy="12700"/>
            </a:xfrm>
            <a:custGeom>
              <a:avLst/>
              <a:gdLst/>
              <a:ahLst/>
              <a:cxnLst/>
              <a:rect l="l" t="t" r="r" b="b"/>
              <a:pathLst>
                <a:path w="24764" h="12700">
                  <a:moveTo>
                    <a:pt x="0" y="12280"/>
                  </a:moveTo>
                  <a:lnTo>
                    <a:pt x="12280" y="0"/>
                  </a:lnTo>
                  <a:lnTo>
                    <a:pt x="24561" y="1228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46" name="object 197">
              <a:extLst>
                <a:ext uri="{FF2B5EF4-FFF2-40B4-BE49-F238E27FC236}">
                  <a16:creationId xmlns:a16="http://schemas.microsoft.com/office/drawing/2014/main" id="{15D9CA09-037A-1ABE-3471-B70D3A055AF6}"/>
                </a:ext>
              </a:extLst>
            </p:cNvPr>
            <p:cNvSpPr/>
            <p:nvPr/>
          </p:nvSpPr>
          <p:spPr>
            <a:xfrm>
              <a:off x="6207575" y="2459562"/>
              <a:ext cx="66675" cy="0"/>
            </a:xfrm>
            <a:custGeom>
              <a:avLst/>
              <a:gdLst/>
              <a:ahLst/>
              <a:cxnLst/>
              <a:rect l="l" t="t" r="r" b="b"/>
              <a:pathLst>
                <a:path w="66675">
                  <a:moveTo>
                    <a:pt x="0" y="0"/>
                  </a:moveTo>
                  <a:lnTo>
                    <a:pt x="66179" y="0"/>
                  </a:lnTo>
                </a:path>
              </a:pathLst>
            </a:custGeom>
            <a:ln w="9525">
              <a:solidFill>
                <a:srgbClr val="00539B"/>
              </a:solidFill>
            </a:ln>
          </p:spPr>
          <p:txBody>
            <a:bodyPr wrap="square" lIns="0" tIns="0" rIns="0" bIns="0" rtlCol="0"/>
            <a:lstStyle/>
            <a:p>
              <a:endParaRPr/>
            </a:p>
          </p:txBody>
        </p:sp>
        <p:sp>
          <p:nvSpPr>
            <p:cNvPr id="347" name="object 198">
              <a:extLst>
                <a:ext uri="{FF2B5EF4-FFF2-40B4-BE49-F238E27FC236}">
                  <a16:creationId xmlns:a16="http://schemas.microsoft.com/office/drawing/2014/main" id="{646FCD81-5864-23A5-D963-FC48A5480BF5}"/>
                </a:ext>
              </a:extLst>
            </p:cNvPr>
            <p:cNvSpPr/>
            <p:nvPr/>
          </p:nvSpPr>
          <p:spPr>
            <a:xfrm>
              <a:off x="6207575" y="2473455"/>
              <a:ext cx="33655" cy="0"/>
            </a:xfrm>
            <a:custGeom>
              <a:avLst/>
              <a:gdLst/>
              <a:ahLst/>
              <a:cxnLst/>
              <a:rect l="l" t="t" r="r" b="b"/>
              <a:pathLst>
                <a:path w="33654">
                  <a:moveTo>
                    <a:pt x="0" y="0"/>
                  </a:moveTo>
                  <a:lnTo>
                    <a:pt x="33083"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pic>
          <p:nvPicPr>
            <p:cNvPr id="373" name="Picture 372">
              <a:extLst>
                <a:ext uri="{FF2B5EF4-FFF2-40B4-BE49-F238E27FC236}">
                  <a16:creationId xmlns:a16="http://schemas.microsoft.com/office/drawing/2014/main" id="{3C079344-4BDF-EE23-1651-413D0D00598F}"/>
                </a:ext>
              </a:extLst>
            </p:cNvPr>
            <p:cNvPicPr>
              <a:picLocks noChangeAspect="1"/>
            </p:cNvPicPr>
            <p:nvPr/>
          </p:nvPicPr>
          <p:blipFill rotWithShape="1">
            <a:blip r:embed="rId17"/>
            <a:srcRect l="6673" r="4371" b="3728"/>
            <a:stretch/>
          </p:blipFill>
          <p:spPr>
            <a:xfrm>
              <a:off x="6522297" y="2201517"/>
              <a:ext cx="262664" cy="513515"/>
            </a:xfrm>
            <a:prstGeom prst="rect">
              <a:avLst/>
            </a:prstGeom>
          </p:spPr>
        </p:pic>
      </p:grpSp>
      <p:grpSp>
        <p:nvGrpSpPr>
          <p:cNvPr id="378" name="Group 377">
            <a:extLst>
              <a:ext uri="{FF2B5EF4-FFF2-40B4-BE49-F238E27FC236}">
                <a16:creationId xmlns:a16="http://schemas.microsoft.com/office/drawing/2014/main" id="{8AFCD7AE-5582-63D3-EF84-9B1D802490AF}"/>
              </a:ext>
            </a:extLst>
          </p:cNvPr>
          <p:cNvGrpSpPr/>
          <p:nvPr/>
        </p:nvGrpSpPr>
        <p:grpSpPr>
          <a:xfrm>
            <a:off x="5406780" y="1958415"/>
            <a:ext cx="716410" cy="533404"/>
            <a:chOff x="5188047" y="2192578"/>
            <a:chExt cx="716410" cy="533404"/>
          </a:xfrm>
        </p:grpSpPr>
        <p:sp>
          <p:nvSpPr>
            <p:cNvPr id="354" name="object 139">
              <a:extLst>
                <a:ext uri="{FF2B5EF4-FFF2-40B4-BE49-F238E27FC236}">
                  <a16:creationId xmlns:a16="http://schemas.microsoft.com/office/drawing/2014/main" id="{CC1DF07B-73A5-4E21-C235-AA5EF0CB6915}"/>
                </a:ext>
              </a:extLst>
            </p:cNvPr>
            <p:cNvSpPr/>
            <p:nvPr/>
          </p:nvSpPr>
          <p:spPr>
            <a:xfrm>
              <a:off x="5237618" y="2338525"/>
              <a:ext cx="147320" cy="284480"/>
            </a:xfrm>
            <a:custGeom>
              <a:avLst/>
              <a:gdLst/>
              <a:ahLst/>
              <a:cxnLst/>
              <a:rect l="l" t="t" r="r" b="b"/>
              <a:pathLst>
                <a:path w="147320" h="284479">
                  <a:moveTo>
                    <a:pt x="0" y="0"/>
                  </a:moveTo>
                  <a:lnTo>
                    <a:pt x="39116" y="0"/>
                  </a:lnTo>
                  <a:lnTo>
                    <a:pt x="81142" y="8484"/>
                  </a:lnTo>
                  <a:lnTo>
                    <a:pt x="115463" y="31621"/>
                  </a:lnTo>
                  <a:lnTo>
                    <a:pt x="138605" y="65938"/>
                  </a:lnTo>
                  <a:lnTo>
                    <a:pt x="147091" y="107962"/>
                  </a:lnTo>
                  <a:lnTo>
                    <a:pt x="147091" y="284403"/>
                  </a:lnTo>
                </a:path>
              </a:pathLst>
            </a:custGeom>
            <a:ln w="9525">
              <a:solidFill>
                <a:schemeClr val="tx1"/>
              </a:solidFill>
            </a:ln>
          </p:spPr>
          <p:txBody>
            <a:bodyPr wrap="square" lIns="0" tIns="0" rIns="0" bIns="0" rtlCol="0"/>
            <a:lstStyle/>
            <a:p>
              <a:endParaRPr/>
            </a:p>
          </p:txBody>
        </p:sp>
        <p:sp>
          <p:nvSpPr>
            <p:cNvPr id="355" name="object 140">
              <a:extLst>
                <a:ext uri="{FF2B5EF4-FFF2-40B4-BE49-F238E27FC236}">
                  <a16:creationId xmlns:a16="http://schemas.microsoft.com/office/drawing/2014/main" id="{58799F26-B2FA-957C-6523-76F4DB0A366F}"/>
                </a:ext>
              </a:extLst>
            </p:cNvPr>
            <p:cNvSpPr/>
            <p:nvPr/>
          </p:nvSpPr>
          <p:spPr>
            <a:xfrm>
              <a:off x="5188047" y="2309899"/>
              <a:ext cx="50165" cy="57785"/>
            </a:xfrm>
            <a:custGeom>
              <a:avLst/>
              <a:gdLst/>
              <a:ahLst/>
              <a:cxnLst/>
              <a:rect l="l" t="t" r="r" b="b"/>
              <a:pathLst>
                <a:path w="50164" h="57785">
                  <a:moveTo>
                    <a:pt x="0" y="28625"/>
                  </a:moveTo>
                  <a:lnTo>
                    <a:pt x="49568" y="57238"/>
                  </a:lnTo>
                  <a:lnTo>
                    <a:pt x="49568" y="0"/>
                  </a:lnTo>
                  <a:lnTo>
                    <a:pt x="0" y="28625"/>
                  </a:lnTo>
                  <a:close/>
                </a:path>
              </a:pathLst>
            </a:custGeom>
            <a:ln w="9525">
              <a:solidFill>
                <a:schemeClr val="tx1"/>
              </a:solidFill>
            </a:ln>
          </p:spPr>
          <p:txBody>
            <a:bodyPr wrap="square" lIns="0" tIns="0" rIns="0" bIns="0" rtlCol="0"/>
            <a:lstStyle/>
            <a:p>
              <a:endParaRPr/>
            </a:p>
          </p:txBody>
        </p:sp>
        <p:sp>
          <p:nvSpPr>
            <p:cNvPr id="356" name="object 141">
              <a:extLst>
                <a:ext uri="{FF2B5EF4-FFF2-40B4-BE49-F238E27FC236}">
                  <a16:creationId xmlns:a16="http://schemas.microsoft.com/office/drawing/2014/main" id="{854BC923-FCDF-3F9C-E937-3823435F155D}"/>
                </a:ext>
              </a:extLst>
            </p:cNvPr>
            <p:cNvSpPr/>
            <p:nvPr/>
          </p:nvSpPr>
          <p:spPr>
            <a:xfrm>
              <a:off x="5384712" y="2338525"/>
              <a:ext cx="147320" cy="284480"/>
            </a:xfrm>
            <a:custGeom>
              <a:avLst/>
              <a:gdLst/>
              <a:ahLst/>
              <a:cxnLst/>
              <a:rect l="l" t="t" r="r" b="b"/>
              <a:pathLst>
                <a:path w="147320" h="284479">
                  <a:moveTo>
                    <a:pt x="147078" y="0"/>
                  </a:moveTo>
                  <a:lnTo>
                    <a:pt x="107962" y="0"/>
                  </a:lnTo>
                  <a:lnTo>
                    <a:pt x="65938" y="8484"/>
                  </a:lnTo>
                  <a:lnTo>
                    <a:pt x="31621" y="31621"/>
                  </a:lnTo>
                  <a:lnTo>
                    <a:pt x="8484" y="65938"/>
                  </a:lnTo>
                  <a:lnTo>
                    <a:pt x="0" y="107962"/>
                  </a:lnTo>
                  <a:lnTo>
                    <a:pt x="0" y="284403"/>
                  </a:lnTo>
                </a:path>
              </a:pathLst>
            </a:custGeom>
            <a:ln w="9525">
              <a:solidFill>
                <a:schemeClr val="tx1"/>
              </a:solidFill>
            </a:ln>
          </p:spPr>
          <p:txBody>
            <a:bodyPr wrap="square" lIns="0" tIns="0" rIns="0" bIns="0" rtlCol="0"/>
            <a:lstStyle/>
            <a:p>
              <a:endParaRPr/>
            </a:p>
          </p:txBody>
        </p:sp>
        <p:sp>
          <p:nvSpPr>
            <p:cNvPr id="357" name="object 142">
              <a:extLst>
                <a:ext uri="{FF2B5EF4-FFF2-40B4-BE49-F238E27FC236}">
                  <a16:creationId xmlns:a16="http://schemas.microsoft.com/office/drawing/2014/main" id="{F9ACDD14-CC6E-E9A3-D41F-2FCE3652893A}"/>
                </a:ext>
              </a:extLst>
            </p:cNvPr>
            <p:cNvSpPr/>
            <p:nvPr/>
          </p:nvSpPr>
          <p:spPr>
            <a:xfrm>
              <a:off x="5531793" y="2309899"/>
              <a:ext cx="50165" cy="57785"/>
            </a:xfrm>
            <a:custGeom>
              <a:avLst/>
              <a:gdLst/>
              <a:ahLst/>
              <a:cxnLst/>
              <a:rect l="l" t="t" r="r" b="b"/>
              <a:pathLst>
                <a:path w="50164" h="57785">
                  <a:moveTo>
                    <a:pt x="49568" y="28625"/>
                  </a:moveTo>
                  <a:lnTo>
                    <a:pt x="0" y="57238"/>
                  </a:lnTo>
                  <a:lnTo>
                    <a:pt x="0" y="0"/>
                  </a:lnTo>
                  <a:lnTo>
                    <a:pt x="49568" y="28625"/>
                  </a:lnTo>
                  <a:close/>
                </a:path>
              </a:pathLst>
            </a:custGeom>
            <a:ln w="9525">
              <a:solidFill>
                <a:schemeClr val="tx1"/>
              </a:solidFill>
            </a:ln>
          </p:spPr>
          <p:txBody>
            <a:bodyPr wrap="square" lIns="0" tIns="0" rIns="0" bIns="0" rtlCol="0"/>
            <a:lstStyle/>
            <a:p>
              <a:endParaRPr/>
            </a:p>
          </p:txBody>
        </p:sp>
        <p:pic>
          <p:nvPicPr>
            <p:cNvPr id="374" name="Picture 373">
              <a:extLst>
                <a:ext uri="{FF2B5EF4-FFF2-40B4-BE49-F238E27FC236}">
                  <a16:creationId xmlns:a16="http://schemas.microsoft.com/office/drawing/2014/main" id="{579BED4A-CB9B-820D-4857-B7DAB5BBE090}"/>
                </a:ext>
              </a:extLst>
            </p:cNvPr>
            <p:cNvPicPr>
              <a:picLocks noChangeAspect="1"/>
            </p:cNvPicPr>
            <p:nvPr/>
          </p:nvPicPr>
          <p:blipFill>
            <a:blip r:embed="rId17"/>
            <a:stretch>
              <a:fillRect/>
            </a:stretch>
          </p:blipFill>
          <p:spPr>
            <a:xfrm>
              <a:off x="5609180" y="2192578"/>
              <a:ext cx="295277" cy="533404"/>
            </a:xfrm>
            <a:prstGeom prst="rect">
              <a:avLst/>
            </a:prstGeom>
          </p:spPr>
        </p:pic>
      </p:grpSp>
      <p:sp>
        <p:nvSpPr>
          <p:cNvPr id="379" name="Rectangle 378">
            <a:extLst>
              <a:ext uri="{FF2B5EF4-FFF2-40B4-BE49-F238E27FC236}">
                <a16:creationId xmlns:a16="http://schemas.microsoft.com/office/drawing/2014/main" id="{FD87B7FD-EF1E-BA9B-8332-BEC164D59A34}"/>
              </a:ext>
            </a:extLst>
          </p:cNvPr>
          <p:cNvSpPr/>
          <p:nvPr/>
        </p:nvSpPr>
        <p:spPr>
          <a:xfrm rot="16200000">
            <a:off x="-473198" y="1650205"/>
            <a:ext cx="1465206" cy="361578"/>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LMD route modification</a:t>
            </a:r>
          </a:p>
        </p:txBody>
      </p:sp>
      <p:grpSp>
        <p:nvGrpSpPr>
          <p:cNvPr id="534" name="Group 533">
            <a:extLst>
              <a:ext uri="{FF2B5EF4-FFF2-40B4-BE49-F238E27FC236}">
                <a16:creationId xmlns:a16="http://schemas.microsoft.com/office/drawing/2014/main" id="{EF56C06B-8021-44FA-F3FA-63263A4C66DC}"/>
              </a:ext>
            </a:extLst>
          </p:cNvPr>
          <p:cNvGrpSpPr/>
          <p:nvPr/>
        </p:nvGrpSpPr>
        <p:grpSpPr>
          <a:xfrm>
            <a:off x="275312" y="4398741"/>
            <a:ext cx="6164415" cy="1687886"/>
            <a:chOff x="5911993" y="3854339"/>
            <a:chExt cx="6164415" cy="1794573"/>
          </a:xfrm>
        </p:grpSpPr>
        <p:sp>
          <p:nvSpPr>
            <p:cNvPr id="533" name="Rectangle 532">
              <a:extLst>
                <a:ext uri="{FF2B5EF4-FFF2-40B4-BE49-F238E27FC236}">
                  <a16:creationId xmlns:a16="http://schemas.microsoft.com/office/drawing/2014/main" id="{C8F793F3-6BDD-E1BA-89C8-597C37724632}"/>
                </a:ext>
              </a:extLst>
            </p:cNvPr>
            <p:cNvSpPr/>
            <p:nvPr/>
          </p:nvSpPr>
          <p:spPr>
            <a:xfrm>
              <a:off x="7877942" y="4249149"/>
              <a:ext cx="4198466" cy="1399763"/>
            </a:xfrm>
            <a:prstGeom prst="rect">
              <a:avLst/>
            </a:prstGeom>
            <a:gradFill>
              <a:gsLst>
                <a:gs pos="49000">
                  <a:srgbClr val="D4DFF1"/>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cxnSp>
          <p:nvCxnSpPr>
            <p:cNvPr id="469" name="Straight Arrow Connector 468">
              <a:extLst>
                <a:ext uri="{FF2B5EF4-FFF2-40B4-BE49-F238E27FC236}">
                  <a16:creationId xmlns:a16="http://schemas.microsoft.com/office/drawing/2014/main" id="{E7BF3B12-753E-EA5B-3A66-35526AD59E87}"/>
                </a:ext>
              </a:extLst>
            </p:cNvPr>
            <p:cNvCxnSpPr>
              <a:cxnSpLocks/>
              <a:stCxn id="482" idx="2"/>
            </p:cNvCxnSpPr>
            <p:nvPr/>
          </p:nvCxnSpPr>
          <p:spPr>
            <a:xfrm flipH="1">
              <a:off x="8937519" y="4136415"/>
              <a:ext cx="2586" cy="212304"/>
            </a:xfrm>
            <a:prstGeom prst="straightConnector1">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70" name="Elbow Connector 48">
              <a:extLst>
                <a:ext uri="{FF2B5EF4-FFF2-40B4-BE49-F238E27FC236}">
                  <a16:creationId xmlns:a16="http://schemas.microsoft.com/office/drawing/2014/main" id="{158E321E-9A59-3CCE-6529-FB6DDBC7902F}"/>
                </a:ext>
              </a:extLst>
            </p:cNvPr>
            <p:cNvCxnSpPr>
              <a:cxnSpLocks/>
              <a:stCxn id="483" idx="2"/>
              <a:endCxn id="476" idx="0"/>
            </p:cNvCxnSpPr>
            <p:nvPr/>
          </p:nvCxnSpPr>
          <p:spPr>
            <a:xfrm rot="5400000">
              <a:off x="6494137" y="4534744"/>
              <a:ext cx="185198" cy="480191"/>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71" name="Elbow Connector 51">
              <a:extLst>
                <a:ext uri="{FF2B5EF4-FFF2-40B4-BE49-F238E27FC236}">
                  <a16:creationId xmlns:a16="http://schemas.microsoft.com/office/drawing/2014/main" id="{BC7B7C28-9310-8040-1059-FAE6794BBA9C}"/>
                </a:ext>
              </a:extLst>
            </p:cNvPr>
            <p:cNvCxnSpPr>
              <a:cxnSpLocks/>
              <a:stCxn id="483" idx="2"/>
              <a:endCxn id="477" idx="0"/>
            </p:cNvCxnSpPr>
            <p:nvPr/>
          </p:nvCxnSpPr>
          <p:spPr>
            <a:xfrm rot="16200000" flipH="1">
              <a:off x="6948316" y="4560754"/>
              <a:ext cx="185201" cy="428171"/>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72" name="Elbow Connector 56">
              <a:extLst>
                <a:ext uri="{FF2B5EF4-FFF2-40B4-BE49-F238E27FC236}">
                  <a16:creationId xmlns:a16="http://schemas.microsoft.com/office/drawing/2014/main" id="{671CFDF0-CEC0-F761-3DA3-14A1396C9C16}"/>
                </a:ext>
              </a:extLst>
            </p:cNvPr>
            <p:cNvCxnSpPr>
              <a:cxnSpLocks/>
              <a:endCxn id="478" idx="0"/>
            </p:cNvCxnSpPr>
            <p:nvPr/>
          </p:nvCxnSpPr>
          <p:spPr>
            <a:xfrm rot="5400000">
              <a:off x="8578597" y="4508515"/>
              <a:ext cx="220475" cy="497371"/>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73" name="Elbow Connector 59">
              <a:extLst>
                <a:ext uri="{FF2B5EF4-FFF2-40B4-BE49-F238E27FC236}">
                  <a16:creationId xmlns:a16="http://schemas.microsoft.com/office/drawing/2014/main" id="{E03B5E0E-295D-9B26-F824-80CEDC853180}"/>
                </a:ext>
              </a:extLst>
            </p:cNvPr>
            <p:cNvCxnSpPr>
              <a:cxnSpLocks/>
              <a:endCxn id="479" idx="0"/>
            </p:cNvCxnSpPr>
            <p:nvPr/>
          </p:nvCxnSpPr>
          <p:spPr>
            <a:xfrm rot="16200000" flipH="1">
              <a:off x="9032775" y="4551707"/>
              <a:ext cx="220478" cy="410990"/>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sp>
          <p:nvSpPr>
            <p:cNvPr id="482" name="Rectangle 481">
              <a:extLst>
                <a:ext uri="{FF2B5EF4-FFF2-40B4-BE49-F238E27FC236}">
                  <a16:creationId xmlns:a16="http://schemas.microsoft.com/office/drawing/2014/main" id="{3FD535FD-869B-B32D-4216-0E552CED648D}"/>
                </a:ext>
              </a:extLst>
            </p:cNvPr>
            <p:cNvSpPr/>
            <p:nvPr/>
          </p:nvSpPr>
          <p:spPr>
            <a:xfrm>
              <a:off x="5911993" y="3854339"/>
              <a:ext cx="6056224" cy="2820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Moving towards b</a:t>
              </a:r>
              <a:r>
                <a:rPr lang="en-US" sz="1200" b="1" u="sng">
                  <a:latin typeface="Calibri" panose="020F0502020204030204" pitchFamily="34" charset="0"/>
                  <a:cs typeface="Calibri" panose="020F0502020204030204" pitchFamily="34" charset="0"/>
                </a:rPr>
                <a:t>ein</a:t>
              </a:r>
              <a:r>
                <a:rPr lang="en-US" sz="1200" b="1">
                  <a:latin typeface="Calibri" panose="020F0502020204030204" pitchFamily="34" charset="0"/>
                  <a:cs typeface="Calibri" panose="020F0502020204030204" pitchFamily="34" charset="0"/>
                </a:rPr>
                <a:t>g asset light, sustainably </a:t>
              </a:r>
            </a:p>
          </p:txBody>
        </p:sp>
        <p:sp>
          <p:nvSpPr>
            <p:cNvPr id="483" name="Rectangle 482">
              <a:extLst>
                <a:ext uri="{FF2B5EF4-FFF2-40B4-BE49-F238E27FC236}">
                  <a16:creationId xmlns:a16="http://schemas.microsoft.com/office/drawing/2014/main" id="{32BFE776-CD24-0EB5-F718-E68F65F676A5}"/>
                </a:ext>
              </a:extLst>
            </p:cNvPr>
            <p:cNvSpPr/>
            <p:nvPr/>
          </p:nvSpPr>
          <p:spPr>
            <a:xfrm>
              <a:off x="5945834" y="4386402"/>
              <a:ext cx="1761993" cy="29583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Own Fleets, Fuel-Based</a:t>
              </a:r>
            </a:p>
          </p:txBody>
        </p:sp>
        <p:sp>
          <p:nvSpPr>
            <p:cNvPr id="485" name="Rectangle 484">
              <a:extLst>
                <a:ext uri="{FF2B5EF4-FFF2-40B4-BE49-F238E27FC236}">
                  <a16:creationId xmlns:a16="http://schemas.microsoft.com/office/drawing/2014/main" id="{572B4DAC-00C2-EEC8-B013-077173AE7313}"/>
                </a:ext>
              </a:extLst>
            </p:cNvPr>
            <p:cNvSpPr/>
            <p:nvPr/>
          </p:nvSpPr>
          <p:spPr>
            <a:xfrm>
              <a:off x="9992455" y="4349071"/>
              <a:ext cx="1975762" cy="27331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P2P Network (70%)</a:t>
              </a:r>
            </a:p>
          </p:txBody>
        </p:sp>
        <p:cxnSp>
          <p:nvCxnSpPr>
            <p:cNvPr id="486" name="Elbow Connector 11">
              <a:extLst>
                <a:ext uri="{FF2B5EF4-FFF2-40B4-BE49-F238E27FC236}">
                  <a16:creationId xmlns:a16="http://schemas.microsoft.com/office/drawing/2014/main" id="{DD07C32B-32B4-23B1-07C3-3C9C5F769402}"/>
                </a:ext>
              </a:extLst>
            </p:cNvPr>
            <p:cNvCxnSpPr>
              <a:cxnSpLocks/>
            </p:cNvCxnSpPr>
            <p:nvPr/>
          </p:nvCxnSpPr>
          <p:spPr>
            <a:xfrm rot="5400000">
              <a:off x="7772623" y="3173600"/>
              <a:ext cx="204669" cy="2130298"/>
            </a:xfrm>
            <a:prstGeom prst="bentConnector3">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87" name="Elbow Connector 12">
              <a:extLst>
                <a:ext uri="{FF2B5EF4-FFF2-40B4-BE49-F238E27FC236}">
                  <a16:creationId xmlns:a16="http://schemas.microsoft.com/office/drawing/2014/main" id="{672A21A7-0AD6-5B5A-2DDE-C5B1C1E97033}"/>
                </a:ext>
              </a:extLst>
            </p:cNvPr>
            <p:cNvCxnSpPr>
              <a:cxnSpLocks/>
              <a:stCxn id="482" idx="2"/>
              <a:endCxn id="485" idx="0"/>
            </p:cNvCxnSpPr>
            <p:nvPr/>
          </p:nvCxnSpPr>
          <p:spPr>
            <a:xfrm rot="16200000" flipH="1">
              <a:off x="9853893" y="3222628"/>
              <a:ext cx="212655" cy="2040231"/>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sp>
          <p:nvSpPr>
            <p:cNvPr id="476" name="Rectangle 475">
              <a:extLst>
                <a:ext uri="{FF2B5EF4-FFF2-40B4-BE49-F238E27FC236}">
                  <a16:creationId xmlns:a16="http://schemas.microsoft.com/office/drawing/2014/main" id="{7B4113EE-CD5C-3D92-2A90-B64EE4C1660C}"/>
                </a:ext>
              </a:extLst>
            </p:cNvPr>
            <p:cNvSpPr/>
            <p:nvPr/>
          </p:nvSpPr>
          <p:spPr>
            <a:xfrm>
              <a:off x="5919825" y="4867438"/>
              <a:ext cx="853630" cy="379285"/>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2-wheeler riders</a:t>
              </a:r>
            </a:p>
          </p:txBody>
        </p:sp>
        <p:sp>
          <p:nvSpPr>
            <p:cNvPr id="477" name="Rectangle 476">
              <a:extLst>
                <a:ext uri="{FF2B5EF4-FFF2-40B4-BE49-F238E27FC236}">
                  <a16:creationId xmlns:a16="http://schemas.microsoft.com/office/drawing/2014/main" id="{EF93E5ED-3332-50D2-C601-645AAD1A5CE7}"/>
                </a:ext>
              </a:extLst>
            </p:cNvPr>
            <p:cNvSpPr/>
            <p:nvPr/>
          </p:nvSpPr>
          <p:spPr>
            <a:xfrm>
              <a:off x="6828185" y="4867441"/>
              <a:ext cx="853634" cy="379280"/>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Mini Trucks</a:t>
              </a:r>
            </a:p>
          </p:txBody>
        </p:sp>
        <p:sp>
          <p:nvSpPr>
            <p:cNvPr id="478" name="Rectangle 477">
              <a:extLst>
                <a:ext uri="{FF2B5EF4-FFF2-40B4-BE49-F238E27FC236}">
                  <a16:creationId xmlns:a16="http://schemas.microsoft.com/office/drawing/2014/main" id="{6A363B3F-3E6A-9073-9D1F-0B2CD2C7F181}"/>
                </a:ext>
              </a:extLst>
            </p:cNvPr>
            <p:cNvSpPr/>
            <p:nvPr/>
          </p:nvSpPr>
          <p:spPr>
            <a:xfrm>
              <a:off x="8013333" y="4867438"/>
              <a:ext cx="853630" cy="379285"/>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2-wheeler riders</a:t>
              </a:r>
            </a:p>
          </p:txBody>
        </p:sp>
        <p:sp>
          <p:nvSpPr>
            <p:cNvPr id="479" name="Rectangle 478">
              <a:extLst>
                <a:ext uri="{FF2B5EF4-FFF2-40B4-BE49-F238E27FC236}">
                  <a16:creationId xmlns:a16="http://schemas.microsoft.com/office/drawing/2014/main" id="{978B35AA-E914-1D40-3CCB-607FF78769C9}"/>
                </a:ext>
              </a:extLst>
            </p:cNvPr>
            <p:cNvSpPr/>
            <p:nvPr/>
          </p:nvSpPr>
          <p:spPr>
            <a:xfrm>
              <a:off x="8921692" y="4867441"/>
              <a:ext cx="853634" cy="379280"/>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Mini Trucks</a:t>
              </a:r>
            </a:p>
          </p:txBody>
        </p:sp>
        <p:sp>
          <p:nvSpPr>
            <p:cNvPr id="480" name="Rectangle 479">
              <a:extLst>
                <a:ext uri="{FF2B5EF4-FFF2-40B4-BE49-F238E27FC236}">
                  <a16:creationId xmlns:a16="http://schemas.microsoft.com/office/drawing/2014/main" id="{4669FFB2-BEA6-8FB0-98A1-5FCBEE5DC9D1}"/>
                </a:ext>
              </a:extLst>
            </p:cNvPr>
            <p:cNvSpPr/>
            <p:nvPr/>
          </p:nvSpPr>
          <p:spPr>
            <a:xfrm>
              <a:off x="9992455" y="4867435"/>
              <a:ext cx="960523" cy="379285"/>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General P2P</a:t>
              </a:r>
            </a:p>
          </p:txBody>
        </p:sp>
        <p:sp>
          <p:nvSpPr>
            <p:cNvPr id="481" name="Rectangle 480">
              <a:extLst>
                <a:ext uri="{FF2B5EF4-FFF2-40B4-BE49-F238E27FC236}">
                  <a16:creationId xmlns:a16="http://schemas.microsoft.com/office/drawing/2014/main" id="{D48E528A-C635-3CD7-2633-573572ED6C9C}"/>
                </a:ext>
              </a:extLst>
            </p:cNvPr>
            <p:cNvSpPr/>
            <p:nvPr/>
          </p:nvSpPr>
          <p:spPr>
            <a:xfrm>
              <a:off x="11007708" y="4867438"/>
              <a:ext cx="960509" cy="379280"/>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Personal P2P</a:t>
              </a:r>
            </a:p>
          </p:txBody>
        </p:sp>
        <p:cxnSp>
          <p:nvCxnSpPr>
            <p:cNvPr id="488" name="Elbow Connector 1024">
              <a:extLst>
                <a:ext uri="{FF2B5EF4-FFF2-40B4-BE49-F238E27FC236}">
                  <a16:creationId xmlns:a16="http://schemas.microsoft.com/office/drawing/2014/main" id="{09B81F7B-2E97-114C-1997-46ACE811A295}"/>
                </a:ext>
              </a:extLst>
            </p:cNvPr>
            <p:cNvCxnSpPr>
              <a:cxnSpLocks/>
              <a:stCxn id="485" idx="2"/>
              <a:endCxn id="480" idx="0"/>
            </p:cNvCxnSpPr>
            <p:nvPr/>
          </p:nvCxnSpPr>
          <p:spPr>
            <a:xfrm rot="5400000">
              <a:off x="10604000" y="4491099"/>
              <a:ext cx="245054" cy="507619"/>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89" name="Elbow Connector 1028">
              <a:extLst>
                <a:ext uri="{FF2B5EF4-FFF2-40B4-BE49-F238E27FC236}">
                  <a16:creationId xmlns:a16="http://schemas.microsoft.com/office/drawing/2014/main" id="{35A660FA-6F82-8EB8-0B0F-F0339C2E1794}"/>
                </a:ext>
              </a:extLst>
            </p:cNvPr>
            <p:cNvCxnSpPr>
              <a:cxnSpLocks/>
              <a:stCxn id="485" idx="2"/>
              <a:endCxn id="481" idx="0"/>
            </p:cNvCxnSpPr>
            <p:nvPr/>
          </p:nvCxnSpPr>
          <p:spPr>
            <a:xfrm rot="16200000" flipH="1">
              <a:off x="11111621" y="4491095"/>
              <a:ext cx="245057" cy="507627"/>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sp>
          <p:nvSpPr>
            <p:cNvPr id="499" name="Pentagon 60">
              <a:extLst>
                <a:ext uri="{FF2B5EF4-FFF2-40B4-BE49-F238E27FC236}">
                  <a16:creationId xmlns:a16="http://schemas.microsoft.com/office/drawing/2014/main" id="{9C107D7C-9162-4E9F-26D7-50652C08CC21}"/>
                </a:ext>
              </a:extLst>
            </p:cNvPr>
            <p:cNvSpPr/>
            <p:nvPr/>
          </p:nvSpPr>
          <p:spPr>
            <a:xfrm>
              <a:off x="5911994" y="5329614"/>
              <a:ext cx="1769826" cy="238151"/>
            </a:xfrm>
            <a:prstGeom prst="homePlat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latin typeface="Calibri" panose="020F0502020204030204" pitchFamily="34" charset="0"/>
                  <a:cs typeface="Calibri" panose="020F0502020204030204" pitchFamily="34" charset="0"/>
                </a:rPr>
                <a:t>Current Position</a:t>
              </a:r>
            </a:p>
          </p:txBody>
        </p:sp>
        <p:sp>
          <p:nvSpPr>
            <p:cNvPr id="500" name="Chevron 61">
              <a:extLst>
                <a:ext uri="{FF2B5EF4-FFF2-40B4-BE49-F238E27FC236}">
                  <a16:creationId xmlns:a16="http://schemas.microsoft.com/office/drawing/2014/main" id="{4B0154C9-64F8-4A1F-5AD8-6160E38E7A4D}"/>
                </a:ext>
              </a:extLst>
            </p:cNvPr>
            <p:cNvSpPr/>
            <p:nvPr/>
          </p:nvSpPr>
          <p:spPr>
            <a:xfrm>
              <a:off x="8013333" y="5312664"/>
              <a:ext cx="3970521" cy="287666"/>
            </a:xfrm>
            <a:prstGeom prst="chevron">
              <a:avLst/>
            </a:prstGeom>
            <a:gradFill>
              <a:gsLst>
                <a:gs pos="0">
                  <a:schemeClr val="accent6"/>
                </a:gs>
                <a:gs pos="62000">
                  <a:schemeClr val="accent6">
                    <a:lumMod val="50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bg1"/>
                  </a:solidFill>
                  <a:latin typeface="Calibri" panose="020F0502020204030204" pitchFamily="34" charset="0"/>
                  <a:cs typeface="Calibri" panose="020F0502020204030204" pitchFamily="34" charset="0"/>
                </a:rPr>
                <a:t>Future Position: Asset Light &amp; Sustainable</a:t>
              </a:r>
            </a:p>
          </p:txBody>
        </p:sp>
        <p:sp>
          <p:nvSpPr>
            <p:cNvPr id="532" name="Rectangle 531">
              <a:extLst>
                <a:ext uri="{FF2B5EF4-FFF2-40B4-BE49-F238E27FC236}">
                  <a16:creationId xmlns:a16="http://schemas.microsoft.com/office/drawing/2014/main" id="{8E2E8C3F-6990-C826-B192-4C90EAFE32E8}"/>
                </a:ext>
              </a:extLst>
            </p:cNvPr>
            <p:cNvSpPr/>
            <p:nvPr/>
          </p:nvSpPr>
          <p:spPr>
            <a:xfrm>
              <a:off x="7951038" y="4336942"/>
              <a:ext cx="1761993" cy="29583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Outsourced EVs (30%)</a:t>
              </a:r>
            </a:p>
          </p:txBody>
        </p:sp>
      </p:grpSp>
      <p:sp>
        <p:nvSpPr>
          <p:cNvPr id="537" name="Rectangle 536">
            <a:extLst>
              <a:ext uri="{FF2B5EF4-FFF2-40B4-BE49-F238E27FC236}">
                <a16:creationId xmlns:a16="http://schemas.microsoft.com/office/drawing/2014/main" id="{54494805-4F3E-D56A-0675-3D075C1A3C08}"/>
              </a:ext>
            </a:extLst>
          </p:cNvPr>
          <p:cNvSpPr/>
          <p:nvPr/>
        </p:nvSpPr>
        <p:spPr>
          <a:xfrm>
            <a:off x="7167254" y="3440786"/>
            <a:ext cx="1513657" cy="262800"/>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IOT integration</a:t>
            </a:r>
          </a:p>
        </p:txBody>
      </p:sp>
      <p:sp>
        <p:nvSpPr>
          <p:cNvPr id="538" name="Rectangle 537">
            <a:extLst>
              <a:ext uri="{FF2B5EF4-FFF2-40B4-BE49-F238E27FC236}">
                <a16:creationId xmlns:a16="http://schemas.microsoft.com/office/drawing/2014/main" id="{7FFC5386-E616-694A-3F19-32E1966A12B2}"/>
              </a:ext>
            </a:extLst>
          </p:cNvPr>
          <p:cNvSpPr/>
          <p:nvPr/>
        </p:nvSpPr>
        <p:spPr>
          <a:xfrm>
            <a:off x="5619930" y="3754958"/>
            <a:ext cx="1402258" cy="32893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IN" sz="1200" i="0">
                <a:solidFill>
                  <a:schemeClr val="tx1"/>
                </a:solidFill>
                <a:effectLst/>
                <a:cs typeface="Calibri" panose="020F0502020204030204" pitchFamily="34" charset="0"/>
              </a:rPr>
              <a:t>3D Packing Optimization</a:t>
            </a:r>
            <a:endParaRPr lang="en-IN" sz="1200">
              <a:solidFill>
                <a:schemeClr val="tx1"/>
              </a:solidFill>
              <a:cs typeface="Calibri" panose="020F0502020204030204" pitchFamily="34" charset="0"/>
            </a:endParaRPr>
          </a:p>
        </p:txBody>
      </p:sp>
      <p:grpSp>
        <p:nvGrpSpPr>
          <p:cNvPr id="39" name="Group 38">
            <a:extLst>
              <a:ext uri="{FF2B5EF4-FFF2-40B4-BE49-F238E27FC236}">
                <a16:creationId xmlns:a16="http://schemas.microsoft.com/office/drawing/2014/main" id="{C690075F-BF35-D8D4-FEB5-DD63D0452075}"/>
              </a:ext>
            </a:extLst>
          </p:cNvPr>
          <p:cNvGrpSpPr/>
          <p:nvPr/>
        </p:nvGrpSpPr>
        <p:grpSpPr>
          <a:xfrm>
            <a:off x="3671246" y="3089234"/>
            <a:ext cx="739293" cy="400802"/>
            <a:chOff x="-2858834" y="4225729"/>
            <a:chExt cx="739293" cy="400802"/>
          </a:xfrm>
        </p:grpSpPr>
        <p:sp>
          <p:nvSpPr>
            <p:cNvPr id="3" name="ee4pHeader1">
              <a:extLst>
                <a:ext uri="{FF2B5EF4-FFF2-40B4-BE49-F238E27FC236}">
                  <a16:creationId xmlns:a16="http://schemas.microsoft.com/office/drawing/2014/main" id="{2259FE9C-B213-2BCF-E357-A70B3DB47EE4}"/>
                </a:ext>
              </a:extLst>
            </p:cNvPr>
            <p:cNvSpPr>
              <a:spLocks noChangeArrowheads="1"/>
            </p:cNvSpPr>
            <p:nvPr>
              <p:custDataLst>
                <p:tags r:id="rId3"/>
              </p:custDataLst>
            </p:nvPr>
          </p:nvSpPr>
          <p:spPr bwMode="gray">
            <a:xfrm rot="5400000">
              <a:off x="-2689588" y="4056483"/>
              <a:ext cx="400802" cy="739293"/>
            </a:xfrm>
            <a:prstGeom prst="homePlate">
              <a:avLst>
                <a:gd name="adj" fmla="val 12004"/>
              </a:avLst>
            </a:prstGeom>
            <a:solidFill>
              <a:schemeClr val="accent1">
                <a:lumMod val="50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ym typeface="Trebuchet MS" panose="020B0603020202020204" pitchFamily="34" charset="0"/>
              </a:endParaRPr>
            </a:p>
          </p:txBody>
        </p:sp>
        <p:sp>
          <p:nvSpPr>
            <p:cNvPr id="7" name="TextBox 6">
              <a:extLst>
                <a:ext uri="{FF2B5EF4-FFF2-40B4-BE49-F238E27FC236}">
                  <a16:creationId xmlns:a16="http://schemas.microsoft.com/office/drawing/2014/main" id="{57E3D1B2-D9C3-46EB-5CD1-A6200AA327AC}"/>
                </a:ext>
              </a:extLst>
            </p:cNvPr>
            <p:cNvSpPr txBox="1"/>
            <p:nvPr/>
          </p:nvSpPr>
          <p:spPr>
            <a:xfrm>
              <a:off x="-2820368" y="4294826"/>
              <a:ext cx="689612" cy="276999"/>
            </a:xfrm>
            <a:prstGeom prst="rect">
              <a:avLst/>
            </a:prstGeom>
            <a:noFill/>
          </p:spPr>
          <p:txBody>
            <a:bodyPr wrap="none" rtlCol="0">
              <a:spAutoFit/>
            </a:bodyPr>
            <a:lstStyle/>
            <a:p>
              <a:r>
                <a:rPr lang="en-US" sz="1200"/>
                <a:t>City WH</a:t>
              </a:r>
            </a:p>
          </p:txBody>
        </p:sp>
      </p:grpSp>
      <p:grpSp>
        <p:nvGrpSpPr>
          <p:cNvPr id="38" name="Group 37">
            <a:extLst>
              <a:ext uri="{FF2B5EF4-FFF2-40B4-BE49-F238E27FC236}">
                <a16:creationId xmlns:a16="http://schemas.microsoft.com/office/drawing/2014/main" id="{A48170DA-5E18-1952-F87C-774CAA65CEE7}"/>
              </a:ext>
            </a:extLst>
          </p:cNvPr>
          <p:cNvGrpSpPr/>
          <p:nvPr/>
        </p:nvGrpSpPr>
        <p:grpSpPr>
          <a:xfrm>
            <a:off x="4690333" y="3104324"/>
            <a:ext cx="781111" cy="400803"/>
            <a:chOff x="-2871176" y="4642424"/>
            <a:chExt cx="781111" cy="400803"/>
          </a:xfrm>
        </p:grpSpPr>
        <p:sp>
          <p:nvSpPr>
            <p:cNvPr id="4" name="ee4pHeader2">
              <a:extLst>
                <a:ext uri="{FF2B5EF4-FFF2-40B4-BE49-F238E27FC236}">
                  <a16:creationId xmlns:a16="http://schemas.microsoft.com/office/drawing/2014/main" id="{FEAE5F2F-7A57-684D-595D-EDEC420889B1}"/>
                </a:ext>
              </a:extLst>
            </p:cNvPr>
            <p:cNvSpPr>
              <a:spLocks noChangeArrowheads="1"/>
            </p:cNvSpPr>
            <p:nvPr>
              <p:custDataLst>
                <p:tags r:id="rId2"/>
              </p:custDataLst>
            </p:nvPr>
          </p:nvSpPr>
          <p:spPr bwMode="gray">
            <a:xfrm rot="5400000">
              <a:off x="-2687788" y="4474980"/>
              <a:ext cx="400803" cy="735692"/>
            </a:xfrm>
            <a:prstGeom prst="chevron">
              <a:avLst>
                <a:gd name="adj" fmla="val 12004"/>
              </a:avLst>
            </a:prstGeom>
            <a:solidFill>
              <a:schemeClr val="accent1">
                <a:lumMod val="75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ym typeface="Trebuchet MS" panose="020B0603020202020204" pitchFamily="34" charset="0"/>
              </a:endParaRPr>
            </a:p>
          </p:txBody>
        </p:sp>
        <p:sp>
          <p:nvSpPr>
            <p:cNvPr id="8" name="TextBox 7">
              <a:extLst>
                <a:ext uri="{FF2B5EF4-FFF2-40B4-BE49-F238E27FC236}">
                  <a16:creationId xmlns:a16="http://schemas.microsoft.com/office/drawing/2014/main" id="{5650274F-BE01-A8AE-DB86-A10FFF3BFCE1}"/>
                </a:ext>
              </a:extLst>
            </p:cNvPr>
            <p:cNvSpPr txBox="1"/>
            <p:nvPr/>
          </p:nvSpPr>
          <p:spPr>
            <a:xfrm>
              <a:off x="-2871176" y="4700276"/>
              <a:ext cx="781111" cy="276999"/>
            </a:xfrm>
            <a:prstGeom prst="rect">
              <a:avLst/>
            </a:prstGeom>
            <a:noFill/>
          </p:spPr>
          <p:txBody>
            <a:bodyPr wrap="none" rtlCol="0">
              <a:spAutoFit/>
            </a:bodyPr>
            <a:lstStyle/>
            <a:p>
              <a:r>
                <a:rPr lang="en-US" sz="1200"/>
                <a:t>Transport</a:t>
              </a:r>
            </a:p>
          </p:txBody>
        </p:sp>
      </p:grpSp>
      <p:grpSp>
        <p:nvGrpSpPr>
          <p:cNvPr id="37" name="Group 36">
            <a:extLst>
              <a:ext uri="{FF2B5EF4-FFF2-40B4-BE49-F238E27FC236}">
                <a16:creationId xmlns:a16="http://schemas.microsoft.com/office/drawing/2014/main" id="{21F76FF0-D6B6-816D-C5C6-92FEB21413C3}"/>
              </a:ext>
            </a:extLst>
          </p:cNvPr>
          <p:cNvGrpSpPr/>
          <p:nvPr/>
        </p:nvGrpSpPr>
        <p:grpSpPr>
          <a:xfrm>
            <a:off x="5930814" y="3059917"/>
            <a:ext cx="893193" cy="400803"/>
            <a:chOff x="-2886967" y="5059500"/>
            <a:chExt cx="893193" cy="400803"/>
          </a:xfrm>
        </p:grpSpPr>
        <p:sp>
          <p:nvSpPr>
            <p:cNvPr id="5" name="ee4pHeader2">
              <a:extLst>
                <a:ext uri="{FF2B5EF4-FFF2-40B4-BE49-F238E27FC236}">
                  <a16:creationId xmlns:a16="http://schemas.microsoft.com/office/drawing/2014/main" id="{01E07BB4-7F7B-3D98-9C52-AA2DB56FC003}"/>
                </a:ext>
              </a:extLst>
            </p:cNvPr>
            <p:cNvSpPr>
              <a:spLocks noChangeArrowheads="1"/>
            </p:cNvSpPr>
            <p:nvPr>
              <p:custDataLst>
                <p:tags r:id="rId1"/>
              </p:custDataLst>
            </p:nvPr>
          </p:nvSpPr>
          <p:spPr bwMode="gray">
            <a:xfrm rot="5400000">
              <a:off x="-2687788" y="4892056"/>
              <a:ext cx="400803" cy="735692"/>
            </a:xfrm>
            <a:prstGeom prst="chevron">
              <a:avLst>
                <a:gd name="adj" fmla="val 12004"/>
              </a:avLst>
            </a:prstGeom>
            <a:solidFill>
              <a:schemeClr val="accent1">
                <a:lumMod val="60000"/>
                <a:lumOff val="40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ym typeface="Trebuchet MS" panose="020B0603020202020204" pitchFamily="34" charset="0"/>
              </a:endParaRPr>
            </a:p>
          </p:txBody>
        </p:sp>
        <p:sp>
          <p:nvSpPr>
            <p:cNvPr id="9" name="TextBox 8">
              <a:extLst>
                <a:ext uri="{FF2B5EF4-FFF2-40B4-BE49-F238E27FC236}">
                  <a16:creationId xmlns:a16="http://schemas.microsoft.com/office/drawing/2014/main" id="{F0B7A8E5-4FC4-4849-97C7-C13DE34FD655}"/>
                </a:ext>
              </a:extLst>
            </p:cNvPr>
            <p:cNvSpPr txBox="1"/>
            <p:nvPr/>
          </p:nvSpPr>
          <p:spPr>
            <a:xfrm>
              <a:off x="-2886967" y="5098325"/>
              <a:ext cx="893193" cy="276999"/>
            </a:xfrm>
            <a:prstGeom prst="rect">
              <a:avLst/>
            </a:prstGeom>
            <a:noFill/>
          </p:spPr>
          <p:txBody>
            <a:bodyPr wrap="none" rtlCol="0">
              <a:spAutoFit/>
            </a:bodyPr>
            <a:lstStyle/>
            <a:p>
              <a:r>
                <a:rPr lang="en-US" sz="1200"/>
                <a:t>Distributor </a:t>
              </a:r>
            </a:p>
          </p:txBody>
        </p:sp>
      </p:grpSp>
      <p:grpSp>
        <p:nvGrpSpPr>
          <p:cNvPr id="21" name="Group 20">
            <a:extLst>
              <a:ext uri="{FF2B5EF4-FFF2-40B4-BE49-F238E27FC236}">
                <a16:creationId xmlns:a16="http://schemas.microsoft.com/office/drawing/2014/main" id="{169A50A3-F8BF-0421-08F1-3DA398D06F87}"/>
              </a:ext>
            </a:extLst>
          </p:cNvPr>
          <p:cNvGrpSpPr/>
          <p:nvPr/>
        </p:nvGrpSpPr>
        <p:grpSpPr>
          <a:xfrm>
            <a:off x="5598029" y="3405171"/>
            <a:ext cx="1402258" cy="326439"/>
            <a:chOff x="10161060" y="2812392"/>
            <a:chExt cx="3298245" cy="330708"/>
          </a:xfrm>
        </p:grpSpPr>
        <p:sp>
          <p:nvSpPr>
            <p:cNvPr id="22" name="Rectangle 21">
              <a:extLst>
                <a:ext uri="{FF2B5EF4-FFF2-40B4-BE49-F238E27FC236}">
                  <a16:creationId xmlns:a16="http://schemas.microsoft.com/office/drawing/2014/main" id="{70524463-A694-19C3-138B-1827AD0342D3}"/>
                </a:ext>
              </a:extLst>
            </p:cNvPr>
            <p:cNvSpPr/>
            <p:nvPr/>
          </p:nvSpPr>
          <p:spPr>
            <a:xfrm>
              <a:off x="10161060" y="2812392"/>
              <a:ext cx="3298245"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1"/>
                </a:solidFill>
              </a:endParaRPr>
            </a:p>
          </p:txBody>
        </p:sp>
        <p:sp>
          <p:nvSpPr>
            <p:cNvPr id="23" name="TextBox 22">
              <a:extLst>
                <a:ext uri="{FF2B5EF4-FFF2-40B4-BE49-F238E27FC236}">
                  <a16:creationId xmlns:a16="http://schemas.microsoft.com/office/drawing/2014/main" id="{2839AD4C-96A8-F613-21A9-096C2E85A7DE}"/>
                </a:ext>
              </a:extLst>
            </p:cNvPr>
            <p:cNvSpPr txBox="1"/>
            <p:nvPr/>
          </p:nvSpPr>
          <p:spPr>
            <a:xfrm>
              <a:off x="10221812" y="2840777"/>
              <a:ext cx="2572179" cy="265031"/>
            </a:xfrm>
            <a:prstGeom prst="rect">
              <a:avLst/>
            </a:prstGeom>
            <a:noFill/>
          </p:spPr>
          <p:txBody>
            <a:bodyPr wrap="none" rtlCol="0">
              <a:spAutoFit/>
            </a:bodyPr>
            <a:lstStyle/>
            <a:p>
              <a:r>
                <a:rPr lang="en-US" sz="1100"/>
                <a:t>Re-</a:t>
              </a:r>
              <a:r>
                <a:rPr lang="en-US" sz="1100" err="1"/>
                <a:t>optimisation</a:t>
              </a:r>
              <a:endParaRPr lang="en-US" sz="1100"/>
            </a:p>
          </p:txBody>
        </p:sp>
      </p:grpSp>
      <p:grpSp>
        <p:nvGrpSpPr>
          <p:cNvPr id="24" name="Group 23">
            <a:extLst>
              <a:ext uri="{FF2B5EF4-FFF2-40B4-BE49-F238E27FC236}">
                <a16:creationId xmlns:a16="http://schemas.microsoft.com/office/drawing/2014/main" id="{395E5A1A-B026-7861-3113-0E2862380CF3}"/>
              </a:ext>
            </a:extLst>
          </p:cNvPr>
          <p:cNvGrpSpPr/>
          <p:nvPr/>
        </p:nvGrpSpPr>
        <p:grpSpPr>
          <a:xfrm>
            <a:off x="3478019" y="3348139"/>
            <a:ext cx="1005403" cy="330708"/>
            <a:chOff x="10114365" y="2812392"/>
            <a:chExt cx="1431042" cy="330708"/>
          </a:xfrm>
        </p:grpSpPr>
        <p:sp>
          <p:nvSpPr>
            <p:cNvPr id="25" name="Rectangle 24">
              <a:extLst>
                <a:ext uri="{FF2B5EF4-FFF2-40B4-BE49-F238E27FC236}">
                  <a16:creationId xmlns:a16="http://schemas.microsoft.com/office/drawing/2014/main" id="{54133CF0-7500-950E-E084-82D0657E7BF7}"/>
                </a:ext>
              </a:extLst>
            </p:cNvPr>
            <p:cNvSpPr/>
            <p:nvPr/>
          </p:nvSpPr>
          <p:spPr>
            <a:xfrm>
              <a:off x="10161064" y="2812392"/>
              <a:ext cx="1293744"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solidFill>
                  <a:schemeClr val="tx1"/>
                </a:solidFill>
              </a:endParaRPr>
            </a:p>
          </p:txBody>
        </p:sp>
        <p:sp>
          <p:nvSpPr>
            <p:cNvPr id="26" name="TextBox 25">
              <a:extLst>
                <a:ext uri="{FF2B5EF4-FFF2-40B4-BE49-F238E27FC236}">
                  <a16:creationId xmlns:a16="http://schemas.microsoft.com/office/drawing/2014/main" id="{ADF9754C-55F9-847F-7D07-BC5751CFB385}"/>
                </a:ext>
              </a:extLst>
            </p:cNvPr>
            <p:cNvSpPr txBox="1"/>
            <p:nvPr/>
          </p:nvSpPr>
          <p:spPr>
            <a:xfrm>
              <a:off x="10114365" y="2850653"/>
              <a:ext cx="1431042" cy="261610"/>
            </a:xfrm>
            <a:prstGeom prst="rect">
              <a:avLst/>
            </a:prstGeom>
            <a:noFill/>
          </p:spPr>
          <p:txBody>
            <a:bodyPr wrap="none" rtlCol="0">
              <a:spAutoFit/>
            </a:bodyPr>
            <a:lstStyle/>
            <a:p>
              <a:r>
                <a:rPr lang="en-US" sz="1100"/>
                <a:t>Green Packing</a:t>
              </a:r>
            </a:p>
          </p:txBody>
        </p:sp>
      </p:grpSp>
      <p:grpSp>
        <p:nvGrpSpPr>
          <p:cNvPr id="27" name="Group 26">
            <a:extLst>
              <a:ext uri="{FF2B5EF4-FFF2-40B4-BE49-F238E27FC236}">
                <a16:creationId xmlns:a16="http://schemas.microsoft.com/office/drawing/2014/main" id="{88A03647-1C73-0AC7-54AF-A4DDD01850F0}"/>
              </a:ext>
            </a:extLst>
          </p:cNvPr>
          <p:cNvGrpSpPr/>
          <p:nvPr/>
        </p:nvGrpSpPr>
        <p:grpSpPr>
          <a:xfrm>
            <a:off x="4518626" y="3367442"/>
            <a:ext cx="1053494" cy="330708"/>
            <a:chOff x="10047784" y="2812392"/>
            <a:chExt cx="1879357" cy="330708"/>
          </a:xfrm>
        </p:grpSpPr>
        <p:sp>
          <p:nvSpPr>
            <p:cNvPr id="28" name="Rectangle 27">
              <a:extLst>
                <a:ext uri="{FF2B5EF4-FFF2-40B4-BE49-F238E27FC236}">
                  <a16:creationId xmlns:a16="http://schemas.microsoft.com/office/drawing/2014/main" id="{39388399-76EB-2D31-9636-62AA83541F1E}"/>
                </a:ext>
              </a:extLst>
            </p:cNvPr>
            <p:cNvSpPr/>
            <p:nvPr/>
          </p:nvSpPr>
          <p:spPr>
            <a:xfrm>
              <a:off x="10161062" y="2812392"/>
              <a:ext cx="1611053"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1"/>
                </a:solidFill>
              </a:endParaRPr>
            </a:p>
          </p:txBody>
        </p:sp>
        <p:sp>
          <p:nvSpPr>
            <p:cNvPr id="29" name="TextBox 28">
              <a:extLst>
                <a:ext uri="{FF2B5EF4-FFF2-40B4-BE49-F238E27FC236}">
                  <a16:creationId xmlns:a16="http://schemas.microsoft.com/office/drawing/2014/main" id="{1A1BE7D5-8ED2-72DF-48BB-8FC6B1C5D6D9}"/>
                </a:ext>
              </a:extLst>
            </p:cNvPr>
            <p:cNvSpPr txBox="1"/>
            <p:nvPr/>
          </p:nvSpPr>
          <p:spPr>
            <a:xfrm>
              <a:off x="10047784" y="2858060"/>
              <a:ext cx="1879357" cy="261610"/>
            </a:xfrm>
            <a:prstGeom prst="rect">
              <a:avLst/>
            </a:prstGeom>
            <a:noFill/>
          </p:spPr>
          <p:txBody>
            <a:bodyPr wrap="none" rtlCol="0">
              <a:spAutoFit/>
            </a:bodyPr>
            <a:lstStyle/>
            <a:p>
              <a:r>
                <a:rPr lang="en-US" sz="1100"/>
                <a:t>Dynamic Route</a:t>
              </a:r>
            </a:p>
          </p:txBody>
        </p:sp>
      </p:grpSp>
      <p:grpSp>
        <p:nvGrpSpPr>
          <p:cNvPr id="30" name="Group 29">
            <a:extLst>
              <a:ext uri="{FF2B5EF4-FFF2-40B4-BE49-F238E27FC236}">
                <a16:creationId xmlns:a16="http://schemas.microsoft.com/office/drawing/2014/main" id="{68934118-96CF-BD98-10C7-E1255B997BFC}"/>
              </a:ext>
            </a:extLst>
          </p:cNvPr>
          <p:cNvGrpSpPr/>
          <p:nvPr/>
        </p:nvGrpSpPr>
        <p:grpSpPr>
          <a:xfrm>
            <a:off x="3456415" y="3731610"/>
            <a:ext cx="1128835" cy="330708"/>
            <a:chOff x="10053617" y="2812392"/>
            <a:chExt cx="1874805" cy="330708"/>
          </a:xfrm>
        </p:grpSpPr>
        <p:sp>
          <p:nvSpPr>
            <p:cNvPr id="31" name="Rectangle 30">
              <a:extLst>
                <a:ext uri="{FF2B5EF4-FFF2-40B4-BE49-F238E27FC236}">
                  <a16:creationId xmlns:a16="http://schemas.microsoft.com/office/drawing/2014/main" id="{3FDA241F-69F6-1086-5C8B-F9BB867422A3}"/>
                </a:ext>
              </a:extLst>
            </p:cNvPr>
            <p:cNvSpPr/>
            <p:nvPr/>
          </p:nvSpPr>
          <p:spPr>
            <a:xfrm>
              <a:off x="10161062" y="2812392"/>
              <a:ext cx="1611053"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solidFill>
                  <a:schemeClr val="tx1"/>
                </a:solidFill>
              </a:endParaRPr>
            </a:p>
          </p:txBody>
        </p:sp>
        <p:sp>
          <p:nvSpPr>
            <p:cNvPr id="32" name="TextBox 31">
              <a:extLst>
                <a:ext uri="{FF2B5EF4-FFF2-40B4-BE49-F238E27FC236}">
                  <a16:creationId xmlns:a16="http://schemas.microsoft.com/office/drawing/2014/main" id="{E8D42651-359D-9E96-24BB-8990B45AC5AA}"/>
                </a:ext>
              </a:extLst>
            </p:cNvPr>
            <p:cNvSpPr txBox="1"/>
            <p:nvPr/>
          </p:nvSpPr>
          <p:spPr>
            <a:xfrm>
              <a:off x="10053617" y="2850653"/>
              <a:ext cx="1874805" cy="261610"/>
            </a:xfrm>
            <a:prstGeom prst="rect">
              <a:avLst/>
            </a:prstGeom>
            <a:noFill/>
          </p:spPr>
          <p:txBody>
            <a:bodyPr wrap="none" rtlCol="0">
              <a:spAutoFit/>
            </a:bodyPr>
            <a:lstStyle/>
            <a:p>
              <a:r>
                <a:rPr lang="en-US" sz="1100"/>
                <a:t>Optimal linehaul</a:t>
              </a:r>
            </a:p>
          </p:txBody>
        </p:sp>
      </p:grpSp>
      <p:grpSp>
        <p:nvGrpSpPr>
          <p:cNvPr id="33" name="Group 32">
            <a:extLst>
              <a:ext uri="{FF2B5EF4-FFF2-40B4-BE49-F238E27FC236}">
                <a16:creationId xmlns:a16="http://schemas.microsoft.com/office/drawing/2014/main" id="{373BC03B-CAA4-E692-1B72-A9591D6C95F1}"/>
              </a:ext>
            </a:extLst>
          </p:cNvPr>
          <p:cNvGrpSpPr/>
          <p:nvPr/>
        </p:nvGrpSpPr>
        <p:grpSpPr>
          <a:xfrm>
            <a:off x="4506773" y="3740278"/>
            <a:ext cx="1027037" cy="330708"/>
            <a:chOff x="10057808" y="2812392"/>
            <a:chExt cx="1714307" cy="330708"/>
          </a:xfrm>
        </p:grpSpPr>
        <p:sp>
          <p:nvSpPr>
            <p:cNvPr id="34" name="Rectangle 33">
              <a:extLst>
                <a:ext uri="{FF2B5EF4-FFF2-40B4-BE49-F238E27FC236}">
                  <a16:creationId xmlns:a16="http://schemas.microsoft.com/office/drawing/2014/main" id="{35212C91-7169-6D5A-8A70-CAC671CF7E42}"/>
                </a:ext>
              </a:extLst>
            </p:cNvPr>
            <p:cNvSpPr/>
            <p:nvPr/>
          </p:nvSpPr>
          <p:spPr>
            <a:xfrm>
              <a:off x="10161062" y="2812392"/>
              <a:ext cx="1611053"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1"/>
                </a:solidFill>
              </a:endParaRPr>
            </a:p>
          </p:txBody>
        </p:sp>
        <p:sp>
          <p:nvSpPr>
            <p:cNvPr id="35" name="TextBox 34">
              <a:extLst>
                <a:ext uri="{FF2B5EF4-FFF2-40B4-BE49-F238E27FC236}">
                  <a16:creationId xmlns:a16="http://schemas.microsoft.com/office/drawing/2014/main" id="{FD1A8150-1532-1BFF-D16D-B466DFC1D6D6}"/>
                </a:ext>
              </a:extLst>
            </p:cNvPr>
            <p:cNvSpPr txBox="1"/>
            <p:nvPr/>
          </p:nvSpPr>
          <p:spPr>
            <a:xfrm>
              <a:off x="10057808" y="2839231"/>
              <a:ext cx="1426681" cy="261610"/>
            </a:xfrm>
            <a:prstGeom prst="rect">
              <a:avLst/>
            </a:prstGeom>
            <a:noFill/>
          </p:spPr>
          <p:txBody>
            <a:bodyPr wrap="none" rtlCol="0">
              <a:spAutoFit/>
            </a:bodyPr>
            <a:lstStyle/>
            <a:p>
              <a:r>
                <a:rPr lang="en-US" sz="1100"/>
                <a:t>Green Fleet</a:t>
              </a:r>
            </a:p>
          </p:txBody>
        </p:sp>
      </p:grpSp>
      <p:cxnSp>
        <p:nvCxnSpPr>
          <p:cNvPr id="6" name="Straight Arrow Connector 5">
            <a:extLst>
              <a:ext uri="{FF2B5EF4-FFF2-40B4-BE49-F238E27FC236}">
                <a16:creationId xmlns:a16="http://schemas.microsoft.com/office/drawing/2014/main" id="{58D673E6-14A0-6099-4657-C5D75C1E5E7A}"/>
              </a:ext>
            </a:extLst>
          </p:cNvPr>
          <p:cNvCxnSpPr>
            <a:cxnSpLocks/>
            <a:endCxn id="398" idx="1"/>
          </p:cNvCxnSpPr>
          <p:nvPr/>
        </p:nvCxnSpPr>
        <p:spPr>
          <a:xfrm>
            <a:off x="4428616" y="1326966"/>
            <a:ext cx="619141" cy="53271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9" name="Straight Arrow Connector 18">
            <a:extLst>
              <a:ext uri="{FF2B5EF4-FFF2-40B4-BE49-F238E27FC236}">
                <a16:creationId xmlns:a16="http://schemas.microsoft.com/office/drawing/2014/main" id="{7BE5FEE7-99C3-6447-DC65-888DFD00A7B9}"/>
              </a:ext>
            </a:extLst>
          </p:cNvPr>
          <p:cNvCxnSpPr>
            <a:cxnSpLocks/>
            <a:stCxn id="224" idx="3"/>
            <a:endCxn id="398" idx="1"/>
          </p:cNvCxnSpPr>
          <p:nvPr/>
        </p:nvCxnSpPr>
        <p:spPr>
          <a:xfrm flipV="1">
            <a:off x="4625720" y="1859676"/>
            <a:ext cx="422037" cy="40956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0" name="Straight Arrow Connector 39">
            <a:extLst>
              <a:ext uri="{FF2B5EF4-FFF2-40B4-BE49-F238E27FC236}">
                <a16:creationId xmlns:a16="http://schemas.microsoft.com/office/drawing/2014/main" id="{51271584-830A-8067-A183-CE0843E3AFF8}"/>
              </a:ext>
            </a:extLst>
          </p:cNvPr>
          <p:cNvCxnSpPr>
            <a:cxnSpLocks/>
            <a:stCxn id="398" idx="3"/>
            <a:endCxn id="399" idx="1"/>
          </p:cNvCxnSpPr>
          <p:nvPr/>
        </p:nvCxnSpPr>
        <p:spPr>
          <a:xfrm flipV="1">
            <a:off x="7252739" y="1858641"/>
            <a:ext cx="309595" cy="103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3" name="Straight Arrow Connector 42">
            <a:extLst>
              <a:ext uri="{FF2B5EF4-FFF2-40B4-BE49-F238E27FC236}">
                <a16:creationId xmlns:a16="http://schemas.microsoft.com/office/drawing/2014/main" id="{CFF113F0-984B-E2EE-69EE-8BF920AEABB6}"/>
              </a:ext>
            </a:extLst>
          </p:cNvPr>
          <p:cNvCxnSpPr>
            <a:cxnSpLocks/>
            <a:stCxn id="399" idx="3"/>
            <a:endCxn id="239" idx="1"/>
          </p:cNvCxnSpPr>
          <p:nvPr/>
        </p:nvCxnSpPr>
        <p:spPr>
          <a:xfrm flipV="1">
            <a:off x="10307789" y="1559406"/>
            <a:ext cx="782340" cy="29923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pic>
        <p:nvPicPr>
          <p:cNvPr id="454" name="Picture 453">
            <a:extLst>
              <a:ext uri="{FF2B5EF4-FFF2-40B4-BE49-F238E27FC236}">
                <a16:creationId xmlns:a16="http://schemas.microsoft.com/office/drawing/2014/main" id="{21774CAF-A59E-6AE2-F55E-1302F307D08A}"/>
              </a:ext>
            </a:extLst>
          </p:cNvPr>
          <p:cNvPicPr>
            <a:picLocks noChangeAspect="1"/>
          </p:cNvPicPr>
          <p:nvPr/>
        </p:nvPicPr>
        <p:blipFill rotWithShape="1">
          <a:blip r:embed="rId18"/>
          <a:srcRect l="6319" t="22368" r="5602" b="35143"/>
          <a:stretch/>
        </p:blipFill>
        <p:spPr>
          <a:xfrm>
            <a:off x="692332" y="1814293"/>
            <a:ext cx="633286" cy="305498"/>
          </a:xfrm>
          <a:prstGeom prst="rect">
            <a:avLst/>
          </a:prstGeom>
        </p:spPr>
      </p:pic>
    </p:spTree>
    <p:extLst>
      <p:ext uri="{BB962C8B-B14F-4D97-AF65-F5344CB8AC3E}">
        <p14:creationId xmlns:p14="http://schemas.microsoft.com/office/powerpoint/2010/main" val="204160563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78617" y="121491"/>
            <a:ext cx="11972473" cy="329055"/>
          </a:xfrm>
        </p:spPr>
        <p:txBody>
          <a:bodyPr vert="horz" lIns="91440" tIns="45720" rIns="91440" bIns="45720" rtlCol="0" anchor="t">
            <a:noAutofit/>
          </a:bodyPr>
          <a:lstStyle/>
          <a:p>
            <a:pPr marL="0" indent="0">
              <a:buNone/>
            </a:pPr>
            <a:r>
              <a:rPr lang="en-US" sz="2000" dirty="0">
                <a:latin typeface="Calibri" panose="020F0502020204030204" pitchFamily="34" charset="0"/>
                <a:cs typeface="Calibri" panose="020F0502020204030204" pitchFamily="34" charset="0"/>
              </a:rPr>
              <a:t>Reimaging the last mile delivery – including customer at each point</a:t>
            </a:r>
          </a:p>
        </p:txBody>
      </p:sp>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sp>
        <p:nvSpPr>
          <p:cNvPr id="271" name="Rectangle 270">
            <a:extLst>
              <a:ext uri="{FF2B5EF4-FFF2-40B4-BE49-F238E27FC236}">
                <a16:creationId xmlns:a16="http://schemas.microsoft.com/office/drawing/2014/main" id="{7D4DFE92-1789-C0AC-DDE7-A3BF1244AB5A}"/>
              </a:ext>
            </a:extLst>
          </p:cNvPr>
          <p:cNvSpPr/>
          <p:nvPr/>
        </p:nvSpPr>
        <p:spPr>
          <a:xfrm rot="16200000">
            <a:off x="-178704" y="3164914"/>
            <a:ext cx="997474" cy="332568"/>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Customer </a:t>
            </a:r>
          </a:p>
        </p:txBody>
      </p:sp>
      <p:sp>
        <p:nvSpPr>
          <p:cNvPr id="272" name="Rectangle 271">
            <a:extLst>
              <a:ext uri="{FF2B5EF4-FFF2-40B4-BE49-F238E27FC236}">
                <a16:creationId xmlns:a16="http://schemas.microsoft.com/office/drawing/2014/main" id="{EF15A9A9-C117-C4C4-6514-BFDC2B7CB8B0}"/>
              </a:ext>
            </a:extLst>
          </p:cNvPr>
          <p:cNvSpPr/>
          <p:nvPr/>
        </p:nvSpPr>
        <p:spPr>
          <a:xfrm>
            <a:off x="637921" y="3209331"/>
            <a:ext cx="678019" cy="22305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Time</a:t>
            </a:r>
          </a:p>
        </p:txBody>
      </p:sp>
      <p:sp>
        <p:nvSpPr>
          <p:cNvPr id="273" name="Rectangle 272">
            <a:extLst>
              <a:ext uri="{FF2B5EF4-FFF2-40B4-BE49-F238E27FC236}">
                <a16:creationId xmlns:a16="http://schemas.microsoft.com/office/drawing/2014/main" id="{3FE13C4A-7DB6-1FA8-3D96-3D82A2917476}"/>
              </a:ext>
            </a:extLst>
          </p:cNvPr>
          <p:cNvSpPr/>
          <p:nvPr/>
        </p:nvSpPr>
        <p:spPr>
          <a:xfrm>
            <a:off x="1492523" y="3223672"/>
            <a:ext cx="1655310" cy="223060"/>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Preferred drop location</a:t>
            </a:r>
          </a:p>
        </p:txBody>
      </p:sp>
      <p:sp>
        <p:nvSpPr>
          <p:cNvPr id="274" name="Rectangle 273">
            <a:extLst>
              <a:ext uri="{FF2B5EF4-FFF2-40B4-BE49-F238E27FC236}">
                <a16:creationId xmlns:a16="http://schemas.microsoft.com/office/drawing/2014/main" id="{5690C926-D0FA-0DEA-25EE-FE3F6BA420A8}"/>
              </a:ext>
            </a:extLst>
          </p:cNvPr>
          <p:cNvSpPr/>
          <p:nvPr/>
        </p:nvSpPr>
        <p:spPr>
          <a:xfrm>
            <a:off x="655341" y="3492128"/>
            <a:ext cx="2491164" cy="34996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Incentive : To get data for assured delivery</a:t>
            </a:r>
          </a:p>
        </p:txBody>
      </p:sp>
      <p:sp>
        <p:nvSpPr>
          <p:cNvPr id="276" name="Pentagon 72">
            <a:extLst>
              <a:ext uri="{FF2B5EF4-FFF2-40B4-BE49-F238E27FC236}">
                <a16:creationId xmlns:a16="http://schemas.microsoft.com/office/drawing/2014/main" id="{D4106E09-C02B-7F01-23E4-1ED775C7AB06}"/>
              </a:ext>
            </a:extLst>
          </p:cNvPr>
          <p:cNvSpPr/>
          <p:nvPr/>
        </p:nvSpPr>
        <p:spPr>
          <a:xfrm>
            <a:off x="3348636" y="2798267"/>
            <a:ext cx="5341895" cy="317589"/>
          </a:xfrm>
          <a:prstGeom prst="homePlate">
            <a:avLst>
              <a:gd name="adj" fmla="val 26595"/>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400">
                <a:solidFill>
                  <a:schemeClr val="tx1"/>
                </a:solidFill>
              </a:rPr>
              <a:t>Data analytics for tracking/growth</a:t>
            </a:r>
          </a:p>
          <a:p>
            <a:pPr algn="ctr"/>
            <a:endParaRPr lang="en-US" sz="1300" b="1">
              <a:solidFill>
                <a:schemeClr val="tx1"/>
              </a:solidFill>
              <a:latin typeface="Calibri" panose="020F0502020204030204" pitchFamily="34" charset="0"/>
              <a:cs typeface="Calibri" panose="020F0502020204030204" pitchFamily="34" charset="0"/>
            </a:endParaRPr>
          </a:p>
        </p:txBody>
      </p:sp>
      <p:sp>
        <p:nvSpPr>
          <p:cNvPr id="278" name="Rectangle 277">
            <a:extLst>
              <a:ext uri="{FF2B5EF4-FFF2-40B4-BE49-F238E27FC236}">
                <a16:creationId xmlns:a16="http://schemas.microsoft.com/office/drawing/2014/main" id="{7610522C-439B-F7AE-F915-33654D98513A}"/>
              </a:ext>
            </a:extLst>
          </p:cNvPr>
          <p:cNvSpPr/>
          <p:nvPr/>
        </p:nvSpPr>
        <p:spPr>
          <a:xfrm>
            <a:off x="9758833" y="3201531"/>
            <a:ext cx="2043321" cy="32603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Flexible drop location</a:t>
            </a:r>
          </a:p>
        </p:txBody>
      </p:sp>
      <p:sp>
        <p:nvSpPr>
          <p:cNvPr id="279" name="Rectangle 278">
            <a:extLst>
              <a:ext uri="{FF2B5EF4-FFF2-40B4-BE49-F238E27FC236}">
                <a16:creationId xmlns:a16="http://schemas.microsoft.com/office/drawing/2014/main" id="{F60B9E98-1778-939C-8EE5-6EC6FB88C591}"/>
              </a:ext>
            </a:extLst>
          </p:cNvPr>
          <p:cNvSpPr/>
          <p:nvPr/>
        </p:nvSpPr>
        <p:spPr>
          <a:xfrm>
            <a:off x="9786138" y="3586562"/>
            <a:ext cx="2016016" cy="32603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Geolocation tracking</a:t>
            </a:r>
          </a:p>
        </p:txBody>
      </p:sp>
      <p:sp>
        <p:nvSpPr>
          <p:cNvPr id="282" name="Pentagon 72">
            <a:extLst>
              <a:ext uri="{FF2B5EF4-FFF2-40B4-BE49-F238E27FC236}">
                <a16:creationId xmlns:a16="http://schemas.microsoft.com/office/drawing/2014/main" id="{2EEA81F3-4A80-36DB-C3F9-8D3C0321734D}"/>
              </a:ext>
            </a:extLst>
          </p:cNvPr>
          <p:cNvSpPr/>
          <p:nvPr/>
        </p:nvSpPr>
        <p:spPr>
          <a:xfrm rot="10800000" flipH="1" flipV="1">
            <a:off x="9300079" y="2798294"/>
            <a:ext cx="2586378" cy="317562"/>
          </a:xfrm>
          <a:prstGeom prst="homePlate">
            <a:avLst>
              <a:gd name="adj" fmla="val 26595"/>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400">
                <a:solidFill>
                  <a:schemeClr val="tx1"/>
                </a:solidFill>
              </a:rPr>
              <a:t>Customer gets assurance</a:t>
            </a:r>
          </a:p>
        </p:txBody>
      </p:sp>
      <p:sp>
        <p:nvSpPr>
          <p:cNvPr id="283" name="Pentagon 72">
            <a:extLst>
              <a:ext uri="{FF2B5EF4-FFF2-40B4-BE49-F238E27FC236}">
                <a16:creationId xmlns:a16="http://schemas.microsoft.com/office/drawing/2014/main" id="{A657D144-FD12-E2B3-2655-63F8FAE1813A}"/>
              </a:ext>
            </a:extLst>
          </p:cNvPr>
          <p:cNvSpPr/>
          <p:nvPr/>
        </p:nvSpPr>
        <p:spPr>
          <a:xfrm rot="10800000" flipH="1" flipV="1">
            <a:off x="637921" y="2847187"/>
            <a:ext cx="2559111" cy="292821"/>
          </a:xfrm>
          <a:prstGeom prst="homePlate">
            <a:avLst>
              <a:gd name="adj" fmla="val 26595"/>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400">
                <a:solidFill>
                  <a:schemeClr val="tx1"/>
                </a:solidFill>
              </a:rPr>
              <a:t>Customer gives preferences</a:t>
            </a:r>
          </a:p>
        </p:txBody>
      </p:sp>
      <p:sp>
        <p:nvSpPr>
          <p:cNvPr id="399" name="Rectangle 398">
            <a:extLst>
              <a:ext uri="{FF2B5EF4-FFF2-40B4-BE49-F238E27FC236}">
                <a16:creationId xmlns:a16="http://schemas.microsoft.com/office/drawing/2014/main" id="{29C90280-E46A-F727-B3DD-648D88C74646}"/>
              </a:ext>
            </a:extLst>
          </p:cNvPr>
          <p:cNvSpPr/>
          <p:nvPr/>
        </p:nvSpPr>
        <p:spPr>
          <a:xfrm>
            <a:off x="6212753" y="979204"/>
            <a:ext cx="2745455" cy="1576200"/>
          </a:xfrm>
          <a:prstGeom prst="rect">
            <a:avLst/>
          </a:prstGeom>
          <a:gradFill>
            <a:gsLst>
              <a:gs pos="49000">
                <a:srgbClr val="D4DFF1"/>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80" name="Rectangle 379">
            <a:extLst>
              <a:ext uri="{FF2B5EF4-FFF2-40B4-BE49-F238E27FC236}">
                <a16:creationId xmlns:a16="http://schemas.microsoft.com/office/drawing/2014/main" id="{D37711B0-B05E-D53B-85AF-850E7F3C6C40}"/>
              </a:ext>
            </a:extLst>
          </p:cNvPr>
          <p:cNvSpPr/>
          <p:nvPr/>
        </p:nvSpPr>
        <p:spPr>
          <a:xfrm>
            <a:off x="4189997" y="990209"/>
            <a:ext cx="927932" cy="1090851"/>
          </a:xfrm>
          <a:prstGeom prst="rect">
            <a:avLst/>
          </a:prstGeom>
          <a:gradFill>
            <a:gsLst>
              <a:gs pos="49000">
                <a:srgbClr val="D4DFF1"/>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cxnSp>
        <p:nvCxnSpPr>
          <p:cNvPr id="55" name="Straight Arrow Connector 54">
            <a:extLst>
              <a:ext uri="{FF2B5EF4-FFF2-40B4-BE49-F238E27FC236}">
                <a16:creationId xmlns:a16="http://schemas.microsoft.com/office/drawing/2014/main" id="{3729CB98-9D8E-56EE-552C-C04930CCC33D}"/>
              </a:ext>
            </a:extLst>
          </p:cNvPr>
          <p:cNvCxnSpPr>
            <a:cxnSpLocks/>
            <a:stCxn id="20" idx="3"/>
            <a:endCxn id="216" idx="1"/>
          </p:cNvCxnSpPr>
          <p:nvPr/>
        </p:nvCxnSpPr>
        <p:spPr>
          <a:xfrm flipV="1">
            <a:off x="1307370" y="1942978"/>
            <a:ext cx="1067308" cy="1374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7" name="object 66">
            <a:extLst>
              <a:ext uri="{FF2B5EF4-FFF2-40B4-BE49-F238E27FC236}">
                <a16:creationId xmlns:a16="http://schemas.microsoft.com/office/drawing/2014/main" id="{B788C206-28FB-3124-B519-7DB5F6ABD7E3}"/>
              </a:ext>
            </a:extLst>
          </p:cNvPr>
          <p:cNvSpPr txBox="1"/>
          <p:nvPr/>
        </p:nvSpPr>
        <p:spPr>
          <a:xfrm>
            <a:off x="2167281" y="2137377"/>
            <a:ext cx="870725" cy="196849"/>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a:latin typeface="Calibri" panose="020F0502020204030204" pitchFamily="34" charset="0"/>
                <a:cs typeface="Calibri" panose="020F0502020204030204" pitchFamily="34" charset="0"/>
              </a:rPr>
              <a:t>City WH</a:t>
            </a:r>
            <a:endParaRPr sz="1200">
              <a:latin typeface="Calibri" panose="020F0502020204030204" pitchFamily="34" charset="0"/>
              <a:cs typeface="Calibri" panose="020F0502020204030204" pitchFamily="34" charset="0"/>
            </a:endParaRPr>
          </a:p>
        </p:txBody>
      </p:sp>
      <p:sp>
        <p:nvSpPr>
          <p:cNvPr id="59" name="object 66">
            <a:extLst>
              <a:ext uri="{FF2B5EF4-FFF2-40B4-BE49-F238E27FC236}">
                <a16:creationId xmlns:a16="http://schemas.microsoft.com/office/drawing/2014/main" id="{A8F7DDCA-987B-DE3B-E560-23F1AFEA9A71}"/>
              </a:ext>
            </a:extLst>
          </p:cNvPr>
          <p:cNvSpPr txBox="1"/>
          <p:nvPr/>
        </p:nvSpPr>
        <p:spPr>
          <a:xfrm>
            <a:off x="1715783" y="1089955"/>
            <a:ext cx="870725" cy="251054"/>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a:latin typeface="Calibri" panose="020F0502020204030204" pitchFamily="34" charset="0"/>
                <a:cs typeface="Calibri" panose="020F0502020204030204" pitchFamily="34" charset="0"/>
              </a:rPr>
              <a:t>Control Tower</a:t>
            </a:r>
            <a:endParaRPr sz="1200">
              <a:latin typeface="Calibri" panose="020F0502020204030204" pitchFamily="34" charset="0"/>
              <a:cs typeface="Calibri" panose="020F0502020204030204" pitchFamily="34" charset="0"/>
            </a:endParaRPr>
          </a:p>
        </p:txBody>
      </p:sp>
      <p:sp>
        <p:nvSpPr>
          <p:cNvPr id="60" name="object 66">
            <a:extLst>
              <a:ext uri="{FF2B5EF4-FFF2-40B4-BE49-F238E27FC236}">
                <a16:creationId xmlns:a16="http://schemas.microsoft.com/office/drawing/2014/main" id="{21E4F23D-6A90-D2C4-918A-EC2BC62F25E6}"/>
              </a:ext>
            </a:extLst>
          </p:cNvPr>
          <p:cNvSpPr txBox="1"/>
          <p:nvPr/>
        </p:nvSpPr>
        <p:spPr>
          <a:xfrm>
            <a:off x="3877841" y="2361505"/>
            <a:ext cx="880205" cy="381515"/>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a:solidFill>
                  <a:schemeClr val="bg1"/>
                </a:solidFill>
                <a:latin typeface="Calibri" panose="020F0502020204030204" pitchFamily="34" charset="0"/>
                <a:cs typeface="Calibri" panose="020F0502020204030204" pitchFamily="34" charset="0"/>
              </a:rPr>
              <a:t>Own Fleet &amp; distribution</a:t>
            </a:r>
          </a:p>
        </p:txBody>
      </p:sp>
      <p:sp>
        <p:nvSpPr>
          <p:cNvPr id="203" name="object 66">
            <a:extLst>
              <a:ext uri="{FF2B5EF4-FFF2-40B4-BE49-F238E27FC236}">
                <a16:creationId xmlns:a16="http://schemas.microsoft.com/office/drawing/2014/main" id="{75543B87-8AB9-075A-DF18-1A6508B27CC8}"/>
              </a:ext>
            </a:extLst>
          </p:cNvPr>
          <p:cNvSpPr txBox="1"/>
          <p:nvPr/>
        </p:nvSpPr>
        <p:spPr>
          <a:xfrm>
            <a:off x="4189997" y="1434042"/>
            <a:ext cx="870725" cy="566181"/>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b="1">
                <a:latin typeface="Calibri" panose="020F0502020204030204" pitchFamily="34" charset="0"/>
                <a:cs typeface="Calibri" panose="020F0502020204030204" pitchFamily="34" charset="0"/>
              </a:rPr>
              <a:t>P2P Ecosystem Network</a:t>
            </a:r>
            <a:endParaRPr sz="1200" b="1">
              <a:latin typeface="Calibri" panose="020F0502020204030204" pitchFamily="34" charset="0"/>
              <a:cs typeface="Calibri" panose="020F0502020204030204" pitchFamily="34" charset="0"/>
            </a:endParaRPr>
          </a:p>
        </p:txBody>
      </p:sp>
      <p:cxnSp>
        <p:nvCxnSpPr>
          <p:cNvPr id="62" name="Straight Arrow Connector 61">
            <a:extLst>
              <a:ext uri="{FF2B5EF4-FFF2-40B4-BE49-F238E27FC236}">
                <a16:creationId xmlns:a16="http://schemas.microsoft.com/office/drawing/2014/main" id="{54CEC986-5BD5-1730-A819-AD90BA44B08F}"/>
              </a:ext>
            </a:extLst>
          </p:cNvPr>
          <p:cNvCxnSpPr>
            <a:cxnSpLocks/>
            <a:stCxn id="216" idx="3"/>
            <a:endCxn id="60" idx="0"/>
          </p:cNvCxnSpPr>
          <p:nvPr/>
        </p:nvCxnSpPr>
        <p:spPr>
          <a:xfrm>
            <a:off x="2855008" y="1942978"/>
            <a:ext cx="1462936" cy="4185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63" name="Straight Arrow Connector 62">
            <a:extLst>
              <a:ext uri="{FF2B5EF4-FFF2-40B4-BE49-F238E27FC236}">
                <a16:creationId xmlns:a16="http://schemas.microsoft.com/office/drawing/2014/main" id="{E200480A-6013-149F-CB5A-55FF98516A1E}"/>
              </a:ext>
            </a:extLst>
          </p:cNvPr>
          <p:cNvCxnSpPr>
            <a:cxnSpLocks/>
            <a:stCxn id="216" idx="3"/>
            <a:endCxn id="380" idx="1"/>
          </p:cNvCxnSpPr>
          <p:nvPr/>
        </p:nvCxnSpPr>
        <p:spPr>
          <a:xfrm flipV="1">
            <a:off x="2855008" y="1535635"/>
            <a:ext cx="1334989" cy="40734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00" name="object 66">
            <a:extLst>
              <a:ext uri="{FF2B5EF4-FFF2-40B4-BE49-F238E27FC236}">
                <a16:creationId xmlns:a16="http://schemas.microsoft.com/office/drawing/2014/main" id="{AE525973-CE58-5188-7239-A5A804FA74BF}"/>
              </a:ext>
            </a:extLst>
          </p:cNvPr>
          <p:cNvSpPr txBox="1"/>
          <p:nvPr/>
        </p:nvSpPr>
        <p:spPr>
          <a:xfrm>
            <a:off x="6100141" y="1330820"/>
            <a:ext cx="1473831" cy="196849"/>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b="1">
                <a:latin typeface="Calibri" panose="020F0502020204030204" pitchFamily="34" charset="0"/>
                <a:cs typeface="Calibri" panose="020F0502020204030204" pitchFamily="34" charset="0"/>
              </a:rPr>
              <a:t>Semi-dark Stores</a:t>
            </a:r>
          </a:p>
        </p:txBody>
      </p:sp>
      <p:sp>
        <p:nvSpPr>
          <p:cNvPr id="201" name="object 66">
            <a:extLst>
              <a:ext uri="{FF2B5EF4-FFF2-40B4-BE49-F238E27FC236}">
                <a16:creationId xmlns:a16="http://schemas.microsoft.com/office/drawing/2014/main" id="{ADC52F49-2AC6-7C0A-63E2-4D3A08CDB22E}"/>
              </a:ext>
            </a:extLst>
          </p:cNvPr>
          <p:cNvSpPr txBox="1"/>
          <p:nvPr/>
        </p:nvSpPr>
        <p:spPr>
          <a:xfrm>
            <a:off x="6437729" y="1910981"/>
            <a:ext cx="1656777" cy="579005"/>
          </a:xfrm>
          <a:prstGeom prst="rect">
            <a:avLst/>
          </a:prstGeom>
        </p:spPr>
        <p:txBody>
          <a:bodyPr vert="horz" wrap="square" lIns="0" tIns="12065" rIns="0" bIns="0" rtlCol="0">
            <a:spAutoFit/>
          </a:bodyPr>
          <a:lstStyle/>
          <a:p>
            <a:pPr marL="59690" marR="5080" indent="-47625">
              <a:lnSpc>
                <a:spcPct val="100000"/>
              </a:lnSpc>
              <a:spcBef>
                <a:spcPts val="95"/>
              </a:spcBef>
            </a:pPr>
            <a:r>
              <a:rPr lang="en-IN" sz="1200">
                <a:latin typeface="Calibri" panose="020F0502020204030204" pitchFamily="34" charset="0"/>
                <a:cs typeface="Calibri" panose="020F0502020204030204" pitchFamily="34" charset="0"/>
              </a:rPr>
              <a:t>Tier 1: Metro Station, Residential/Office Spaces</a:t>
            </a:r>
          </a:p>
          <a:p>
            <a:pPr marL="59690" marR="5080" indent="-47625">
              <a:lnSpc>
                <a:spcPct val="100000"/>
              </a:lnSpc>
              <a:spcBef>
                <a:spcPts val="95"/>
              </a:spcBef>
            </a:pPr>
            <a:r>
              <a:rPr lang="en-IN" sz="1200">
                <a:latin typeface="Calibri" panose="020F0502020204030204" pitchFamily="34" charset="0"/>
                <a:cs typeface="Calibri" panose="020F0502020204030204" pitchFamily="34" charset="0"/>
              </a:rPr>
              <a:t>Tier 2: Kirana Stores</a:t>
            </a:r>
          </a:p>
        </p:txBody>
      </p:sp>
      <p:pic>
        <p:nvPicPr>
          <p:cNvPr id="216" name="Graphic 215" descr="Warehouse with solid fill">
            <a:extLst>
              <a:ext uri="{FF2B5EF4-FFF2-40B4-BE49-F238E27FC236}">
                <a16:creationId xmlns:a16="http://schemas.microsoft.com/office/drawing/2014/main" id="{DCAC5D98-FE6F-3CA8-14C0-91F7819B819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2374678" y="1702813"/>
            <a:ext cx="480330" cy="480330"/>
          </a:xfrm>
          <a:prstGeom prst="rect">
            <a:avLst/>
          </a:prstGeom>
        </p:spPr>
      </p:pic>
      <p:grpSp>
        <p:nvGrpSpPr>
          <p:cNvPr id="251" name="Group 250">
            <a:extLst>
              <a:ext uri="{FF2B5EF4-FFF2-40B4-BE49-F238E27FC236}">
                <a16:creationId xmlns:a16="http://schemas.microsoft.com/office/drawing/2014/main" id="{82CD290D-C3F8-62A7-66B4-D1AB75936DDC}"/>
              </a:ext>
            </a:extLst>
          </p:cNvPr>
          <p:cNvGrpSpPr/>
          <p:nvPr/>
        </p:nvGrpSpPr>
        <p:grpSpPr>
          <a:xfrm>
            <a:off x="4411835" y="2244129"/>
            <a:ext cx="611454" cy="359316"/>
            <a:chOff x="6167945" y="3345294"/>
            <a:chExt cx="611454" cy="359316"/>
          </a:xfrm>
        </p:grpSpPr>
        <p:pic>
          <p:nvPicPr>
            <p:cNvPr id="224" name="Graphic 223" descr="Delivery with solid fill">
              <a:extLst>
                <a:ext uri="{FF2B5EF4-FFF2-40B4-BE49-F238E27FC236}">
                  <a16:creationId xmlns:a16="http://schemas.microsoft.com/office/drawing/2014/main" id="{E419188B-9BC8-60BE-F503-7315A507307A}"/>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420083" y="3345294"/>
              <a:ext cx="359316" cy="359316"/>
            </a:xfrm>
            <a:prstGeom prst="rect">
              <a:avLst/>
            </a:prstGeom>
          </p:spPr>
        </p:pic>
        <p:pic>
          <p:nvPicPr>
            <p:cNvPr id="232" name="Picture 231">
              <a:extLst>
                <a:ext uri="{FF2B5EF4-FFF2-40B4-BE49-F238E27FC236}">
                  <a16:creationId xmlns:a16="http://schemas.microsoft.com/office/drawing/2014/main" id="{540C8107-7D7D-B40F-5E38-5598E13A0267}"/>
                </a:ext>
              </a:extLst>
            </p:cNvPr>
            <p:cNvPicPr>
              <a:picLocks noChangeAspect="1"/>
            </p:cNvPicPr>
            <p:nvPr/>
          </p:nvPicPr>
          <p:blipFill rotWithShape="1">
            <a:blip r:embed="rId10"/>
            <a:srcRect l="5021" t="4000" r="5021" b="16572"/>
            <a:stretch/>
          </p:blipFill>
          <p:spPr>
            <a:xfrm>
              <a:off x="6167945" y="3399132"/>
              <a:ext cx="235155" cy="207627"/>
            </a:xfrm>
            <a:prstGeom prst="rect">
              <a:avLst/>
            </a:prstGeom>
          </p:spPr>
        </p:pic>
      </p:grpSp>
      <p:grpSp>
        <p:nvGrpSpPr>
          <p:cNvPr id="269" name="Group 268">
            <a:extLst>
              <a:ext uri="{FF2B5EF4-FFF2-40B4-BE49-F238E27FC236}">
                <a16:creationId xmlns:a16="http://schemas.microsoft.com/office/drawing/2014/main" id="{D7F00F1D-83F9-A939-3067-117A76C1B77E}"/>
              </a:ext>
            </a:extLst>
          </p:cNvPr>
          <p:cNvGrpSpPr/>
          <p:nvPr/>
        </p:nvGrpSpPr>
        <p:grpSpPr>
          <a:xfrm>
            <a:off x="10293030" y="1554373"/>
            <a:ext cx="935367" cy="583004"/>
            <a:chOff x="10697230" y="2702758"/>
            <a:chExt cx="935367" cy="583004"/>
          </a:xfrm>
        </p:grpSpPr>
        <p:sp>
          <p:nvSpPr>
            <p:cNvPr id="198" name="object 66">
              <a:extLst>
                <a:ext uri="{FF2B5EF4-FFF2-40B4-BE49-F238E27FC236}">
                  <a16:creationId xmlns:a16="http://schemas.microsoft.com/office/drawing/2014/main" id="{80019C13-91AB-A7C2-22C1-0258BBE3C118}"/>
                </a:ext>
              </a:extLst>
            </p:cNvPr>
            <p:cNvSpPr txBox="1"/>
            <p:nvPr/>
          </p:nvSpPr>
          <p:spPr>
            <a:xfrm>
              <a:off x="10697230" y="3088913"/>
              <a:ext cx="935367" cy="196849"/>
            </a:xfrm>
            <a:prstGeom prst="rect">
              <a:avLst/>
            </a:prstGeom>
          </p:spPr>
          <p:txBody>
            <a:bodyPr vert="horz" wrap="square" lIns="0" tIns="12065" rIns="0" bIns="0" rtlCol="0">
              <a:spAutoFit/>
            </a:bodyPr>
            <a:lstStyle/>
            <a:p>
              <a:pPr marL="59690" marR="5080" indent="-47625" algn="ctr">
                <a:lnSpc>
                  <a:spcPct val="100000"/>
                </a:lnSpc>
                <a:spcBef>
                  <a:spcPts val="95"/>
                </a:spcBef>
              </a:pPr>
              <a:r>
                <a:rPr lang="en-IN" sz="1200" b="1" dirty="0">
                  <a:solidFill>
                    <a:schemeClr val="bg1"/>
                  </a:solidFill>
                  <a:latin typeface="Calibri" panose="020F0502020204030204" pitchFamily="34" charset="0"/>
                  <a:cs typeface="Calibri" panose="020F0502020204030204" pitchFamily="34" charset="0"/>
                </a:rPr>
                <a:t>End Customer</a:t>
              </a:r>
            </a:p>
          </p:txBody>
        </p:sp>
        <p:pic>
          <p:nvPicPr>
            <p:cNvPr id="239" name="Picture 238">
              <a:extLst>
                <a:ext uri="{FF2B5EF4-FFF2-40B4-BE49-F238E27FC236}">
                  <a16:creationId xmlns:a16="http://schemas.microsoft.com/office/drawing/2014/main" id="{496F64D5-7BD9-289B-C790-D93B77BF9628}"/>
                </a:ext>
              </a:extLst>
            </p:cNvPr>
            <p:cNvPicPr>
              <a:picLocks noChangeAspect="1"/>
            </p:cNvPicPr>
            <p:nvPr/>
          </p:nvPicPr>
          <p:blipFill rotWithShape="1">
            <a:blip r:embed="rId11"/>
            <a:srcRect l="24337" t="12328" r="16616"/>
            <a:stretch/>
          </p:blipFill>
          <p:spPr>
            <a:xfrm>
              <a:off x="10954960" y="2702758"/>
              <a:ext cx="329622" cy="436794"/>
            </a:xfrm>
            <a:prstGeom prst="rect">
              <a:avLst/>
            </a:prstGeom>
          </p:spPr>
        </p:pic>
      </p:grpSp>
      <p:grpSp>
        <p:nvGrpSpPr>
          <p:cNvPr id="257" name="Group 256">
            <a:extLst>
              <a:ext uri="{FF2B5EF4-FFF2-40B4-BE49-F238E27FC236}">
                <a16:creationId xmlns:a16="http://schemas.microsoft.com/office/drawing/2014/main" id="{D82F2297-E30E-1E15-131C-D86E5BFD5A5C}"/>
              </a:ext>
            </a:extLst>
          </p:cNvPr>
          <p:cNvGrpSpPr/>
          <p:nvPr/>
        </p:nvGrpSpPr>
        <p:grpSpPr>
          <a:xfrm>
            <a:off x="7369041" y="945210"/>
            <a:ext cx="374088" cy="858041"/>
            <a:chOff x="8839184" y="2772520"/>
            <a:chExt cx="374088" cy="858041"/>
          </a:xfrm>
        </p:grpSpPr>
        <p:pic>
          <p:nvPicPr>
            <p:cNvPr id="242" name="Picture 241">
              <a:extLst>
                <a:ext uri="{FF2B5EF4-FFF2-40B4-BE49-F238E27FC236}">
                  <a16:creationId xmlns:a16="http://schemas.microsoft.com/office/drawing/2014/main" id="{BAEE2C74-0DF5-88D4-3E07-6FEE345A01A7}"/>
                </a:ext>
              </a:extLst>
            </p:cNvPr>
            <p:cNvPicPr>
              <a:picLocks noChangeAspect="1"/>
            </p:cNvPicPr>
            <p:nvPr/>
          </p:nvPicPr>
          <p:blipFill>
            <a:blip r:embed="rId12"/>
            <a:stretch>
              <a:fillRect/>
            </a:stretch>
          </p:blipFill>
          <p:spPr>
            <a:xfrm>
              <a:off x="8839184" y="2772520"/>
              <a:ext cx="374088" cy="395774"/>
            </a:xfrm>
            <a:prstGeom prst="rect">
              <a:avLst/>
            </a:prstGeom>
          </p:spPr>
        </p:pic>
        <p:pic>
          <p:nvPicPr>
            <p:cNvPr id="246" name="Picture 245">
              <a:extLst>
                <a:ext uri="{FF2B5EF4-FFF2-40B4-BE49-F238E27FC236}">
                  <a16:creationId xmlns:a16="http://schemas.microsoft.com/office/drawing/2014/main" id="{B4A9CE59-30B5-5837-8F6B-6F3EF24DBEB0}"/>
                </a:ext>
              </a:extLst>
            </p:cNvPr>
            <p:cNvPicPr>
              <a:picLocks noChangeAspect="1"/>
            </p:cNvPicPr>
            <p:nvPr/>
          </p:nvPicPr>
          <p:blipFill>
            <a:blip r:embed="rId13"/>
            <a:stretch>
              <a:fillRect/>
            </a:stretch>
          </p:blipFill>
          <p:spPr>
            <a:xfrm>
              <a:off x="8902967" y="3273461"/>
              <a:ext cx="289820" cy="357100"/>
            </a:xfrm>
            <a:prstGeom prst="rect">
              <a:avLst/>
            </a:prstGeom>
          </p:spPr>
        </p:pic>
      </p:grpSp>
      <p:pic>
        <p:nvPicPr>
          <p:cNvPr id="248" name="Picture 247">
            <a:extLst>
              <a:ext uri="{FF2B5EF4-FFF2-40B4-BE49-F238E27FC236}">
                <a16:creationId xmlns:a16="http://schemas.microsoft.com/office/drawing/2014/main" id="{A2CD7864-435D-8E90-4562-897EDE5FE295}"/>
              </a:ext>
            </a:extLst>
          </p:cNvPr>
          <p:cNvPicPr>
            <a:picLocks noChangeAspect="1"/>
          </p:cNvPicPr>
          <p:nvPr/>
        </p:nvPicPr>
        <p:blipFill rotWithShape="1">
          <a:blip r:embed="rId14"/>
          <a:srcRect l="5827" t="278" r="5827" b="-2804"/>
          <a:stretch/>
        </p:blipFill>
        <p:spPr>
          <a:xfrm>
            <a:off x="4463922" y="1100391"/>
            <a:ext cx="353424" cy="361333"/>
          </a:xfrm>
          <a:prstGeom prst="rect">
            <a:avLst/>
          </a:prstGeom>
        </p:spPr>
      </p:pic>
      <p:grpSp>
        <p:nvGrpSpPr>
          <p:cNvPr id="50" name="Group 49">
            <a:extLst>
              <a:ext uri="{FF2B5EF4-FFF2-40B4-BE49-F238E27FC236}">
                <a16:creationId xmlns:a16="http://schemas.microsoft.com/office/drawing/2014/main" id="{AAB095D3-465C-DE64-F86D-132C1D1DF0A0}"/>
              </a:ext>
            </a:extLst>
          </p:cNvPr>
          <p:cNvGrpSpPr/>
          <p:nvPr/>
        </p:nvGrpSpPr>
        <p:grpSpPr>
          <a:xfrm rot="5400000" flipV="1">
            <a:off x="10479627" y="-450418"/>
            <a:ext cx="407811" cy="2405862"/>
            <a:chOff x="73946" y="1635654"/>
            <a:chExt cx="1074355" cy="2247618"/>
          </a:xfrm>
          <a:solidFill>
            <a:schemeClr val="accent1">
              <a:lumMod val="50000"/>
            </a:schemeClr>
          </a:solidFill>
          <a:effectLst>
            <a:outerShdw blurRad="50800" dist="38100" algn="l" rotWithShape="0">
              <a:prstClr val="black">
                <a:alpha val="40000"/>
              </a:prstClr>
            </a:outerShdw>
          </a:effectLst>
        </p:grpSpPr>
        <p:sp>
          <p:nvSpPr>
            <p:cNvPr id="206" name="Chevron 46">
              <a:extLst>
                <a:ext uri="{FF2B5EF4-FFF2-40B4-BE49-F238E27FC236}">
                  <a16:creationId xmlns:a16="http://schemas.microsoft.com/office/drawing/2014/main" id="{28433C12-4AB6-EA54-975D-ED54EAB50E85}"/>
                </a:ext>
              </a:extLst>
            </p:cNvPr>
            <p:cNvSpPr/>
            <p:nvPr/>
          </p:nvSpPr>
          <p:spPr>
            <a:xfrm rot="5400000">
              <a:off x="-512685" y="2222285"/>
              <a:ext cx="2247618" cy="1074355"/>
            </a:xfrm>
            <a:prstGeom prst="chevron">
              <a:avLst>
                <a:gd name="adj" fmla="val 26997"/>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b="1">
                <a:solidFill>
                  <a:schemeClr val="tx1"/>
                </a:solidFill>
                <a:latin typeface="Calibri" panose="020F0502020204030204" pitchFamily="34" charset="0"/>
                <a:cs typeface="Calibri" panose="020F0502020204030204" pitchFamily="34" charset="0"/>
              </a:endParaRPr>
            </a:p>
          </p:txBody>
        </p:sp>
        <p:sp>
          <p:nvSpPr>
            <p:cNvPr id="207" name="TextBox 206">
              <a:extLst>
                <a:ext uri="{FF2B5EF4-FFF2-40B4-BE49-F238E27FC236}">
                  <a16:creationId xmlns:a16="http://schemas.microsoft.com/office/drawing/2014/main" id="{743B5944-3206-BFAA-B2C6-2473580A8751}"/>
                </a:ext>
              </a:extLst>
            </p:cNvPr>
            <p:cNvSpPr txBox="1"/>
            <p:nvPr/>
          </p:nvSpPr>
          <p:spPr>
            <a:xfrm rot="16200000">
              <a:off x="-436922" y="2522098"/>
              <a:ext cx="2096086" cy="626251"/>
            </a:xfrm>
            <a:prstGeom prst="rect">
              <a:avLst/>
            </a:prstGeom>
            <a:noFill/>
            <a:ln>
              <a:noFill/>
            </a:ln>
          </p:spPr>
          <p:txBody>
            <a:bodyPr wrap="square" rtlCol="0" anchor="ctr">
              <a:spAutoFit/>
            </a:bodyPr>
            <a:lstStyle/>
            <a:p>
              <a:pPr algn="ctr"/>
              <a:r>
                <a:rPr lang="en-US" sz="1300" b="1">
                  <a:solidFill>
                    <a:schemeClr val="bg2">
                      <a:lumMod val="25000"/>
                    </a:schemeClr>
                  </a:solidFill>
                  <a:latin typeface="Calibri" panose="020F0502020204030204" pitchFamily="34" charset="0"/>
                  <a:cs typeface="Calibri" panose="020F0502020204030204" pitchFamily="34" charset="0"/>
                </a:rPr>
                <a:t>Customer</a:t>
              </a:r>
            </a:p>
          </p:txBody>
        </p:sp>
      </p:grpSp>
      <p:pic>
        <p:nvPicPr>
          <p:cNvPr id="287" name="Picture 286">
            <a:extLst>
              <a:ext uri="{FF2B5EF4-FFF2-40B4-BE49-F238E27FC236}">
                <a16:creationId xmlns:a16="http://schemas.microsoft.com/office/drawing/2014/main" id="{7670A2AB-8FC3-1A64-AFB3-73EC7346548F}"/>
              </a:ext>
            </a:extLst>
          </p:cNvPr>
          <p:cNvPicPr>
            <a:picLocks noChangeAspect="1"/>
          </p:cNvPicPr>
          <p:nvPr/>
        </p:nvPicPr>
        <p:blipFill rotWithShape="1">
          <a:blip r:embed="rId15"/>
          <a:srcRect l="8881" t="5012" r="3643" b="1019"/>
          <a:stretch/>
        </p:blipFill>
        <p:spPr>
          <a:xfrm>
            <a:off x="2391310" y="1114268"/>
            <a:ext cx="373245" cy="354456"/>
          </a:xfrm>
          <a:prstGeom prst="rect">
            <a:avLst/>
          </a:prstGeom>
        </p:spPr>
      </p:pic>
      <p:grpSp>
        <p:nvGrpSpPr>
          <p:cNvPr id="324" name="Group 323">
            <a:extLst>
              <a:ext uri="{FF2B5EF4-FFF2-40B4-BE49-F238E27FC236}">
                <a16:creationId xmlns:a16="http://schemas.microsoft.com/office/drawing/2014/main" id="{4F9E2E55-DEED-D90C-713B-715BE3394AC9}"/>
              </a:ext>
            </a:extLst>
          </p:cNvPr>
          <p:cNvGrpSpPr/>
          <p:nvPr/>
        </p:nvGrpSpPr>
        <p:grpSpPr>
          <a:xfrm>
            <a:off x="7875358" y="1046759"/>
            <a:ext cx="804503" cy="620368"/>
            <a:chOff x="5405976" y="1868562"/>
            <a:chExt cx="804503" cy="620368"/>
          </a:xfrm>
        </p:grpSpPr>
        <p:sp>
          <p:nvSpPr>
            <p:cNvPr id="292" name="object 58">
              <a:extLst>
                <a:ext uri="{FF2B5EF4-FFF2-40B4-BE49-F238E27FC236}">
                  <a16:creationId xmlns:a16="http://schemas.microsoft.com/office/drawing/2014/main" id="{227A516D-2B00-3005-F256-EEF994DA86E5}"/>
                </a:ext>
              </a:extLst>
            </p:cNvPr>
            <p:cNvSpPr txBox="1"/>
            <p:nvPr/>
          </p:nvSpPr>
          <p:spPr>
            <a:xfrm>
              <a:off x="5405976" y="2352995"/>
              <a:ext cx="588645" cy="135935"/>
            </a:xfrm>
            <a:prstGeom prst="rect">
              <a:avLst/>
            </a:prstGeom>
          </p:spPr>
          <p:style>
            <a:lnRef idx="2">
              <a:schemeClr val="dk1"/>
            </a:lnRef>
            <a:fillRef idx="1">
              <a:schemeClr val="lt1"/>
            </a:fillRef>
            <a:effectRef idx="0">
              <a:schemeClr val="dk1"/>
            </a:effectRef>
            <a:fontRef idx="minor">
              <a:schemeClr val="dk1"/>
            </a:fontRef>
          </p:style>
          <p:txBody>
            <a:bodyPr vert="horz" wrap="square" lIns="0" tIns="12700" rIns="0" bIns="0" rtlCol="0">
              <a:spAutoFit/>
            </a:bodyPr>
            <a:lstStyle/>
            <a:p>
              <a:pPr marL="12700">
                <a:lnSpc>
                  <a:spcPct val="100000"/>
                </a:lnSpc>
                <a:spcBef>
                  <a:spcPts val="100"/>
                </a:spcBef>
              </a:pPr>
              <a:r>
                <a:rPr sz="800" spc="-30">
                  <a:solidFill>
                    <a:srgbClr val="4D4D4F"/>
                  </a:solidFill>
                  <a:latin typeface="Arial MT"/>
                  <a:cs typeface="Arial MT"/>
                </a:rPr>
                <a:t>Pa</a:t>
              </a:r>
              <a:r>
                <a:rPr sz="800" spc="-35">
                  <a:solidFill>
                    <a:srgbClr val="4D4D4F"/>
                  </a:solidFill>
                  <a:latin typeface="Arial MT"/>
                  <a:cs typeface="Arial MT"/>
                </a:rPr>
                <a:t>r</a:t>
              </a:r>
              <a:r>
                <a:rPr sz="800" spc="-15">
                  <a:solidFill>
                    <a:srgbClr val="4D4D4F"/>
                  </a:solidFill>
                  <a:latin typeface="Arial MT"/>
                  <a:cs typeface="Arial MT"/>
                </a:rPr>
                <a:t>cel</a:t>
              </a:r>
              <a:r>
                <a:rPr sz="800">
                  <a:solidFill>
                    <a:srgbClr val="4D4D4F"/>
                  </a:solidFill>
                  <a:latin typeface="Arial MT"/>
                  <a:cs typeface="Arial MT"/>
                </a:rPr>
                <a:t> </a:t>
              </a:r>
              <a:r>
                <a:rPr sz="800" spc="-10">
                  <a:solidFill>
                    <a:srgbClr val="4D4D4F"/>
                  </a:solidFill>
                  <a:latin typeface="Arial MT"/>
                  <a:cs typeface="Arial MT"/>
                </a:rPr>
                <a:t>locker</a:t>
              </a:r>
              <a:endParaRPr sz="800">
                <a:latin typeface="Arial MT"/>
                <a:cs typeface="Arial MT"/>
              </a:endParaRPr>
            </a:p>
          </p:txBody>
        </p:sp>
        <p:sp>
          <p:nvSpPr>
            <p:cNvPr id="293" name="object 84">
              <a:extLst>
                <a:ext uri="{FF2B5EF4-FFF2-40B4-BE49-F238E27FC236}">
                  <a16:creationId xmlns:a16="http://schemas.microsoft.com/office/drawing/2014/main" id="{2FF88D52-D431-9470-F133-897E8EE0142E}"/>
                </a:ext>
              </a:extLst>
            </p:cNvPr>
            <p:cNvSpPr/>
            <p:nvPr/>
          </p:nvSpPr>
          <p:spPr>
            <a:xfrm>
              <a:off x="5455477" y="1961103"/>
              <a:ext cx="277495" cy="246379"/>
            </a:xfrm>
            <a:custGeom>
              <a:avLst/>
              <a:gdLst/>
              <a:ahLst/>
              <a:cxnLst/>
              <a:rect l="l" t="t" r="r" b="b"/>
              <a:pathLst>
                <a:path w="277494" h="246379">
                  <a:moveTo>
                    <a:pt x="241096" y="246316"/>
                  </a:moveTo>
                  <a:lnTo>
                    <a:pt x="35991" y="246316"/>
                  </a:lnTo>
                  <a:lnTo>
                    <a:pt x="21977" y="243487"/>
                  </a:lnTo>
                  <a:lnTo>
                    <a:pt x="10537" y="235773"/>
                  </a:lnTo>
                  <a:lnTo>
                    <a:pt x="2826" y="224333"/>
                  </a:lnTo>
                  <a:lnTo>
                    <a:pt x="0" y="210324"/>
                  </a:lnTo>
                  <a:lnTo>
                    <a:pt x="0" y="35991"/>
                  </a:lnTo>
                  <a:lnTo>
                    <a:pt x="2826" y="21983"/>
                  </a:lnTo>
                  <a:lnTo>
                    <a:pt x="10537" y="10542"/>
                  </a:lnTo>
                  <a:lnTo>
                    <a:pt x="21977" y="2828"/>
                  </a:lnTo>
                  <a:lnTo>
                    <a:pt x="35991" y="0"/>
                  </a:lnTo>
                  <a:lnTo>
                    <a:pt x="241096" y="0"/>
                  </a:lnTo>
                  <a:lnTo>
                    <a:pt x="255107" y="2828"/>
                  </a:lnTo>
                  <a:lnTo>
                    <a:pt x="266552" y="10542"/>
                  </a:lnTo>
                  <a:lnTo>
                    <a:pt x="274270" y="21983"/>
                  </a:lnTo>
                  <a:lnTo>
                    <a:pt x="277101" y="35991"/>
                  </a:lnTo>
                  <a:lnTo>
                    <a:pt x="277101" y="210324"/>
                  </a:lnTo>
                  <a:lnTo>
                    <a:pt x="274270" y="224333"/>
                  </a:lnTo>
                  <a:lnTo>
                    <a:pt x="266552" y="235773"/>
                  </a:lnTo>
                  <a:lnTo>
                    <a:pt x="255107" y="243487"/>
                  </a:lnTo>
                  <a:lnTo>
                    <a:pt x="241096" y="246316"/>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294" name="object 85">
              <a:extLst>
                <a:ext uri="{FF2B5EF4-FFF2-40B4-BE49-F238E27FC236}">
                  <a16:creationId xmlns:a16="http://schemas.microsoft.com/office/drawing/2014/main" id="{C83C0E5F-28A3-8511-4FE8-6B88889DDC40}"/>
                </a:ext>
              </a:extLst>
            </p:cNvPr>
            <p:cNvSpPr/>
            <p:nvPr/>
          </p:nvSpPr>
          <p:spPr>
            <a:xfrm>
              <a:off x="5570674" y="1961107"/>
              <a:ext cx="46355" cy="61594"/>
            </a:xfrm>
            <a:custGeom>
              <a:avLst/>
              <a:gdLst/>
              <a:ahLst/>
              <a:cxnLst/>
              <a:rect l="l" t="t" r="r" b="b"/>
              <a:pathLst>
                <a:path w="46355" h="61595">
                  <a:moveTo>
                    <a:pt x="46189" y="61582"/>
                  </a:moveTo>
                  <a:lnTo>
                    <a:pt x="0" y="61582"/>
                  </a:lnTo>
                  <a:lnTo>
                    <a:pt x="0" y="0"/>
                  </a:lnTo>
                  <a:lnTo>
                    <a:pt x="46189" y="0"/>
                  </a:lnTo>
                  <a:lnTo>
                    <a:pt x="46189" y="61582"/>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295" name="object 86">
              <a:extLst>
                <a:ext uri="{FF2B5EF4-FFF2-40B4-BE49-F238E27FC236}">
                  <a16:creationId xmlns:a16="http://schemas.microsoft.com/office/drawing/2014/main" id="{E22B2D11-EF8E-A61F-AB2F-9BD51D4D1D9D}"/>
                </a:ext>
              </a:extLst>
            </p:cNvPr>
            <p:cNvSpPr/>
            <p:nvPr/>
          </p:nvSpPr>
          <p:spPr>
            <a:xfrm>
              <a:off x="5704090" y="2164311"/>
              <a:ext cx="0" cy="27305"/>
            </a:xfrm>
            <a:custGeom>
              <a:avLst/>
              <a:gdLst/>
              <a:ahLst/>
              <a:cxnLst/>
              <a:rect l="l" t="t" r="r" b="b"/>
              <a:pathLst>
                <a:path h="27304">
                  <a:moveTo>
                    <a:pt x="0" y="0"/>
                  </a:moveTo>
                  <a:lnTo>
                    <a:pt x="0" y="26898"/>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296" name="object 87">
              <a:extLst>
                <a:ext uri="{FF2B5EF4-FFF2-40B4-BE49-F238E27FC236}">
                  <a16:creationId xmlns:a16="http://schemas.microsoft.com/office/drawing/2014/main" id="{A8FBF20E-0E36-DBB9-3A43-D7E536748E8A}"/>
                </a:ext>
              </a:extLst>
            </p:cNvPr>
            <p:cNvSpPr/>
            <p:nvPr/>
          </p:nvSpPr>
          <p:spPr>
            <a:xfrm>
              <a:off x="5691800" y="2164308"/>
              <a:ext cx="24765" cy="12700"/>
            </a:xfrm>
            <a:custGeom>
              <a:avLst/>
              <a:gdLst/>
              <a:ahLst/>
              <a:cxnLst/>
              <a:rect l="l" t="t" r="r" b="b"/>
              <a:pathLst>
                <a:path w="24764" h="12700">
                  <a:moveTo>
                    <a:pt x="0" y="12280"/>
                  </a:moveTo>
                  <a:lnTo>
                    <a:pt x="12293" y="0"/>
                  </a:lnTo>
                  <a:lnTo>
                    <a:pt x="24574" y="1228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297" name="object 88">
              <a:extLst>
                <a:ext uri="{FF2B5EF4-FFF2-40B4-BE49-F238E27FC236}">
                  <a16:creationId xmlns:a16="http://schemas.microsoft.com/office/drawing/2014/main" id="{BF559AD0-FCC8-77F4-1FF9-133880234185}"/>
                </a:ext>
              </a:extLst>
            </p:cNvPr>
            <p:cNvSpPr/>
            <p:nvPr/>
          </p:nvSpPr>
          <p:spPr>
            <a:xfrm>
              <a:off x="5672228" y="2164311"/>
              <a:ext cx="0" cy="27305"/>
            </a:xfrm>
            <a:custGeom>
              <a:avLst/>
              <a:gdLst/>
              <a:ahLst/>
              <a:cxnLst/>
              <a:rect l="l" t="t" r="r" b="b"/>
              <a:pathLst>
                <a:path h="27304">
                  <a:moveTo>
                    <a:pt x="0" y="0"/>
                  </a:moveTo>
                  <a:lnTo>
                    <a:pt x="0" y="26898"/>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298" name="object 89">
              <a:extLst>
                <a:ext uri="{FF2B5EF4-FFF2-40B4-BE49-F238E27FC236}">
                  <a16:creationId xmlns:a16="http://schemas.microsoft.com/office/drawing/2014/main" id="{91FC2737-B21D-DFF0-4FD9-13E7F0D03D42}"/>
                </a:ext>
              </a:extLst>
            </p:cNvPr>
            <p:cNvSpPr/>
            <p:nvPr/>
          </p:nvSpPr>
          <p:spPr>
            <a:xfrm>
              <a:off x="5659938" y="2164308"/>
              <a:ext cx="24765" cy="12700"/>
            </a:xfrm>
            <a:custGeom>
              <a:avLst/>
              <a:gdLst/>
              <a:ahLst/>
              <a:cxnLst/>
              <a:rect l="l" t="t" r="r" b="b"/>
              <a:pathLst>
                <a:path w="24764" h="12700">
                  <a:moveTo>
                    <a:pt x="0" y="12280"/>
                  </a:moveTo>
                  <a:lnTo>
                    <a:pt x="12293" y="0"/>
                  </a:lnTo>
                  <a:lnTo>
                    <a:pt x="24574" y="1228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299" name="object 90">
              <a:extLst>
                <a:ext uri="{FF2B5EF4-FFF2-40B4-BE49-F238E27FC236}">
                  <a16:creationId xmlns:a16="http://schemas.microsoft.com/office/drawing/2014/main" id="{DF569489-B592-9271-31CB-FDFBF9FAE8D9}"/>
                </a:ext>
              </a:extLst>
            </p:cNvPr>
            <p:cNvSpPr/>
            <p:nvPr/>
          </p:nvSpPr>
          <p:spPr>
            <a:xfrm>
              <a:off x="5480861" y="2084265"/>
              <a:ext cx="66675" cy="0"/>
            </a:xfrm>
            <a:custGeom>
              <a:avLst/>
              <a:gdLst/>
              <a:ahLst/>
              <a:cxnLst/>
              <a:rect l="l" t="t" r="r" b="b"/>
              <a:pathLst>
                <a:path w="66675">
                  <a:moveTo>
                    <a:pt x="0" y="0"/>
                  </a:moveTo>
                  <a:lnTo>
                    <a:pt x="66179"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0" name="object 91">
              <a:extLst>
                <a:ext uri="{FF2B5EF4-FFF2-40B4-BE49-F238E27FC236}">
                  <a16:creationId xmlns:a16="http://schemas.microsoft.com/office/drawing/2014/main" id="{386BDE83-6D24-332D-C8AE-D26859E8C2D4}"/>
                </a:ext>
              </a:extLst>
            </p:cNvPr>
            <p:cNvSpPr/>
            <p:nvPr/>
          </p:nvSpPr>
          <p:spPr>
            <a:xfrm>
              <a:off x="5480861" y="2098156"/>
              <a:ext cx="33655" cy="0"/>
            </a:xfrm>
            <a:custGeom>
              <a:avLst/>
              <a:gdLst/>
              <a:ahLst/>
              <a:cxnLst/>
              <a:rect l="l" t="t" r="r" b="b"/>
              <a:pathLst>
                <a:path w="33655">
                  <a:moveTo>
                    <a:pt x="0" y="0"/>
                  </a:moveTo>
                  <a:lnTo>
                    <a:pt x="33083"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1" name="object 92">
              <a:extLst>
                <a:ext uri="{FF2B5EF4-FFF2-40B4-BE49-F238E27FC236}">
                  <a16:creationId xmlns:a16="http://schemas.microsoft.com/office/drawing/2014/main" id="{54E413A9-2697-D38C-6F77-9F5E462AF4D0}"/>
                </a:ext>
              </a:extLst>
            </p:cNvPr>
            <p:cNvSpPr/>
            <p:nvPr/>
          </p:nvSpPr>
          <p:spPr>
            <a:xfrm>
              <a:off x="5777874" y="1868562"/>
              <a:ext cx="108585" cy="432434"/>
            </a:xfrm>
            <a:custGeom>
              <a:avLst/>
              <a:gdLst/>
              <a:ahLst/>
              <a:cxnLst/>
              <a:rect l="l" t="t" r="r" b="b"/>
              <a:pathLst>
                <a:path w="108585" h="432435">
                  <a:moveTo>
                    <a:pt x="108000" y="432003"/>
                  </a:moveTo>
                  <a:lnTo>
                    <a:pt x="0" y="432003"/>
                  </a:lnTo>
                  <a:lnTo>
                    <a:pt x="0" y="0"/>
                  </a:lnTo>
                  <a:lnTo>
                    <a:pt x="108000" y="0"/>
                  </a:lnTo>
                  <a:lnTo>
                    <a:pt x="108000" y="432003"/>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2" name="object 93">
              <a:extLst>
                <a:ext uri="{FF2B5EF4-FFF2-40B4-BE49-F238E27FC236}">
                  <a16:creationId xmlns:a16="http://schemas.microsoft.com/office/drawing/2014/main" id="{0E329E6F-F016-65D6-344C-33721342E469}"/>
                </a:ext>
              </a:extLst>
            </p:cNvPr>
            <p:cNvSpPr/>
            <p:nvPr/>
          </p:nvSpPr>
          <p:spPr>
            <a:xfrm>
              <a:off x="5885875" y="1868562"/>
              <a:ext cx="108585" cy="432434"/>
            </a:xfrm>
            <a:custGeom>
              <a:avLst/>
              <a:gdLst/>
              <a:ahLst/>
              <a:cxnLst/>
              <a:rect l="l" t="t" r="r" b="b"/>
              <a:pathLst>
                <a:path w="108585" h="432435">
                  <a:moveTo>
                    <a:pt x="108000" y="432003"/>
                  </a:moveTo>
                  <a:lnTo>
                    <a:pt x="0" y="432003"/>
                  </a:lnTo>
                  <a:lnTo>
                    <a:pt x="0" y="0"/>
                  </a:lnTo>
                  <a:lnTo>
                    <a:pt x="108000" y="0"/>
                  </a:lnTo>
                  <a:lnTo>
                    <a:pt x="108000" y="432003"/>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3" name="object 94">
              <a:extLst>
                <a:ext uri="{FF2B5EF4-FFF2-40B4-BE49-F238E27FC236}">
                  <a16:creationId xmlns:a16="http://schemas.microsoft.com/office/drawing/2014/main" id="{55D67100-1346-0DC3-2839-2B39EE2BCF0E}"/>
                </a:ext>
              </a:extLst>
            </p:cNvPr>
            <p:cNvSpPr/>
            <p:nvPr/>
          </p:nvSpPr>
          <p:spPr>
            <a:xfrm>
              <a:off x="5993876" y="1868562"/>
              <a:ext cx="108585" cy="432434"/>
            </a:xfrm>
            <a:custGeom>
              <a:avLst/>
              <a:gdLst/>
              <a:ahLst/>
              <a:cxnLst/>
              <a:rect l="l" t="t" r="r" b="b"/>
              <a:pathLst>
                <a:path w="108585" h="432435">
                  <a:moveTo>
                    <a:pt x="108000" y="432003"/>
                  </a:moveTo>
                  <a:lnTo>
                    <a:pt x="0" y="432003"/>
                  </a:lnTo>
                  <a:lnTo>
                    <a:pt x="0" y="0"/>
                  </a:lnTo>
                  <a:lnTo>
                    <a:pt x="108000" y="0"/>
                  </a:lnTo>
                  <a:lnTo>
                    <a:pt x="108000" y="432003"/>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4" name="object 95">
              <a:extLst>
                <a:ext uri="{FF2B5EF4-FFF2-40B4-BE49-F238E27FC236}">
                  <a16:creationId xmlns:a16="http://schemas.microsoft.com/office/drawing/2014/main" id="{5BE78C25-0969-3473-184D-5D2C0CFE092F}"/>
                </a:ext>
              </a:extLst>
            </p:cNvPr>
            <p:cNvSpPr/>
            <p:nvPr/>
          </p:nvSpPr>
          <p:spPr>
            <a:xfrm>
              <a:off x="6101864" y="1868562"/>
              <a:ext cx="108585" cy="432434"/>
            </a:xfrm>
            <a:custGeom>
              <a:avLst/>
              <a:gdLst/>
              <a:ahLst/>
              <a:cxnLst/>
              <a:rect l="l" t="t" r="r" b="b"/>
              <a:pathLst>
                <a:path w="108585" h="432435">
                  <a:moveTo>
                    <a:pt x="108000" y="432003"/>
                  </a:moveTo>
                  <a:lnTo>
                    <a:pt x="0" y="432003"/>
                  </a:lnTo>
                  <a:lnTo>
                    <a:pt x="0" y="0"/>
                  </a:lnTo>
                  <a:lnTo>
                    <a:pt x="108000" y="0"/>
                  </a:lnTo>
                  <a:lnTo>
                    <a:pt x="108000" y="432003"/>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5" name="object 96">
              <a:extLst>
                <a:ext uri="{FF2B5EF4-FFF2-40B4-BE49-F238E27FC236}">
                  <a16:creationId xmlns:a16="http://schemas.microsoft.com/office/drawing/2014/main" id="{220F1DBA-3555-A04B-F56E-0FD11643D312}"/>
                </a:ext>
              </a:extLst>
            </p:cNvPr>
            <p:cNvSpPr/>
            <p:nvPr/>
          </p:nvSpPr>
          <p:spPr>
            <a:xfrm>
              <a:off x="5777872" y="1890517"/>
              <a:ext cx="432434" cy="0"/>
            </a:xfrm>
            <a:custGeom>
              <a:avLst/>
              <a:gdLst/>
              <a:ahLst/>
              <a:cxnLst/>
              <a:rect l="l" t="t" r="r" b="b"/>
              <a:pathLst>
                <a:path w="432435">
                  <a:moveTo>
                    <a:pt x="0" y="0"/>
                  </a:moveTo>
                  <a:lnTo>
                    <a:pt x="432003"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6" name="object 97">
              <a:extLst>
                <a:ext uri="{FF2B5EF4-FFF2-40B4-BE49-F238E27FC236}">
                  <a16:creationId xmlns:a16="http://schemas.microsoft.com/office/drawing/2014/main" id="{C4E2F22D-E0B5-6A20-DF95-695049C46E34}"/>
                </a:ext>
              </a:extLst>
            </p:cNvPr>
            <p:cNvSpPr/>
            <p:nvPr/>
          </p:nvSpPr>
          <p:spPr>
            <a:xfrm>
              <a:off x="5777872" y="2278014"/>
              <a:ext cx="432434" cy="0"/>
            </a:xfrm>
            <a:custGeom>
              <a:avLst/>
              <a:gdLst/>
              <a:ahLst/>
              <a:cxnLst/>
              <a:rect l="l" t="t" r="r" b="b"/>
              <a:pathLst>
                <a:path w="432435">
                  <a:moveTo>
                    <a:pt x="0" y="0"/>
                  </a:moveTo>
                  <a:lnTo>
                    <a:pt x="432003"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7" name="object 98">
              <a:extLst>
                <a:ext uri="{FF2B5EF4-FFF2-40B4-BE49-F238E27FC236}">
                  <a16:creationId xmlns:a16="http://schemas.microsoft.com/office/drawing/2014/main" id="{35EE9F46-9C25-122F-7767-187B4EE043E2}"/>
                </a:ext>
              </a:extLst>
            </p:cNvPr>
            <p:cNvSpPr/>
            <p:nvPr/>
          </p:nvSpPr>
          <p:spPr>
            <a:xfrm>
              <a:off x="5795197" y="2022688"/>
              <a:ext cx="73660" cy="75565"/>
            </a:xfrm>
            <a:custGeom>
              <a:avLst/>
              <a:gdLst/>
              <a:ahLst/>
              <a:cxnLst/>
              <a:rect l="l" t="t" r="r" b="b"/>
              <a:pathLst>
                <a:path w="73660" h="75564">
                  <a:moveTo>
                    <a:pt x="73355" y="75158"/>
                  </a:moveTo>
                  <a:lnTo>
                    <a:pt x="0" y="75158"/>
                  </a:lnTo>
                  <a:lnTo>
                    <a:pt x="0" y="0"/>
                  </a:lnTo>
                  <a:lnTo>
                    <a:pt x="73355" y="0"/>
                  </a:lnTo>
                  <a:lnTo>
                    <a:pt x="73355" y="75158"/>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8" name="object 99">
              <a:extLst>
                <a:ext uri="{FF2B5EF4-FFF2-40B4-BE49-F238E27FC236}">
                  <a16:creationId xmlns:a16="http://schemas.microsoft.com/office/drawing/2014/main" id="{9793F6F2-A5A5-740F-BF96-C17F9A8E45BD}"/>
                </a:ext>
              </a:extLst>
            </p:cNvPr>
            <p:cNvSpPr/>
            <p:nvPr/>
          </p:nvSpPr>
          <p:spPr>
            <a:xfrm>
              <a:off x="5809065" y="2115171"/>
              <a:ext cx="45720" cy="21590"/>
            </a:xfrm>
            <a:custGeom>
              <a:avLst/>
              <a:gdLst/>
              <a:ahLst/>
              <a:cxnLst/>
              <a:rect l="l" t="t" r="r" b="b"/>
              <a:pathLst>
                <a:path w="45719" h="21589">
                  <a:moveTo>
                    <a:pt x="45618" y="21297"/>
                  </a:moveTo>
                  <a:lnTo>
                    <a:pt x="0" y="21297"/>
                  </a:lnTo>
                  <a:lnTo>
                    <a:pt x="0" y="0"/>
                  </a:lnTo>
                  <a:lnTo>
                    <a:pt x="45618" y="0"/>
                  </a:lnTo>
                  <a:lnTo>
                    <a:pt x="45618" y="21297"/>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9" name="object 100">
              <a:extLst>
                <a:ext uri="{FF2B5EF4-FFF2-40B4-BE49-F238E27FC236}">
                  <a16:creationId xmlns:a16="http://schemas.microsoft.com/office/drawing/2014/main" id="{A580D578-116F-0A3B-BBEF-D04F5AAEAE59}"/>
                </a:ext>
              </a:extLst>
            </p:cNvPr>
            <p:cNvSpPr/>
            <p:nvPr/>
          </p:nvSpPr>
          <p:spPr>
            <a:xfrm>
              <a:off x="5885871" y="1982665"/>
              <a:ext cx="324485" cy="0"/>
            </a:xfrm>
            <a:custGeom>
              <a:avLst/>
              <a:gdLst/>
              <a:ahLst/>
              <a:cxnLst/>
              <a:rect l="l" t="t" r="r" b="b"/>
              <a:pathLst>
                <a:path w="324485">
                  <a:moveTo>
                    <a:pt x="0" y="0"/>
                  </a:moveTo>
                  <a:lnTo>
                    <a:pt x="324002"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0" name="object 101">
              <a:extLst>
                <a:ext uri="{FF2B5EF4-FFF2-40B4-BE49-F238E27FC236}">
                  <a16:creationId xmlns:a16="http://schemas.microsoft.com/office/drawing/2014/main" id="{C61610A7-0E35-45A6-0CE5-006EA267C3CE}"/>
                </a:ext>
              </a:extLst>
            </p:cNvPr>
            <p:cNvSpPr/>
            <p:nvPr/>
          </p:nvSpPr>
          <p:spPr>
            <a:xfrm>
              <a:off x="5885871" y="2181141"/>
              <a:ext cx="324485" cy="0"/>
            </a:xfrm>
            <a:custGeom>
              <a:avLst/>
              <a:gdLst/>
              <a:ahLst/>
              <a:cxnLst/>
              <a:rect l="l" t="t" r="r" b="b"/>
              <a:pathLst>
                <a:path w="324485">
                  <a:moveTo>
                    <a:pt x="0" y="0"/>
                  </a:moveTo>
                  <a:lnTo>
                    <a:pt x="324002"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1" name="object 102">
              <a:extLst>
                <a:ext uri="{FF2B5EF4-FFF2-40B4-BE49-F238E27FC236}">
                  <a16:creationId xmlns:a16="http://schemas.microsoft.com/office/drawing/2014/main" id="{572C33E0-25AE-23B5-06A9-31135D72667A}"/>
                </a:ext>
              </a:extLst>
            </p:cNvPr>
            <p:cNvSpPr/>
            <p:nvPr/>
          </p:nvSpPr>
          <p:spPr>
            <a:xfrm>
              <a:off x="5885710" y="2084265"/>
              <a:ext cx="324485" cy="0"/>
            </a:xfrm>
            <a:custGeom>
              <a:avLst/>
              <a:gdLst/>
              <a:ahLst/>
              <a:cxnLst/>
              <a:rect l="l" t="t" r="r" b="b"/>
              <a:pathLst>
                <a:path w="324485">
                  <a:moveTo>
                    <a:pt x="0" y="0"/>
                  </a:moveTo>
                  <a:lnTo>
                    <a:pt x="324002"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2" name="object 103">
              <a:extLst>
                <a:ext uri="{FF2B5EF4-FFF2-40B4-BE49-F238E27FC236}">
                  <a16:creationId xmlns:a16="http://schemas.microsoft.com/office/drawing/2014/main" id="{F2853D08-A1A2-E3C9-242F-C0F75C771B50}"/>
                </a:ext>
              </a:extLst>
            </p:cNvPr>
            <p:cNvSpPr/>
            <p:nvPr/>
          </p:nvSpPr>
          <p:spPr>
            <a:xfrm>
              <a:off x="5939870" y="1935995"/>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3" name="object 104">
              <a:extLst>
                <a:ext uri="{FF2B5EF4-FFF2-40B4-BE49-F238E27FC236}">
                  <a16:creationId xmlns:a16="http://schemas.microsoft.com/office/drawing/2014/main" id="{B8C5A8B2-4075-30CD-624E-D9B73E4EF07B}"/>
                </a:ext>
              </a:extLst>
            </p:cNvPr>
            <p:cNvSpPr/>
            <p:nvPr/>
          </p:nvSpPr>
          <p:spPr>
            <a:xfrm>
              <a:off x="5939870" y="2033465"/>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4" name="object 105">
              <a:extLst>
                <a:ext uri="{FF2B5EF4-FFF2-40B4-BE49-F238E27FC236}">
                  <a16:creationId xmlns:a16="http://schemas.microsoft.com/office/drawing/2014/main" id="{7824A4AF-1187-130E-4ECB-DC94FA8F4BFC}"/>
                </a:ext>
              </a:extLst>
            </p:cNvPr>
            <p:cNvSpPr/>
            <p:nvPr/>
          </p:nvSpPr>
          <p:spPr>
            <a:xfrm>
              <a:off x="5939870" y="2125813"/>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5" name="object 106">
              <a:extLst>
                <a:ext uri="{FF2B5EF4-FFF2-40B4-BE49-F238E27FC236}">
                  <a16:creationId xmlns:a16="http://schemas.microsoft.com/office/drawing/2014/main" id="{76216F2E-A36A-9F5B-82FA-422412E1474B}"/>
                </a:ext>
              </a:extLst>
            </p:cNvPr>
            <p:cNvSpPr/>
            <p:nvPr/>
          </p:nvSpPr>
          <p:spPr>
            <a:xfrm>
              <a:off x="5939870" y="2229571"/>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6" name="object 107">
              <a:extLst>
                <a:ext uri="{FF2B5EF4-FFF2-40B4-BE49-F238E27FC236}">
                  <a16:creationId xmlns:a16="http://schemas.microsoft.com/office/drawing/2014/main" id="{AF61D6EA-E164-488E-B8F9-B22550AF20AD}"/>
                </a:ext>
              </a:extLst>
            </p:cNvPr>
            <p:cNvSpPr/>
            <p:nvPr/>
          </p:nvSpPr>
          <p:spPr>
            <a:xfrm>
              <a:off x="6047709" y="1935995"/>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7" name="object 108">
              <a:extLst>
                <a:ext uri="{FF2B5EF4-FFF2-40B4-BE49-F238E27FC236}">
                  <a16:creationId xmlns:a16="http://schemas.microsoft.com/office/drawing/2014/main" id="{F05310D2-9514-6411-A345-2D50308B5EE9}"/>
                </a:ext>
              </a:extLst>
            </p:cNvPr>
            <p:cNvSpPr/>
            <p:nvPr/>
          </p:nvSpPr>
          <p:spPr>
            <a:xfrm>
              <a:off x="6047709" y="2033465"/>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8" name="object 109">
              <a:extLst>
                <a:ext uri="{FF2B5EF4-FFF2-40B4-BE49-F238E27FC236}">
                  <a16:creationId xmlns:a16="http://schemas.microsoft.com/office/drawing/2014/main" id="{F1CF76FC-3A3E-CB01-F198-37629F904BAA}"/>
                </a:ext>
              </a:extLst>
            </p:cNvPr>
            <p:cNvSpPr/>
            <p:nvPr/>
          </p:nvSpPr>
          <p:spPr>
            <a:xfrm>
              <a:off x="6047709" y="2125813"/>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9" name="object 110">
              <a:extLst>
                <a:ext uri="{FF2B5EF4-FFF2-40B4-BE49-F238E27FC236}">
                  <a16:creationId xmlns:a16="http://schemas.microsoft.com/office/drawing/2014/main" id="{ACD4F9A1-7185-B445-B9EC-E01704E2882C}"/>
                </a:ext>
              </a:extLst>
            </p:cNvPr>
            <p:cNvSpPr/>
            <p:nvPr/>
          </p:nvSpPr>
          <p:spPr>
            <a:xfrm>
              <a:off x="6047709" y="2229571"/>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20" name="object 111">
              <a:extLst>
                <a:ext uri="{FF2B5EF4-FFF2-40B4-BE49-F238E27FC236}">
                  <a16:creationId xmlns:a16="http://schemas.microsoft.com/office/drawing/2014/main" id="{5BAAF6D3-9451-DA69-0E9E-6395819921AD}"/>
                </a:ext>
              </a:extLst>
            </p:cNvPr>
            <p:cNvSpPr/>
            <p:nvPr/>
          </p:nvSpPr>
          <p:spPr>
            <a:xfrm>
              <a:off x="6155869" y="1935995"/>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21" name="object 112">
              <a:extLst>
                <a:ext uri="{FF2B5EF4-FFF2-40B4-BE49-F238E27FC236}">
                  <a16:creationId xmlns:a16="http://schemas.microsoft.com/office/drawing/2014/main" id="{16639668-6A02-8FC8-6A6B-DB10C7A6A7BB}"/>
                </a:ext>
              </a:extLst>
            </p:cNvPr>
            <p:cNvSpPr/>
            <p:nvPr/>
          </p:nvSpPr>
          <p:spPr>
            <a:xfrm>
              <a:off x="6155869" y="2033465"/>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22" name="object 113">
              <a:extLst>
                <a:ext uri="{FF2B5EF4-FFF2-40B4-BE49-F238E27FC236}">
                  <a16:creationId xmlns:a16="http://schemas.microsoft.com/office/drawing/2014/main" id="{77FD0509-91FE-F3F6-D432-9B9969F978ED}"/>
                </a:ext>
              </a:extLst>
            </p:cNvPr>
            <p:cNvSpPr/>
            <p:nvPr/>
          </p:nvSpPr>
          <p:spPr>
            <a:xfrm>
              <a:off x="6155869" y="2125813"/>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23" name="object 114">
              <a:extLst>
                <a:ext uri="{FF2B5EF4-FFF2-40B4-BE49-F238E27FC236}">
                  <a16:creationId xmlns:a16="http://schemas.microsoft.com/office/drawing/2014/main" id="{E1F582F2-6960-72CC-958D-63066EA9CB0B}"/>
                </a:ext>
              </a:extLst>
            </p:cNvPr>
            <p:cNvSpPr/>
            <p:nvPr/>
          </p:nvSpPr>
          <p:spPr>
            <a:xfrm>
              <a:off x="6155869" y="2229571"/>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grpSp>
      <p:sp>
        <p:nvSpPr>
          <p:cNvPr id="379" name="Rectangle 378">
            <a:extLst>
              <a:ext uri="{FF2B5EF4-FFF2-40B4-BE49-F238E27FC236}">
                <a16:creationId xmlns:a16="http://schemas.microsoft.com/office/drawing/2014/main" id="{FD87B7FD-EF1E-BA9B-8332-BEC164D59A34}"/>
              </a:ext>
            </a:extLst>
          </p:cNvPr>
          <p:cNvSpPr/>
          <p:nvPr/>
        </p:nvSpPr>
        <p:spPr>
          <a:xfrm rot="16200000">
            <a:off x="-473198" y="1650205"/>
            <a:ext cx="1465206" cy="361578"/>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LMD route modification</a:t>
            </a:r>
          </a:p>
        </p:txBody>
      </p:sp>
      <p:grpSp>
        <p:nvGrpSpPr>
          <p:cNvPr id="534" name="Group 533">
            <a:extLst>
              <a:ext uri="{FF2B5EF4-FFF2-40B4-BE49-F238E27FC236}">
                <a16:creationId xmlns:a16="http://schemas.microsoft.com/office/drawing/2014/main" id="{EF56C06B-8021-44FA-F3FA-63263A4C66DC}"/>
              </a:ext>
            </a:extLst>
          </p:cNvPr>
          <p:cNvGrpSpPr/>
          <p:nvPr/>
        </p:nvGrpSpPr>
        <p:grpSpPr>
          <a:xfrm>
            <a:off x="275312" y="4398741"/>
            <a:ext cx="6164415" cy="1687886"/>
            <a:chOff x="5911993" y="3854339"/>
            <a:chExt cx="6164415" cy="1794573"/>
          </a:xfrm>
        </p:grpSpPr>
        <p:sp>
          <p:nvSpPr>
            <p:cNvPr id="533" name="Rectangle 532">
              <a:extLst>
                <a:ext uri="{FF2B5EF4-FFF2-40B4-BE49-F238E27FC236}">
                  <a16:creationId xmlns:a16="http://schemas.microsoft.com/office/drawing/2014/main" id="{C8F793F3-6BDD-E1BA-89C8-597C37724632}"/>
                </a:ext>
              </a:extLst>
            </p:cNvPr>
            <p:cNvSpPr/>
            <p:nvPr/>
          </p:nvSpPr>
          <p:spPr>
            <a:xfrm>
              <a:off x="7877942" y="4249149"/>
              <a:ext cx="4198466" cy="1399763"/>
            </a:xfrm>
            <a:prstGeom prst="rect">
              <a:avLst/>
            </a:prstGeom>
            <a:gradFill>
              <a:gsLst>
                <a:gs pos="49000">
                  <a:srgbClr val="D4DFF1"/>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cxnSp>
          <p:nvCxnSpPr>
            <p:cNvPr id="469" name="Straight Arrow Connector 468">
              <a:extLst>
                <a:ext uri="{FF2B5EF4-FFF2-40B4-BE49-F238E27FC236}">
                  <a16:creationId xmlns:a16="http://schemas.microsoft.com/office/drawing/2014/main" id="{E7BF3B12-753E-EA5B-3A66-35526AD59E87}"/>
                </a:ext>
              </a:extLst>
            </p:cNvPr>
            <p:cNvCxnSpPr>
              <a:cxnSpLocks/>
              <a:stCxn id="482" idx="2"/>
            </p:cNvCxnSpPr>
            <p:nvPr/>
          </p:nvCxnSpPr>
          <p:spPr>
            <a:xfrm flipH="1">
              <a:off x="8937519" y="4136415"/>
              <a:ext cx="2586" cy="212304"/>
            </a:xfrm>
            <a:prstGeom prst="straightConnector1">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70" name="Elbow Connector 48">
              <a:extLst>
                <a:ext uri="{FF2B5EF4-FFF2-40B4-BE49-F238E27FC236}">
                  <a16:creationId xmlns:a16="http://schemas.microsoft.com/office/drawing/2014/main" id="{158E321E-9A59-3CCE-6529-FB6DDBC7902F}"/>
                </a:ext>
              </a:extLst>
            </p:cNvPr>
            <p:cNvCxnSpPr>
              <a:cxnSpLocks/>
              <a:stCxn id="483" idx="2"/>
              <a:endCxn id="476" idx="0"/>
            </p:cNvCxnSpPr>
            <p:nvPr/>
          </p:nvCxnSpPr>
          <p:spPr>
            <a:xfrm rot="5400000">
              <a:off x="6494137" y="4534744"/>
              <a:ext cx="185198" cy="480191"/>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71" name="Elbow Connector 51">
              <a:extLst>
                <a:ext uri="{FF2B5EF4-FFF2-40B4-BE49-F238E27FC236}">
                  <a16:creationId xmlns:a16="http://schemas.microsoft.com/office/drawing/2014/main" id="{BC7B7C28-9310-8040-1059-FAE6794BBA9C}"/>
                </a:ext>
              </a:extLst>
            </p:cNvPr>
            <p:cNvCxnSpPr>
              <a:cxnSpLocks/>
              <a:stCxn id="483" idx="2"/>
              <a:endCxn id="477" idx="0"/>
            </p:cNvCxnSpPr>
            <p:nvPr/>
          </p:nvCxnSpPr>
          <p:spPr>
            <a:xfrm rot="16200000" flipH="1">
              <a:off x="6948316" y="4560754"/>
              <a:ext cx="185201" cy="428171"/>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72" name="Elbow Connector 56">
              <a:extLst>
                <a:ext uri="{FF2B5EF4-FFF2-40B4-BE49-F238E27FC236}">
                  <a16:creationId xmlns:a16="http://schemas.microsoft.com/office/drawing/2014/main" id="{671CFDF0-CEC0-F761-3DA3-14A1396C9C16}"/>
                </a:ext>
              </a:extLst>
            </p:cNvPr>
            <p:cNvCxnSpPr>
              <a:cxnSpLocks/>
              <a:endCxn id="478" idx="0"/>
            </p:cNvCxnSpPr>
            <p:nvPr/>
          </p:nvCxnSpPr>
          <p:spPr>
            <a:xfrm rot="5400000">
              <a:off x="8578597" y="4508515"/>
              <a:ext cx="220475" cy="497371"/>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73" name="Elbow Connector 59">
              <a:extLst>
                <a:ext uri="{FF2B5EF4-FFF2-40B4-BE49-F238E27FC236}">
                  <a16:creationId xmlns:a16="http://schemas.microsoft.com/office/drawing/2014/main" id="{E03B5E0E-295D-9B26-F824-80CEDC853180}"/>
                </a:ext>
              </a:extLst>
            </p:cNvPr>
            <p:cNvCxnSpPr>
              <a:cxnSpLocks/>
              <a:endCxn id="479" idx="0"/>
            </p:cNvCxnSpPr>
            <p:nvPr/>
          </p:nvCxnSpPr>
          <p:spPr>
            <a:xfrm rot="16200000" flipH="1">
              <a:off x="9032775" y="4551707"/>
              <a:ext cx="220478" cy="410990"/>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sp>
          <p:nvSpPr>
            <p:cNvPr id="482" name="Rectangle 481">
              <a:extLst>
                <a:ext uri="{FF2B5EF4-FFF2-40B4-BE49-F238E27FC236}">
                  <a16:creationId xmlns:a16="http://schemas.microsoft.com/office/drawing/2014/main" id="{3FD535FD-869B-B32D-4216-0E552CED648D}"/>
                </a:ext>
              </a:extLst>
            </p:cNvPr>
            <p:cNvSpPr/>
            <p:nvPr/>
          </p:nvSpPr>
          <p:spPr>
            <a:xfrm>
              <a:off x="5911993" y="3854339"/>
              <a:ext cx="6056224" cy="2820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Moving towards b</a:t>
              </a:r>
              <a:r>
                <a:rPr lang="en-US" sz="1200" b="1" u="sng">
                  <a:latin typeface="Calibri" panose="020F0502020204030204" pitchFamily="34" charset="0"/>
                  <a:cs typeface="Calibri" panose="020F0502020204030204" pitchFamily="34" charset="0"/>
                </a:rPr>
                <a:t>ein</a:t>
              </a:r>
              <a:r>
                <a:rPr lang="en-US" sz="1200" b="1">
                  <a:latin typeface="Calibri" panose="020F0502020204030204" pitchFamily="34" charset="0"/>
                  <a:cs typeface="Calibri" panose="020F0502020204030204" pitchFamily="34" charset="0"/>
                </a:rPr>
                <a:t>g asset light, sustainably </a:t>
              </a:r>
            </a:p>
          </p:txBody>
        </p:sp>
        <p:sp>
          <p:nvSpPr>
            <p:cNvPr id="483" name="Rectangle 482">
              <a:extLst>
                <a:ext uri="{FF2B5EF4-FFF2-40B4-BE49-F238E27FC236}">
                  <a16:creationId xmlns:a16="http://schemas.microsoft.com/office/drawing/2014/main" id="{32BFE776-CD24-0EB5-F718-E68F65F676A5}"/>
                </a:ext>
              </a:extLst>
            </p:cNvPr>
            <p:cNvSpPr/>
            <p:nvPr/>
          </p:nvSpPr>
          <p:spPr>
            <a:xfrm>
              <a:off x="5945834" y="4386402"/>
              <a:ext cx="1761993" cy="29583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Own Fleets, Fuel-Based</a:t>
              </a:r>
            </a:p>
          </p:txBody>
        </p:sp>
        <p:sp>
          <p:nvSpPr>
            <p:cNvPr id="485" name="Rectangle 484">
              <a:extLst>
                <a:ext uri="{FF2B5EF4-FFF2-40B4-BE49-F238E27FC236}">
                  <a16:creationId xmlns:a16="http://schemas.microsoft.com/office/drawing/2014/main" id="{572B4DAC-00C2-EEC8-B013-077173AE7313}"/>
                </a:ext>
              </a:extLst>
            </p:cNvPr>
            <p:cNvSpPr/>
            <p:nvPr/>
          </p:nvSpPr>
          <p:spPr>
            <a:xfrm>
              <a:off x="9992455" y="4349071"/>
              <a:ext cx="1975762" cy="27331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P2P Network (70%)</a:t>
              </a:r>
            </a:p>
          </p:txBody>
        </p:sp>
        <p:cxnSp>
          <p:nvCxnSpPr>
            <p:cNvPr id="486" name="Elbow Connector 11">
              <a:extLst>
                <a:ext uri="{FF2B5EF4-FFF2-40B4-BE49-F238E27FC236}">
                  <a16:creationId xmlns:a16="http://schemas.microsoft.com/office/drawing/2014/main" id="{DD07C32B-32B4-23B1-07C3-3C9C5F769402}"/>
                </a:ext>
              </a:extLst>
            </p:cNvPr>
            <p:cNvCxnSpPr>
              <a:cxnSpLocks/>
            </p:cNvCxnSpPr>
            <p:nvPr/>
          </p:nvCxnSpPr>
          <p:spPr>
            <a:xfrm rot="5400000">
              <a:off x="7772623" y="3173600"/>
              <a:ext cx="204669" cy="2130298"/>
            </a:xfrm>
            <a:prstGeom prst="bentConnector3">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87" name="Elbow Connector 12">
              <a:extLst>
                <a:ext uri="{FF2B5EF4-FFF2-40B4-BE49-F238E27FC236}">
                  <a16:creationId xmlns:a16="http://schemas.microsoft.com/office/drawing/2014/main" id="{672A21A7-0AD6-5B5A-2DDE-C5B1C1E97033}"/>
                </a:ext>
              </a:extLst>
            </p:cNvPr>
            <p:cNvCxnSpPr>
              <a:cxnSpLocks/>
              <a:stCxn id="482" idx="2"/>
              <a:endCxn id="485" idx="0"/>
            </p:cNvCxnSpPr>
            <p:nvPr/>
          </p:nvCxnSpPr>
          <p:spPr>
            <a:xfrm rot="16200000" flipH="1">
              <a:off x="9853893" y="3222628"/>
              <a:ext cx="212655" cy="2040231"/>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sp>
          <p:nvSpPr>
            <p:cNvPr id="476" name="Rectangle 475">
              <a:extLst>
                <a:ext uri="{FF2B5EF4-FFF2-40B4-BE49-F238E27FC236}">
                  <a16:creationId xmlns:a16="http://schemas.microsoft.com/office/drawing/2014/main" id="{7B4113EE-CD5C-3D92-2A90-B64EE4C1660C}"/>
                </a:ext>
              </a:extLst>
            </p:cNvPr>
            <p:cNvSpPr/>
            <p:nvPr/>
          </p:nvSpPr>
          <p:spPr>
            <a:xfrm>
              <a:off x="5919825" y="4867438"/>
              <a:ext cx="853630" cy="379285"/>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2-wheeler riders</a:t>
              </a:r>
            </a:p>
          </p:txBody>
        </p:sp>
        <p:sp>
          <p:nvSpPr>
            <p:cNvPr id="477" name="Rectangle 476">
              <a:extLst>
                <a:ext uri="{FF2B5EF4-FFF2-40B4-BE49-F238E27FC236}">
                  <a16:creationId xmlns:a16="http://schemas.microsoft.com/office/drawing/2014/main" id="{EF93E5ED-3332-50D2-C601-645AAD1A5CE7}"/>
                </a:ext>
              </a:extLst>
            </p:cNvPr>
            <p:cNvSpPr/>
            <p:nvPr/>
          </p:nvSpPr>
          <p:spPr>
            <a:xfrm>
              <a:off x="6828185" y="4867441"/>
              <a:ext cx="853634" cy="379280"/>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Mini Trucks</a:t>
              </a:r>
            </a:p>
          </p:txBody>
        </p:sp>
        <p:sp>
          <p:nvSpPr>
            <p:cNvPr id="478" name="Rectangle 477">
              <a:extLst>
                <a:ext uri="{FF2B5EF4-FFF2-40B4-BE49-F238E27FC236}">
                  <a16:creationId xmlns:a16="http://schemas.microsoft.com/office/drawing/2014/main" id="{6A363B3F-3E6A-9073-9D1F-0B2CD2C7F181}"/>
                </a:ext>
              </a:extLst>
            </p:cNvPr>
            <p:cNvSpPr/>
            <p:nvPr/>
          </p:nvSpPr>
          <p:spPr>
            <a:xfrm>
              <a:off x="8013333" y="4867438"/>
              <a:ext cx="853630" cy="379285"/>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2-wheeler riders</a:t>
              </a:r>
            </a:p>
          </p:txBody>
        </p:sp>
        <p:sp>
          <p:nvSpPr>
            <p:cNvPr id="479" name="Rectangle 478">
              <a:extLst>
                <a:ext uri="{FF2B5EF4-FFF2-40B4-BE49-F238E27FC236}">
                  <a16:creationId xmlns:a16="http://schemas.microsoft.com/office/drawing/2014/main" id="{978B35AA-E914-1D40-3CCB-607FF78769C9}"/>
                </a:ext>
              </a:extLst>
            </p:cNvPr>
            <p:cNvSpPr/>
            <p:nvPr/>
          </p:nvSpPr>
          <p:spPr>
            <a:xfrm>
              <a:off x="8921692" y="4867441"/>
              <a:ext cx="853634" cy="379280"/>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Mini Trucks</a:t>
              </a:r>
            </a:p>
          </p:txBody>
        </p:sp>
        <p:sp>
          <p:nvSpPr>
            <p:cNvPr id="480" name="Rectangle 479">
              <a:extLst>
                <a:ext uri="{FF2B5EF4-FFF2-40B4-BE49-F238E27FC236}">
                  <a16:creationId xmlns:a16="http://schemas.microsoft.com/office/drawing/2014/main" id="{4669FFB2-BEA6-8FB0-98A1-5FCBEE5DC9D1}"/>
                </a:ext>
              </a:extLst>
            </p:cNvPr>
            <p:cNvSpPr/>
            <p:nvPr/>
          </p:nvSpPr>
          <p:spPr>
            <a:xfrm>
              <a:off x="9992455" y="4867435"/>
              <a:ext cx="960523" cy="379285"/>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General P2P</a:t>
              </a:r>
            </a:p>
          </p:txBody>
        </p:sp>
        <p:sp>
          <p:nvSpPr>
            <p:cNvPr id="481" name="Rectangle 480">
              <a:extLst>
                <a:ext uri="{FF2B5EF4-FFF2-40B4-BE49-F238E27FC236}">
                  <a16:creationId xmlns:a16="http://schemas.microsoft.com/office/drawing/2014/main" id="{D48E528A-C635-3CD7-2633-573572ED6C9C}"/>
                </a:ext>
              </a:extLst>
            </p:cNvPr>
            <p:cNvSpPr/>
            <p:nvPr/>
          </p:nvSpPr>
          <p:spPr>
            <a:xfrm>
              <a:off x="11007708" y="4867438"/>
              <a:ext cx="960509" cy="379280"/>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Personal P2P</a:t>
              </a:r>
            </a:p>
          </p:txBody>
        </p:sp>
        <p:cxnSp>
          <p:nvCxnSpPr>
            <p:cNvPr id="488" name="Elbow Connector 1024">
              <a:extLst>
                <a:ext uri="{FF2B5EF4-FFF2-40B4-BE49-F238E27FC236}">
                  <a16:creationId xmlns:a16="http://schemas.microsoft.com/office/drawing/2014/main" id="{09B81F7B-2E97-114C-1997-46ACE811A295}"/>
                </a:ext>
              </a:extLst>
            </p:cNvPr>
            <p:cNvCxnSpPr>
              <a:cxnSpLocks/>
              <a:stCxn id="485" idx="2"/>
              <a:endCxn id="480" idx="0"/>
            </p:cNvCxnSpPr>
            <p:nvPr/>
          </p:nvCxnSpPr>
          <p:spPr>
            <a:xfrm rot="5400000">
              <a:off x="10604000" y="4491099"/>
              <a:ext cx="245054" cy="507619"/>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89" name="Elbow Connector 1028">
              <a:extLst>
                <a:ext uri="{FF2B5EF4-FFF2-40B4-BE49-F238E27FC236}">
                  <a16:creationId xmlns:a16="http://schemas.microsoft.com/office/drawing/2014/main" id="{35A660FA-6F82-8EB8-0B0F-F0339C2E1794}"/>
                </a:ext>
              </a:extLst>
            </p:cNvPr>
            <p:cNvCxnSpPr>
              <a:cxnSpLocks/>
              <a:stCxn id="485" idx="2"/>
              <a:endCxn id="481" idx="0"/>
            </p:cNvCxnSpPr>
            <p:nvPr/>
          </p:nvCxnSpPr>
          <p:spPr>
            <a:xfrm rot="16200000" flipH="1">
              <a:off x="11111621" y="4491095"/>
              <a:ext cx="245057" cy="507627"/>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sp>
          <p:nvSpPr>
            <p:cNvPr id="499" name="Pentagon 60">
              <a:extLst>
                <a:ext uri="{FF2B5EF4-FFF2-40B4-BE49-F238E27FC236}">
                  <a16:creationId xmlns:a16="http://schemas.microsoft.com/office/drawing/2014/main" id="{9C107D7C-9162-4E9F-26D7-50652C08CC21}"/>
                </a:ext>
              </a:extLst>
            </p:cNvPr>
            <p:cNvSpPr/>
            <p:nvPr/>
          </p:nvSpPr>
          <p:spPr>
            <a:xfrm>
              <a:off x="5911994" y="5329614"/>
              <a:ext cx="1769826" cy="238151"/>
            </a:xfrm>
            <a:prstGeom prst="homePlat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latin typeface="Calibri" panose="020F0502020204030204" pitchFamily="34" charset="0"/>
                  <a:cs typeface="Calibri" panose="020F0502020204030204" pitchFamily="34" charset="0"/>
                </a:rPr>
                <a:t>Current Position</a:t>
              </a:r>
            </a:p>
          </p:txBody>
        </p:sp>
        <p:sp>
          <p:nvSpPr>
            <p:cNvPr id="500" name="Chevron 61">
              <a:extLst>
                <a:ext uri="{FF2B5EF4-FFF2-40B4-BE49-F238E27FC236}">
                  <a16:creationId xmlns:a16="http://schemas.microsoft.com/office/drawing/2014/main" id="{4B0154C9-64F8-4A1F-5AD8-6160E38E7A4D}"/>
                </a:ext>
              </a:extLst>
            </p:cNvPr>
            <p:cNvSpPr/>
            <p:nvPr/>
          </p:nvSpPr>
          <p:spPr>
            <a:xfrm>
              <a:off x="8013333" y="5312664"/>
              <a:ext cx="3970521" cy="287666"/>
            </a:xfrm>
            <a:prstGeom prst="chevron">
              <a:avLst/>
            </a:prstGeom>
            <a:gradFill>
              <a:gsLst>
                <a:gs pos="0">
                  <a:schemeClr val="accent6"/>
                </a:gs>
                <a:gs pos="62000">
                  <a:schemeClr val="accent6">
                    <a:lumMod val="50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bg1"/>
                  </a:solidFill>
                  <a:latin typeface="Calibri" panose="020F0502020204030204" pitchFamily="34" charset="0"/>
                  <a:cs typeface="Calibri" panose="020F0502020204030204" pitchFamily="34" charset="0"/>
                </a:rPr>
                <a:t>Future Position: Asset Light &amp; Sustainable</a:t>
              </a:r>
            </a:p>
          </p:txBody>
        </p:sp>
        <p:sp>
          <p:nvSpPr>
            <p:cNvPr id="532" name="Rectangle 531">
              <a:extLst>
                <a:ext uri="{FF2B5EF4-FFF2-40B4-BE49-F238E27FC236}">
                  <a16:creationId xmlns:a16="http://schemas.microsoft.com/office/drawing/2014/main" id="{8E2E8C3F-6990-C826-B192-4C90EAFE32E8}"/>
                </a:ext>
              </a:extLst>
            </p:cNvPr>
            <p:cNvSpPr/>
            <p:nvPr/>
          </p:nvSpPr>
          <p:spPr>
            <a:xfrm>
              <a:off x="7951038" y="4336942"/>
              <a:ext cx="1761993" cy="29583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Outsourced EVs (30%)</a:t>
              </a:r>
            </a:p>
          </p:txBody>
        </p:sp>
      </p:grpSp>
      <p:sp>
        <p:nvSpPr>
          <p:cNvPr id="538" name="Rectangle 537">
            <a:extLst>
              <a:ext uri="{FF2B5EF4-FFF2-40B4-BE49-F238E27FC236}">
                <a16:creationId xmlns:a16="http://schemas.microsoft.com/office/drawing/2014/main" id="{7FFC5386-E616-694A-3F19-32E1966A12B2}"/>
              </a:ext>
            </a:extLst>
          </p:cNvPr>
          <p:cNvSpPr/>
          <p:nvPr/>
        </p:nvSpPr>
        <p:spPr>
          <a:xfrm>
            <a:off x="5619930" y="3754958"/>
            <a:ext cx="1402258" cy="32893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IN" sz="1200" i="0">
                <a:solidFill>
                  <a:schemeClr val="tx1"/>
                </a:solidFill>
                <a:effectLst/>
                <a:cs typeface="Calibri" panose="020F0502020204030204" pitchFamily="34" charset="0"/>
              </a:rPr>
              <a:t>3D Packing Optimization</a:t>
            </a:r>
            <a:endParaRPr lang="en-IN" sz="1200">
              <a:solidFill>
                <a:schemeClr val="tx1"/>
              </a:solidFill>
              <a:cs typeface="Calibri" panose="020F0502020204030204" pitchFamily="34" charset="0"/>
            </a:endParaRPr>
          </a:p>
        </p:txBody>
      </p:sp>
      <p:grpSp>
        <p:nvGrpSpPr>
          <p:cNvPr id="39" name="Group 38">
            <a:extLst>
              <a:ext uri="{FF2B5EF4-FFF2-40B4-BE49-F238E27FC236}">
                <a16:creationId xmlns:a16="http://schemas.microsoft.com/office/drawing/2014/main" id="{C690075F-BF35-D8D4-FEB5-DD63D0452075}"/>
              </a:ext>
            </a:extLst>
          </p:cNvPr>
          <p:cNvGrpSpPr/>
          <p:nvPr/>
        </p:nvGrpSpPr>
        <p:grpSpPr>
          <a:xfrm>
            <a:off x="3671246" y="3089234"/>
            <a:ext cx="739293" cy="400802"/>
            <a:chOff x="-2858834" y="4225729"/>
            <a:chExt cx="739293" cy="400802"/>
          </a:xfrm>
        </p:grpSpPr>
        <p:sp>
          <p:nvSpPr>
            <p:cNvPr id="3" name="ee4pHeader1">
              <a:extLst>
                <a:ext uri="{FF2B5EF4-FFF2-40B4-BE49-F238E27FC236}">
                  <a16:creationId xmlns:a16="http://schemas.microsoft.com/office/drawing/2014/main" id="{2259FE9C-B213-2BCF-E357-A70B3DB47EE4}"/>
                </a:ext>
              </a:extLst>
            </p:cNvPr>
            <p:cNvSpPr>
              <a:spLocks noChangeArrowheads="1"/>
            </p:cNvSpPr>
            <p:nvPr>
              <p:custDataLst>
                <p:tags r:id="rId3"/>
              </p:custDataLst>
            </p:nvPr>
          </p:nvSpPr>
          <p:spPr bwMode="gray">
            <a:xfrm rot="5400000">
              <a:off x="-2689588" y="4056483"/>
              <a:ext cx="400802" cy="739293"/>
            </a:xfrm>
            <a:prstGeom prst="homePlate">
              <a:avLst>
                <a:gd name="adj" fmla="val 12004"/>
              </a:avLst>
            </a:prstGeom>
            <a:solidFill>
              <a:schemeClr val="accent1">
                <a:lumMod val="50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ym typeface="Trebuchet MS" panose="020B0603020202020204" pitchFamily="34" charset="0"/>
              </a:endParaRPr>
            </a:p>
          </p:txBody>
        </p:sp>
        <p:sp>
          <p:nvSpPr>
            <p:cNvPr id="7" name="TextBox 6">
              <a:extLst>
                <a:ext uri="{FF2B5EF4-FFF2-40B4-BE49-F238E27FC236}">
                  <a16:creationId xmlns:a16="http://schemas.microsoft.com/office/drawing/2014/main" id="{57E3D1B2-D9C3-46EB-5CD1-A6200AA327AC}"/>
                </a:ext>
              </a:extLst>
            </p:cNvPr>
            <p:cNvSpPr txBox="1"/>
            <p:nvPr/>
          </p:nvSpPr>
          <p:spPr>
            <a:xfrm>
              <a:off x="-2820368" y="4294826"/>
              <a:ext cx="689612" cy="276999"/>
            </a:xfrm>
            <a:prstGeom prst="rect">
              <a:avLst/>
            </a:prstGeom>
            <a:noFill/>
          </p:spPr>
          <p:txBody>
            <a:bodyPr wrap="none" rtlCol="0">
              <a:spAutoFit/>
            </a:bodyPr>
            <a:lstStyle/>
            <a:p>
              <a:r>
                <a:rPr lang="en-US" sz="1200"/>
                <a:t>City WH</a:t>
              </a:r>
            </a:p>
          </p:txBody>
        </p:sp>
      </p:grpSp>
      <p:grpSp>
        <p:nvGrpSpPr>
          <p:cNvPr id="38" name="Group 37">
            <a:extLst>
              <a:ext uri="{FF2B5EF4-FFF2-40B4-BE49-F238E27FC236}">
                <a16:creationId xmlns:a16="http://schemas.microsoft.com/office/drawing/2014/main" id="{A48170DA-5E18-1952-F87C-774CAA65CEE7}"/>
              </a:ext>
            </a:extLst>
          </p:cNvPr>
          <p:cNvGrpSpPr/>
          <p:nvPr/>
        </p:nvGrpSpPr>
        <p:grpSpPr>
          <a:xfrm>
            <a:off x="4690333" y="3104324"/>
            <a:ext cx="781111" cy="400803"/>
            <a:chOff x="-2871176" y="4642424"/>
            <a:chExt cx="781111" cy="400803"/>
          </a:xfrm>
        </p:grpSpPr>
        <p:sp>
          <p:nvSpPr>
            <p:cNvPr id="4" name="ee4pHeader2">
              <a:extLst>
                <a:ext uri="{FF2B5EF4-FFF2-40B4-BE49-F238E27FC236}">
                  <a16:creationId xmlns:a16="http://schemas.microsoft.com/office/drawing/2014/main" id="{FEAE5F2F-7A57-684D-595D-EDEC420889B1}"/>
                </a:ext>
              </a:extLst>
            </p:cNvPr>
            <p:cNvSpPr>
              <a:spLocks noChangeArrowheads="1"/>
            </p:cNvSpPr>
            <p:nvPr>
              <p:custDataLst>
                <p:tags r:id="rId2"/>
              </p:custDataLst>
            </p:nvPr>
          </p:nvSpPr>
          <p:spPr bwMode="gray">
            <a:xfrm rot="5400000">
              <a:off x="-2687788" y="4474980"/>
              <a:ext cx="400803" cy="735692"/>
            </a:xfrm>
            <a:prstGeom prst="chevron">
              <a:avLst>
                <a:gd name="adj" fmla="val 12004"/>
              </a:avLst>
            </a:prstGeom>
            <a:solidFill>
              <a:schemeClr val="accent1">
                <a:lumMod val="75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ym typeface="Trebuchet MS" panose="020B0603020202020204" pitchFamily="34" charset="0"/>
              </a:endParaRPr>
            </a:p>
          </p:txBody>
        </p:sp>
        <p:sp>
          <p:nvSpPr>
            <p:cNvPr id="8" name="TextBox 7">
              <a:extLst>
                <a:ext uri="{FF2B5EF4-FFF2-40B4-BE49-F238E27FC236}">
                  <a16:creationId xmlns:a16="http://schemas.microsoft.com/office/drawing/2014/main" id="{5650274F-BE01-A8AE-DB86-A10FFF3BFCE1}"/>
                </a:ext>
              </a:extLst>
            </p:cNvPr>
            <p:cNvSpPr txBox="1"/>
            <p:nvPr/>
          </p:nvSpPr>
          <p:spPr>
            <a:xfrm>
              <a:off x="-2871176" y="4700276"/>
              <a:ext cx="781111" cy="276999"/>
            </a:xfrm>
            <a:prstGeom prst="rect">
              <a:avLst/>
            </a:prstGeom>
            <a:noFill/>
          </p:spPr>
          <p:txBody>
            <a:bodyPr wrap="none" rtlCol="0">
              <a:spAutoFit/>
            </a:bodyPr>
            <a:lstStyle/>
            <a:p>
              <a:r>
                <a:rPr lang="en-US" sz="1200"/>
                <a:t>Transport</a:t>
              </a:r>
            </a:p>
          </p:txBody>
        </p:sp>
      </p:grpSp>
      <p:grpSp>
        <p:nvGrpSpPr>
          <p:cNvPr id="37" name="Group 36">
            <a:extLst>
              <a:ext uri="{FF2B5EF4-FFF2-40B4-BE49-F238E27FC236}">
                <a16:creationId xmlns:a16="http://schemas.microsoft.com/office/drawing/2014/main" id="{21F76FF0-D6B6-816D-C5C6-92FEB21413C3}"/>
              </a:ext>
            </a:extLst>
          </p:cNvPr>
          <p:cNvGrpSpPr/>
          <p:nvPr/>
        </p:nvGrpSpPr>
        <p:grpSpPr>
          <a:xfrm>
            <a:off x="5930814" y="3059917"/>
            <a:ext cx="893193" cy="400803"/>
            <a:chOff x="-2886967" y="5059500"/>
            <a:chExt cx="893193" cy="400803"/>
          </a:xfrm>
        </p:grpSpPr>
        <p:sp>
          <p:nvSpPr>
            <p:cNvPr id="5" name="ee4pHeader2">
              <a:extLst>
                <a:ext uri="{FF2B5EF4-FFF2-40B4-BE49-F238E27FC236}">
                  <a16:creationId xmlns:a16="http://schemas.microsoft.com/office/drawing/2014/main" id="{01E07BB4-7F7B-3D98-9C52-AA2DB56FC003}"/>
                </a:ext>
              </a:extLst>
            </p:cNvPr>
            <p:cNvSpPr>
              <a:spLocks noChangeArrowheads="1"/>
            </p:cNvSpPr>
            <p:nvPr>
              <p:custDataLst>
                <p:tags r:id="rId1"/>
              </p:custDataLst>
            </p:nvPr>
          </p:nvSpPr>
          <p:spPr bwMode="gray">
            <a:xfrm rot="5400000">
              <a:off x="-2687788" y="4892056"/>
              <a:ext cx="400803" cy="735692"/>
            </a:xfrm>
            <a:prstGeom prst="chevron">
              <a:avLst>
                <a:gd name="adj" fmla="val 12004"/>
              </a:avLst>
            </a:prstGeom>
            <a:solidFill>
              <a:schemeClr val="accent1">
                <a:lumMod val="60000"/>
                <a:lumOff val="40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ym typeface="Trebuchet MS" panose="020B0603020202020204" pitchFamily="34" charset="0"/>
              </a:endParaRPr>
            </a:p>
          </p:txBody>
        </p:sp>
        <p:sp>
          <p:nvSpPr>
            <p:cNvPr id="9" name="TextBox 8">
              <a:extLst>
                <a:ext uri="{FF2B5EF4-FFF2-40B4-BE49-F238E27FC236}">
                  <a16:creationId xmlns:a16="http://schemas.microsoft.com/office/drawing/2014/main" id="{F0B7A8E5-4FC4-4849-97C7-C13DE34FD655}"/>
                </a:ext>
              </a:extLst>
            </p:cNvPr>
            <p:cNvSpPr txBox="1"/>
            <p:nvPr/>
          </p:nvSpPr>
          <p:spPr>
            <a:xfrm>
              <a:off x="-2886967" y="5098325"/>
              <a:ext cx="893193" cy="276999"/>
            </a:xfrm>
            <a:prstGeom prst="rect">
              <a:avLst/>
            </a:prstGeom>
            <a:noFill/>
          </p:spPr>
          <p:txBody>
            <a:bodyPr wrap="none" rtlCol="0">
              <a:spAutoFit/>
            </a:bodyPr>
            <a:lstStyle/>
            <a:p>
              <a:r>
                <a:rPr lang="en-US" sz="1200"/>
                <a:t>Distributor </a:t>
              </a:r>
            </a:p>
          </p:txBody>
        </p:sp>
      </p:grpSp>
      <p:grpSp>
        <p:nvGrpSpPr>
          <p:cNvPr id="21" name="Group 20">
            <a:extLst>
              <a:ext uri="{FF2B5EF4-FFF2-40B4-BE49-F238E27FC236}">
                <a16:creationId xmlns:a16="http://schemas.microsoft.com/office/drawing/2014/main" id="{169A50A3-F8BF-0421-08F1-3DA398D06F87}"/>
              </a:ext>
            </a:extLst>
          </p:cNvPr>
          <p:cNvGrpSpPr/>
          <p:nvPr/>
        </p:nvGrpSpPr>
        <p:grpSpPr>
          <a:xfrm>
            <a:off x="5598029" y="3405171"/>
            <a:ext cx="1402258" cy="326439"/>
            <a:chOff x="10161060" y="2812392"/>
            <a:chExt cx="3298245" cy="330708"/>
          </a:xfrm>
        </p:grpSpPr>
        <p:sp>
          <p:nvSpPr>
            <p:cNvPr id="22" name="Rectangle 21">
              <a:extLst>
                <a:ext uri="{FF2B5EF4-FFF2-40B4-BE49-F238E27FC236}">
                  <a16:creationId xmlns:a16="http://schemas.microsoft.com/office/drawing/2014/main" id="{70524463-A694-19C3-138B-1827AD0342D3}"/>
                </a:ext>
              </a:extLst>
            </p:cNvPr>
            <p:cNvSpPr/>
            <p:nvPr/>
          </p:nvSpPr>
          <p:spPr>
            <a:xfrm>
              <a:off x="10161060" y="2812392"/>
              <a:ext cx="3298245"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1"/>
                </a:solidFill>
              </a:endParaRPr>
            </a:p>
          </p:txBody>
        </p:sp>
        <p:sp>
          <p:nvSpPr>
            <p:cNvPr id="23" name="TextBox 22">
              <a:extLst>
                <a:ext uri="{FF2B5EF4-FFF2-40B4-BE49-F238E27FC236}">
                  <a16:creationId xmlns:a16="http://schemas.microsoft.com/office/drawing/2014/main" id="{2839AD4C-96A8-F613-21A9-096C2E85A7DE}"/>
                </a:ext>
              </a:extLst>
            </p:cNvPr>
            <p:cNvSpPr txBox="1"/>
            <p:nvPr/>
          </p:nvSpPr>
          <p:spPr>
            <a:xfrm>
              <a:off x="10221812" y="2840777"/>
              <a:ext cx="2572179" cy="265031"/>
            </a:xfrm>
            <a:prstGeom prst="rect">
              <a:avLst/>
            </a:prstGeom>
            <a:noFill/>
          </p:spPr>
          <p:txBody>
            <a:bodyPr wrap="none" rtlCol="0">
              <a:spAutoFit/>
            </a:bodyPr>
            <a:lstStyle/>
            <a:p>
              <a:r>
                <a:rPr lang="en-US" sz="1100"/>
                <a:t>Re-</a:t>
              </a:r>
              <a:r>
                <a:rPr lang="en-US" sz="1100" err="1"/>
                <a:t>optimisation</a:t>
              </a:r>
              <a:endParaRPr lang="en-US" sz="1100"/>
            </a:p>
          </p:txBody>
        </p:sp>
      </p:grpSp>
      <p:grpSp>
        <p:nvGrpSpPr>
          <p:cNvPr id="24" name="Group 23">
            <a:extLst>
              <a:ext uri="{FF2B5EF4-FFF2-40B4-BE49-F238E27FC236}">
                <a16:creationId xmlns:a16="http://schemas.microsoft.com/office/drawing/2014/main" id="{395E5A1A-B026-7861-3113-0E2862380CF3}"/>
              </a:ext>
            </a:extLst>
          </p:cNvPr>
          <p:cNvGrpSpPr/>
          <p:nvPr/>
        </p:nvGrpSpPr>
        <p:grpSpPr>
          <a:xfrm>
            <a:off x="3478019" y="3348139"/>
            <a:ext cx="1005403" cy="330708"/>
            <a:chOff x="10114365" y="2812392"/>
            <a:chExt cx="1431042" cy="330708"/>
          </a:xfrm>
        </p:grpSpPr>
        <p:sp>
          <p:nvSpPr>
            <p:cNvPr id="25" name="Rectangle 24">
              <a:extLst>
                <a:ext uri="{FF2B5EF4-FFF2-40B4-BE49-F238E27FC236}">
                  <a16:creationId xmlns:a16="http://schemas.microsoft.com/office/drawing/2014/main" id="{54133CF0-7500-950E-E084-82D0657E7BF7}"/>
                </a:ext>
              </a:extLst>
            </p:cNvPr>
            <p:cNvSpPr/>
            <p:nvPr/>
          </p:nvSpPr>
          <p:spPr>
            <a:xfrm>
              <a:off x="10161064" y="2812392"/>
              <a:ext cx="1293744"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solidFill>
                  <a:schemeClr val="tx1"/>
                </a:solidFill>
              </a:endParaRPr>
            </a:p>
          </p:txBody>
        </p:sp>
        <p:sp>
          <p:nvSpPr>
            <p:cNvPr id="26" name="TextBox 25">
              <a:extLst>
                <a:ext uri="{FF2B5EF4-FFF2-40B4-BE49-F238E27FC236}">
                  <a16:creationId xmlns:a16="http://schemas.microsoft.com/office/drawing/2014/main" id="{ADF9754C-55F9-847F-7D07-BC5751CFB385}"/>
                </a:ext>
              </a:extLst>
            </p:cNvPr>
            <p:cNvSpPr txBox="1"/>
            <p:nvPr/>
          </p:nvSpPr>
          <p:spPr>
            <a:xfrm>
              <a:off x="10114365" y="2850653"/>
              <a:ext cx="1431042" cy="261610"/>
            </a:xfrm>
            <a:prstGeom prst="rect">
              <a:avLst/>
            </a:prstGeom>
            <a:noFill/>
          </p:spPr>
          <p:txBody>
            <a:bodyPr wrap="none" rtlCol="0">
              <a:spAutoFit/>
            </a:bodyPr>
            <a:lstStyle/>
            <a:p>
              <a:r>
                <a:rPr lang="en-US" sz="1100"/>
                <a:t>Green Packing</a:t>
              </a:r>
            </a:p>
          </p:txBody>
        </p:sp>
      </p:grpSp>
      <p:grpSp>
        <p:nvGrpSpPr>
          <p:cNvPr id="27" name="Group 26">
            <a:extLst>
              <a:ext uri="{FF2B5EF4-FFF2-40B4-BE49-F238E27FC236}">
                <a16:creationId xmlns:a16="http://schemas.microsoft.com/office/drawing/2014/main" id="{88A03647-1C73-0AC7-54AF-A4DDD01850F0}"/>
              </a:ext>
            </a:extLst>
          </p:cNvPr>
          <p:cNvGrpSpPr/>
          <p:nvPr/>
        </p:nvGrpSpPr>
        <p:grpSpPr>
          <a:xfrm>
            <a:off x="4518626" y="3367442"/>
            <a:ext cx="1053494" cy="330708"/>
            <a:chOff x="10047784" y="2812392"/>
            <a:chExt cx="1879357" cy="330708"/>
          </a:xfrm>
        </p:grpSpPr>
        <p:sp>
          <p:nvSpPr>
            <p:cNvPr id="28" name="Rectangle 27">
              <a:extLst>
                <a:ext uri="{FF2B5EF4-FFF2-40B4-BE49-F238E27FC236}">
                  <a16:creationId xmlns:a16="http://schemas.microsoft.com/office/drawing/2014/main" id="{39388399-76EB-2D31-9636-62AA83541F1E}"/>
                </a:ext>
              </a:extLst>
            </p:cNvPr>
            <p:cNvSpPr/>
            <p:nvPr/>
          </p:nvSpPr>
          <p:spPr>
            <a:xfrm>
              <a:off x="10161062" y="2812392"/>
              <a:ext cx="1611053"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1"/>
                </a:solidFill>
              </a:endParaRPr>
            </a:p>
          </p:txBody>
        </p:sp>
        <p:sp>
          <p:nvSpPr>
            <p:cNvPr id="29" name="TextBox 28">
              <a:extLst>
                <a:ext uri="{FF2B5EF4-FFF2-40B4-BE49-F238E27FC236}">
                  <a16:creationId xmlns:a16="http://schemas.microsoft.com/office/drawing/2014/main" id="{1A1BE7D5-8ED2-72DF-48BB-8FC6B1C5D6D9}"/>
                </a:ext>
              </a:extLst>
            </p:cNvPr>
            <p:cNvSpPr txBox="1"/>
            <p:nvPr/>
          </p:nvSpPr>
          <p:spPr>
            <a:xfrm>
              <a:off x="10047784" y="2858060"/>
              <a:ext cx="1879357" cy="261610"/>
            </a:xfrm>
            <a:prstGeom prst="rect">
              <a:avLst/>
            </a:prstGeom>
            <a:noFill/>
          </p:spPr>
          <p:txBody>
            <a:bodyPr wrap="none" rtlCol="0">
              <a:spAutoFit/>
            </a:bodyPr>
            <a:lstStyle/>
            <a:p>
              <a:r>
                <a:rPr lang="en-US" sz="1100"/>
                <a:t>Dynamic Route</a:t>
              </a:r>
            </a:p>
          </p:txBody>
        </p:sp>
      </p:grpSp>
      <p:grpSp>
        <p:nvGrpSpPr>
          <p:cNvPr id="30" name="Group 29">
            <a:extLst>
              <a:ext uri="{FF2B5EF4-FFF2-40B4-BE49-F238E27FC236}">
                <a16:creationId xmlns:a16="http://schemas.microsoft.com/office/drawing/2014/main" id="{68934118-96CF-BD98-10C7-E1255B997BFC}"/>
              </a:ext>
            </a:extLst>
          </p:cNvPr>
          <p:cNvGrpSpPr/>
          <p:nvPr/>
        </p:nvGrpSpPr>
        <p:grpSpPr>
          <a:xfrm>
            <a:off x="3456415" y="3731610"/>
            <a:ext cx="1128835" cy="330708"/>
            <a:chOff x="10053617" y="2812392"/>
            <a:chExt cx="1874805" cy="330708"/>
          </a:xfrm>
        </p:grpSpPr>
        <p:sp>
          <p:nvSpPr>
            <p:cNvPr id="31" name="Rectangle 30">
              <a:extLst>
                <a:ext uri="{FF2B5EF4-FFF2-40B4-BE49-F238E27FC236}">
                  <a16:creationId xmlns:a16="http://schemas.microsoft.com/office/drawing/2014/main" id="{3FDA241F-69F6-1086-5C8B-F9BB867422A3}"/>
                </a:ext>
              </a:extLst>
            </p:cNvPr>
            <p:cNvSpPr/>
            <p:nvPr/>
          </p:nvSpPr>
          <p:spPr>
            <a:xfrm>
              <a:off x="10161062" y="2812392"/>
              <a:ext cx="1611053"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solidFill>
                  <a:schemeClr val="tx1"/>
                </a:solidFill>
              </a:endParaRPr>
            </a:p>
          </p:txBody>
        </p:sp>
        <p:sp>
          <p:nvSpPr>
            <p:cNvPr id="32" name="TextBox 31">
              <a:extLst>
                <a:ext uri="{FF2B5EF4-FFF2-40B4-BE49-F238E27FC236}">
                  <a16:creationId xmlns:a16="http://schemas.microsoft.com/office/drawing/2014/main" id="{E8D42651-359D-9E96-24BB-8990B45AC5AA}"/>
                </a:ext>
              </a:extLst>
            </p:cNvPr>
            <p:cNvSpPr txBox="1"/>
            <p:nvPr/>
          </p:nvSpPr>
          <p:spPr>
            <a:xfrm>
              <a:off x="10053617" y="2850653"/>
              <a:ext cx="1874805" cy="261610"/>
            </a:xfrm>
            <a:prstGeom prst="rect">
              <a:avLst/>
            </a:prstGeom>
            <a:noFill/>
          </p:spPr>
          <p:txBody>
            <a:bodyPr wrap="none" rtlCol="0">
              <a:spAutoFit/>
            </a:bodyPr>
            <a:lstStyle/>
            <a:p>
              <a:r>
                <a:rPr lang="en-US" sz="1100"/>
                <a:t>Optimal linehaul</a:t>
              </a:r>
            </a:p>
          </p:txBody>
        </p:sp>
      </p:grpSp>
      <p:grpSp>
        <p:nvGrpSpPr>
          <p:cNvPr id="33" name="Group 32">
            <a:extLst>
              <a:ext uri="{FF2B5EF4-FFF2-40B4-BE49-F238E27FC236}">
                <a16:creationId xmlns:a16="http://schemas.microsoft.com/office/drawing/2014/main" id="{373BC03B-CAA4-E692-1B72-A9591D6C95F1}"/>
              </a:ext>
            </a:extLst>
          </p:cNvPr>
          <p:cNvGrpSpPr/>
          <p:nvPr/>
        </p:nvGrpSpPr>
        <p:grpSpPr>
          <a:xfrm>
            <a:off x="4506773" y="3740278"/>
            <a:ext cx="1027037" cy="330708"/>
            <a:chOff x="10057808" y="2812392"/>
            <a:chExt cx="1714307" cy="330708"/>
          </a:xfrm>
        </p:grpSpPr>
        <p:sp>
          <p:nvSpPr>
            <p:cNvPr id="34" name="Rectangle 33">
              <a:extLst>
                <a:ext uri="{FF2B5EF4-FFF2-40B4-BE49-F238E27FC236}">
                  <a16:creationId xmlns:a16="http://schemas.microsoft.com/office/drawing/2014/main" id="{35212C91-7169-6D5A-8A70-CAC671CF7E42}"/>
                </a:ext>
              </a:extLst>
            </p:cNvPr>
            <p:cNvSpPr/>
            <p:nvPr/>
          </p:nvSpPr>
          <p:spPr>
            <a:xfrm>
              <a:off x="10161062" y="2812392"/>
              <a:ext cx="1611053"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1"/>
                </a:solidFill>
              </a:endParaRPr>
            </a:p>
          </p:txBody>
        </p:sp>
        <p:sp>
          <p:nvSpPr>
            <p:cNvPr id="35" name="TextBox 34">
              <a:extLst>
                <a:ext uri="{FF2B5EF4-FFF2-40B4-BE49-F238E27FC236}">
                  <a16:creationId xmlns:a16="http://schemas.microsoft.com/office/drawing/2014/main" id="{FD1A8150-1532-1BFF-D16D-B466DFC1D6D6}"/>
                </a:ext>
              </a:extLst>
            </p:cNvPr>
            <p:cNvSpPr txBox="1"/>
            <p:nvPr/>
          </p:nvSpPr>
          <p:spPr>
            <a:xfrm>
              <a:off x="10057808" y="2839231"/>
              <a:ext cx="1426681" cy="261610"/>
            </a:xfrm>
            <a:prstGeom prst="rect">
              <a:avLst/>
            </a:prstGeom>
            <a:noFill/>
          </p:spPr>
          <p:txBody>
            <a:bodyPr wrap="none" rtlCol="0">
              <a:spAutoFit/>
            </a:bodyPr>
            <a:lstStyle/>
            <a:p>
              <a:r>
                <a:rPr lang="en-US" sz="1100"/>
                <a:t>Green Fleet</a:t>
              </a:r>
            </a:p>
          </p:txBody>
        </p:sp>
      </p:grpSp>
      <p:cxnSp>
        <p:nvCxnSpPr>
          <p:cNvPr id="43" name="Straight Arrow Connector 42">
            <a:extLst>
              <a:ext uri="{FF2B5EF4-FFF2-40B4-BE49-F238E27FC236}">
                <a16:creationId xmlns:a16="http://schemas.microsoft.com/office/drawing/2014/main" id="{CFF113F0-984B-E2EE-69EE-8BF920AEABB6}"/>
              </a:ext>
            </a:extLst>
          </p:cNvPr>
          <p:cNvCxnSpPr>
            <a:cxnSpLocks/>
            <a:stCxn id="399" idx="3"/>
          </p:cNvCxnSpPr>
          <p:nvPr/>
        </p:nvCxnSpPr>
        <p:spPr>
          <a:xfrm>
            <a:off x="8958208" y="1767304"/>
            <a:ext cx="1592552" cy="546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pic>
        <p:nvPicPr>
          <p:cNvPr id="20" name="Picture 19">
            <a:extLst>
              <a:ext uri="{FF2B5EF4-FFF2-40B4-BE49-F238E27FC236}">
                <a16:creationId xmlns:a16="http://schemas.microsoft.com/office/drawing/2014/main" id="{9B05B5A2-D18F-D087-7DA0-99DCF4DDF572}"/>
              </a:ext>
            </a:extLst>
          </p:cNvPr>
          <p:cNvPicPr>
            <a:picLocks noChangeAspect="1"/>
          </p:cNvPicPr>
          <p:nvPr/>
        </p:nvPicPr>
        <p:blipFill rotWithShape="1">
          <a:blip r:embed="rId16"/>
          <a:srcRect l="6319" t="22368" r="5602" b="35143"/>
          <a:stretch/>
        </p:blipFill>
        <p:spPr>
          <a:xfrm>
            <a:off x="674084" y="1803975"/>
            <a:ext cx="633286" cy="305498"/>
          </a:xfrm>
          <a:prstGeom prst="rect">
            <a:avLst/>
          </a:prstGeom>
        </p:spPr>
      </p:pic>
      <p:grpSp>
        <p:nvGrpSpPr>
          <p:cNvPr id="456" name="Group 455">
            <a:extLst>
              <a:ext uri="{FF2B5EF4-FFF2-40B4-BE49-F238E27FC236}">
                <a16:creationId xmlns:a16="http://schemas.microsoft.com/office/drawing/2014/main" id="{33B9DBE9-8C20-2EF7-C863-F419CC9BD165}"/>
              </a:ext>
            </a:extLst>
          </p:cNvPr>
          <p:cNvGrpSpPr/>
          <p:nvPr/>
        </p:nvGrpSpPr>
        <p:grpSpPr>
          <a:xfrm rot="5400000" flipV="1">
            <a:off x="7376435" y="-477310"/>
            <a:ext cx="407811" cy="2405862"/>
            <a:chOff x="73946" y="1635654"/>
            <a:chExt cx="1074355" cy="2247618"/>
          </a:xfrm>
          <a:solidFill>
            <a:schemeClr val="accent1">
              <a:lumMod val="50000"/>
            </a:schemeClr>
          </a:solidFill>
          <a:effectLst>
            <a:outerShdw blurRad="50800" dist="38100" algn="l" rotWithShape="0">
              <a:prstClr val="black">
                <a:alpha val="40000"/>
              </a:prstClr>
            </a:outerShdw>
          </a:effectLst>
        </p:grpSpPr>
        <p:sp>
          <p:nvSpPr>
            <p:cNvPr id="457" name="Chevron 46">
              <a:extLst>
                <a:ext uri="{FF2B5EF4-FFF2-40B4-BE49-F238E27FC236}">
                  <a16:creationId xmlns:a16="http://schemas.microsoft.com/office/drawing/2014/main" id="{E633A123-4E14-5C21-9C5C-D16EADC690A9}"/>
                </a:ext>
              </a:extLst>
            </p:cNvPr>
            <p:cNvSpPr/>
            <p:nvPr/>
          </p:nvSpPr>
          <p:spPr>
            <a:xfrm rot="5400000">
              <a:off x="-512685" y="2222285"/>
              <a:ext cx="2247618" cy="1074355"/>
            </a:xfrm>
            <a:prstGeom prst="chevron">
              <a:avLst>
                <a:gd name="adj" fmla="val 26997"/>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b="1">
                <a:solidFill>
                  <a:schemeClr val="tx1"/>
                </a:solidFill>
                <a:latin typeface="Calibri" panose="020F0502020204030204" pitchFamily="34" charset="0"/>
                <a:cs typeface="Calibri" panose="020F0502020204030204" pitchFamily="34" charset="0"/>
              </a:endParaRPr>
            </a:p>
          </p:txBody>
        </p:sp>
        <p:sp>
          <p:nvSpPr>
            <p:cNvPr id="458" name="TextBox 457">
              <a:extLst>
                <a:ext uri="{FF2B5EF4-FFF2-40B4-BE49-F238E27FC236}">
                  <a16:creationId xmlns:a16="http://schemas.microsoft.com/office/drawing/2014/main" id="{30C927E6-C012-F0CC-4F57-FE6303327DF9}"/>
                </a:ext>
              </a:extLst>
            </p:cNvPr>
            <p:cNvSpPr txBox="1"/>
            <p:nvPr/>
          </p:nvSpPr>
          <p:spPr>
            <a:xfrm rot="16200000">
              <a:off x="-436923" y="2438370"/>
              <a:ext cx="2096087" cy="793707"/>
            </a:xfrm>
            <a:prstGeom prst="rect">
              <a:avLst/>
            </a:prstGeom>
            <a:noFill/>
            <a:ln>
              <a:noFill/>
            </a:ln>
          </p:spPr>
          <p:txBody>
            <a:bodyPr wrap="square" rtlCol="0" anchor="ctr">
              <a:spAutoFit/>
            </a:bodyPr>
            <a:lstStyle/>
            <a:p>
              <a:pPr algn="ctr"/>
              <a:r>
                <a:rPr lang="en-US" sz="1300" b="1" dirty="0">
                  <a:solidFill>
                    <a:schemeClr val="bg2">
                      <a:lumMod val="25000"/>
                    </a:schemeClr>
                  </a:solidFill>
                  <a:latin typeface="Calibri" panose="020F0502020204030204" pitchFamily="34" charset="0"/>
                  <a:cs typeface="Calibri" panose="020F0502020204030204" pitchFamily="34" charset="0"/>
                </a:rPr>
                <a:t>Distribution</a:t>
              </a:r>
            </a:p>
          </p:txBody>
        </p:sp>
      </p:grpSp>
      <p:grpSp>
        <p:nvGrpSpPr>
          <p:cNvPr id="459" name="Group 458">
            <a:extLst>
              <a:ext uri="{FF2B5EF4-FFF2-40B4-BE49-F238E27FC236}">
                <a16:creationId xmlns:a16="http://schemas.microsoft.com/office/drawing/2014/main" id="{134B313F-AFE0-2D99-1654-6A7A9F9E90E5}"/>
              </a:ext>
            </a:extLst>
          </p:cNvPr>
          <p:cNvGrpSpPr/>
          <p:nvPr/>
        </p:nvGrpSpPr>
        <p:grpSpPr>
          <a:xfrm rot="5400000" flipV="1">
            <a:off x="4459928" y="-492663"/>
            <a:ext cx="407811" cy="2405862"/>
            <a:chOff x="73946" y="1635654"/>
            <a:chExt cx="1074355" cy="2247618"/>
          </a:xfrm>
          <a:solidFill>
            <a:schemeClr val="accent1">
              <a:lumMod val="50000"/>
            </a:schemeClr>
          </a:solidFill>
          <a:effectLst>
            <a:outerShdw blurRad="50800" dist="38100" algn="l" rotWithShape="0">
              <a:prstClr val="black">
                <a:alpha val="40000"/>
              </a:prstClr>
            </a:outerShdw>
          </a:effectLst>
        </p:grpSpPr>
        <p:sp>
          <p:nvSpPr>
            <p:cNvPr id="460" name="Chevron 46">
              <a:extLst>
                <a:ext uri="{FF2B5EF4-FFF2-40B4-BE49-F238E27FC236}">
                  <a16:creationId xmlns:a16="http://schemas.microsoft.com/office/drawing/2014/main" id="{7362FD49-010E-04A7-8A3F-F3948390DE95}"/>
                </a:ext>
              </a:extLst>
            </p:cNvPr>
            <p:cNvSpPr/>
            <p:nvPr/>
          </p:nvSpPr>
          <p:spPr>
            <a:xfrm rot="5400000">
              <a:off x="-512685" y="2222285"/>
              <a:ext cx="2247618" cy="1074355"/>
            </a:xfrm>
            <a:prstGeom prst="chevron">
              <a:avLst>
                <a:gd name="adj" fmla="val 26997"/>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b="1">
                <a:solidFill>
                  <a:schemeClr val="tx1"/>
                </a:solidFill>
                <a:latin typeface="Calibri" panose="020F0502020204030204" pitchFamily="34" charset="0"/>
                <a:cs typeface="Calibri" panose="020F0502020204030204" pitchFamily="34" charset="0"/>
              </a:endParaRPr>
            </a:p>
          </p:txBody>
        </p:sp>
        <p:sp>
          <p:nvSpPr>
            <p:cNvPr id="461" name="TextBox 460">
              <a:extLst>
                <a:ext uri="{FF2B5EF4-FFF2-40B4-BE49-F238E27FC236}">
                  <a16:creationId xmlns:a16="http://schemas.microsoft.com/office/drawing/2014/main" id="{E799B8AF-CE21-5B0D-E813-F790F82A8795}"/>
                </a:ext>
              </a:extLst>
            </p:cNvPr>
            <p:cNvSpPr txBox="1"/>
            <p:nvPr/>
          </p:nvSpPr>
          <p:spPr>
            <a:xfrm rot="16200000">
              <a:off x="-436923" y="2438370"/>
              <a:ext cx="2096087" cy="793707"/>
            </a:xfrm>
            <a:prstGeom prst="rect">
              <a:avLst/>
            </a:prstGeom>
            <a:noFill/>
            <a:ln>
              <a:noFill/>
            </a:ln>
          </p:spPr>
          <p:txBody>
            <a:bodyPr wrap="square" rtlCol="0" anchor="ctr">
              <a:spAutoFit/>
            </a:bodyPr>
            <a:lstStyle/>
            <a:p>
              <a:pPr algn="ctr"/>
              <a:r>
                <a:rPr lang="en-US" sz="1300" b="1" dirty="0">
                  <a:solidFill>
                    <a:schemeClr val="bg2">
                      <a:lumMod val="25000"/>
                    </a:schemeClr>
                  </a:solidFill>
                  <a:latin typeface="Calibri" panose="020F0502020204030204" pitchFamily="34" charset="0"/>
                  <a:cs typeface="Calibri" panose="020F0502020204030204" pitchFamily="34" charset="0"/>
                </a:rPr>
                <a:t>Transportation</a:t>
              </a:r>
            </a:p>
          </p:txBody>
        </p:sp>
      </p:grpSp>
      <p:grpSp>
        <p:nvGrpSpPr>
          <p:cNvPr id="462" name="Group 461">
            <a:extLst>
              <a:ext uri="{FF2B5EF4-FFF2-40B4-BE49-F238E27FC236}">
                <a16:creationId xmlns:a16="http://schemas.microsoft.com/office/drawing/2014/main" id="{087E79EE-D159-99A8-B15A-367352C48B5D}"/>
              </a:ext>
            </a:extLst>
          </p:cNvPr>
          <p:cNvGrpSpPr/>
          <p:nvPr/>
        </p:nvGrpSpPr>
        <p:grpSpPr>
          <a:xfrm rot="5400000" flipV="1">
            <a:off x="1321772" y="-465664"/>
            <a:ext cx="407811" cy="2405862"/>
            <a:chOff x="73946" y="1635654"/>
            <a:chExt cx="1074355" cy="2247618"/>
          </a:xfrm>
          <a:solidFill>
            <a:schemeClr val="accent1">
              <a:lumMod val="50000"/>
            </a:schemeClr>
          </a:solidFill>
          <a:effectLst>
            <a:outerShdw blurRad="50800" dist="38100" algn="l" rotWithShape="0">
              <a:prstClr val="black">
                <a:alpha val="40000"/>
              </a:prstClr>
            </a:outerShdw>
          </a:effectLst>
        </p:grpSpPr>
        <p:sp>
          <p:nvSpPr>
            <p:cNvPr id="463" name="Chevron 46">
              <a:extLst>
                <a:ext uri="{FF2B5EF4-FFF2-40B4-BE49-F238E27FC236}">
                  <a16:creationId xmlns:a16="http://schemas.microsoft.com/office/drawing/2014/main" id="{C742BF3B-9914-9009-DB12-9EB0E1788EC9}"/>
                </a:ext>
              </a:extLst>
            </p:cNvPr>
            <p:cNvSpPr/>
            <p:nvPr/>
          </p:nvSpPr>
          <p:spPr>
            <a:xfrm rot="5400000">
              <a:off x="-512685" y="2222285"/>
              <a:ext cx="2247618" cy="1074355"/>
            </a:xfrm>
            <a:prstGeom prst="chevron">
              <a:avLst>
                <a:gd name="adj" fmla="val 26997"/>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b="1">
                <a:solidFill>
                  <a:schemeClr val="tx1"/>
                </a:solidFill>
                <a:latin typeface="Calibri" panose="020F0502020204030204" pitchFamily="34" charset="0"/>
                <a:cs typeface="Calibri" panose="020F0502020204030204" pitchFamily="34" charset="0"/>
              </a:endParaRPr>
            </a:p>
          </p:txBody>
        </p:sp>
        <p:sp>
          <p:nvSpPr>
            <p:cNvPr id="464" name="TextBox 463">
              <a:extLst>
                <a:ext uri="{FF2B5EF4-FFF2-40B4-BE49-F238E27FC236}">
                  <a16:creationId xmlns:a16="http://schemas.microsoft.com/office/drawing/2014/main" id="{073CC72D-0AAA-71B7-9940-61B8740ABD26}"/>
                </a:ext>
              </a:extLst>
            </p:cNvPr>
            <p:cNvSpPr txBox="1"/>
            <p:nvPr/>
          </p:nvSpPr>
          <p:spPr>
            <a:xfrm rot="16200000">
              <a:off x="-436923" y="2438370"/>
              <a:ext cx="2096087" cy="793707"/>
            </a:xfrm>
            <a:prstGeom prst="rect">
              <a:avLst/>
            </a:prstGeom>
            <a:noFill/>
            <a:ln>
              <a:noFill/>
            </a:ln>
          </p:spPr>
          <p:txBody>
            <a:bodyPr wrap="square" rtlCol="0" anchor="ctr">
              <a:spAutoFit/>
            </a:bodyPr>
            <a:lstStyle/>
            <a:p>
              <a:pPr algn="ctr"/>
              <a:r>
                <a:rPr lang="en-US" sz="1300" b="1" dirty="0">
                  <a:solidFill>
                    <a:schemeClr val="bg2">
                      <a:lumMod val="25000"/>
                    </a:schemeClr>
                  </a:solidFill>
                  <a:latin typeface="Calibri" panose="020F0502020204030204" pitchFamily="34" charset="0"/>
                  <a:cs typeface="Calibri" panose="020F0502020204030204" pitchFamily="34" charset="0"/>
                </a:rPr>
                <a:t>City Warehouse</a:t>
              </a:r>
            </a:p>
          </p:txBody>
        </p:sp>
      </p:grpSp>
      <p:cxnSp>
        <p:nvCxnSpPr>
          <p:cNvPr id="465" name="Straight Arrow Connector 464">
            <a:extLst>
              <a:ext uri="{FF2B5EF4-FFF2-40B4-BE49-F238E27FC236}">
                <a16:creationId xmlns:a16="http://schemas.microsoft.com/office/drawing/2014/main" id="{8FAE3B48-BBB4-99CC-6F89-F3ED329402BA}"/>
              </a:ext>
            </a:extLst>
          </p:cNvPr>
          <p:cNvCxnSpPr>
            <a:cxnSpLocks/>
            <a:stCxn id="224" idx="3"/>
            <a:endCxn id="399" idx="1"/>
          </p:cNvCxnSpPr>
          <p:nvPr/>
        </p:nvCxnSpPr>
        <p:spPr>
          <a:xfrm flipV="1">
            <a:off x="5023289" y="1767304"/>
            <a:ext cx="1189464" cy="65648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68" name="Straight Arrow Connector 467">
            <a:extLst>
              <a:ext uri="{FF2B5EF4-FFF2-40B4-BE49-F238E27FC236}">
                <a16:creationId xmlns:a16="http://schemas.microsoft.com/office/drawing/2014/main" id="{3F046083-CF53-1525-E7A7-6F49C98CDC8A}"/>
              </a:ext>
            </a:extLst>
          </p:cNvPr>
          <p:cNvCxnSpPr>
            <a:cxnSpLocks/>
            <a:stCxn id="380" idx="3"/>
            <a:endCxn id="399" idx="1"/>
          </p:cNvCxnSpPr>
          <p:nvPr/>
        </p:nvCxnSpPr>
        <p:spPr>
          <a:xfrm>
            <a:off x="5117929" y="1535635"/>
            <a:ext cx="1094824" cy="23166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84" name="Rectangle 483">
            <a:extLst>
              <a:ext uri="{FF2B5EF4-FFF2-40B4-BE49-F238E27FC236}">
                <a16:creationId xmlns:a16="http://schemas.microsoft.com/office/drawing/2014/main" id="{7519F6DA-5AAA-7ED1-08B0-25DACF9D7EE2}"/>
              </a:ext>
            </a:extLst>
          </p:cNvPr>
          <p:cNvSpPr/>
          <p:nvPr/>
        </p:nvSpPr>
        <p:spPr>
          <a:xfrm>
            <a:off x="6919989" y="4975638"/>
            <a:ext cx="5063217" cy="468743"/>
          </a:xfrm>
          <a:prstGeom prst="rect">
            <a:avLst/>
          </a:prstGeom>
          <a:solidFill>
            <a:schemeClr val="bg1"/>
          </a:solid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b="1" dirty="0">
                <a:solidFill>
                  <a:schemeClr val="tx1"/>
                </a:solidFill>
                <a:latin typeface="Calibri" panose="020F0502020204030204" pitchFamily="34" charset="0"/>
                <a:cs typeface="Calibri" panose="020F0502020204030204" pitchFamily="34" charset="0"/>
              </a:rPr>
              <a:t>Drop Location Identification Input: </a:t>
            </a:r>
            <a:r>
              <a:rPr lang="en-IN" sz="1200" dirty="0">
                <a:solidFill>
                  <a:schemeClr val="tx1"/>
                </a:solidFill>
                <a:latin typeface="Calibri" panose="020F0502020204030204" pitchFamily="34" charset="0"/>
                <a:cs typeface="Calibri" panose="020F0502020204030204" pitchFamily="34" charset="0"/>
              </a:rPr>
              <a:t>Population &amp; Order density, Cost-Benefit analysis</a:t>
            </a:r>
            <a:endParaRPr lang="en-IN" sz="1200" i="0" dirty="0">
              <a:solidFill>
                <a:schemeClr val="tx1"/>
              </a:solidFill>
              <a:effectLst/>
              <a:latin typeface="Calibri" panose="020F0502020204030204" pitchFamily="34" charset="0"/>
              <a:cs typeface="Calibri" panose="020F0502020204030204" pitchFamily="34" charset="0"/>
            </a:endParaRPr>
          </a:p>
        </p:txBody>
      </p:sp>
      <p:sp>
        <p:nvSpPr>
          <p:cNvPr id="490" name="Rectangle 489">
            <a:extLst>
              <a:ext uri="{FF2B5EF4-FFF2-40B4-BE49-F238E27FC236}">
                <a16:creationId xmlns:a16="http://schemas.microsoft.com/office/drawing/2014/main" id="{4ECA3BDA-363B-4836-25B8-BC7C22EF9530}"/>
              </a:ext>
            </a:extLst>
          </p:cNvPr>
          <p:cNvSpPr/>
          <p:nvPr/>
        </p:nvSpPr>
        <p:spPr>
          <a:xfrm>
            <a:off x="6919989" y="4474902"/>
            <a:ext cx="5063218" cy="454641"/>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9690" marR="5080" indent="-47625">
              <a:spcBef>
                <a:spcPts val="95"/>
              </a:spcBef>
              <a:spcAft>
                <a:spcPts val="300"/>
              </a:spcAft>
            </a:pPr>
            <a:r>
              <a:rPr lang="en-IN" sz="1200" b="1">
                <a:solidFill>
                  <a:schemeClr val="tx1"/>
                </a:solidFill>
                <a:latin typeface="Calibri" panose="020F0502020204030204" pitchFamily="34" charset="0"/>
                <a:cs typeface="Calibri" panose="020F0502020204030204" pitchFamily="34" charset="0"/>
              </a:rPr>
              <a:t>Route Input: </a:t>
            </a:r>
            <a:r>
              <a:rPr lang="en-IN" sz="1200">
                <a:solidFill>
                  <a:schemeClr val="tx1"/>
                </a:solidFill>
                <a:latin typeface="Calibri" panose="020F0502020204030204" pitchFamily="34" charset="0"/>
                <a:cs typeface="Calibri" panose="020F0502020204030204" pitchFamily="34" charset="0"/>
              </a:rPr>
              <a:t>Fleet, Distribution Nodes, Historical Data, Potential Routes</a:t>
            </a:r>
          </a:p>
        </p:txBody>
      </p:sp>
      <p:sp>
        <p:nvSpPr>
          <p:cNvPr id="491" name="Rectangle 490">
            <a:extLst>
              <a:ext uri="{FF2B5EF4-FFF2-40B4-BE49-F238E27FC236}">
                <a16:creationId xmlns:a16="http://schemas.microsoft.com/office/drawing/2014/main" id="{AA603898-40A5-ED87-187F-238E888406BA}"/>
              </a:ext>
            </a:extLst>
          </p:cNvPr>
          <p:cNvSpPr/>
          <p:nvPr/>
        </p:nvSpPr>
        <p:spPr>
          <a:xfrm>
            <a:off x="6919989" y="5491845"/>
            <a:ext cx="5063217" cy="468743"/>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9690" marR="5080" indent="-47625" algn="ctr">
              <a:lnSpc>
                <a:spcPct val="100000"/>
              </a:lnSpc>
              <a:spcBef>
                <a:spcPts val="95"/>
              </a:spcBef>
              <a:spcAft>
                <a:spcPts val="300"/>
              </a:spcAft>
            </a:pPr>
            <a:r>
              <a:rPr lang="en-IN" sz="1200" b="1" dirty="0">
                <a:solidFill>
                  <a:schemeClr val="tx1"/>
                </a:solidFill>
                <a:latin typeface="Calibri" panose="020F0502020204030204" pitchFamily="34" charset="0"/>
                <a:cs typeface="Calibri" panose="020F0502020204030204" pitchFamily="34" charset="0"/>
              </a:rPr>
              <a:t>Green Input:</a:t>
            </a:r>
            <a:r>
              <a:rPr lang="en-IN" sz="1200" dirty="0">
                <a:solidFill>
                  <a:schemeClr val="tx1"/>
                </a:solidFill>
                <a:latin typeface="Calibri" panose="020F0502020204030204" pitchFamily="34" charset="0"/>
                <a:cs typeface="Calibri" panose="020F0502020204030204" pitchFamily="34" charset="0"/>
              </a:rPr>
              <a:t> Weather &amp; Traffic Patterns, Customer Requests, Geographic Obstacles, Customer Requests, Accidental Damage</a:t>
            </a:r>
          </a:p>
        </p:txBody>
      </p:sp>
      <p:sp>
        <p:nvSpPr>
          <p:cNvPr id="492" name="Rectangle 491">
            <a:extLst>
              <a:ext uri="{FF2B5EF4-FFF2-40B4-BE49-F238E27FC236}">
                <a16:creationId xmlns:a16="http://schemas.microsoft.com/office/drawing/2014/main" id="{3EA257C3-EAA2-2C26-0DC0-771BFFB1CCBC}"/>
              </a:ext>
            </a:extLst>
          </p:cNvPr>
          <p:cNvSpPr/>
          <p:nvPr/>
        </p:nvSpPr>
        <p:spPr>
          <a:xfrm>
            <a:off x="7369041" y="4121970"/>
            <a:ext cx="4154017" cy="3068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latin typeface="Calibri" panose="020F0502020204030204" pitchFamily="34" charset="0"/>
                <a:cs typeface="Calibri" panose="020F0502020204030204" pitchFamily="34" charset="0"/>
              </a:rPr>
              <a:t>ZEZ Route Optimization</a:t>
            </a:r>
          </a:p>
        </p:txBody>
      </p:sp>
    </p:spTree>
    <p:extLst>
      <p:ext uri="{BB962C8B-B14F-4D97-AF65-F5344CB8AC3E}">
        <p14:creationId xmlns:p14="http://schemas.microsoft.com/office/powerpoint/2010/main" val="261423643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78617" y="121491"/>
            <a:ext cx="11972473" cy="329055"/>
          </a:xfrm>
        </p:spPr>
        <p:txBody>
          <a:bodyPr vert="horz" lIns="91440" tIns="45720" rIns="91440" bIns="45720" rtlCol="0" anchor="t">
            <a:noAutofit/>
          </a:bodyPr>
          <a:lstStyle/>
          <a:p>
            <a:pPr marL="0" indent="0">
              <a:buNone/>
            </a:pPr>
            <a:r>
              <a:rPr lang="en-US" sz="2000">
                <a:latin typeface="Calibri" panose="020F0502020204030204" pitchFamily="34" charset="0"/>
                <a:cs typeface="Calibri" panose="020F0502020204030204" pitchFamily="34" charset="0"/>
              </a:rPr>
              <a:t>Reimaging the last mile delivery – including customer at each point</a:t>
            </a:r>
          </a:p>
        </p:txBody>
      </p:sp>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sp>
        <p:nvSpPr>
          <p:cNvPr id="271" name="Rectangle 270">
            <a:extLst>
              <a:ext uri="{FF2B5EF4-FFF2-40B4-BE49-F238E27FC236}">
                <a16:creationId xmlns:a16="http://schemas.microsoft.com/office/drawing/2014/main" id="{7D4DFE92-1789-C0AC-DDE7-A3BF1244AB5A}"/>
              </a:ext>
            </a:extLst>
          </p:cNvPr>
          <p:cNvSpPr/>
          <p:nvPr/>
        </p:nvSpPr>
        <p:spPr>
          <a:xfrm rot="16200000">
            <a:off x="-178704" y="3164914"/>
            <a:ext cx="997474" cy="332568"/>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Customer </a:t>
            </a:r>
          </a:p>
        </p:txBody>
      </p:sp>
      <p:sp>
        <p:nvSpPr>
          <p:cNvPr id="272" name="Rectangle 271">
            <a:extLst>
              <a:ext uri="{FF2B5EF4-FFF2-40B4-BE49-F238E27FC236}">
                <a16:creationId xmlns:a16="http://schemas.microsoft.com/office/drawing/2014/main" id="{EF15A9A9-C117-C4C4-6514-BFDC2B7CB8B0}"/>
              </a:ext>
            </a:extLst>
          </p:cNvPr>
          <p:cNvSpPr/>
          <p:nvPr/>
        </p:nvSpPr>
        <p:spPr>
          <a:xfrm>
            <a:off x="637921" y="3209331"/>
            <a:ext cx="678019" cy="22305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Time</a:t>
            </a:r>
          </a:p>
        </p:txBody>
      </p:sp>
      <p:sp>
        <p:nvSpPr>
          <p:cNvPr id="273" name="Rectangle 272">
            <a:extLst>
              <a:ext uri="{FF2B5EF4-FFF2-40B4-BE49-F238E27FC236}">
                <a16:creationId xmlns:a16="http://schemas.microsoft.com/office/drawing/2014/main" id="{3FE13C4A-7DB6-1FA8-3D96-3D82A2917476}"/>
              </a:ext>
            </a:extLst>
          </p:cNvPr>
          <p:cNvSpPr/>
          <p:nvPr/>
        </p:nvSpPr>
        <p:spPr>
          <a:xfrm>
            <a:off x="1492523" y="3223672"/>
            <a:ext cx="1655310" cy="223060"/>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Preferred drop location</a:t>
            </a:r>
          </a:p>
        </p:txBody>
      </p:sp>
      <p:sp>
        <p:nvSpPr>
          <p:cNvPr id="274" name="Rectangle 273">
            <a:extLst>
              <a:ext uri="{FF2B5EF4-FFF2-40B4-BE49-F238E27FC236}">
                <a16:creationId xmlns:a16="http://schemas.microsoft.com/office/drawing/2014/main" id="{5690C926-D0FA-0DEA-25EE-FE3F6BA420A8}"/>
              </a:ext>
            </a:extLst>
          </p:cNvPr>
          <p:cNvSpPr/>
          <p:nvPr/>
        </p:nvSpPr>
        <p:spPr>
          <a:xfrm>
            <a:off x="655341" y="3492128"/>
            <a:ext cx="2491164" cy="34996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Incentive : To get data for assured delivery</a:t>
            </a:r>
          </a:p>
        </p:txBody>
      </p:sp>
      <p:sp>
        <p:nvSpPr>
          <p:cNvPr id="276" name="Pentagon 72">
            <a:extLst>
              <a:ext uri="{FF2B5EF4-FFF2-40B4-BE49-F238E27FC236}">
                <a16:creationId xmlns:a16="http://schemas.microsoft.com/office/drawing/2014/main" id="{D4106E09-C02B-7F01-23E4-1ED775C7AB06}"/>
              </a:ext>
            </a:extLst>
          </p:cNvPr>
          <p:cNvSpPr/>
          <p:nvPr/>
        </p:nvSpPr>
        <p:spPr>
          <a:xfrm>
            <a:off x="3348636" y="2798267"/>
            <a:ext cx="5341895" cy="317589"/>
          </a:xfrm>
          <a:prstGeom prst="homePlate">
            <a:avLst>
              <a:gd name="adj" fmla="val 26595"/>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400">
                <a:solidFill>
                  <a:schemeClr val="tx1"/>
                </a:solidFill>
              </a:rPr>
              <a:t>Data analytics for tracking/growth</a:t>
            </a:r>
          </a:p>
          <a:p>
            <a:pPr algn="ctr"/>
            <a:endParaRPr lang="en-US" sz="1300" b="1">
              <a:solidFill>
                <a:schemeClr val="tx1"/>
              </a:solidFill>
              <a:latin typeface="Calibri" panose="020F0502020204030204" pitchFamily="34" charset="0"/>
              <a:cs typeface="Calibri" panose="020F0502020204030204" pitchFamily="34" charset="0"/>
            </a:endParaRPr>
          </a:p>
        </p:txBody>
      </p:sp>
      <p:sp>
        <p:nvSpPr>
          <p:cNvPr id="278" name="Rectangle 277">
            <a:extLst>
              <a:ext uri="{FF2B5EF4-FFF2-40B4-BE49-F238E27FC236}">
                <a16:creationId xmlns:a16="http://schemas.microsoft.com/office/drawing/2014/main" id="{7610522C-439B-F7AE-F915-33654D98513A}"/>
              </a:ext>
            </a:extLst>
          </p:cNvPr>
          <p:cNvSpPr/>
          <p:nvPr/>
        </p:nvSpPr>
        <p:spPr>
          <a:xfrm>
            <a:off x="9758833" y="3201531"/>
            <a:ext cx="2043321" cy="32603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Flexible drop location</a:t>
            </a:r>
          </a:p>
        </p:txBody>
      </p:sp>
      <p:sp>
        <p:nvSpPr>
          <p:cNvPr id="279" name="Rectangle 278">
            <a:extLst>
              <a:ext uri="{FF2B5EF4-FFF2-40B4-BE49-F238E27FC236}">
                <a16:creationId xmlns:a16="http://schemas.microsoft.com/office/drawing/2014/main" id="{F60B9E98-1778-939C-8EE5-6EC6FB88C591}"/>
              </a:ext>
            </a:extLst>
          </p:cNvPr>
          <p:cNvSpPr/>
          <p:nvPr/>
        </p:nvSpPr>
        <p:spPr>
          <a:xfrm>
            <a:off x="9786138" y="3586562"/>
            <a:ext cx="2016016" cy="32603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Geolocation tracking</a:t>
            </a:r>
          </a:p>
        </p:txBody>
      </p:sp>
      <p:sp>
        <p:nvSpPr>
          <p:cNvPr id="282" name="Pentagon 72">
            <a:extLst>
              <a:ext uri="{FF2B5EF4-FFF2-40B4-BE49-F238E27FC236}">
                <a16:creationId xmlns:a16="http://schemas.microsoft.com/office/drawing/2014/main" id="{2EEA81F3-4A80-36DB-C3F9-8D3C0321734D}"/>
              </a:ext>
            </a:extLst>
          </p:cNvPr>
          <p:cNvSpPr/>
          <p:nvPr/>
        </p:nvSpPr>
        <p:spPr>
          <a:xfrm rot="10800000" flipH="1" flipV="1">
            <a:off x="9300079" y="2798294"/>
            <a:ext cx="2586378" cy="317562"/>
          </a:xfrm>
          <a:prstGeom prst="homePlate">
            <a:avLst>
              <a:gd name="adj" fmla="val 26595"/>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400">
                <a:solidFill>
                  <a:schemeClr val="tx1"/>
                </a:solidFill>
              </a:rPr>
              <a:t>Customer gets assurance</a:t>
            </a:r>
          </a:p>
        </p:txBody>
      </p:sp>
      <p:sp>
        <p:nvSpPr>
          <p:cNvPr id="283" name="Pentagon 72">
            <a:extLst>
              <a:ext uri="{FF2B5EF4-FFF2-40B4-BE49-F238E27FC236}">
                <a16:creationId xmlns:a16="http://schemas.microsoft.com/office/drawing/2014/main" id="{A657D144-FD12-E2B3-2655-63F8FAE1813A}"/>
              </a:ext>
            </a:extLst>
          </p:cNvPr>
          <p:cNvSpPr/>
          <p:nvPr/>
        </p:nvSpPr>
        <p:spPr>
          <a:xfrm rot="10800000" flipH="1" flipV="1">
            <a:off x="637921" y="2847187"/>
            <a:ext cx="2559111" cy="292821"/>
          </a:xfrm>
          <a:prstGeom prst="homePlate">
            <a:avLst>
              <a:gd name="adj" fmla="val 26595"/>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400">
                <a:solidFill>
                  <a:schemeClr val="tx1"/>
                </a:solidFill>
              </a:rPr>
              <a:t>Customer gives preferences</a:t>
            </a:r>
          </a:p>
        </p:txBody>
      </p:sp>
      <p:sp>
        <p:nvSpPr>
          <p:cNvPr id="399" name="Rectangle 398">
            <a:extLst>
              <a:ext uri="{FF2B5EF4-FFF2-40B4-BE49-F238E27FC236}">
                <a16:creationId xmlns:a16="http://schemas.microsoft.com/office/drawing/2014/main" id="{29C90280-E46A-F727-B3DD-648D88C74646}"/>
              </a:ext>
            </a:extLst>
          </p:cNvPr>
          <p:cNvSpPr/>
          <p:nvPr/>
        </p:nvSpPr>
        <p:spPr>
          <a:xfrm>
            <a:off x="6212753" y="979204"/>
            <a:ext cx="2745455" cy="1576200"/>
          </a:xfrm>
          <a:prstGeom prst="rect">
            <a:avLst/>
          </a:prstGeom>
          <a:gradFill>
            <a:gsLst>
              <a:gs pos="49000">
                <a:srgbClr val="D4DFF1"/>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380" name="Rectangle 379">
            <a:extLst>
              <a:ext uri="{FF2B5EF4-FFF2-40B4-BE49-F238E27FC236}">
                <a16:creationId xmlns:a16="http://schemas.microsoft.com/office/drawing/2014/main" id="{D37711B0-B05E-D53B-85AF-850E7F3C6C40}"/>
              </a:ext>
            </a:extLst>
          </p:cNvPr>
          <p:cNvSpPr/>
          <p:nvPr/>
        </p:nvSpPr>
        <p:spPr>
          <a:xfrm>
            <a:off x="4189997" y="990209"/>
            <a:ext cx="927932" cy="1090851"/>
          </a:xfrm>
          <a:prstGeom prst="rect">
            <a:avLst/>
          </a:prstGeom>
          <a:gradFill>
            <a:gsLst>
              <a:gs pos="49000">
                <a:srgbClr val="D4DFF1"/>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cxnSp>
        <p:nvCxnSpPr>
          <p:cNvPr id="55" name="Straight Arrow Connector 54">
            <a:extLst>
              <a:ext uri="{FF2B5EF4-FFF2-40B4-BE49-F238E27FC236}">
                <a16:creationId xmlns:a16="http://schemas.microsoft.com/office/drawing/2014/main" id="{3729CB98-9D8E-56EE-552C-C04930CCC33D}"/>
              </a:ext>
            </a:extLst>
          </p:cNvPr>
          <p:cNvCxnSpPr>
            <a:cxnSpLocks/>
            <a:stCxn id="20" idx="3"/>
            <a:endCxn id="216" idx="1"/>
          </p:cNvCxnSpPr>
          <p:nvPr/>
        </p:nvCxnSpPr>
        <p:spPr>
          <a:xfrm flipV="1">
            <a:off x="1307370" y="1942978"/>
            <a:ext cx="1067308" cy="1374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7" name="object 66">
            <a:extLst>
              <a:ext uri="{FF2B5EF4-FFF2-40B4-BE49-F238E27FC236}">
                <a16:creationId xmlns:a16="http://schemas.microsoft.com/office/drawing/2014/main" id="{B788C206-28FB-3124-B519-7DB5F6ABD7E3}"/>
              </a:ext>
            </a:extLst>
          </p:cNvPr>
          <p:cNvSpPr txBox="1"/>
          <p:nvPr/>
        </p:nvSpPr>
        <p:spPr>
          <a:xfrm>
            <a:off x="2167281" y="2137377"/>
            <a:ext cx="870725" cy="196849"/>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a:latin typeface="Calibri" panose="020F0502020204030204" pitchFamily="34" charset="0"/>
                <a:cs typeface="Calibri" panose="020F0502020204030204" pitchFamily="34" charset="0"/>
              </a:rPr>
              <a:t>City WH</a:t>
            </a:r>
            <a:endParaRPr sz="1200">
              <a:latin typeface="Calibri" panose="020F0502020204030204" pitchFamily="34" charset="0"/>
              <a:cs typeface="Calibri" panose="020F0502020204030204" pitchFamily="34" charset="0"/>
            </a:endParaRPr>
          </a:p>
        </p:txBody>
      </p:sp>
      <p:sp>
        <p:nvSpPr>
          <p:cNvPr id="59" name="object 66">
            <a:extLst>
              <a:ext uri="{FF2B5EF4-FFF2-40B4-BE49-F238E27FC236}">
                <a16:creationId xmlns:a16="http://schemas.microsoft.com/office/drawing/2014/main" id="{A8F7DDCA-987B-DE3B-E560-23F1AFEA9A71}"/>
              </a:ext>
            </a:extLst>
          </p:cNvPr>
          <p:cNvSpPr txBox="1"/>
          <p:nvPr/>
        </p:nvSpPr>
        <p:spPr>
          <a:xfrm>
            <a:off x="1715783" y="1089955"/>
            <a:ext cx="870725" cy="251054"/>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a:latin typeface="Calibri" panose="020F0502020204030204" pitchFamily="34" charset="0"/>
                <a:cs typeface="Calibri" panose="020F0502020204030204" pitchFamily="34" charset="0"/>
              </a:rPr>
              <a:t>Control Tower</a:t>
            </a:r>
            <a:endParaRPr sz="1200">
              <a:latin typeface="Calibri" panose="020F0502020204030204" pitchFamily="34" charset="0"/>
              <a:cs typeface="Calibri" panose="020F0502020204030204" pitchFamily="34" charset="0"/>
            </a:endParaRPr>
          </a:p>
        </p:txBody>
      </p:sp>
      <p:sp>
        <p:nvSpPr>
          <p:cNvPr id="60" name="object 66">
            <a:extLst>
              <a:ext uri="{FF2B5EF4-FFF2-40B4-BE49-F238E27FC236}">
                <a16:creationId xmlns:a16="http://schemas.microsoft.com/office/drawing/2014/main" id="{21E4F23D-6A90-D2C4-918A-EC2BC62F25E6}"/>
              </a:ext>
            </a:extLst>
          </p:cNvPr>
          <p:cNvSpPr txBox="1"/>
          <p:nvPr/>
        </p:nvSpPr>
        <p:spPr>
          <a:xfrm>
            <a:off x="3877841" y="2361505"/>
            <a:ext cx="880205" cy="381515"/>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a:solidFill>
                  <a:schemeClr val="bg1"/>
                </a:solidFill>
                <a:latin typeface="Calibri" panose="020F0502020204030204" pitchFamily="34" charset="0"/>
                <a:cs typeface="Calibri" panose="020F0502020204030204" pitchFamily="34" charset="0"/>
              </a:rPr>
              <a:t>Own Fleet &amp; distribution</a:t>
            </a:r>
          </a:p>
        </p:txBody>
      </p:sp>
      <p:sp>
        <p:nvSpPr>
          <p:cNvPr id="203" name="object 66">
            <a:extLst>
              <a:ext uri="{FF2B5EF4-FFF2-40B4-BE49-F238E27FC236}">
                <a16:creationId xmlns:a16="http://schemas.microsoft.com/office/drawing/2014/main" id="{75543B87-8AB9-075A-DF18-1A6508B27CC8}"/>
              </a:ext>
            </a:extLst>
          </p:cNvPr>
          <p:cNvSpPr txBox="1"/>
          <p:nvPr/>
        </p:nvSpPr>
        <p:spPr>
          <a:xfrm>
            <a:off x="4189997" y="1434042"/>
            <a:ext cx="870725" cy="566181"/>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b="1">
                <a:latin typeface="Calibri" panose="020F0502020204030204" pitchFamily="34" charset="0"/>
                <a:cs typeface="Calibri" panose="020F0502020204030204" pitchFamily="34" charset="0"/>
              </a:rPr>
              <a:t>P2P Ecosystem Network</a:t>
            </a:r>
            <a:endParaRPr sz="1200" b="1">
              <a:latin typeface="Calibri" panose="020F0502020204030204" pitchFamily="34" charset="0"/>
              <a:cs typeface="Calibri" panose="020F0502020204030204" pitchFamily="34" charset="0"/>
            </a:endParaRPr>
          </a:p>
        </p:txBody>
      </p:sp>
      <p:cxnSp>
        <p:nvCxnSpPr>
          <p:cNvPr id="62" name="Straight Arrow Connector 61">
            <a:extLst>
              <a:ext uri="{FF2B5EF4-FFF2-40B4-BE49-F238E27FC236}">
                <a16:creationId xmlns:a16="http://schemas.microsoft.com/office/drawing/2014/main" id="{54CEC986-5BD5-1730-A819-AD90BA44B08F}"/>
              </a:ext>
            </a:extLst>
          </p:cNvPr>
          <p:cNvCxnSpPr>
            <a:cxnSpLocks/>
            <a:stCxn id="216" idx="3"/>
            <a:endCxn id="60" idx="0"/>
          </p:cNvCxnSpPr>
          <p:nvPr/>
        </p:nvCxnSpPr>
        <p:spPr>
          <a:xfrm>
            <a:off x="2855008" y="1942978"/>
            <a:ext cx="1462936" cy="41852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63" name="Straight Arrow Connector 62">
            <a:extLst>
              <a:ext uri="{FF2B5EF4-FFF2-40B4-BE49-F238E27FC236}">
                <a16:creationId xmlns:a16="http://schemas.microsoft.com/office/drawing/2014/main" id="{E200480A-6013-149F-CB5A-55FF98516A1E}"/>
              </a:ext>
            </a:extLst>
          </p:cNvPr>
          <p:cNvCxnSpPr>
            <a:cxnSpLocks/>
            <a:stCxn id="216" idx="3"/>
            <a:endCxn id="380" idx="1"/>
          </p:cNvCxnSpPr>
          <p:nvPr/>
        </p:nvCxnSpPr>
        <p:spPr>
          <a:xfrm flipV="1">
            <a:off x="2855008" y="1535635"/>
            <a:ext cx="1334989" cy="40734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00" name="object 66">
            <a:extLst>
              <a:ext uri="{FF2B5EF4-FFF2-40B4-BE49-F238E27FC236}">
                <a16:creationId xmlns:a16="http://schemas.microsoft.com/office/drawing/2014/main" id="{AE525973-CE58-5188-7239-A5A804FA74BF}"/>
              </a:ext>
            </a:extLst>
          </p:cNvPr>
          <p:cNvSpPr txBox="1"/>
          <p:nvPr/>
        </p:nvSpPr>
        <p:spPr>
          <a:xfrm>
            <a:off x="6100141" y="1330820"/>
            <a:ext cx="1473831" cy="196849"/>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b="1">
                <a:latin typeface="Calibri" panose="020F0502020204030204" pitchFamily="34" charset="0"/>
                <a:cs typeface="Calibri" panose="020F0502020204030204" pitchFamily="34" charset="0"/>
              </a:rPr>
              <a:t>Semi-dark Stores</a:t>
            </a:r>
          </a:p>
        </p:txBody>
      </p:sp>
      <p:sp>
        <p:nvSpPr>
          <p:cNvPr id="201" name="object 66">
            <a:extLst>
              <a:ext uri="{FF2B5EF4-FFF2-40B4-BE49-F238E27FC236}">
                <a16:creationId xmlns:a16="http://schemas.microsoft.com/office/drawing/2014/main" id="{ADC52F49-2AC6-7C0A-63E2-4D3A08CDB22E}"/>
              </a:ext>
            </a:extLst>
          </p:cNvPr>
          <p:cNvSpPr txBox="1"/>
          <p:nvPr/>
        </p:nvSpPr>
        <p:spPr>
          <a:xfrm>
            <a:off x="6437729" y="1910981"/>
            <a:ext cx="1656777" cy="579005"/>
          </a:xfrm>
          <a:prstGeom prst="rect">
            <a:avLst/>
          </a:prstGeom>
        </p:spPr>
        <p:txBody>
          <a:bodyPr vert="horz" wrap="square" lIns="0" tIns="12065" rIns="0" bIns="0" rtlCol="0">
            <a:spAutoFit/>
          </a:bodyPr>
          <a:lstStyle/>
          <a:p>
            <a:pPr marL="59690" marR="5080" indent="-47625">
              <a:lnSpc>
                <a:spcPct val="100000"/>
              </a:lnSpc>
              <a:spcBef>
                <a:spcPts val="95"/>
              </a:spcBef>
            </a:pPr>
            <a:r>
              <a:rPr lang="en-IN" sz="1200">
                <a:latin typeface="Calibri" panose="020F0502020204030204" pitchFamily="34" charset="0"/>
                <a:cs typeface="Calibri" panose="020F0502020204030204" pitchFamily="34" charset="0"/>
              </a:rPr>
              <a:t>Tier 1: Metro Station, Residential/Office Spaces</a:t>
            </a:r>
          </a:p>
          <a:p>
            <a:pPr marL="59690" marR="5080" indent="-47625">
              <a:lnSpc>
                <a:spcPct val="100000"/>
              </a:lnSpc>
              <a:spcBef>
                <a:spcPts val="95"/>
              </a:spcBef>
            </a:pPr>
            <a:r>
              <a:rPr lang="en-IN" sz="1200">
                <a:latin typeface="Calibri" panose="020F0502020204030204" pitchFamily="34" charset="0"/>
                <a:cs typeface="Calibri" panose="020F0502020204030204" pitchFamily="34" charset="0"/>
              </a:rPr>
              <a:t>Tier 2: Kirana Stores</a:t>
            </a:r>
          </a:p>
        </p:txBody>
      </p:sp>
      <p:pic>
        <p:nvPicPr>
          <p:cNvPr id="216" name="Graphic 215" descr="Warehouse with solid fill">
            <a:extLst>
              <a:ext uri="{FF2B5EF4-FFF2-40B4-BE49-F238E27FC236}">
                <a16:creationId xmlns:a16="http://schemas.microsoft.com/office/drawing/2014/main" id="{DCAC5D98-FE6F-3CA8-14C0-91F7819B819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2374678" y="1702813"/>
            <a:ext cx="480330" cy="480330"/>
          </a:xfrm>
          <a:prstGeom prst="rect">
            <a:avLst/>
          </a:prstGeom>
        </p:spPr>
      </p:pic>
      <p:grpSp>
        <p:nvGrpSpPr>
          <p:cNvPr id="251" name="Group 250">
            <a:extLst>
              <a:ext uri="{FF2B5EF4-FFF2-40B4-BE49-F238E27FC236}">
                <a16:creationId xmlns:a16="http://schemas.microsoft.com/office/drawing/2014/main" id="{82CD290D-C3F8-62A7-66B4-D1AB75936DDC}"/>
              </a:ext>
            </a:extLst>
          </p:cNvPr>
          <p:cNvGrpSpPr/>
          <p:nvPr/>
        </p:nvGrpSpPr>
        <p:grpSpPr>
          <a:xfrm>
            <a:off x="4411835" y="2244129"/>
            <a:ext cx="611454" cy="359316"/>
            <a:chOff x="6167945" y="3345294"/>
            <a:chExt cx="611454" cy="359316"/>
          </a:xfrm>
        </p:grpSpPr>
        <p:pic>
          <p:nvPicPr>
            <p:cNvPr id="224" name="Graphic 223" descr="Delivery with solid fill">
              <a:extLst>
                <a:ext uri="{FF2B5EF4-FFF2-40B4-BE49-F238E27FC236}">
                  <a16:creationId xmlns:a16="http://schemas.microsoft.com/office/drawing/2014/main" id="{E419188B-9BC8-60BE-F503-7315A507307A}"/>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420083" y="3345294"/>
              <a:ext cx="359316" cy="359316"/>
            </a:xfrm>
            <a:prstGeom prst="rect">
              <a:avLst/>
            </a:prstGeom>
          </p:spPr>
        </p:pic>
        <p:pic>
          <p:nvPicPr>
            <p:cNvPr id="232" name="Picture 231">
              <a:extLst>
                <a:ext uri="{FF2B5EF4-FFF2-40B4-BE49-F238E27FC236}">
                  <a16:creationId xmlns:a16="http://schemas.microsoft.com/office/drawing/2014/main" id="{540C8107-7D7D-B40F-5E38-5598E13A0267}"/>
                </a:ext>
              </a:extLst>
            </p:cNvPr>
            <p:cNvPicPr>
              <a:picLocks noChangeAspect="1"/>
            </p:cNvPicPr>
            <p:nvPr/>
          </p:nvPicPr>
          <p:blipFill rotWithShape="1">
            <a:blip r:embed="rId10"/>
            <a:srcRect l="5021" t="4000" r="5021" b="16572"/>
            <a:stretch/>
          </p:blipFill>
          <p:spPr>
            <a:xfrm>
              <a:off x="6167945" y="3399132"/>
              <a:ext cx="235155" cy="207627"/>
            </a:xfrm>
            <a:prstGeom prst="rect">
              <a:avLst/>
            </a:prstGeom>
          </p:spPr>
        </p:pic>
      </p:grpSp>
      <p:grpSp>
        <p:nvGrpSpPr>
          <p:cNvPr id="269" name="Group 268">
            <a:extLst>
              <a:ext uri="{FF2B5EF4-FFF2-40B4-BE49-F238E27FC236}">
                <a16:creationId xmlns:a16="http://schemas.microsoft.com/office/drawing/2014/main" id="{D7F00F1D-83F9-A939-3067-117A76C1B77E}"/>
              </a:ext>
            </a:extLst>
          </p:cNvPr>
          <p:cNvGrpSpPr/>
          <p:nvPr/>
        </p:nvGrpSpPr>
        <p:grpSpPr>
          <a:xfrm>
            <a:off x="10293030" y="1554373"/>
            <a:ext cx="935367" cy="583004"/>
            <a:chOff x="10697230" y="2702758"/>
            <a:chExt cx="935367" cy="583004"/>
          </a:xfrm>
        </p:grpSpPr>
        <p:sp>
          <p:nvSpPr>
            <p:cNvPr id="198" name="object 66">
              <a:extLst>
                <a:ext uri="{FF2B5EF4-FFF2-40B4-BE49-F238E27FC236}">
                  <a16:creationId xmlns:a16="http://schemas.microsoft.com/office/drawing/2014/main" id="{80019C13-91AB-A7C2-22C1-0258BBE3C118}"/>
                </a:ext>
              </a:extLst>
            </p:cNvPr>
            <p:cNvSpPr txBox="1"/>
            <p:nvPr/>
          </p:nvSpPr>
          <p:spPr>
            <a:xfrm>
              <a:off x="10697230" y="3088913"/>
              <a:ext cx="935367" cy="196849"/>
            </a:xfrm>
            <a:prstGeom prst="rect">
              <a:avLst/>
            </a:prstGeom>
          </p:spPr>
          <p:txBody>
            <a:bodyPr vert="horz" wrap="square" lIns="0" tIns="12065" rIns="0" bIns="0" rtlCol="0">
              <a:spAutoFit/>
            </a:bodyPr>
            <a:lstStyle/>
            <a:p>
              <a:pPr marL="59690" marR="5080" indent="-47625" algn="ctr">
                <a:lnSpc>
                  <a:spcPct val="100000"/>
                </a:lnSpc>
                <a:spcBef>
                  <a:spcPts val="95"/>
                </a:spcBef>
              </a:pPr>
              <a:r>
                <a:rPr lang="en-IN" sz="1200" b="1">
                  <a:solidFill>
                    <a:schemeClr val="bg1"/>
                  </a:solidFill>
                  <a:latin typeface="Calibri" panose="020F0502020204030204" pitchFamily="34" charset="0"/>
                  <a:cs typeface="Calibri" panose="020F0502020204030204" pitchFamily="34" charset="0"/>
                </a:rPr>
                <a:t>End Customer</a:t>
              </a:r>
            </a:p>
          </p:txBody>
        </p:sp>
        <p:pic>
          <p:nvPicPr>
            <p:cNvPr id="239" name="Picture 238">
              <a:extLst>
                <a:ext uri="{FF2B5EF4-FFF2-40B4-BE49-F238E27FC236}">
                  <a16:creationId xmlns:a16="http://schemas.microsoft.com/office/drawing/2014/main" id="{496F64D5-7BD9-289B-C790-D93B77BF9628}"/>
                </a:ext>
              </a:extLst>
            </p:cNvPr>
            <p:cNvPicPr>
              <a:picLocks noChangeAspect="1"/>
            </p:cNvPicPr>
            <p:nvPr/>
          </p:nvPicPr>
          <p:blipFill rotWithShape="1">
            <a:blip r:embed="rId11"/>
            <a:srcRect l="24337" t="12328" r="16616"/>
            <a:stretch/>
          </p:blipFill>
          <p:spPr>
            <a:xfrm>
              <a:off x="10954960" y="2702758"/>
              <a:ext cx="329622" cy="436794"/>
            </a:xfrm>
            <a:prstGeom prst="rect">
              <a:avLst/>
            </a:prstGeom>
          </p:spPr>
        </p:pic>
      </p:grpSp>
      <p:grpSp>
        <p:nvGrpSpPr>
          <p:cNvPr id="257" name="Group 256">
            <a:extLst>
              <a:ext uri="{FF2B5EF4-FFF2-40B4-BE49-F238E27FC236}">
                <a16:creationId xmlns:a16="http://schemas.microsoft.com/office/drawing/2014/main" id="{D82F2297-E30E-1E15-131C-D86E5BFD5A5C}"/>
              </a:ext>
            </a:extLst>
          </p:cNvPr>
          <p:cNvGrpSpPr/>
          <p:nvPr/>
        </p:nvGrpSpPr>
        <p:grpSpPr>
          <a:xfrm>
            <a:off x="7369041" y="945210"/>
            <a:ext cx="374088" cy="858041"/>
            <a:chOff x="8839184" y="2772520"/>
            <a:chExt cx="374088" cy="858041"/>
          </a:xfrm>
        </p:grpSpPr>
        <p:pic>
          <p:nvPicPr>
            <p:cNvPr id="242" name="Picture 241">
              <a:extLst>
                <a:ext uri="{FF2B5EF4-FFF2-40B4-BE49-F238E27FC236}">
                  <a16:creationId xmlns:a16="http://schemas.microsoft.com/office/drawing/2014/main" id="{BAEE2C74-0DF5-88D4-3E07-6FEE345A01A7}"/>
                </a:ext>
              </a:extLst>
            </p:cNvPr>
            <p:cNvPicPr>
              <a:picLocks noChangeAspect="1"/>
            </p:cNvPicPr>
            <p:nvPr/>
          </p:nvPicPr>
          <p:blipFill>
            <a:blip r:embed="rId12"/>
            <a:stretch>
              <a:fillRect/>
            </a:stretch>
          </p:blipFill>
          <p:spPr>
            <a:xfrm>
              <a:off x="8839184" y="2772520"/>
              <a:ext cx="374088" cy="395774"/>
            </a:xfrm>
            <a:prstGeom prst="rect">
              <a:avLst/>
            </a:prstGeom>
          </p:spPr>
        </p:pic>
        <p:pic>
          <p:nvPicPr>
            <p:cNvPr id="246" name="Picture 245">
              <a:extLst>
                <a:ext uri="{FF2B5EF4-FFF2-40B4-BE49-F238E27FC236}">
                  <a16:creationId xmlns:a16="http://schemas.microsoft.com/office/drawing/2014/main" id="{B4A9CE59-30B5-5837-8F6B-6F3EF24DBEB0}"/>
                </a:ext>
              </a:extLst>
            </p:cNvPr>
            <p:cNvPicPr>
              <a:picLocks noChangeAspect="1"/>
            </p:cNvPicPr>
            <p:nvPr/>
          </p:nvPicPr>
          <p:blipFill>
            <a:blip r:embed="rId13"/>
            <a:stretch>
              <a:fillRect/>
            </a:stretch>
          </p:blipFill>
          <p:spPr>
            <a:xfrm>
              <a:off x="8902967" y="3273461"/>
              <a:ext cx="289820" cy="357100"/>
            </a:xfrm>
            <a:prstGeom prst="rect">
              <a:avLst/>
            </a:prstGeom>
          </p:spPr>
        </p:pic>
      </p:grpSp>
      <p:pic>
        <p:nvPicPr>
          <p:cNvPr id="248" name="Picture 247">
            <a:extLst>
              <a:ext uri="{FF2B5EF4-FFF2-40B4-BE49-F238E27FC236}">
                <a16:creationId xmlns:a16="http://schemas.microsoft.com/office/drawing/2014/main" id="{A2CD7864-435D-8E90-4562-897EDE5FE295}"/>
              </a:ext>
            </a:extLst>
          </p:cNvPr>
          <p:cNvPicPr>
            <a:picLocks noChangeAspect="1"/>
          </p:cNvPicPr>
          <p:nvPr/>
        </p:nvPicPr>
        <p:blipFill rotWithShape="1">
          <a:blip r:embed="rId14"/>
          <a:srcRect l="5827" t="278" r="5827" b="-2804"/>
          <a:stretch/>
        </p:blipFill>
        <p:spPr>
          <a:xfrm>
            <a:off x="4463922" y="1100391"/>
            <a:ext cx="353424" cy="361333"/>
          </a:xfrm>
          <a:prstGeom prst="rect">
            <a:avLst/>
          </a:prstGeom>
        </p:spPr>
      </p:pic>
      <p:grpSp>
        <p:nvGrpSpPr>
          <p:cNvPr id="50" name="Group 49">
            <a:extLst>
              <a:ext uri="{FF2B5EF4-FFF2-40B4-BE49-F238E27FC236}">
                <a16:creationId xmlns:a16="http://schemas.microsoft.com/office/drawing/2014/main" id="{AAB095D3-465C-DE64-F86D-132C1D1DF0A0}"/>
              </a:ext>
            </a:extLst>
          </p:cNvPr>
          <p:cNvGrpSpPr/>
          <p:nvPr/>
        </p:nvGrpSpPr>
        <p:grpSpPr>
          <a:xfrm rot="5400000" flipV="1">
            <a:off x="10479627" y="-450418"/>
            <a:ext cx="407811" cy="2405862"/>
            <a:chOff x="73946" y="1635654"/>
            <a:chExt cx="1074355" cy="2247618"/>
          </a:xfrm>
          <a:solidFill>
            <a:schemeClr val="accent1">
              <a:lumMod val="50000"/>
            </a:schemeClr>
          </a:solidFill>
          <a:effectLst>
            <a:outerShdw blurRad="50800" dist="38100" algn="l" rotWithShape="0">
              <a:prstClr val="black">
                <a:alpha val="40000"/>
              </a:prstClr>
            </a:outerShdw>
          </a:effectLst>
        </p:grpSpPr>
        <p:sp>
          <p:nvSpPr>
            <p:cNvPr id="206" name="Chevron 46">
              <a:extLst>
                <a:ext uri="{FF2B5EF4-FFF2-40B4-BE49-F238E27FC236}">
                  <a16:creationId xmlns:a16="http://schemas.microsoft.com/office/drawing/2014/main" id="{28433C12-4AB6-EA54-975D-ED54EAB50E85}"/>
                </a:ext>
              </a:extLst>
            </p:cNvPr>
            <p:cNvSpPr/>
            <p:nvPr/>
          </p:nvSpPr>
          <p:spPr>
            <a:xfrm rot="5400000">
              <a:off x="-512685" y="2222285"/>
              <a:ext cx="2247618" cy="1074355"/>
            </a:xfrm>
            <a:prstGeom prst="chevron">
              <a:avLst>
                <a:gd name="adj" fmla="val 26997"/>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b="1">
                <a:solidFill>
                  <a:schemeClr val="tx1"/>
                </a:solidFill>
                <a:latin typeface="Calibri" panose="020F0502020204030204" pitchFamily="34" charset="0"/>
                <a:cs typeface="Calibri" panose="020F0502020204030204" pitchFamily="34" charset="0"/>
              </a:endParaRPr>
            </a:p>
          </p:txBody>
        </p:sp>
        <p:sp>
          <p:nvSpPr>
            <p:cNvPr id="207" name="TextBox 206">
              <a:extLst>
                <a:ext uri="{FF2B5EF4-FFF2-40B4-BE49-F238E27FC236}">
                  <a16:creationId xmlns:a16="http://schemas.microsoft.com/office/drawing/2014/main" id="{743B5944-3206-BFAA-B2C6-2473580A8751}"/>
                </a:ext>
              </a:extLst>
            </p:cNvPr>
            <p:cNvSpPr txBox="1"/>
            <p:nvPr/>
          </p:nvSpPr>
          <p:spPr>
            <a:xfrm rot="16200000">
              <a:off x="-436922" y="2522098"/>
              <a:ext cx="2096086" cy="626251"/>
            </a:xfrm>
            <a:prstGeom prst="rect">
              <a:avLst/>
            </a:prstGeom>
            <a:noFill/>
            <a:ln>
              <a:noFill/>
            </a:ln>
          </p:spPr>
          <p:txBody>
            <a:bodyPr wrap="square" rtlCol="0" anchor="ctr">
              <a:spAutoFit/>
            </a:bodyPr>
            <a:lstStyle/>
            <a:p>
              <a:pPr algn="ctr"/>
              <a:r>
                <a:rPr lang="en-US" sz="1300" b="1">
                  <a:solidFill>
                    <a:schemeClr val="bg2">
                      <a:lumMod val="25000"/>
                    </a:schemeClr>
                  </a:solidFill>
                  <a:latin typeface="Calibri" panose="020F0502020204030204" pitchFamily="34" charset="0"/>
                  <a:cs typeface="Calibri" panose="020F0502020204030204" pitchFamily="34" charset="0"/>
                </a:rPr>
                <a:t>Customer</a:t>
              </a:r>
            </a:p>
          </p:txBody>
        </p:sp>
      </p:grpSp>
      <p:pic>
        <p:nvPicPr>
          <p:cNvPr id="287" name="Picture 286">
            <a:extLst>
              <a:ext uri="{FF2B5EF4-FFF2-40B4-BE49-F238E27FC236}">
                <a16:creationId xmlns:a16="http://schemas.microsoft.com/office/drawing/2014/main" id="{7670A2AB-8FC3-1A64-AFB3-73EC7346548F}"/>
              </a:ext>
            </a:extLst>
          </p:cNvPr>
          <p:cNvPicPr>
            <a:picLocks noChangeAspect="1"/>
          </p:cNvPicPr>
          <p:nvPr/>
        </p:nvPicPr>
        <p:blipFill rotWithShape="1">
          <a:blip r:embed="rId15"/>
          <a:srcRect l="8881" t="5012" r="3643" b="1019"/>
          <a:stretch/>
        </p:blipFill>
        <p:spPr>
          <a:xfrm>
            <a:off x="2391310" y="1114268"/>
            <a:ext cx="373245" cy="354456"/>
          </a:xfrm>
          <a:prstGeom prst="rect">
            <a:avLst/>
          </a:prstGeom>
        </p:spPr>
      </p:pic>
      <p:grpSp>
        <p:nvGrpSpPr>
          <p:cNvPr id="324" name="Group 323">
            <a:extLst>
              <a:ext uri="{FF2B5EF4-FFF2-40B4-BE49-F238E27FC236}">
                <a16:creationId xmlns:a16="http://schemas.microsoft.com/office/drawing/2014/main" id="{4F9E2E55-DEED-D90C-713B-715BE3394AC9}"/>
              </a:ext>
            </a:extLst>
          </p:cNvPr>
          <p:cNvGrpSpPr/>
          <p:nvPr/>
        </p:nvGrpSpPr>
        <p:grpSpPr>
          <a:xfrm>
            <a:off x="7875358" y="1046759"/>
            <a:ext cx="804503" cy="620368"/>
            <a:chOff x="5405976" y="1868562"/>
            <a:chExt cx="804503" cy="620368"/>
          </a:xfrm>
        </p:grpSpPr>
        <p:sp>
          <p:nvSpPr>
            <p:cNvPr id="292" name="object 58">
              <a:extLst>
                <a:ext uri="{FF2B5EF4-FFF2-40B4-BE49-F238E27FC236}">
                  <a16:creationId xmlns:a16="http://schemas.microsoft.com/office/drawing/2014/main" id="{227A516D-2B00-3005-F256-EEF994DA86E5}"/>
                </a:ext>
              </a:extLst>
            </p:cNvPr>
            <p:cNvSpPr txBox="1"/>
            <p:nvPr/>
          </p:nvSpPr>
          <p:spPr>
            <a:xfrm>
              <a:off x="5405976" y="2352995"/>
              <a:ext cx="588645" cy="135935"/>
            </a:xfrm>
            <a:prstGeom prst="rect">
              <a:avLst/>
            </a:prstGeom>
          </p:spPr>
          <p:style>
            <a:lnRef idx="2">
              <a:schemeClr val="dk1"/>
            </a:lnRef>
            <a:fillRef idx="1">
              <a:schemeClr val="lt1"/>
            </a:fillRef>
            <a:effectRef idx="0">
              <a:schemeClr val="dk1"/>
            </a:effectRef>
            <a:fontRef idx="minor">
              <a:schemeClr val="dk1"/>
            </a:fontRef>
          </p:style>
          <p:txBody>
            <a:bodyPr vert="horz" wrap="square" lIns="0" tIns="12700" rIns="0" bIns="0" rtlCol="0">
              <a:spAutoFit/>
            </a:bodyPr>
            <a:lstStyle/>
            <a:p>
              <a:pPr marL="12700">
                <a:lnSpc>
                  <a:spcPct val="100000"/>
                </a:lnSpc>
                <a:spcBef>
                  <a:spcPts val="100"/>
                </a:spcBef>
              </a:pPr>
              <a:r>
                <a:rPr sz="800" spc="-30">
                  <a:solidFill>
                    <a:srgbClr val="4D4D4F"/>
                  </a:solidFill>
                  <a:latin typeface="Arial MT"/>
                  <a:cs typeface="Arial MT"/>
                </a:rPr>
                <a:t>Pa</a:t>
              </a:r>
              <a:r>
                <a:rPr sz="800" spc="-35">
                  <a:solidFill>
                    <a:srgbClr val="4D4D4F"/>
                  </a:solidFill>
                  <a:latin typeface="Arial MT"/>
                  <a:cs typeface="Arial MT"/>
                </a:rPr>
                <a:t>r</a:t>
              </a:r>
              <a:r>
                <a:rPr sz="800" spc="-15">
                  <a:solidFill>
                    <a:srgbClr val="4D4D4F"/>
                  </a:solidFill>
                  <a:latin typeface="Arial MT"/>
                  <a:cs typeface="Arial MT"/>
                </a:rPr>
                <a:t>cel</a:t>
              </a:r>
              <a:r>
                <a:rPr sz="800">
                  <a:solidFill>
                    <a:srgbClr val="4D4D4F"/>
                  </a:solidFill>
                  <a:latin typeface="Arial MT"/>
                  <a:cs typeface="Arial MT"/>
                </a:rPr>
                <a:t> </a:t>
              </a:r>
              <a:r>
                <a:rPr sz="800" spc="-10">
                  <a:solidFill>
                    <a:srgbClr val="4D4D4F"/>
                  </a:solidFill>
                  <a:latin typeface="Arial MT"/>
                  <a:cs typeface="Arial MT"/>
                </a:rPr>
                <a:t>locker</a:t>
              </a:r>
              <a:endParaRPr sz="800">
                <a:latin typeface="Arial MT"/>
                <a:cs typeface="Arial MT"/>
              </a:endParaRPr>
            </a:p>
          </p:txBody>
        </p:sp>
        <p:sp>
          <p:nvSpPr>
            <p:cNvPr id="293" name="object 84">
              <a:extLst>
                <a:ext uri="{FF2B5EF4-FFF2-40B4-BE49-F238E27FC236}">
                  <a16:creationId xmlns:a16="http://schemas.microsoft.com/office/drawing/2014/main" id="{2FF88D52-D431-9470-F133-897E8EE0142E}"/>
                </a:ext>
              </a:extLst>
            </p:cNvPr>
            <p:cNvSpPr/>
            <p:nvPr/>
          </p:nvSpPr>
          <p:spPr>
            <a:xfrm>
              <a:off x="5455477" y="1961103"/>
              <a:ext cx="277495" cy="246379"/>
            </a:xfrm>
            <a:custGeom>
              <a:avLst/>
              <a:gdLst/>
              <a:ahLst/>
              <a:cxnLst/>
              <a:rect l="l" t="t" r="r" b="b"/>
              <a:pathLst>
                <a:path w="277494" h="246379">
                  <a:moveTo>
                    <a:pt x="241096" y="246316"/>
                  </a:moveTo>
                  <a:lnTo>
                    <a:pt x="35991" y="246316"/>
                  </a:lnTo>
                  <a:lnTo>
                    <a:pt x="21977" y="243487"/>
                  </a:lnTo>
                  <a:lnTo>
                    <a:pt x="10537" y="235773"/>
                  </a:lnTo>
                  <a:lnTo>
                    <a:pt x="2826" y="224333"/>
                  </a:lnTo>
                  <a:lnTo>
                    <a:pt x="0" y="210324"/>
                  </a:lnTo>
                  <a:lnTo>
                    <a:pt x="0" y="35991"/>
                  </a:lnTo>
                  <a:lnTo>
                    <a:pt x="2826" y="21983"/>
                  </a:lnTo>
                  <a:lnTo>
                    <a:pt x="10537" y="10542"/>
                  </a:lnTo>
                  <a:lnTo>
                    <a:pt x="21977" y="2828"/>
                  </a:lnTo>
                  <a:lnTo>
                    <a:pt x="35991" y="0"/>
                  </a:lnTo>
                  <a:lnTo>
                    <a:pt x="241096" y="0"/>
                  </a:lnTo>
                  <a:lnTo>
                    <a:pt x="255107" y="2828"/>
                  </a:lnTo>
                  <a:lnTo>
                    <a:pt x="266552" y="10542"/>
                  </a:lnTo>
                  <a:lnTo>
                    <a:pt x="274270" y="21983"/>
                  </a:lnTo>
                  <a:lnTo>
                    <a:pt x="277101" y="35991"/>
                  </a:lnTo>
                  <a:lnTo>
                    <a:pt x="277101" y="210324"/>
                  </a:lnTo>
                  <a:lnTo>
                    <a:pt x="274270" y="224333"/>
                  </a:lnTo>
                  <a:lnTo>
                    <a:pt x="266552" y="235773"/>
                  </a:lnTo>
                  <a:lnTo>
                    <a:pt x="255107" y="243487"/>
                  </a:lnTo>
                  <a:lnTo>
                    <a:pt x="241096" y="246316"/>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294" name="object 85">
              <a:extLst>
                <a:ext uri="{FF2B5EF4-FFF2-40B4-BE49-F238E27FC236}">
                  <a16:creationId xmlns:a16="http://schemas.microsoft.com/office/drawing/2014/main" id="{C83C0E5F-28A3-8511-4FE8-6B88889DDC40}"/>
                </a:ext>
              </a:extLst>
            </p:cNvPr>
            <p:cNvSpPr/>
            <p:nvPr/>
          </p:nvSpPr>
          <p:spPr>
            <a:xfrm>
              <a:off x="5570674" y="1961107"/>
              <a:ext cx="46355" cy="61594"/>
            </a:xfrm>
            <a:custGeom>
              <a:avLst/>
              <a:gdLst/>
              <a:ahLst/>
              <a:cxnLst/>
              <a:rect l="l" t="t" r="r" b="b"/>
              <a:pathLst>
                <a:path w="46355" h="61595">
                  <a:moveTo>
                    <a:pt x="46189" y="61582"/>
                  </a:moveTo>
                  <a:lnTo>
                    <a:pt x="0" y="61582"/>
                  </a:lnTo>
                  <a:lnTo>
                    <a:pt x="0" y="0"/>
                  </a:lnTo>
                  <a:lnTo>
                    <a:pt x="46189" y="0"/>
                  </a:lnTo>
                  <a:lnTo>
                    <a:pt x="46189" y="61582"/>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295" name="object 86">
              <a:extLst>
                <a:ext uri="{FF2B5EF4-FFF2-40B4-BE49-F238E27FC236}">
                  <a16:creationId xmlns:a16="http://schemas.microsoft.com/office/drawing/2014/main" id="{E22B2D11-EF8E-A61F-AB2F-9BD51D4D1D9D}"/>
                </a:ext>
              </a:extLst>
            </p:cNvPr>
            <p:cNvSpPr/>
            <p:nvPr/>
          </p:nvSpPr>
          <p:spPr>
            <a:xfrm>
              <a:off x="5704090" y="2164311"/>
              <a:ext cx="0" cy="27305"/>
            </a:xfrm>
            <a:custGeom>
              <a:avLst/>
              <a:gdLst/>
              <a:ahLst/>
              <a:cxnLst/>
              <a:rect l="l" t="t" r="r" b="b"/>
              <a:pathLst>
                <a:path h="27304">
                  <a:moveTo>
                    <a:pt x="0" y="0"/>
                  </a:moveTo>
                  <a:lnTo>
                    <a:pt x="0" y="26898"/>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296" name="object 87">
              <a:extLst>
                <a:ext uri="{FF2B5EF4-FFF2-40B4-BE49-F238E27FC236}">
                  <a16:creationId xmlns:a16="http://schemas.microsoft.com/office/drawing/2014/main" id="{A8FBF20E-0E36-DBB9-3A43-D7E536748E8A}"/>
                </a:ext>
              </a:extLst>
            </p:cNvPr>
            <p:cNvSpPr/>
            <p:nvPr/>
          </p:nvSpPr>
          <p:spPr>
            <a:xfrm>
              <a:off x="5691800" y="2164308"/>
              <a:ext cx="24765" cy="12700"/>
            </a:xfrm>
            <a:custGeom>
              <a:avLst/>
              <a:gdLst/>
              <a:ahLst/>
              <a:cxnLst/>
              <a:rect l="l" t="t" r="r" b="b"/>
              <a:pathLst>
                <a:path w="24764" h="12700">
                  <a:moveTo>
                    <a:pt x="0" y="12280"/>
                  </a:moveTo>
                  <a:lnTo>
                    <a:pt x="12293" y="0"/>
                  </a:lnTo>
                  <a:lnTo>
                    <a:pt x="24574" y="1228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297" name="object 88">
              <a:extLst>
                <a:ext uri="{FF2B5EF4-FFF2-40B4-BE49-F238E27FC236}">
                  <a16:creationId xmlns:a16="http://schemas.microsoft.com/office/drawing/2014/main" id="{BF559AD0-FCC8-77F4-1FF9-133880234185}"/>
                </a:ext>
              </a:extLst>
            </p:cNvPr>
            <p:cNvSpPr/>
            <p:nvPr/>
          </p:nvSpPr>
          <p:spPr>
            <a:xfrm>
              <a:off x="5672228" y="2164311"/>
              <a:ext cx="0" cy="27305"/>
            </a:xfrm>
            <a:custGeom>
              <a:avLst/>
              <a:gdLst/>
              <a:ahLst/>
              <a:cxnLst/>
              <a:rect l="l" t="t" r="r" b="b"/>
              <a:pathLst>
                <a:path h="27304">
                  <a:moveTo>
                    <a:pt x="0" y="0"/>
                  </a:moveTo>
                  <a:lnTo>
                    <a:pt x="0" y="26898"/>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298" name="object 89">
              <a:extLst>
                <a:ext uri="{FF2B5EF4-FFF2-40B4-BE49-F238E27FC236}">
                  <a16:creationId xmlns:a16="http://schemas.microsoft.com/office/drawing/2014/main" id="{91FC2737-B21D-DFF0-4FD9-13E7F0D03D42}"/>
                </a:ext>
              </a:extLst>
            </p:cNvPr>
            <p:cNvSpPr/>
            <p:nvPr/>
          </p:nvSpPr>
          <p:spPr>
            <a:xfrm>
              <a:off x="5659938" y="2164308"/>
              <a:ext cx="24765" cy="12700"/>
            </a:xfrm>
            <a:custGeom>
              <a:avLst/>
              <a:gdLst/>
              <a:ahLst/>
              <a:cxnLst/>
              <a:rect l="l" t="t" r="r" b="b"/>
              <a:pathLst>
                <a:path w="24764" h="12700">
                  <a:moveTo>
                    <a:pt x="0" y="12280"/>
                  </a:moveTo>
                  <a:lnTo>
                    <a:pt x="12293" y="0"/>
                  </a:lnTo>
                  <a:lnTo>
                    <a:pt x="24574" y="1228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299" name="object 90">
              <a:extLst>
                <a:ext uri="{FF2B5EF4-FFF2-40B4-BE49-F238E27FC236}">
                  <a16:creationId xmlns:a16="http://schemas.microsoft.com/office/drawing/2014/main" id="{DF569489-B592-9271-31CB-FDFBF9FAE8D9}"/>
                </a:ext>
              </a:extLst>
            </p:cNvPr>
            <p:cNvSpPr/>
            <p:nvPr/>
          </p:nvSpPr>
          <p:spPr>
            <a:xfrm>
              <a:off x="5480861" y="2084265"/>
              <a:ext cx="66675" cy="0"/>
            </a:xfrm>
            <a:custGeom>
              <a:avLst/>
              <a:gdLst/>
              <a:ahLst/>
              <a:cxnLst/>
              <a:rect l="l" t="t" r="r" b="b"/>
              <a:pathLst>
                <a:path w="66675">
                  <a:moveTo>
                    <a:pt x="0" y="0"/>
                  </a:moveTo>
                  <a:lnTo>
                    <a:pt x="66179"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0" name="object 91">
              <a:extLst>
                <a:ext uri="{FF2B5EF4-FFF2-40B4-BE49-F238E27FC236}">
                  <a16:creationId xmlns:a16="http://schemas.microsoft.com/office/drawing/2014/main" id="{386BDE83-6D24-332D-C8AE-D26859E8C2D4}"/>
                </a:ext>
              </a:extLst>
            </p:cNvPr>
            <p:cNvSpPr/>
            <p:nvPr/>
          </p:nvSpPr>
          <p:spPr>
            <a:xfrm>
              <a:off x="5480861" y="2098156"/>
              <a:ext cx="33655" cy="0"/>
            </a:xfrm>
            <a:custGeom>
              <a:avLst/>
              <a:gdLst/>
              <a:ahLst/>
              <a:cxnLst/>
              <a:rect l="l" t="t" r="r" b="b"/>
              <a:pathLst>
                <a:path w="33655">
                  <a:moveTo>
                    <a:pt x="0" y="0"/>
                  </a:moveTo>
                  <a:lnTo>
                    <a:pt x="33083"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1" name="object 92">
              <a:extLst>
                <a:ext uri="{FF2B5EF4-FFF2-40B4-BE49-F238E27FC236}">
                  <a16:creationId xmlns:a16="http://schemas.microsoft.com/office/drawing/2014/main" id="{54E413A9-2697-D38C-6F77-9F5E462AF4D0}"/>
                </a:ext>
              </a:extLst>
            </p:cNvPr>
            <p:cNvSpPr/>
            <p:nvPr/>
          </p:nvSpPr>
          <p:spPr>
            <a:xfrm>
              <a:off x="5777874" y="1868562"/>
              <a:ext cx="108585" cy="432434"/>
            </a:xfrm>
            <a:custGeom>
              <a:avLst/>
              <a:gdLst/>
              <a:ahLst/>
              <a:cxnLst/>
              <a:rect l="l" t="t" r="r" b="b"/>
              <a:pathLst>
                <a:path w="108585" h="432435">
                  <a:moveTo>
                    <a:pt x="108000" y="432003"/>
                  </a:moveTo>
                  <a:lnTo>
                    <a:pt x="0" y="432003"/>
                  </a:lnTo>
                  <a:lnTo>
                    <a:pt x="0" y="0"/>
                  </a:lnTo>
                  <a:lnTo>
                    <a:pt x="108000" y="0"/>
                  </a:lnTo>
                  <a:lnTo>
                    <a:pt x="108000" y="432003"/>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2" name="object 93">
              <a:extLst>
                <a:ext uri="{FF2B5EF4-FFF2-40B4-BE49-F238E27FC236}">
                  <a16:creationId xmlns:a16="http://schemas.microsoft.com/office/drawing/2014/main" id="{0E329E6F-F016-65D6-344C-33721342E469}"/>
                </a:ext>
              </a:extLst>
            </p:cNvPr>
            <p:cNvSpPr/>
            <p:nvPr/>
          </p:nvSpPr>
          <p:spPr>
            <a:xfrm>
              <a:off x="5885875" y="1868562"/>
              <a:ext cx="108585" cy="432434"/>
            </a:xfrm>
            <a:custGeom>
              <a:avLst/>
              <a:gdLst/>
              <a:ahLst/>
              <a:cxnLst/>
              <a:rect l="l" t="t" r="r" b="b"/>
              <a:pathLst>
                <a:path w="108585" h="432435">
                  <a:moveTo>
                    <a:pt x="108000" y="432003"/>
                  </a:moveTo>
                  <a:lnTo>
                    <a:pt x="0" y="432003"/>
                  </a:lnTo>
                  <a:lnTo>
                    <a:pt x="0" y="0"/>
                  </a:lnTo>
                  <a:lnTo>
                    <a:pt x="108000" y="0"/>
                  </a:lnTo>
                  <a:lnTo>
                    <a:pt x="108000" y="432003"/>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3" name="object 94">
              <a:extLst>
                <a:ext uri="{FF2B5EF4-FFF2-40B4-BE49-F238E27FC236}">
                  <a16:creationId xmlns:a16="http://schemas.microsoft.com/office/drawing/2014/main" id="{55D67100-1346-0DC3-2839-2B39EE2BCF0E}"/>
                </a:ext>
              </a:extLst>
            </p:cNvPr>
            <p:cNvSpPr/>
            <p:nvPr/>
          </p:nvSpPr>
          <p:spPr>
            <a:xfrm>
              <a:off x="5993876" y="1868562"/>
              <a:ext cx="108585" cy="432434"/>
            </a:xfrm>
            <a:custGeom>
              <a:avLst/>
              <a:gdLst/>
              <a:ahLst/>
              <a:cxnLst/>
              <a:rect l="l" t="t" r="r" b="b"/>
              <a:pathLst>
                <a:path w="108585" h="432435">
                  <a:moveTo>
                    <a:pt x="108000" y="432003"/>
                  </a:moveTo>
                  <a:lnTo>
                    <a:pt x="0" y="432003"/>
                  </a:lnTo>
                  <a:lnTo>
                    <a:pt x="0" y="0"/>
                  </a:lnTo>
                  <a:lnTo>
                    <a:pt x="108000" y="0"/>
                  </a:lnTo>
                  <a:lnTo>
                    <a:pt x="108000" y="432003"/>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4" name="object 95">
              <a:extLst>
                <a:ext uri="{FF2B5EF4-FFF2-40B4-BE49-F238E27FC236}">
                  <a16:creationId xmlns:a16="http://schemas.microsoft.com/office/drawing/2014/main" id="{5BE78C25-0969-3473-184D-5D2C0CFE092F}"/>
                </a:ext>
              </a:extLst>
            </p:cNvPr>
            <p:cNvSpPr/>
            <p:nvPr/>
          </p:nvSpPr>
          <p:spPr>
            <a:xfrm>
              <a:off x="6101864" y="1868562"/>
              <a:ext cx="108585" cy="432434"/>
            </a:xfrm>
            <a:custGeom>
              <a:avLst/>
              <a:gdLst/>
              <a:ahLst/>
              <a:cxnLst/>
              <a:rect l="l" t="t" r="r" b="b"/>
              <a:pathLst>
                <a:path w="108585" h="432435">
                  <a:moveTo>
                    <a:pt x="108000" y="432003"/>
                  </a:moveTo>
                  <a:lnTo>
                    <a:pt x="0" y="432003"/>
                  </a:lnTo>
                  <a:lnTo>
                    <a:pt x="0" y="0"/>
                  </a:lnTo>
                  <a:lnTo>
                    <a:pt x="108000" y="0"/>
                  </a:lnTo>
                  <a:lnTo>
                    <a:pt x="108000" y="432003"/>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5" name="object 96">
              <a:extLst>
                <a:ext uri="{FF2B5EF4-FFF2-40B4-BE49-F238E27FC236}">
                  <a16:creationId xmlns:a16="http://schemas.microsoft.com/office/drawing/2014/main" id="{220F1DBA-3555-A04B-F56E-0FD11643D312}"/>
                </a:ext>
              </a:extLst>
            </p:cNvPr>
            <p:cNvSpPr/>
            <p:nvPr/>
          </p:nvSpPr>
          <p:spPr>
            <a:xfrm>
              <a:off x="5777872" y="1890517"/>
              <a:ext cx="432434" cy="0"/>
            </a:xfrm>
            <a:custGeom>
              <a:avLst/>
              <a:gdLst/>
              <a:ahLst/>
              <a:cxnLst/>
              <a:rect l="l" t="t" r="r" b="b"/>
              <a:pathLst>
                <a:path w="432435">
                  <a:moveTo>
                    <a:pt x="0" y="0"/>
                  </a:moveTo>
                  <a:lnTo>
                    <a:pt x="432003"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6" name="object 97">
              <a:extLst>
                <a:ext uri="{FF2B5EF4-FFF2-40B4-BE49-F238E27FC236}">
                  <a16:creationId xmlns:a16="http://schemas.microsoft.com/office/drawing/2014/main" id="{C4E2F22D-E0B5-6A20-DF95-695049C46E34}"/>
                </a:ext>
              </a:extLst>
            </p:cNvPr>
            <p:cNvSpPr/>
            <p:nvPr/>
          </p:nvSpPr>
          <p:spPr>
            <a:xfrm>
              <a:off x="5777872" y="2278014"/>
              <a:ext cx="432434" cy="0"/>
            </a:xfrm>
            <a:custGeom>
              <a:avLst/>
              <a:gdLst/>
              <a:ahLst/>
              <a:cxnLst/>
              <a:rect l="l" t="t" r="r" b="b"/>
              <a:pathLst>
                <a:path w="432435">
                  <a:moveTo>
                    <a:pt x="0" y="0"/>
                  </a:moveTo>
                  <a:lnTo>
                    <a:pt x="432003"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7" name="object 98">
              <a:extLst>
                <a:ext uri="{FF2B5EF4-FFF2-40B4-BE49-F238E27FC236}">
                  <a16:creationId xmlns:a16="http://schemas.microsoft.com/office/drawing/2014/main" id="{35EE9F46-9C25-122F-7767-187B4EE043E2}"/>
                </a:ext>
              </a:extLst>
            </p:cNvPr>
            <p:cNvSpPr/>
            <p:nvPr/>
          </p:nvSpPr>
          <p:spPr>
            <a:xfrm>
              <a:off x="5795197" y="2022688"/>
              <a:ext cx="73660" cy="75565"/>
            </a:xfrm>
            <a:custGeom>
              <a:avLst/>
              <a:gdLst/>
              <a:ahLst/>
              <a:cxnLst/>
              <a:rect l="l" t="t" r="r" b="b"/>
              <a:pathLst>
                <a:path w="73660" h="75564">
                  <a:moveTo>
                    <a:pt x="73355" y="75158"/>
                  </a:moveTo>
                  <a:lnTo>
                    <a:pt x="0" y="75158"/>
                  </a:lnTo>
                  <a:lnTo>
                    <a:pt x="0" y="0"/>
                  </a:lnTo>
                  <a:lnTo>
                    <a:pt x="73355" y="0"/>
                  </a:lnTo>
                  <a:lnTo>
                    <a:pt x="73355" y="75158"/>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8" name="object 99">
              <a:extLst>
                <a:ext uri="{FF2B5EF4-FFF2-40B4-BE49-F238E27FC236}">
                  <a16:creationId xmlns:a16="http://schemas.microsoft.com/office/drawing/2014/main" id="{9793F6F2-A5A5-740F-BF96-C17F9A8E45BD}"/>
                </a:ext>
              </a:extLst>
            </p:cNvPr>
            <p:cNvSpPr/>
            <p:nvPr/>
          </p:nvSpPr>
          <p:spPr>
            <a:xfrm>
              <a:off x="5809065" y="2115171"/>
              <a:ext cx="45720" cy="21590"/>
            </a:xfrm>
            <a:custGeom>
              <a:avLst/>
              <a:gdLst/>
              <a:ahLst/>
              <a:cxnLst/>
              <a:rect l="l" t="t" r="r" b="b"/>
              <a:pathLst>
                <a:path w="45719" h="21589">
                  <a:moveTo>
                    <a:pt x="45618" y="21297"/>
                  </a:moveTo>
                  <a:lnTo>
                    <a:pt x="0" y="21297"/>
                  </a:lnTo>
                  <a:lnTo>
                    <a:pt x="0" y="0"/>
                  </a:lnTo>
                  <a:lnTo>
                    <a:pt x="45618" y="0"/>
                  </a:lnTo>
                  <a:lnTo>
                    <a:pt x="45618" y="21297"/>
                  </a:lnTo>
                  <a:close/>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09" name="object 100">
              <a:extLst>
                <a:ext uri="{FF2B5EF4-FFF2-40B4-BE49-F238E27FC236}">
                  <a16:creationId xmlns:a16="http://schemas.microsoft.com/office/drawing/2014/main" id="{A580D578-116F-0A3B-BBEF-D04F5AAEAE59}"/>
                </a:ext>
              </a:extLst>
            </p:cNvPr>
            <p:cNvSpPr/>
            <p:nvPr/>
          </p:nvSpPr>
          <p:spPr>
            <a:xfrm>
              <a:off x="5885871" y="1982665"/>
              <a:ext cx="324485" cy="0"/>
            </a:xfrm>
            <a:custGeom>
              <a:avLst/>
              <a:gdLst/>
              <a:ahLst/>
              <a:cxnLst/>
              <a:rect l="l" t="t" r="r" b="b"/>
              <a:pathLst>
                <a:path w="324485">
                  <a:moveTo>
                    <a:pt x="0" y="0"/>
                  </a:moveTo>
                  <a:lnTo>
                    <a:pt x="324002"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0" name="object 101">
              <a:extLst>
                <a:ext uri="{FF2B5EF4-FFF2-40B4-BE49-F238E27FC236}">
                  <a16:creationId xmlns:a16="http://schemas.microsoft.com/office/drawing/2014/main" id="{C61610A7-0E35-45A6-0CE5-006EA267C3CE}"/>
                </a:ext>
              </a:extLst>
            </p:cNvPr>
            <p:cNvSpPr/>
            <p:nvPr/>
          </p:nvSpPr>
          <p:spPr>
            <a:xfrm>
              <a:off x="5885871" y="2181141"/>
              <a:ext cx="324485" cy="0"/>
            </a:xfrm>
            <a:custGeom>
              <a:avLst/>
              <a:gdLst/>
              <a:ahLst/>
              <a:cxnLst/>
              <a:rect l="l" t="t" r="r" b="b"/>
              <a:pathLst>
                <a:path w="324485">
                  <a:moveTo>
                    <a:pt x="0" y="0"/>
                  </a:moveTo>
                  <a:lnTo>
                    <a:pt x="324002"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1" name="object 102">
              <a:extLst>
                <a:ext uri="{FF2B5EF4-FFF2-40B4-BE49-F238E27FC236}">
                  <a16:creationId xmlns:a16="http://schemas.microsoft.com/office/drawing/2014/main" id="{572C33E0-25AE-23B5-06A9-31135D72667A}"/>
                </a:ext>
              </a:extLst>
            </p:cNvPr>
            <p:cNvSpPr/>
            <p:nvPr/>
          </p:nvSpPr>
          <p:spPr>
            <a:xfrm>
              <a:off x="5885710" y="2084265"/>
              <a:ext cx="324485" cy="0"/>
            </a:xfrm>
            <a:custGeom>
              <a:avLst/>
              <a:gdLst/>
              <a:ahLst/>
              <a:cxnLst/>
              <a:rect l="l" t="t" r="r" b="b"/>
              <a:pathLst>
                <a:path w="324485">
                  <a:moveTo>
                    <a:pt x="0" y="0"/>
                  </a:moveTo>
                  <a:lnTo>
                    <a:pt x="324002"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2" name="object 103">
              <a:extLst>
                <a:ext uri="{FF2B5EF4-FFF2-40B4-BE49-F238E27FC236}">
                  <a16:creationId xmlns:a16="http://schemas.microsoft.com/office/drawing/2014/main" id="{F2853D08-A1A2-E3C9-242F-C0F75C771B50}"/>
                </a:ext>
              </a:extLst>
            </p:cNvPr>
            <p:cNvSpPr/>
            <p:nvPr/>
          </p:nvSpPr>
          <p:spPr>
            <a:xfrm>
              <a:off x="5939870" y="1935995"/>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3" name="object 104">
              <a:extLst>
                <a:ext uri="{FF2B5EF4-FFF2-40B4-BE49-F238E27FC236}">
                  <a16:creationId xmlns:a16="http://schemas.microsoft.com/office/drawing/2014/main" id="{B8C5A8B2-4075-30CD-624E-D9B73E4EF07B}"/>
                </a:ext>
              </a:extLst>
            </p:cNvPr>
            <p:cNvSpPr/>
            <p:nvPr/>
          </p:nvSpPr>
          <p:spPr>
            <a:xfrm>
              <a:off x="5939870" y="2033465"/>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4" name="object 105">
              <a:extLst>
                <a:ext uri="{FF2B5EF4-FFF2-40B4-BE49-F238E27FC236}">
                  <a16:creationId xmlns:a16="http://schemas.microsoft.com/office/drawing/2014/main" id="{7824A4AF-1187-130E-4ECB-DC94FA8F4BFC}"/>
                </a:ext>
              </a:extLst>
            </p:cNvPr>
            <p:cNvSpPr/>
            <p:nvPr/>
          </p:nvSpPr>
          <p:spPr>
            <a:xfrm>
              <a:off x="5939870" y="2125813"/>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5" name="object 106">
              <a:extLst>
                <a:ext uri="{FF2B5EF4-FFF2-40B4-BE49-F238E27FC236}">
                  <a16:creationId xmlns:a16="http://schemas.microsoft.com/office/drawing/2014/main" id="{76216F2E-A36A-9F5B-82FA-422412E1474B}"/>
                </a:ext>
              </a:extLst>
            </p:cNvPr>
            <p:cNvSpPr/>
            <p:nvPr/>
          </p:nvSpPr>
          <p:spPr>
            <a:xfrm>
              <a:off x="5939870" y="2229571"/>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6" name="object 107">
              <a:extLst>
                <a:ext uri="{FF2B5EF4-FFF2-40B4-BE49-F238E27FC236}">
                  <a16:creationId xmlns:a16="http://schemas.microsoft.com/office/drawing/2014/main" id="{AF61D6EA-E164-488E-B8F9-B22550AF20AD}"/>
                </a:ext>
              </a:extLst>
            </p:cNvPr>
            <p:cNvSpPr/>
            <p:nvPr/>
          </p:nvSpPr>
          <p:spPr>
            <a:xfrm>
              <a:off x="6047709" y="1935995"/>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7" name="object 108">
              <a:extLst>
                <a:ext uri="{FF2B5EF4-FFF2-40B4-BE49-F238E27FC236}">
                  <a16:creationId xmlns:a16="http://schemas.microsoft.com/office/drawing/2014/main" id="{F05310D2-9514-6411-A345-2D50308B5EE9}"/>
                </a:ext>
              </a:extLst>
            </p:cNvPr>
            <p:cNvSpPr/>
            <p:nvPr/>
          </p:nvSpPr>
          <p:spPr>
            <a:xfrm>
              <a:off x="6047709" y="2033465"/>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8" name="object 109">
              <a:extLst>
                <a:ext uri="{FF2B5EF4-FFF2-40B4-BE49-F238E27FC236}">
                  <a16:creationId xmlns:a16="http://schemas.microsoft.com/office/drawing/2014/main" id="{F1CF76FC-3A3E-CB01-F198-37629F904BAA}"/>
                </a:ext>
              </a:extLst>
            </p:cNvPr>
            <p:cNvSpPr/>
            <p:nvPr/>
          </p:nvSpPr>
          <p:spPr>
            <a:xfrm>
              <a:off x="6047709" y="2125813"/>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19" name="object 110">
              <a:extLst>
                <a:ext uri="{FF2B5EF4-FFF2-40B4-BE49-F238E27FC236}">
                  <a16:creationId xmlns:a16="http://schemas.microsoft.com/office/drawing/2014/main" id="{ACD4F9A1-7185-B445-B9EC-E01704E2882C}"/>
                </a:ext>
              </a:extLst>
            </p:cNvPr>
            <p:cNvSpPr/>
            <p:nvPr/>
          </p:nvSpPr>
          <p:spPr>
            <a:xfrm>
              <a:off x="6047709" y="2229571"/>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20" name="object 111">
              <a:extLst>
                <a:ext uri="{FF2B5EF4-FFF2-40B4-BE49-F238E27FC236}">
                  <a16:creationId xmlns:a16="http://schemas.microsoft.com/office/drawing/2014/main" id="{5BAAF6D3-9451-DA69-0E9E-6395819921AD}"/>
                </a:ext>
              </a:extLst>
            </p:cNvPr>
            <p:cNvSpPr/>
            <p:nvPr/>
          </p:nvSpPr>
          <p:spPr>
            <a:xfrm>
              <a:off x="6155869" y="1935995"/>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21" name="object 112">
              <a:extLst>
                <a:ext uri="{FF2B5EF4-FFF2-40B4-BE49-F238E27FC236}">
                  <a16:creationId xmlns:a16="http://schemas.microsoft.com/office/drawing/2014/main" id="{16639668-6A02-8FC8-6A6B-DB10C7A6A7BB}"/>
                </a:ext>
              </a:extLst>
            </p:cNvPr>
            <p:cNvSpPr/>
            <p:nvPr/>
          </p:nvSpPr>
          <p:spPr>
            <a:xfrm>
              <a:off x="6155869" y="2033465"/>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22" name="object 113">
              <a:extLst>
                <a:ext uri="{FF2B5EF4-FFF2-40B4-BE49-F238E27FC236}">
                  <a16:creationId xmlns:a16="http://schemas.microsoft.com/office/drawing/2014/main" id="{77FD0509-91FE-F3F6-D432-9B9969F978ED}"/>
                </a:ext>
              </a:extLst>
            </p:cNvPr>
            <p:cNvSpPr/>
            <p:nvPr/>
          </p:nvSpPr>
          <p:spPr>
            <a:xfrm>
              <a:off x="6155869" y="2125813"/>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sp>
          <p:nvSpPr>
            <p:cNvPr id="323" name="object 114">
              <a:extLst>
                <a:ext uri="{FF2B5EF4-FFF2-40B4-BE49-F238E27FC236}">
                  <a16:creationId xmlns:a16="http://schemas.microsoft.com/office/drawing/2014/main" id="{E1F582F2-6960-72CC-958D-63066EA9CB0B}"/>
                </a:ext>
              </a:extLst>
            </p:cNvPr>
            <p:cNvSpPr/>
            <p:nvPr/>
          </p:nvSpPr>
          <p:spPr>
            <a:xfrm>
              <a:off x="6155869" y="2229571"/>
              <a:ext cx="54610" cy="0"/>
            </a:xfrm>
            <a:custGeom>
              <a:avLst/>
              <a:gdLst/>
              <a:ahLst/>
              <a:cxnLst/>
              <a:rect l="l" t="t" r="r" b="b"/>
              <a:pathLst>
                <a:path w="54610">
                  <a:moveTo>
                    <a:pt x="54000" y="0"/>
                  </a:moveTo>
                  <a:lnTo>
                    <a:pt x="0" y="0"/>
                  </a:lnTo>
                </a:path>
              </a:pathLst>
            </a:custGeom>
            <a:ln/>
          </p:spPr>
          <p:style>
            <a:lnRef idx="2">
              <a:schemeClr val="dk1"/>
            </a:lnRef>
            <a:fillRef idx="1">
              <a:schemeClr val="lt1"/>
            </a:fillRef>
            <a:effectRef idx="0">
              <a:schemeClr val="dk1"/>
            </a:effectRef>
            <a:fontRef idx="minor">
              <a:schemeClr val="dk1"/>
            </a:fontRef>
          </p:style>
          <p:txBody>
            <a:bodyPr wrap="square" lIns="0" tIns="0" rIns="0" bIns="0" rtlCol="0"/>
            <a:lstStyle/>
            <a:p>
              <a:endParaRPr/>
            </a:p>
          </p:txBody>
        </p:sp>
      </p:grpSp>
      <p:sp>
        <p:nvSpPr>
          <p:cNvPr id="379" name="Rectangle 378">
            <a:extLst>
              <a:ext uri="{FF2B5EF4-FFF2-40B4-BE49-F238E27FC236}">
                <a16:creationId xmlns:a16="http://schemas.microsoft.com/office/drawing/2014/main" id="{FD87B7FD-EF1E-BA9B-8332-BEC164D59A34}"/>
              </a:ext>
            </a:extLst>
          </p:cNvPr>
          <p:cNvSpPr/>
          <p:nvPr/>
        </p:nvSpPr>
        <p:spPr>
          <a:xfrm rot="16200000">
            <a:off x="-473198" y="1650205"/>
            <a:ext cx="1465206" cy="361578"/>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LMD route modification</a:t>
            </a:r>
          </a:p>
        </p:txBody>
      </p:sp>
      <p:grpSp>
        <p:nvGrpSpPr>
          <p:cNvPr id="534" name="Group 533">
            <a:extLst>
              <a:ext uri="{FF2B5EF4-FFF2-40B4-BE49-F238E27FC236}">
                <a16:creationId xmlns:a16="http://schemas.microsoft.com/office/drawing/2014/main" id="{EF56C06B-8021-44FA-F3FA-63263A4C66DC}"/>
              </a:ext>
            </a:extLst>
          </p:cNvPr>
          <p:cNvGrpSpPr/>
          <p:nvPr/>
        </p:nvGrpSpPr>
        <p:grpSpPr>
          <a:xfrm>
            <a:off x="275312" y="4398741"/>
            <a:ext cx="6164415" cy="1687886"/>
            <a:chOff x="5911993" y="3854339"/>
            <a:chExt cx="6164415" cy="1794573"/>
          </a:xfrm>
        </p:grpSpPr>
        <p:sp>
          <p:nvSpPr>
            <p:cNvPr id="533" name="Rectangle 532">
              <a:extLst>
                <a:ext uri="{FF2B5EF4-FFF2-40B4-BE49-F238E27FC236}">
                  <a16:creationId xmlns:a16="http://schemas.microsoft.com/office/drawing/2014/main" id="{C8F793F3-6BDD-E1BA-89C8-597C37724632}"/>
                </a:ext>
              </a:extLst>
            </p:cNvPr>
            <p:cNvSpPr/>
            <p:nvPr/>
          </p:nvSpPr>
          <p:spPr>
            <a:xfrm>
              <a:off x="7877942" y="4249149"/>
              <a:ext cx="4198466" cy="1399763"/>
            </a:xfrm>
            <a:prstGeom prst="rect">
              <a:avLst/>
            </a:prstGeom>
            <a:gradFill>
              <a:gsLst>
                <a:gs pos="49000">
                  <a:srgbClr val="D4DFF1"/>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cxnSp>
          <p:nvCxnSpPr>
            <p:cNvPr id="469" name="Straight Arrow Connector 468">
              <a:extLst>
                <a:ext uri="{FF2B5EF4-FFF2-40B4-BE49-F238E27FC236}">
                  <a16:creationId xmlns:a16="http://schemas.microsoft.com/office/drawing/2014/main" id="{E7BF3B12-753E-EA5B-3A66-35526AD59E87}"/>
                </a:ext>
              </a:extLst>
            </p:cNvPr>
            <p:cNvCxnSpPr>
              <a:cxnSpLocks/>
              <a:stCxn id="482" idx="2"/>
            </p:cNvCxnSpPr>
            <p:nvPr/>
          </p:nvCxnSpPr>
          <p:spPr>
            <a:xfrm flipH="1">
              <a:off x="8937519" y="4136415"/>
              <a:ext cx="2586" cy="212304"/>
            </a:xfrm>
            <a:prstGeom prst="straightConnector1">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70" name="Elbow Connector 48">
              <a:extLst>
                <a:ext uri="{FF2B5EF4-FFF2-40B4-BE49-F238E27FC236}">
                  <a16:creationId xmlns:a16="http://schemas.microsoft.com/office/drawing/2014/main" id="{158E321E-9A59-3CCE-6529-FB6DDBC7902F}"/>
                </a:ext>
              </a:extLst>
            </p:cNvPr>
            <p:cNvCxnSpPr>
              <a:cxnSpLocks/>
              <a:stCxn id="483" idx="2"/>
              <a:endCxn id="476" idx="0"/>
            </p:cNvCxnSpPr>
            <p:nvPr/>
          </p:nvCxnSpPr>
          <p:spPr>
            <a:xfrm rot="5400000">
              <a:off x="6494137" y="4534744"/>
              <a:ext cx="185198" cy="480191"/>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71" name="Elbow Connector 51">
              <a:extLst>
                <a:ext uri="{FF2B5EF4-FFF2-40B4-BE49-F238E27FC236}">
                  <a16:creationId xmlns:a16="http://schemas.microsoft.com/office/drawing/2014/main" id="{BC7B7C28-9310-8040-1059-FAE6794BBA9C}"/>
                </a:ext>
              </a:extLst>
            </p:cNvPr>
            <p:cNvCxnSpPr>
              <a:cxnSpLocks/>
              <a:stCxn id="483" idx="2"/>
              <a:endCxn id="477" idx="0"/>
            </p:cNvCxnSpPr>
            <p:nvPr/>
          </p:nvCxnSpPr>
          <p:spPr>
            <a:xfrm rot="16200000" flipH="1">
              <a:off x="6948316" y="4560754"/>
              <a:ext cx="185201" cy="428171"/>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72" name="Elbow Connector 56">
              <a:extLst>
                <a:ext uri="{FF2B5EF4-FFF2-40B4-BE49-F238E27FC236}">
                  <a16:creationId xmlns:a16="http://schemas.microsoft.com/office/drawing/2014/main" id="{671CFDF0-CEC0-F761-3DA3-14A1396C9C16}"/>
                </a:ext>
              </a:extLst>
            </p:cNvPr>
            <p:cNvCxnSpPr>
              <a:cxnSpLocks/>
              <a:endCxn id="478" idx="0"/>
            </p:cNvCxnSpPr>
            <p:nvPr/>
          </p:nvCxnSpPr>
          <p:spPr>
            <a:xfrm rot="5400000">
              <a:off x="8578597" y="4508515"/>
              <a:ext cx="220475" cy="497371"/>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73" name="Elbow Connector 59">
              <a:extLst>
                <a:ext uri="{FF2B5EF4-FFF2-40B4-BE49-F238E27FC236}">
                  <a16:creationId xmlns:a16="http://schemas.microsoft.com/office/drawing/2014/main" id="{E03B5E0E-295D-9B26-F824-80CEDC853180}"/>
                </a:ext>
              </a:extLst>
            </p:cNvPr>
            <p:cNvCxnSpPr>
              <a:cxnSpLocks/>
              <a:endCxn id="479" idx="0"/>
            </p:cNvCxnSpPr>
            <p:nvPr/>
          </p:nvCxnSpPr>
          <p:spPr>
            <a:xfrm rot="16200000" flipH="1">
              <a:off x="9032775" y="4551707"/>
              <a:ext cx="220478" cy="410990"/>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sp>
          <p:nvSpPr>
            <p:cNvPr id="482" name="Rectangle 481">
              <a:extLst>
                <a:ext uri="{FF2B5EF4-FFF2-40B4-BE49-F238E27FC236}">
                  <a16:creationId xmlns:a16="http://schemas.microsoft.com/office/drawing/2014/main" id="{3FD535FD-869B-B32D-4216-0E552CED648D}"/>
                </a:ext>
              </a:extLst>
            </p:cNvPr>
            <p:cNvSpPr/>
            <p:nvPr/>
          </p:nvSpPr>
          <p:spPr>
            <a:xfrm>
              <a:off x="5911993" y="3854339"/>
              <a:ext cx="6056224" cy="2820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Moving towards b</a:t>
              </a:r>
              <a:r>
                <a:rPr lang="en-US" sz="1200" b="1" u="sng">
                  <a:latin typeface="Calibri" panose="020F0502020204030204" pitchFamily="34" charset="0"/>
                  <a:cs typeface="Calibri" panose="020F0502020204030204" pitchFamily="34" charset="0"/>
                </a:rPr>
                <a:t>ein</a:t>
              </a:r>
              <a:r>
                <a:rPr lang="en-US" sz="1200" b="1">
                  <a:latin typeface="Calibri" panose="020F0502020204030204" pitchFamily="34" charset="0"/>
                  <a:cs typeface="Calibri" panose="020F0502020204030204" pitchFamily="34" charset="0"/>
                </a:rPr>
                <a:t>g asset light, sustainably </a:t>
              </a:r>
            </a:p>
          </p:txBody>
        </p:sp>
        <p:sp>
          <p:nvSpPr>
            <p:cNvPr id="483" name="Rectangle 482">
              <a:extLst>
                <a:ext uri="{FF2B5EF4-FFF2-40B4-BE49-F238E27FC236}">
                  <a16:creationId xmlns:a16="http://schemas.microsoft.com/office/drawing/2014/main" id="{32BFE776-CD24-0EB5-F718-E68F65F676A5}"/>
                </a:ext>
              </a:extLst>
            </p:cNvPr>
            <p:cNvSpPr/>
            <p:nvPr/>
          </p:nvSpPr>
          <p:spPr>
            <a:xfrm>
              <a:off x="5945834" y="4386402"/>
              <a:ext cx="1761993" cy="29583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Own Fleets, Fuel-Based</a:t>
              </a:r>
            </a:p>
          </p:txBody>
        </p:sp>
        <p:sp>
          <p:nvSpPr>
            <p:cNvPr id="485" name="Rectangle 484">
              <a:extLst>
                <a:ext uri="{FF2B5EF4-FFF2-40B4-BE49-F238E27FC236}">
                  <a16:creationId xmlns:a16="http://schemas.microsoft.com/office/drawing/2014/main" id="{572B4DAC-00C2-EEC8-B013-077173AE7313}"/>
                </a:ext>
              </a:extLst>
            </p:cNvPr>
            <p:cNvSpPr/>
            <p:nvPr/>
          </p:nvSpPr>
          <p:spPr>
            <a:xfrm>
              <a:off x="9992455" y="4349071"/>
              <a:ext cx="1975762" cy="27331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P2P Network (70%)</a:t>
              </a:r>
            </a:p>
          </p:txBody>
        </p:sp>
        <p:cxnSp>
          <p:nvCxnSpPr>
            <p:cNvPr id="486" name="Elbow Connector 11">
              <a:extLst>
                <a:ext uri="{FF2B5EF4-FFF2-40B4-BE49-F238E27FC236}">
                  <a16:creationId xmlns:a16="http://schemas.microsoft.com/office/drawing/2014/main" id="{DD07C32B-32B4-23B1-07C3-3C9C5F769402}"/>
                </a:ext>
              </a:extLst>
            </p:cNvPr>
            <p:cNvCxnSpPr>
              <a:cxnSpLocks/>
            </p:cNvCxnSpPr>
            <p:nvPr/>
          </p:nvCxnSpPr>
          <p:spPr>
            <a:xfrm rot="5400000">
              <a:off x="7772623" y="3173600"/>
              <a:ext cx="204669" cy="2130298"/>
            </a:xfrm>
            <a:prstGeom prst="bentConnector3">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87" name="Elbow Connector 12">
              <a:extLst>
                <a:ext uri="{FF2B5EF4-FFF2-40B4-BE49-F238E27FC236}">
                  <a16:creationId xmlns:a16="http://schemas.microsoft.com/office/drawing/2014/main" id="{672A21A7-0AD6-5B5A-2DDE-C5B1C1E97033}"/>
                </a:ext>
              </a:extLst>
            </p:cNvPr>
            <p:cNvCxnSpPr>
              <a:cxnSpLocks/>
              <a:stCxn id="482" idx="2"/>
              <a:endCxn id="485" idx="0"/>
            </p:cNvCxnSpPr>
            <p:nvPr/>
          </p:nvCxnSpPr>
          <p:spPr>
            <a:xfrm rot="16200000" flipH="1">
              <a:off x="9853893" y="3222628"/>
              <a:ext cx="212655" cy="2040231"/>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sp>
          <p:nvSpPr>
            <p:cNvPr id="476" name="Rectangle 475">
              <a:extLst>
                <a:ext uri="{FF2B5EF4-FFF2-40B4-BE49-F238E27FC236}">
                  <a16:creationId xmlns:a16="http://schemas.microsoft.com/office/drawing/2014/main" id="{7B4113EE-CD5C-3D92-2A90-B64EE4C1660C}"/>
                </a:ext>
              </a:extLst>
            </p:cNvPr>
            <p:cNvSpPr/>
            <p:nvPr/>
          </p:nvSpPr>
          <p:spPr>
            <a:xfrm>
              <a:off x="5919825" y="4867438"/>
              <a:ext cx="853630" cy="379285"/>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2-wheeler riders</a:t>
              </a:r>
            </a:p>
          </p:txBody>
        </p:sp>
        <p:sp>
          <p:nvSpPr>
            <p:cNvPr id="477" name="Rectangle 476">
              <a:extLst>
                <a:ext uri="{FF2B5EF4-FFF2-40B4-BE49-F238E27FC236}">
                  <a16:creationId xmlns:a16="http://schemas.microsoft.com/office/drawing/2014/main" id="{EF93E5ED-3332-50D2-C601-645AAD1A5CE7}"/>
                </a:ext>
              </a:extLst>
            </p:cNvPr>
            <p:cNvSpPr/>
            <p:nvPr/>
          </p:nvSpPr>
          <p:spPr>
            <a:xfrm>
              <a:off x="6828185" y="4867441"/>
              <a:ext cx="853634" cy="379280"/>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Mini Trucks</a:t>
              </a:r>
            </a:p>
          </p:txBody>
        </p:sp>
        <p:sp>
          <p:nvSpPr>
            <p:cNvPr id="478" name="Rectangle 477">
              <a:extLst>
                <a:ext uri="{FF2B5EF4-FFF2-40B4-BE49-F238E27FC236}">
                  <a16:creationId xmlns:a16="http://schemas.microsoft.com/office/drawing/2014/main" id="{6A363B3F-3E6A-9073-9D1F-0B2CD2C7F181}"/>
                </a:ext>
              </a:extLst>
            </p:cNvPr>
            <p:cNvSpPr/>
            <p:nvPr/>
          </p:nvSpPr>
          <p:spPr>
            <a:xfrm>
              <a:off x="8013333" y="4867438"/>
              <a:ext cx="853630" cy="379285"/>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2-wheeler riders</a:t>
              </a:r>
            </a:p>
          </p:txBody>
        </p:sp>
        <p:sp>
          <p:nvSpPr>
            <p:cNvPr id="479" name="Rectangle 478">
              <a:extLst>
                <a:ext uri="{FF2B5EF4-FFF2-40B4-BE49-F238E27FC236}">
                  <a16:creationId xmlns:a16="http://schemas.microsoft.com/office/drawing/2014/main" id="{978B35AA-E914-1D40-3CCB-607FF78769C9}"/>
                </a:ext>
              </a:extLst>
            </p:cNvPr>
            <p:cNvSpPr/>
            <p:nvPr/>
          </p:nvSpPr>
          <p:spPr>
            <a:xfrm>
              <a:off x="8921692" y="4867441"/>
              <a:ext cx="853634" cy="379280"/>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Mini Trucks</a:t>
              </a:r>
            </a:p>
          </p:txBody>
        </p:sp>
        <p:sp>
          <p:nvSpPr>
            <p:cNvPr id="480" name="Rectangle 479">
              <a:extLst>
                <a:ext uri="{FF2B5EF4-FFF2-40B4-BE49-F238E27FC236}">
                  <a16:creationId xmlns:a16="http://schemas.microsoft.com/office/drawing/2014/main" id="{4669FFB2-BEA6-8FB0-98A1-5FCBEE5DC9D1}"/>
                </a:ext>
              </a:extLst>
            </p:cNvPr>
            <p:cNvSpPr/>
            <p:nvPr/>
          </p:nvSpPr>
          <p:spPr>
            <a:xfrm>
              <a:off x="9992455" y="4867435"/>
              <a:ext cx="960523" cy="379285"/>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General P2P</a:t>
              </a:r>
            </a:p>
          </p:txBody>
        </p:sp>
        <p:sp>
          <p:nvSpPr>
            <p:cNvPr id="481" name="Rectangle 480">
              <a:extLst>
                <a:ext uri="{FF2B5EF4-FFF2-40B4-BE49-F238E27FC236}">
                  <a16:creationId xmlns:a16="http://schemas.microsoft.com/office/drawing/2014/main" id="{D48E528A-C635-3CD7-2633-573572ED6C9C}"/>
                </a:ext>
              </a:extLst>
            </p:cNvPr>
            <p:cNvSpPr/>
            <p:nvPr/>
          </p:nvSpPr>
          <p:spPr>
            <a:xfrm>
              <a:off x="11007708" y="4867438"/>
              <a:ext cx="960509" cy="379280"/>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Personal P2P</a:t>
              </a:r>
            </a:p>
          </p:txBody>
        </p:sp>
        <p:cxnSp>
          <p:nvCxnSpPr>
            <p:cNvPr id="488" name="Elbow Connector 1024">
              <a:extLst>
                <a:ext uri="{FF2B5EF4-FFF2-40B4-BE49-F238E27FC236}">
                  <a16:creationId xmlns:a16="http://schemas.microsoft.com/office/drawing/2014/main" id="{09B81F7B-2E97-114C-1997-46ACE811A295}"/>
                </a:ext>
              </a:extLst>
            </p:cNvPr>
            <p:cNvCxnSpPr>
              <a:cxnSpLocks/>
              <a:stCxn id="485" idx="2"/>
              <a:endCxn id="480" idx="0"/>
            </p:cNvCxnSpPr>
            <p:nvPr/>
          </p:nvCxnSpPr>
          <p:spPr>
            <a:xfrm rot="5400000">
              <a:off x="10604000" y="4491099"/>
              <a:ext cx="245054" cy="507619"/>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489" name="Elbow Connector 1028">
              <a:extLst>
                <a:ext uri="{FF2B5EF4-FFF2-40B4-BE49-F238E27FC236}">
                  <a16:creationId xmlns:a16="http://schemas.microsoft.com/office/drawing/2014/main" id="{35A660FA-6F82-8EB8-0B0F-F0339C2E1794}"/>
                </a:ext>
              </a:extLst>
            </p:cNvPr>
            <p:cNvCxnSpPr>
              <a:cxnSpLocks/>
              <a:stCxn id="485" idx="2"/>
              <a:endCxn id="481" idx="0"/>
            </p:cNvCxnSpPr>
            <p:nvPr/>
          </p:nvCxnSpPr>
          <p:spPr>
            <a:xfrm rot="16200000" flipH="1">
              <a:off x="11111621" y="4491095"/>
              <a:ext cx="245057" cy="507627"/>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sp>
          <p:nvSpPr>
            <p:cNvPr id="499" name="Pentagon 60">
              <a:extLst>
                <a:ext uri="{FF2B5EF4-FFF2-40B4-BE49-F238E27FC236}">
                  <a16:creationId xmlns:a16="http://schemas.microsoft.com/office/drawing/2014/main" id="{9C107D7C-9162-4E9F-26D7-50652C08CC21}"/>
                </a:ext>
              </a:extLst>
            </p:cNvPr>
            <p:cNvSpPr/>
            <p:nvPr/>
          </p:nvSpPr>
          <p:spPr>
            <a:xfrm>
              <a:off x="5911994" y="5329614"/>
              <a:ext cx="1769826" cy="238151"/>
            </a:xfrm>
            <a:prstGeom prst="homePlat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latin typeface="Calibri" panose="020F0502020204030204" pitchFamily="34" charset="0"/>
                  <a:cs typeface="Calibri" panose="020F0502020204030204" pitchFamily="34" charset="0"/>
                </a:rPr>
                <a:t>Current Position</a:t>
              </a:r>
            </a:p>
          </p:txBody>
        </p:sp>
        <p:sp>
          <p:nvSpPr>
            <p:cNvPr id="500" name="Chevron 61">
              <a:extLst>
                <a:ext uri="{FF2B5EF4-FFF2-40B4-BE49-F238E27FC236}">
                  <a16:creationId xmlns:a16="http://schemas.microsoft.com/office/drawing/2014/main" id="{4B0154C9-64F8-4A1F-5AD8-6160E38E7A4D}"/>
                </a:ext>
              </a:extLst>
            </p:cNvPr>
            <p:cNvSpPr/>
            <p:nvPr/>
          </p:nvSpPr>
          <p:spPr>
            <a:xfrm>
              <a:off x="8013333" y="5312664"/>
              <a:ext cx="3970521" cy="287666"/>
            </a:xfrm>
            <a:prstGeom prst="chevron">
              <a:avLst/>
            </a:prstGeom>
            <a:gradFill>
              <a:gsLst>
                <a:gs pos="0">
                  <a:schemeClr val="accent6"/>
                </a:gs>
                <a:gs pos="62000">
                  <a:schemeClr val="accent6">
                    <a:lumMod val="50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bg1"/>
                  </a:solidFill>
                  <a:latin typeface="Calibri" panose="020F0502020204030204" pitchFamily="34" charset="0"/>
                  <a:cs typeface="Calibri" panose="020F0502020204030204" pitchFamily="34" charset="0"/>
                </a:rPr>
                <a:t>Future Position: Asset Light &amp; Sustainable</a:t>
              </a:r>
            </a:p>
          </p:txBody>
        </p:sp>
        <p:sp>
          <p:nvSpPr>
            <p:cNvPr id="532" name="Rectangle 531">
              <a:extLst>
                <a:ext uri="{FF2B5EF4-FFF2-40B4-BE49-F238E27FC236}">
                  <a16:creationId xmlns:a16="http://schemas.microsoft.com/office/drawing/2014/main" id="{8E2E8C3F-6990-C826-B192-4C90EAFE32E8}"/>
                </a:ext>
              </a:extLst>
            </p:cNvPr>
            <p:cNvSpPr/>
            <p:nvPr/>
          </p:nvSpPr>
          <p:spPr>
            <a:xfrm>
              <a:off x="7951038" y="4336942"/>
              <a:ext cx="1761993" cy="29583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Outsourced EVs (30%)</a:t>
              </a:r>
            </a:p>
          </p:txBody>
        </p:sp>
      </p:grpSp>
      <p:sp>
        <p:nvSpPr>
          <p:cNvPr id="538" name="Rectangle 537">
            <a:extLst>
              <a:ext uri="{FF2B5EF4-FFF2-40B4-BE49-F238E27FC236}">
                <a16:creationId xmlns:a16="http://schemas.microsoft.com/office/drawing/2014/main" id="{7FFC5386-E616-694A-3F19-32E1966A12B2}"/>
              </a:ext>
            </a:extLst>
          </p:cNvPr>
          <p:cNvSpPr/>
          <p:nvPr/>
        </p:nvSpPr>
        <p:spPr>
          <a:xfrm>
            <a:off x="5619930" y="3754958"/>
            <a:ext cx="1402258" cy="32893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IN" sz="1200" i="0">
                <a:solidFill>
                  <a:schemeClr val="tx1"/>
                </a:solidFill>
                <a:effectLst/>
                <a:cs typeface="Calibri" panose="020F0502020204030204" pitchFamily="34" charset="0"/>
              </a:rPr>
              <a:t>3D Packing Optimization</a:t>
            </a:r>
            <a:endParaRPr lang="en-IN" sz="1200">
              <a:solidFill>
                <a:schemeClr val="tx1"/>
              </a:solidFill>
              <a:cs typeface="Calibri" panose="020F0502020204030204" pitchFamily="34" charset="0"/>
            </a:endParaRPr>
          </a:p>
        </p:txBody>
      </p:sp>
      <p:grpSp>
        <p:nvGrpSpPr>
          <p:cNvPr id="39" name="Group 38">
            <a:extLst>
              <a:ext uri="{FF2B5EF4-FFF2-40B4-BE49-F238E27FC236}">
                <a16:creationId xmlns:a16="http://schemas.microsoft.com/office/drawing/2014/main" id="{C690075F-BF35-D8D4-FEB5-DD63D0452075}"/>
              </a:ext>
            </a:extLst>
          </p:cNvPr>
          <p:cNvGrpSpPr/>
          <p:nvPr/>
        </p:nvGrpSpPr>
        <p:grpSpPr>
          <a:xfrm>
            <a:off x="3671246" y="3089234"/>
            <a:ext cx="739293" cy="400802"/>
            <a:chOff x="-2858834" y="4225729"/>
            <a:chExt cx="739293" cy="400802"/>
          </a:xfrm>
        </p:grpSpPr>
        <p:sp>
          <p:nvSpPr>
            <p:cNvPr id="3" name="ee4pHeader1">
              <a:extLst>
                <a:ext uri="{FF2B5EF4-FFF2-40B4-BE49-F238E27FC236}">
                  <a16:creationId xmlns:a16="http://schemas.microsoft.com/office/drawing/2014/main" id="{2259FE9C-B213-2BCF-E357-A70B3DB47EE4}"/>
                </a:ext>
              </a:extLst>
            </p:cNvPr>
            <p:cNvSpPr>
              <a:spLocks noChangeArrowheads="1"/>
            </p:cNvSpPr>
            <p:nvPr>
              <p:custDataLst>
                <p:tags r:id="rId3"/>
              </p:custDataLst>
            </p:nvPr>
          </p:nvSpPr>
          <p:spPr bwMode="gray">
            <a:xfrm rot="5400000">
              <a:off x="-2689588" y="4056483"/>
              <a:ext cx="400802" cy="739293"/>
            </a:xfrm>
            <a:prstGeom prst="homePlate">
              <a:avLst>
                <a:gd name="adj" fmla="val 12004"/>
              </a:avLst>
            </a:prstGeom>
            <a:solidFill>
              <a:schemeClr val="accent1">
                <a:lumMod val="50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ym typeface="Trebuchet MS" panose="020B0603020202020204" pitchFamily="34" charset="0"/>
              </a:endParaRPr>
            </a:p>
          </p:txBody>
        </p:sp>
        <p:sp>
          <p:nvSpPr>
            <p:cNvPr id="7" name="TextBox 6">
              <a:extLst>
                <a:ext uri="{FF2B5EF4-FFF2-40B4-BE49-F238E27FC236}">
                  <a16:creationId xmlns:a16="http://schemas.microsoft.com/office/drawing/2014/main" id="{57E3D1B2-D9C3-46EB-5CD1-A6200AA327AC}"/>
                </a:ext>
              </a:extLst>
            </p:cNvPr>
            <p:cNvSpPr txBox="1"/>
            <p:nvPr/>
          </p:nvSpPr>
          <p:spPr>
            <a:xfrm>
              <a:off x="-2820368" y="4294826"/>
              <a:ext cx="689612" cy="276999"/>
            </a:xfrm>
            <a:prstGeom prst="rect">
              <a:avLst/>
            </a:prstGeom>
            <a:noFill/>
          </p:spPr>
          <p:txBody>
            <a:bodyPr wrap="none" rtlCol="0">
              <a:spAutoFit/>
            </a:bodyPr>
            <a:lstStyle/>
            <a:p>
              <a:r>
                <a:rPr lang="en-US" sz="1200"/>
                <a:t>City WH</a:t>
              </a:r>
            </a:p>
          </p:txBody>
        </p:sp>
      </p:grpSp>
      <p:grpSp>
        <p:nvGrpSpPr>
          <p:cNvPr id="38" name="Group 37">
            <a:extLst>
              <a:ext uri="{FF2B5EF4-FFF2-40B4-BE49-F238E27FC236}">
                <a16:creationId xmlns:a16="http://schemas.microsoft.com/office/drawing/2014/main" id="{A48170DA-5E18-1952-F87C-774CAA65CEE7}"/>
              </a:ext>
            </a:extLst>
          </p:cNvPr>
          <p:cNvGrpSpPr/>
          <p:nvPr/>
        </p:nvGrpSpPr>
        <p:grpSpPr>
          <a:xfrm>
            <a:off x="4690333" y="3104324"/>
            <a:ext cx="781111" cy="400803"/>
            <a:chOff x="-2871176" y="4642424"/>
            <a:chExt cx="781111" cy="400803"/>
          </a:xfrm>
        </p:grpSpPr>
        <p:sp>
          <p:nvSpPr>
            <p:cNvPr id="4" name="ee4pHeader2">
              <a:extLst>
                <a:ext uri="{FF2B5EF4-FFF2-40B4-BE49-F238E27FC236}">
                  <a16:creationId xmlns:a16="http://schemas.microsoft.com/office/drawing/2014/main" id="{FEAE5F2F-7A57-684D-595D-EDEC420889B1}"/>
                </a:ext>
              </a:extLst>
            </p:cNvPr>
            <p:cNvSpPr>
              <a:spLocks noChangeArrowheads="1"/>
            </p:cNvSpPr>
            <p:nvPr>
              <p:custDataLst>
                <p:tags r:id="rId2"/>
              </p:custDataLst>
            </p:nvPr>
          </p:nvSpPr>
          <p:spPr bwMode="gray">
            <a:xfrm rot="5400000">
              <a:off x="-2687788" y="4474980"/>
              <a:ext cx="400803" cy="735692"/>
            </a:xfrm>
            <a:prstGeom prst="chevron">
              <a:avLst>
                <a:gd name="adj" fmla="val 12004"/>
              </a:avLst>
            </a:prstGeom>
            <a:solidFill>
              <a:schemeClr val="accent1">
                <a:lumMod val="75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ym typeface="Trebuchet MS" panose="020B0603020202020204" pitchFamily="34" charset="0"/>
              </a:endParaRPr>
            </a:p>
          </p:txBody>
        </p:sp>
        <p:sp>
          <p:nvSpPr>
            <p:cNvPr id="8" name="TextBox 7">
              <a:extLst>
                <a:ext uri="{FF2B5EF4-FFF2-40B4-BE49-F238E27FC236}">
                  <a16:creationId xmlns:a16="http://schemas.microsoft.com/office/drawing/2014/main" id="{5650274F-BE01-A8AE-DB86-A10FFF3BFCE1}"/>
                </a:ext>
              </a:extLst>
            </p:cNvPr>
            <p:cNvSpPr txBox="1"/>
            <p:nvPr/>
          </p:nvSpPr>
          <p:spPr>
            <a:xfrm>
              <a:off x="-2871176" y="4700276"/>
              <a:ext cx="781111" cy="276999"/>
            </a:xfrm>
            <a:prstGeom prst="rect">
              <a:avLst/>
            </a:prstGeom>
            <a:noFill/>
          </p:spPr>
          <p:txBody>
            <a:bodyPr wrap="none" rtlCol="0">
              <a:spAutoFit/>
            </a:bodyPr>
            <a:lstStyle/>
            <a:p>
              <a:r>
                <a:rPr lang="en-US" sz="1200"/>
                <a:t>Transport</a:t>
              </a:r>
            </a:p>
          </p:txBody>
        </p:sp>
      </p:grpSp>
      <p:grpSp>
        <p:nvGrpSpPr>
          <p:cNvPr id="37" name="Group 36">
            <a:extLst>
              <a:ext uri="{FF2B5EF4-FFF2-40B4-BE49-F238E27FC236}">
                <a16:creationId xmlns:a16="http://schemas.microsoft.com/office/drawing/2014/main" id="{21F76FF0-D6B6-816D-C5C6-92FEB21413C3}"/>
              </a:ext>
            </a:extLst>
          </p:cNvPr>
          <p:cNvGrpSpPr/>
          <p:nvPr/>
        </p:nvGrpSpPr>
        <p:grpSpPr>
          <a:xfrm>
            <a:off x="5930814" y="3059917"/>
            <a:ext cx="893193" cy="400803"/>
            <a:chOff x="-2886967" y="5059500"/>
            <a:chExt cx="893193" cy="400803"/>
          </a:xfrm>
        </p:grpSpPr>
        <p:sp>
          <p:nvSpPr>
            <p:cNvPr id="5" name="ee4pHeader2">
              <a:extLst>
                <a:ext uri="{FF2B5EF4-FFF2-40B4-BE49-F238E27FC236}">
                  <a16:creationId xmlns:a16="http://schemas.microsoft.com/office/drawing/2014/main" id="{01E07BB4-7F7B-3D98-9C52-AA2DB56FC003}"/>
                </a:ext>
              </a:extLst>
            </p:cNvPr>
            <p:cNvSpPr>
              <a:spLocks noChangeArrowheads="1"/>
            </p:cNvSpPr>
            <p:nvPr>
              <p:custDataLst>
                <p:tags r:id="rId1"/>
              </p:custDataLst>
            </p:nvPr>
          </p:nvSpPr>
          <p:spPr bwMode="gray">
            <a:xfrm rot="5400000">
              <a:off x="-2687788" y="4892056"/>
              <a:ext cx="400803" cy="735692"/>
            </a:xfrm>
            <a:prstGeom prst="chevron">
              <a:avLst>
                <a:gd name="adj" fmla="val 12004"/>
              </a:avLst>
            </a:prstGeom>
            <a:solidFill>
              <a:schemeClr val="accent1">
                <a:lumMod val="60000"/>
                <a:lumOff val="40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ym typeface="Trebuchet MS" panose="020B0603020202020204" pitchFamily="34" charset="0"/>
              </a:endParaRPr>
            </a:p>
          </p:txBody>
        </p:sp>
        <p:sp>
          <p:nvSpPr>
            <p:cNvPr id="9" name="TextBox 8">
              <a:extLst>
                <a:ext uri="{FF2B5EF4-FFF2-40B4-BE49-F238E27FC236}">
                  <a16:creationId xmlns:a16="http://schemas.microsoft.com/office/drawing/2014/main" id="{F0B7A8E5-4FC4-4849-97C7-C13DE34FD655}"/>
                </a:ext>
              </a:extLst>
            </p:cNvPr>
            <p:cNvSpPr txBox="1"/>
            <p:nvPr/>
          </p:nvSpPr>
          <p:spPr>
            <a:xfrm>
              <a:off x="-2886967" y="5098325"/>
              <a:ext cx="893193" cy="276999"/>
            </a:xfrm>
            <a:prstGeom prst="rect">
              <a:avLst/>
            </a:prstGeom>
            <a:noFill/>
          </p:spPr>
          <p:txBody>
            <a:bodyPr wrap="none" rtlCol="0">
              <a:spAutoFit/>
            </a:bodyPr>
            <a:lstStyle/>
            <a:p>
              <a:r>
                <a:rPr lang="en-US" sz="1200"/>
                <a:t>Distributor </a:t>
              </a:r>
            </a:p>
          </p:txBody>
        </p:sp>
      </p:grpSp>
      <p:grpSp>
        <p:nvGrpSpPr>
          <p:cNvPr id="21" name="Group 20">
            <a:extLst>
              <a:ext uri="{FF2B5EF4-FFF2-40B4-BE49-F238E27FC236}">
                <a16:creationId xmlns:a16="http://schemas.microsoft.com/office/drawing/2014/main" id="{169A50A3-F8BF-0421-08F1-3DA398D06F87}"/>
              </a:ext>
            </a:extLst>
          </p:cNvPr>
          <p:cNvGrpSpPr/>
          <p:nvPr/>
        </p:nvGrpSpPr>
        <p:grpSpPr>
          <a:xfrm>
            <a:off x="5598029" y="3405171"/>
            <a:ext cx="1402258" cy="326439"/>
            <a:chOff x="10161060" y="2812392"/>
            <a:chExt cx="3298245" cy="330708"/>
          </a:xfrm>
        </p:grpSpPr>
        <p:sp>
          <p:nvSpPr>
            <p:cNvPr id="22" name="Rectangle 21">
              <a:extLst>
                <a:ext uri="{FF2B5EF4-FFF2-40B4-BE49-F238E27FC236}">
                  <a16:creationId xmlns:a16="http://schemas.microsoft.com/office/drawing/2014/main" id="{70524463-A694-19C3-138B-1827AD0342D3}"/>
                </a:ext>
              </a:extLst>
            </p:cNvPr>
            <p:cNvSpPr/>
            <p:nvPr/>
          </p:nvSpPr>
          <p:spPr>
            <a:xfrm>
              <a:off x="10161060" y="2812392"/>
              <a:ext cx="3298245"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1"/>
                </a:solidFill>
              </a:endParaRPr>
            </a:p>
          </p:txBody>
        </p:sp>
        <p:sp>
          <p:nvSpPr>
            <p:cNvPr id="23" name="TextBox 22">
              <a:extLst>
                <a:ext uri="{FF2B5EF4-FFF2-40B4-BE49-F238E27FC236}">
                  <a16:creationId xmlns:a16="http://schemas.microsoft.com/office/drawing/2014/main" id="{2839AD4C-96A8-F613-21A9-096C2E85A7DE}"/>
                </a:ext>
              </a:extLst>
            </p:cNvPr>
            <p:cNvSpPr txBox="1"/>
            <p:nvPr/>
          </p:nvSpPr>
          <p:spPr>
            <a:xfrm>
              <a:off x="10221812" y="2840777"/>
              <a:ext cx="2572179" cy="265031"/>
            </a:xfrm>
            <a:prstGeom prst="rect">
              <a:avLst/>
            </a:prstGeom>
            <a:noFill/>
          </p:spPr>
          <p:txBody>
            <a:bodyPr wrap="none" rtlCol="0">
              <a:spAutoFit/>
            </a:bodyPr>
            <a:lstStyle/>
            <a:p>
              <a:r>
                <a:rPr lang="en-US" sz="1100"/>
                <a:t>Re-</a:t>
              </a:r>
              <a:r>
                <a:rPr lang="en-US" sz="1100" err="1"/>
                <a:t>optimisation</a:t>
              </a:r>
              <a:endParaRPr lang="en-US" sz="1100"/>
            </a:p>
          </p:txBody>
        </p:sp>
      </p:grpSp>
      <p:grpSp>
        <p:nvGrpSpPr>
          <p:cNvPr id="24" name="Group 23">
            <a:extLst>
              <a:ext uri="{FF2B5EF4-FFF2-40B4-BE49-F238E27FC236}">
                <a16:creationId xmlns:a16="http://schemas.microsoft.com/office/drawing/2014/main" id="{395E5A1A-B026-7861-3113-0E2862380CF3}"/>
              </a:ext>
            </a:extLst>
          </p:cNvPr>
          <p:cNvGrpSpPr/>
          <p:nvPr/>
        </p:nvGrpSpPr>
        <p:grpSpPr>
          <a:xfrm>
            <a:off x="3478019" y="3348139"/>
            <a:ext cx="1005403" cy="330708"/>
            <a:chOff x="10114365" y="2812392"/>
            <a:chExt cx="1431042" cy="330708"/>
          </a:xfrm>
        </p:grpSpPr>
        <p:sp>
          <p:nvSpPr>
            <p:cNvPr id="25" name="Rectangle 24">
              <a:extLst>
                <a:ext uri="{FF2B5EF4-FFF2-40B4-BE49-F238E27FC236}">
                  <a16:creationId xmlns:a16="http://schemas.microsoft.com/office/drawing/2014/main" id="{54133CF0-7500-950E-E084-82D0657E7BF7}"/>
                </a:ext>
              </a:extLst>
            </p:cNvPr>
            <p:cNvSpPr/>
            <p:nvPr/>
          </p:nvSpPr>
          <p:spPr>
            <a:xfrm>
              <a:off x="10161064" y="2812392"/>
              <a:ext cx="1293744"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solidFill>
                  <a:schemeClr val="tx1"/>
                </a:solidFill>
              </a:endParaRPr>
            </a:p>
          </p:txBody>
        </p:sp>
        <p:sp>
          <p:nvSpPr>
            <p:cNvPr id="26" name="TextBox 25">
              <a:extLst>
                <a:ext uri="{FF2B5EF4-FFF2-40B4-BE49-F238E27FC236}">
                  <a16:creationId xmlns:a16="http://schemas.microsoft.com/office/drawing/2014/main" id="{ADF9754C-55F9-847F-7D07-BC5751CFB385}"/>
                </a:ext>
              </a:extLst>
            </p:cNvPr>
            <p:cNvSpPr txBox="1"/>
            <p:nvPr/>
          </p:nvSpPr>
          <p:spPr>
            <a:xfrm>
              <a:off x="10114365" y="2850653"/>
              <a:ext cx="1431042" cy="261610"/>
            </a:xfrm>
            <a:prstGeom prst="rect">
              <a:avLst/>
            </a:prstGeom>
            <a:noFill/>
          </p:spPr>
          <p:txBody>
            <a:bodyPr wrap="none" rtlCol="0">
              <a:spAutoFit/>
            </a:bodyPr>
            <a:lstStyle/>
            <a:p>
              <a:r>
                <a:rPr lang="en-US" sz="1100"/>
                <a:t>Green Packing</a:t>
              </a:r>
            </a:p>
          </p:txBody>
        </p:sp>
      </p:grpSp>
      <p:grpSp>
        <p:nvGrpSpPr>
          <p:cNvPr id="27" name="Group 26">
            <a:extLst>
              <a:ext uri="{FF2B5EF4-FFF2-40B4-BE49-F238E27FC236}">
                <a16:creationId xmlns:a16="http://schemas.microsoft.com/office/drawing/2014/main" id="{88A03647-1C73-0AC7-54AF-A4DDD01850F0}"/>
              </a:ext>
            </a:extLst>
          </p:cNvPr>
          <p:cNvGrpSpPr/>
          <p:nvPr/>
        </p:nvGrpSpPr>
        <p:grpSpPr>
          <a:xfrm>
            <a:off x="4518626" y="3367442"/>
            <a:ext cx="1053494" cy="330708"/>
            <a:chOff x="10047784" y="2812392"/>
            <a:chExt cx="1879357" cy="330708"/>
          </a:xfrm>
        </p:grpSpPr>
        <p:sp>
          <p:nvSpPr>
            <p:cNvPr id="28" name="Rectangle 27">
              <a:extLst>
                <a:ext uri="{FF2B5EF4-FFF2-40B4-BE49-F238E27FC236}">
                  <a16:creationId xmlns:a16="http://schemas.microsoft.com/office/drawing/2014/main" id="{39388399-76EB-2D31-9636-62AA83541F1E}"/>
                </a:ext>
              </a:extLst>
            </p:cNvPr>
            <p:cNvSpPr/>
            <p:nvPr/>
          </p:nvSpPr>
          <p:spPr>
            <a:xfrm>
              <a:off x="10161062" y="2812392"/>
              <a:ext cx="1611053"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1"/>
                </a:solidFill>
              </a:endParaRPr>
            </a:p>
          </p:txBody>
        </p:sp>
        <p:sp>
          <p:nvSpPr>
            <p:cNvPr id="29" name="TextBox 28">
              <a:extLst>
                <a:ext uri="{FF2B5EF4-FFF2-40B4-BE49-F238E27FC236}">
                  <a16:creationId xmlns:a16="http://schemas.microsoft.com/office/drawing/2014/main" id="{1A1BE7D5-8ED2-72DF-48BB-8FC6B1C5D6D9}"/>
                </a:ext>
              </a:extLst>
            </p:cNvPr>
            <p:cNvSpPr txBox="1"/>
            <p:nvPr/>
          </p:nvSpPr>
          <p:spPr>
            <a:xfrm>
              <a:off x="10047784" y="2858060"/>
              <a:ext cx="1879357" cy="261610"/>
            </a:xfrm>
            <a:prstGeom prst="rect">
              <a:avLst/>
            </a:prstGeom>
            <a:noFill/>
          </p:spPr>
          <p:txBody>
            <a:bodyPr wrap="none" rtlCol="0">
              <a:spAutoFit/>
            </a:bodyPr>
            <a:lstStyle/>
            <a:p>
              <a:r>
                <a:rPr lang="en-US" sz="1100"/>
                <a:t>Dynamic Route</a:t>
              </a:r>
            </a:p>
          </p:txBody>
        </p:sp>
      </p:grpSp>
      <p:grpSp>
        <p:nvGrpSpPr>
          <p:cNvPr id="30" name="Group 29">
            <a:extLst>
              <a:ext uri="{FF2B5EF4-FFF2-40B4-BE49-F238E27FC236}">
                <a16:creationId xmlns:a16="http://schemas.microsoft.com/office/drawing/2014/main" id="{68934118-96CF-BD98-10C7-E1255B997BFC}"/>
              </a:ext>
            </a:extLst>
          </p:cNvPr>
          <p:cNvGrpSpPr/>
          <p:nvPr/>
        </p:nvGrpSpPr>
        <p:grpSpPr>
          <a:xfrm>
            <a:off x="3456415" y="3731610"/>
            <a:ext cx="1128835" cy="330708"/>
            <a:chOff x="10053617" y="2812392"/>
            <a:chExt cx="1874805" cy="330708"/>
          </a:xfrm>
        </p:grpSpPr>
        <p:sp>
          <p:nvSpPr>
            <p:cNvPr id="31" name="Rectangle 30">
              <a:extLst>
                <a:ext uri="{FF2B5EF4-FFF2-40B4-BE49-F238E27FC236}">
                  <a16:creationId xmlns:a16="http://schemas.microsoft.com/office/drawing/2014/main" id="{3FDA241F-69F6-1086-5C8B-F9BB867422A3}"/>
                </a:ext>
              </a:extLst>
            </p:cNvPr>
            <p:cNvSpPr/>
            <p:nvPr/>
          </p:nvSpPr>
          <p:spPr>
            <a:xfrm>
              <a:off x="10161062" y="2812392"/>
              <a:ext cx="1611053"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solidFill>
                  <a:schemeClr val="tx1"/>
                </a:solidFill>
              </a:endParaRPr>
            </a:p>
          </p:txBody>
        </p:sp>
        <p:sp>
          <p:nvSpPr>
            <p:cNvPr id="32" name="TextBox 31">
              <a:extLst>
                <a:ext uri="{FF2B5EF4-FFF2-40B4-BE49-F238E27FC236}">
                  <a16:creationId xmlns:a16="http://schemas.microsoft.com/office/drawing/2014/main" id="{E8D42651-359D-9E96-24BB-8990B45AC5AA}"/>
                </a:ext>
              </a:extLst>
            </p:cNvPr>
            <p:cNvSpPr txBox="1"/>
            <p:nvPr/>
          </p:nvSpPr>
          <p:spPr>
            <a:xfrm>
              <a:off x="10053617" y="2850653"/>
              <a:ext cx="1874805" cy="261610"/>
            </a:xfrm>
            <a:prstGeom prst="rect">
              <a:avLst/>
            </a:prstGeom>
            <a:noFill/>
          </p:spPr>
          <p:txBody>
            <a:bodyPr wrap="none" rtlCol="0">
              <a:spAutoFit/>
            </a:bodyPr>
            <a:lstStyle/>
            <a:p>
              <a:r>
                <a:rPr lang="en-US" sz="1100"/>
                <a:t>Optimal linehaul</a:t>
              </a:r>
            </a:p>
          </p:txBody>
        </p:sp>
      </p:grpSp>
      <p:grpSp>
        <p:nvGrpSpPr>
          <p:cNvPr id="33" name="Group 32">
            <a:extLst>
              <a:ext uri="{FF2B5EF4-FFF2-40B4-BE49-F238E27FC236}">
                <a16:creationId xmlns:a16="http://schemas.microsoft.com/office/drawing/2014/main" id="{373BC03B-CAA4-E692-1B72-A9591D6C95F1}"/>
              </a:ext>
            </a:extLst>
          </p:cNvPr>
          <p:cNvGrpSpPr/>
          <p:nvPr/>
        </p:nvGrpSpPr>
        <p:grpSpPr>
          <a:xfrm>
            <a:off x="4506773" y="3740278"/>
            <a:ext cx="1027037" cy="330708"/>
            <a:chOff x="10057808" y="2812392"/>
            <a:chExt cx="1714307" cy="330708"/>
          </a:xfrm>
        </p:grpSpPr>
        <p:sp>
          <p:nvSpPr>
            <p:cNvPr id="34" name="Rectangle 33">
              <a:extLst>
                <a:ext uri="{FF2B5EF4-FFF2-40B4-BE49-F238E27FC236}">
                  <a16:creationId xmlns:a16="http://schemas.microsoft.com/office/drawing/2014/main" id="{35212C91-7169-6D5A-8A70-CAC671CF7E42}"/>
                </a:ext>
              </a:extLst>
            </p:cNvPr>
            <p:cNvSpPr/>
            <p:nvPr/>
          </p:nvSpPr>
          <p:spPr>
            <a:xfrm>
              <a:off x="10161062" y="2812392"/>
              <a:ext cx="1611053"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1"/>
                </a:solidFill>
              </a:endParaRPr>
            </a:p>
          </p:txBody>
        </p:sp>
        <p:sp>
          <p:nvSpPr>
            <p:cNvPr id="35" name="TextBox 34">
              <a:extLst>
                <a:ext uri="{FF2B5EF4-FFF2-40B4-BE49-F238E27FC236}">
                  <a16:creationId xmlns:a16="http://schemas.microsoft.com/office/drawing/2014/main" id="{FD1A8150-1532-1BFF-D16D-B466DFC1D6D6}"/>
                </a:ext>
              </a:extLst>
            </p:cNvPr>
            <p:cNvSpPr txBox="1"/>
            <p:nvPr/>
          </p:nvSpPr>
          <p:spPr>
            <a:xfrm>
              <a:off x="10057808" y="2839231"/>
              <a:ext cx="1426681" cy="261610"/>
            </a:xfrm>
            <a:prstGeom prst="rect">
              <a:avLst/>
            </a:prstGeom>
            <a:noFill/>
          </p:spPr>
          <p:txBody>
            <a:bodyPr wrap="none" rtlCol="0">
              <a:spAutoFit/>
            </a:bodyPr>
            <a:lstStyle/>
            <a:p>
              <a:r>
                <a:rPr lang="en-US" sz="1100"/>
                <a:t>Green Fleet</a:t>
              </a:r>
            </a:p>
          </p:txBody>
        </p:sp>
      </p:grpSp>
      <p:cxnSp>
        <p:nvCxnSpPr>
          <p:cNvPr id="43" name="Straight Arrow Connector 42">
            <a:extLst>
              <a:ext uri="{FF2B5EF4-FFF2-40B4-BE49-F238E27FC236}">
                <a16:creationId xmlns:a16="http://schemas.microsoft.com/office/drawing/2014/main" id="{CFF113F0-984B-E2EE-69EE-8BF920AEABB6}"/>
              </a:ext>
            </a:extLst>
          </p:cNvPr>
          <p:cNvCxnSpPr>
            <a:cxnSpLocks/>
            <a:stCxn id="399" idx="3"/>
          </p:cNvCxnSpPr>
          <p:nvPr/>
        </p:nvCxnSpPr>
        <p:spPr>
          <a:xfrm>
            <a:off x="8958208" y="1767304"/>
            <a:ext cx="1592552" cy="546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pic>
        <p:nvPicPr>
          <p:cNvPr id="20" name="Picture 19">
            <a:extLst>
              <a:ext uri="{FF2B5EF4-FFF2-40B4-BE49-F238E27FC236}">
                <a16:creationId xmlns:a16="http://schemas.microsoft.com/office/drawing/2014/main" id="{9B05B5A2-D18F-D087-7DA0-99DCF4DDF572}"/>
              </a:ext>
            </a:extLst>
          </p:cNvPr>
          <p:cNvPicPr>
            <a:picLocks noChangeAspect="1"/>
          </p:cNvPicPr>
          <p:nvPr/>
        </p:nvPicPr>
        <p:blipFill rotWithShape="1">
          <a:blip r:embed="rId16"/>
          <a:srcRect l="6319" t="22368" r="5602" b="35143"/>
          <a:stretch/>
        </p:blipFill>
        <p:spPr>
          <a:xfrm>
            <a:off x="674084" y="1803975"/>
            <a:ext cx="633286" cy="305498"/>
          </a:xfrm>
          <a:prstGeom prst="rect">
            <a:avLst/>
          </a:prstGeom>
        </p:spPr>
      </p:pic>
      <p:grpSp>
        <p:nvGrpSpPr>
          <p:cNvPr id="456" name="Group 455">
            <a:extLst>
              <a:ext uri="{FF2B5EF4-FFF2-40B4-BE49-F238E27FC236}">
                <a16:creationId xmlns:a16="http://schemas.microsoft.com/office/drawing/2014/main" id="{33B9DBE9-8C20-2EF7-C863-F419CC9BD165}"/>
              </a:ext>
            </a:extLst>
          </p:cNvPr>
          <p:cNvGrpSpPr/>
          <p:nvPr/>
        </p:nvGrpSpPr>
        <p:grpSpPr>
          <a:xfrm rot="5400000" flipV="1">
            <a:off x="7376435" y="-477310"/>
            <a:ext cx="407811" cy="2405862"/>
            <a:chOff x="73946" y="1635654"/>
            <a:chExt cx="1074355" cy="2247618"/>
          </a:xfrm>
          <a:solidFill>
            <a:schemeClr val="accent1">
              <a:lumMod val="50000"/>
            </a:schemeClr>
          </a:solidFill>
          <a:effectLst>
            <a:outerShdw blurRad="50800" dist="38100" algn="l" rotWithShape="0">
              <a:prstClr val="black">
                <a:alpha val="40000"/>
              </a:prstClr>
            </a:outerShdw>
          </a:effectLst>
        </p:grpSpPr>
        <p:sp>
          <p:nvSpPr>
            <p:cNvPr id="457" name="Chevron 46">
              <a:extLst>
                <a:ext uri="{FF2B5EF4-FFF2-40B4-BE49-F238E27FC236}">
                  <a16:creationId xmlns:a16="http://schemas.microsoft.com/office/drawing/2014/main" id="{E633A123-4E14-5C21-9C5C-D16EADC690A9}"/>
                </a:ext>
              </a:extLst>
            </p:cNvPr>
            <p:cNvSpPr/>
            <p:nvPr/>
          </p:nvSpPr>
          <p:spPr>
            <a:xfrm rot="5400000">
              <a:off x="-512685" y="2222285"/>
              <a:ext cx="2247618" cy="1074355"/>
            </a:xfrm>
            <a:prstGeom prst="chevron">
              <a:avLst>
                <a:gd name="adj" fmla="val 26997"/>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b="1">
                <a:solidFill>
                  <a:schemeClr val="tx1"/>
                </a:solidFill>
                <a:latin typeface="Calibri" panose="020F0502020204030204" pitchFamily="34" charset="0"/>
                <a:cs typeface="Calibri" panose="020F0502020204030204" pitchFamily="34" charset="0"/>
              </a:endParaRPr>
            </a:p>
          </p:txBody>
        </p:sp>
        <p:sp>
          <p:nvSpPr>
            <p:cNvPr id="458" name="TextBox 457">
              <a:extLst>
                <a:ext uri="{FF2B5EF4-FFF2-40B4-BE49-F238E27FC236}">
                  <a16:creationId xmlns:a16="http://schemas.microsoft.com/office/drawing/2014/main" id="{30C927E6-C012-F0CC-4F57-FE6303327DF9}"/>
                </a:ext>
              </a:extLst>
            </p:cNvPr>
            <p:cNvSpPr txBox="1"/>
            <p:nvPr/>
          </p:nvSpPr>
          <p:spPr>
            <a:xfrm rot="16200000">
              <a:off x="-436923" y="2438370"/>
              <a:ext cx="2096087" cy="793707"/>
            </a:xfrm>
            <a:prstGeom prst="rect">
              <a:avLst/>
            </a:prstGeom>
            <a:noFill/>
            <a:ln>
              <a:noFill/>
            </a:ln>
          </p:spPr>
          <p:txBody>
            <a:bodyPr wrap="square" rtlCol="0" anchor="ctr">
              <a:spAutoFit/>
            </a:bodyPr>
            <a:lstStyle/>
            <a:p>
              <a:pPr algn="ctr"/>
              <a:r>
                <a:rPr lang="en-US" sz="1300" b="1">
                  <a:solidFill>
                    <a:schemeClr val="bg2">
                      <a:lumMod val="25000"/>
                    </a:schemeClr>
                  </a:solidFill>
                  <a:latin typeface="Calibri" panose="020F0502020204030204" pitchFamily="34" charset="0"/>
                  <a:cs typeface="Calibri" panose="020F0502020204030204" pitchFamily="34" charset="0"/>
                </a:rPr>
                <a:t>Distribution</a:t>
              </a:r>
            </a:p>
          </p:txBody>
        </p:sp>
      </p:grpSp>
      <p:grpSp>
        <p:nvGrpSpPr>
          <p:cNvPr id="459" name="Group 458">
            <a:extLst>
              <a:ext uri="{FF2B5EF4-FFF2-40B4-BE49-F238E27FC236}">
                <a16:creationId xmlns:a16="http://schemas.microsoft.com/office/drawing/2014/main" id="{134B313F-AFE0-2D99-1654-6A7A9F9E90E5}"/>
              </a:ext>
            </a:extLst>
          </p:cNvPr>
          <p:cNvGrpSpPr/>
          <p:nvPr/>
        </p:nvGrpSpPr>
        <p:grpSpPr>
          <a:xfrm rot="5400000" flipV="1">
            <a:off x="4459928" y="-492663"/>
            <a:ext cx="407811" cy="2405862"/>
            <a:chOff x="73946" y="1635654"/>
            <a:chExt cx="1074355" cy="2247618"/>
          </a:xfrm>
          <a:solidFill>
            <a:schemeClr val="accent1">
              <a:lumMod val="50000"/>
            </a:schemeClr>
          </a:solidFill>
          <a:effectLst>
            <a:outerShdw blurRad="50800" dist="38100" algn="l" rotWithShape="0">
              <a:prstClr val="black">
                <a:alpha val="40000"/>
              </a:prstClr>
            </a:outerShdw>
          </a:effectLst>
        </p:grpSpPr>
        <p:sp>
          <p:nvSpPr>
            <p:cNvPr id="460" name="Chevron 46">
              <a:extLst>
                <a:ext uri="{FF2B5EF4-FFF2-40B4-BE49-F238E27FC236}">
                  <a16:creationId xmlns:a16="http://schemas.microsoft.com/office/drawing/2014/main" id="{7362FD49-010E-04A7-8A3F-F3948390DE95}"/>
                </a:ext>
              </a:extLst>
            </p:cNvPr>
            <p:cNvSpPr/>
            <p:nvPr/>
          </p:nvSpPr>
          <p:spPr>
            <a:xfrm rot="5400000">
              <a:off x="-512685" y="2222285"/>
              <a:ext cx="2247618" cy="1074355"/>
            </a:xfrm>
            <a:prstGeom prst="chevron">
              <a:avLst>
                <a:gd name="adj" fmla="val 26997"/>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b="1">
                <a:solidFill>
                  <a:schemeClr val="tx1"/>
                </a:solidFill>
                <a:latin typeface="Calibri" panose="020F0502020204030204" pitchFamily="34" charset="0"/>
                <a:cs typeface="Calibri" panose="020F0502020204030204" pitchFamily="34" charset="0"/>
              </a:endParaRPr>
            </a:p>
          </p:txBody>
        </p:sp>
        <p:sp>
          <p:nvSpPr>
            <p:cNvPr id="461" name="TextBox 460">
              <a:extLst>
                <a:ext uri="{FF2B5EF4-FFF2-40B4-BE49-F238E27FC236}">
                  <a16:creationId xmlns:a16="http://schemas.microsoft.com/office/drawing/2014/main" id="{E799B8AF-CE21-5B0D-E813-F790F82A8795}"/>
                </a:ext>
              </a:extLst>
            </p:cNvPr>
            <p:cNvSpPr txBox="1"/>
            <p:nvPr/>
          </p:nvSpPr>
          <p:spPr>
            <a:xfrm rot="16200000">
              <a:off x="-436923" y="2438370"/>
              <a:ext cx="2096087" cy="793707"/>
            </a:xfrm>
            <a:prstGeom prst="rect">
              <a:avLst/>
            </a:prstGeom>
            <a:noFill/>
            <a:ln>
              <a:noFill/>
            </a:ln>
          </p:spPr>
          <p:txBody>
            <a:bodyPr wrap="square" rtlCol="0" anchor="ctr">
              <a:spAutoFit/>
            </a:bodyPr>
            <a:lstStyle/>
            <a:p>
              <a:pPr algn="ctr"/>
              <a:r>
                <a:rPr lang="en-US" sz="1300" b="1">
                  <a:solidFill>
                    <a:schemeClr val="bg2">
                      <a:lumMod val="25000"/>
                    </a:schemeClr>
                  </a:solidFill>
                  <a:latin typeface="Calibri" panose="020F0502020204030204" pitchFamily="34" charset="0"/>
                  <a:cs typeface="Calibri" panose="020F0502020204030204" pitchFamily="34" charset="0"/>
                </a:rPr>
                <a:t>Transportation</a:t>
              </a:r>
            </a:p>
          </p:txBody>
        </p:sp>
      </p:grpSp>
      <p:grpSp>
        <p:nvGrpSpPr>
          <p:cNvPr id="462" name="Group 461">
            <a:extLst>
              <a:ext uri="{FF2B5EF4-FFF2-40B4-BE49-F238E27FC236}">
                <a16:creationId xmlns:a16="http://schemas.microsoft.com/office/drawing/2014/main" id="{087E79EE-D159-99A8-B15A-367352C48B5D}"/>
              </a:ext>
            </a:extLst>
          </p:cNvPr>
          <p:cNvGrpSpPr/>
          <p:nvPr/>
        </p:nvGrpSpPr>
        <p:grpSpPr>
          <a:xfrm rot="5400000" flipV="1">
            <a:off x="1321772" y="-465664"/>
            <a:ext cx="407811" cy="2405862"/>
            <a:chOff x="73946" y="1635654"/>
            <a:chExt cx="1074355" cy="2247618"/>
          </a:xfrm>
          <a:solidFill>
            <a:schemeClr val="accent1">
              <a:lumMod val="50000"/>
            </a:schemeClr>
          </a:solidFill>
          <a:effectLst>
            <a:outerShdw blurRad="50800" dist="38100" algn="l" rotWithShape="0">
              <a:prstClr val="black">
                <a:alpha val="40000"/>
              </a:prstClr>
            </a:outerShdw>
          </a:effectLst>
        </p:grpSpPr>
        <p:sp>
          <p:nvSpPr>
            <p:cNvPr id="463" name="Chevron 46">
              <a:extLst>
                <a:ext uri="{FF2B5EF4-FFF2-40B4-BE49-F238E27FC236}">
                  <a16:creationId xmlns:a16="http://schemas.microsoft.com/office/drawing/2014/main" id="{C742BF3B-9914-9009-DB12-9EB0E1788EC9}"/>
                </a:ext>
              </a:extLst>
            </p:cNvPr>
            <p:cNvSpPr/>
            <p:nvPr/>
          </p:nvSpPr>
          <p:spPr>
            <a:xfrm rot="5400000">
              <a:off x="-512685" y="2222285"/>
              <a:ext cx="2247618" cy="1074355"/>
            </a:xfrm>
            <a:prstGeom prst="chevron">
              <a:avLst>
                <a:gd name="adj" fmla="val 26997"/>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b="1">
                <a:solidFill>
                  <a:schemeClr val="tx1"/>
                </a:solidFill>
                <a:latin typeface="Calibri" panose="020F0502020204030204" pitchFamily="34" charset="0"/>
                <a:cs typeface="Calibri" panose="020F0502020204030204" pitchFamily="34" charset="0"/>
              </a:endParaRPr>
            </a:p>
          </p:txBody>
        </p:sp>
        <p:sp>
          <p:nvSpPr>
            <p:cNvPr id="464" name="TextBox 463">
              <a:extLst>
                <a:ext uri="{FF2B5EF4-FFF2-40B4-BE49-F238E27FC236}">
                  <a16:creationId xmlns:a16="http://schemas.microsoft.com/office/drawing/2014/main" id="{073CC72D-0AAA-71B7-9940-61B8740ABD26}"/>
                </a:ext>
              </a:extLst>
            </p:cNvPr>
            <p:cNvSpPr txBox="1"/>
            <p:nvPr/>
          </p:nvSpPr>
          <p:spPr>
            <a:xfrm rot="16200000">
              <a:off x="-436923" y="2438370"/>
              <a:ext cx="2096087" cy="793707"/>
            </a:xfrm>
            <a:prstGeom prst="rect">
              <a:avLst/>
            </a:prstGeom>
            <a:noFill/>
            <a:ln>
              <a:noFill/>
            </a:ln>
          </p:spPr>
          <p:txBody>
            <a:bodyPr wrap="square" rtlCol="0" anchor="ctr">
              <a:spAutoFit/>
            </a:bodyPr>
            <a:lstStyle/>
            <a:p>
              <a:pPr algn="ctr"/>
              <a:r>
                <a:rPr lang="en-US" sz="1300" b="1">
                  <a:solidFill>
                    <a:schemeClr val="bg2">
                      <a:lumMod val="25000"/>
                    </a:schemeClr>
                  </a:solidFill>
                  <a:latin typeface="Calibri" panose="020F0502020204030204" pitchFamily="34" charset="0"/>
                  <a:cs typeface="Calibri" panose="020F0502020204030204" pitchFamily="34" charset="0"/>
                </a:rPr>
                <a:t>City Warehouse</a:t>
              </a:r>
            </a:p>
          </p:txBody>
        </p:sp>
      </p:grpSp>
      <p:cxnSp>
        <p:nvCxnSpPr>
          <p:cNvPr id="465" name="Straight Arrow Connector 464">
            <a:extLst>
              <a:ext uri="{FF2B5EF4-FFF2-40B4-BE49-F238E27FC236}">
                <a16:creationId xmlns:a16="http://schemas.microsoft.com/office/drawing/2014/main" id="{8FAE3B48-BBB4-99CC-6F89-F3ED329402BA}"/>
              </a:ext>
            </a:extLst>
          </p:cNvPr>
          <p:cNvCxnSpPr>
            <a:cxnSpLocks/>
            <a:stCxn id="224" idx="3"/>
            <a:endCxn id="399" idx="1"/>
          </p:cNvCxnSpPr>
          <p:nvPr/>
        </p:nvCxnSpPr>
        <p:spPr>
          <a:xfrm flipV="1">
            <a:off x="5023289" y="1767304"/>
            <a:ext cx="1189464" cy="65648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68" name="Straight Arrow Connector 467">
            <a:extLst>
              <a:ext uri="{FF2B5EF4-FFF2-40B4-BE49-F238E27FC236}">
                <a16:creationId xmlns:a16="http://schemas.microsoft.com/office/drawing/2014/main" id="{3F046083-CF53-1525-E7A7-6F49C98CDC8A}"/>
              </a:ext>
            </a:extLst>
          </p:cNvPr>
          <p:cNvCxnSpPr>
            <a:cxnSpLocks/>
            <a:stCxn id="380" idx="3"/>
            <a:endCxn id="399" idx="1"/>
          </p:cNvCxnSpPr>
          <p:nvPr/>
        </p:nvCxnSpPr>
        <p:spPr>
          <a:xfrm>
            <a:off x="5117929" y="1535635"/>
            <a:ext cx="1094824" cy="23166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84" name="Rectangle 483">
            <a:extLst>
              <a:ext uri="{FF2B5EF4-FFF2-40B4-BE49-F238E27FC236}">
                <a16:creationId xmlns:a16="http://schemas.microsoft.com/office/drawing/2014/main" id="{7519F6DA-5AAA-7ED1-08B0-25DACF9D7EE2}"/>
              </a:ext>
            </a:extLst>
          </p:cNvPr>
          <p:cNvSpPr/>
          <p:nvPr/>
        </p:nvSpPr>
        <p:spPr>
          <a:xfrm>
            <a:off x="6919989" y="4975638"/>
            <a:ext cx="5063217" cy="468743"/>
          </a:xfrm>
          <a:prstGeom prst="rect">
            <a:avLst/>
          </a:prstGeom>
          <a:solidFill>
            <a:schemeClr val="bg1"/>
          </a:solid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b="1">
                <a:solidFill>
                  <a:schemeClr val="tx1"/>
                </a:solidFill>
                <a:latin typeface="Calibri" panose="020F0502020204030204" pitchFamily="34" charset="0"/>
                <a:cs typeface="Calibri" panose="020F0502020204030204" pitchFamily="34" charset="0"/>
              </a:rPr>
              <a:t>Drop Location Identification Input: </a:t>
            </a:r>
            <a:r>
              <a:rPr lang="en-IN" sz="1200">
                <a:solidFill>
                  <a:schemeClr val="tx1"/>
                </a:solidFill>
                <a:latin typeface="Calibri" panose="020F0502020204030204" pitchFamily="34" charset="0"/>
                <a:cs typeface="Calibri" panose="020F0502020204030204" pitchFamily="34" charset="0"/>
              </a:rPr>
              <a:t>Population &amp; Order density, Cost-Benefit analysis</a:t>
            </a:r>
            <a:endParaRPr lang="en-IN" sz="1200" i="0">
              <a:solidFill>
                <a:schemeClr val="tx1"/>
              </a:solidFill>
              <a:effectLst/>
              <a:latin typeface="Calibri" panose="020F0502020204030204" pitchFamily="34" charset="0"/>
              <a:cs typeface="Calibri" panose="020F0502020204030204" pitchFamily="34" charset="0"/>
            </a:endParaRPr>
          </a:p>
        </p:txBody>
      </p:sp>
      <p:sp>
        <p:nvSpPr>
          <p:cNvPr id="490" name="Rectangle 489">
            <a:extLst>
              <a:ext uri="{FF2B5EF4-FFF2-40B4-BE49-F238E27FC236}">
                <a16:creationId xmlns:a16="http://schemas.microsoft.com/office/drawing/2014/main" id="{4ECA3BDA-363B-4836-25B8-BC7C22EF9530}"/>
              </a:ext>
            </a:extLst>
          </p:cNvPr>
          <p:cNvSpPr/>
          <p:nvPr/>
        </p:nvSpPr>
        <p:spPr>
          <a:xfrm>
            <a:off x="6919989" y="4474902"/>
            <a:ext cx="5063218" cy="454641"/>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9690" marR="5080" indent="-47625">
              <a:spcBef>
                <a:spcPts val="95"/>
              </a:spcBef>
              <a:spcAft>
                <a:spcPts val="300"/>
              </a:spcAft>
            </a:pPr>
            <a:r>
              <a:rPr lang="en-IN" sz="1200" b="1">
                <a:solidFill>
                  <a:schemeClr val="tx1"/>
                </a:solidFill>
                <a:latin typeface="Calibri" panose="020F0502020204030204" pitchFamily="34" charset="0"/>
                <a:cs typeface="Calibri" panose="020F0502020204030204" pitchFamily="34" charset="0"/>
              </a:rPr>
              <a:t>Route Input: </a:t>
            </a:r>
            <a:r>
              <a:rPr lang="en-IN" sz="1200">
                <a:solidFill>
                  <a:schemeClr val="tx1"/>
                </a:solidFill>
                <a:latin typeface="Calibri" panose="020F0502020204030204" pitchFamily="34" charset="0"/>
                <a:cs typeface="Calibri" panose="020F0502020204030204" pitchFamily="34" charset="0"/>
              </a:rPr>
              <a:t>Fleet, Distribution Nodes, Historical Data, Potential Routes</a:t>
            </a:r>
          </a:p>
        </p:txBody>
      </p:sp>
      <p:sp>
        <p:nvSpPr>
          <p:cNvPr id="491" name="Rectangle 490">
            <a:extLst>
              <a:ext uri="{FF2B5EF4-FFF2-40B4-BE49-F238E27FC236}">
                <a16:creationId xmlns:a16="http://schemas.microsoft.com/office/drawing/2014/main" id="{AA603898-40A5-ED87-187F-238E888406BA}"/>
              </a:ext>
            </a:extLst>
          </p:cNvPr>
          <p:cNvSpPr/>
          <p:nvPr/>
        </p:nvSpPr>
        <p:spPr>
          <a:xfrm>
            <a:off x="6919989" y="5491845"/>
            <a:ext cx="5063217" cy="468743"/>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9690" marR="5080" indent="-47625" algn="ctr">
              <a:lnSpc>
                <a:spcPct val="100000"/>
              </a:lnSpc>
              <a:spcBef>
                <a:spcPts val="95"/>
              </a:spcBef>
              <a:spcAft>
                <a:spcPts val="300"/>
              </a:spcAft>
            </a:pPr>
            <a:r>
              <a:rPr lang="en-IN" sz="1200" b="1">
                <a:solidFill>
                  <a:schemeClr val="tx1"/>
                </a:solidFill>
                <a:latin typeface="Calibri" panose="020F0502020204030204" pitchFamily="34" charset="0"/>
                <a:cs typeface="Calibri" panose="020F0502020204030204" pitchFamily="34" charset="0"/>
              </a:rPr>
              <a:t>Green Input:</a:t>
            </a:r>
            <a:r>
              <a:rPr lang="en-IN" sz="1200">
                <a:solidFill>
                  <a:schemeClr val="tx1"/>
                </a:solidFill>
                <a:latin typeface="Calibri" panose="020F0502020204030204" pitchFamily="34" charset="0"/>
                <a:cs typeface="Calibri" panose="020F0502020204030204" pitchFamily="34" charset="0"/>
              </a:rPr>
              <a:t> Weather &amp; Traffic Patterns, Customer Requests, Geographic Obstacles, Customer Requests, Accidental Damage</a:t>
            </a:r>
          </a:p>
        </p:txBody>
      </p:sp>
      <p:sp>
        <p:nvSpPr>
          <p:cNvPr id="492" name="Rectangle 491">
            <a:extLst>
              <a:ext uri="{FF2B5EF4-FFF2-40B4-BE49-F238E27FC236}">
                <a16:creationId xmlns:a16="http://schemas.microsoft.com/office/drawing/2014/main" id="{3EA257C3-EAA2-2C26-0DC0-771BFFB1CCBC}"/>
              </a:ext>
            </a:extLst>
          </p:cNvPr>
          <p:cNvSpPr/>
          <p:nvPr/>
        </p:nvSpPr>
        <p:spPr>
          <a:xfrm>
            <a:off x="7369041" y="4121970"/>
            <a:ext cx="4154017" cy="3068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ZEZ Route Optimization</a:t>
            </a:r>
          </a:p>
        </p:txBody>
      </p:sp>
    </p:spTree>
    <p:extLst>
      <p:ext uri="{BB962C8B-B14F-4D97-AF65-F5344CB8AC3E}">
        <p14:creationId xmlns:p14="http://schemas.microsoft.com/office/powerpoint/2010/main" val="349326490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 name="Rectangle 123">
            <a:extLst>
              <a:ext uri="{FF2B5EF4-FFF2-40B4-BE49-F238E27FC236}">
                <a16:creationId xmlns:a16="http://schemas.microsoft.com/office/drawing/2014/main" id="{A21F0A81-B9BB-4F42-BEEA-13B1A6907995}"/>
              </a:ext>
            </a:extLst>
          </p:cNvPr>
          <p:cNvSpPr/>
          <p:nvPr/>
        </p:nvSpPr>
        <p:spPr>
          <a:xfrm>
            <a:off x="281412" y="3606321"/>
            <a:ext cx="11769678" cy="2319285"/>
          </a:xfrm>
          <a:prstGeom prst="rect">
            <a:avLst/>
          </a:prstGeom>
          <a:gradFill>
            <a:gsLst>
              <a:gs pos="0">
                <a:srgbClr val="582BD0">
                  <a:alpha val="85000"/>
                </a:srgbClr>
              </a:gs>
              <a:gs pos="33000">
                <a:srgbClr val="2F5597">
                  <a:alpha val="91000"/>
                </a:srgbClr>
              </a:gs>
              <a:gs pos="100000">
                <a:srgbClr val="00AD7F">
                  <a:alpha val="79000"/>
                </a:srgbClr>
              </a:gs>
            </a:gsLst>
            <a:lin ang="0" scaled="1"/>
          </a:gradFill>
          <a:ln>
            <a:gradFill>
              <a:gsLst>
                <a:gs pos="0">
                  <a:srgbClr val="582BD0"/>
                </a:gs>
                <a:gs pos="36000">
                  <a:srgbClr val="2F5597"/>
                </a:gs>
                <a:gs pos="66000">
                  <a:srgbClr val="00AD7F"/>
                </a:gs>
                <a:gs pos="90000">
                  <a:srgbClr val="247500"/>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78617" y="121491"/>
            <a:ext cx="11972473" cy="627684"/>
          </a:xfrm>
        </p:spPr>
        <p:txBody>
          <a:bodyPr vert="horz" lIns="91440" tIns="45720" rIns="91440" bIns="45720" rtlCol="0" anchor="t">
            <a:noAutofit/>
          </a:bodyPr>
          <a:lstStyle/>
          <a:p>
            <a:pPr marL="0" indent="0">
              <a:buNone/>
            </a:pPr>
            <a:r>
              <a:rPr lang="en-US" sz="2000">
                <a:latin typeface="Calibri" panose="020F0502020204030204" pitchFamily="34" charset="0"/>
                <a:cs typeface="Calibri" panose="020F0502020204030204" pitchFamily="34" charset="0"/>
              </a:rPr>
              <a:t>P2P detailing + buddy focus </a:t>
            </a:r>
          </a:p>
        </p:txBody>
      </p:sp>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sp>
        <p:nvSpPr>
          <p:cNvPr id="94" name="TextBox 93">
            <a:extLst>
              <a:ext uri="{FF2B5EF4-FFF2-40B4-BE49-F238E27FC236}">
                <a16:creationId xmlns:a16="http://schemas.microsoft.com/office/drawing/2014/main" id="{303843DF-C3F6-7C48-985A-918B2A87D688}"/>
              </a:ext>
            </a:extLst>
          </p:cNvPr>
          <p:cNvSpPr txBox="1"/>
          <p:nvPr/>
        </p:nvSpPr>
        <p:spPr>
          <a:xfrm>
            <a:off x="78617" y="5925607"/>
            <a:ext cx="6512154" cy="215444"/>
          </a:xfrm>
          <a:prstGeom prst="rect">
            <a:avLst/>
          </a:prstGeom>
          <a:noFill/>
          <a:ln>
            <a:noFill/>
          </a:ln>
        </p:spPr>
        <p:txBody>
          <a:bodyPr wrap="square" rtlCol="0">
            <a:spAutoFit/>
          </a:bodyPr>
          <a:lstStyle/>
          <a:p>
            <a:r>
              <a:rPr lang="en-US" sz="800"/>
              <a:t>1. Statista 2. Bain Analysis. 3. </a:t>
            </a:r>
            <a:r>
              <a:rPr lang="en-US" sz="800" err="1"/>
              <a:t>iPAC</a:t>
            </a:r>
            <a:r>
              <a:rPr lang="en-US" sz="800"/>
              <a:t> Analysis 4. Bain Analysis 5. Press Analysis</a:t>
            </a:r>
          </a:p>
        </p:txBody>
      </p:sp>
      <p:sp>
        <p:nvSpPr>
          <p:cNvPr id="18" name="Rectangle 17">
            <a:extLst>
              <a:ext uri="{FF2B5EF4-FFF2-40B4-BE49-F238E27FC236}">
                <a16:creationId xmlns:a16="http://schemas.microsoft.com/office/drawing/2014/main" id="{E9B805A5-D7B6-B944-80D1-EB04F7F4AC38}"/>
              </a:ext>
            </a:extLst>
          </p:cNvPr>
          <p:cNvSpPr/>
          <p:nvPr/>
        </p:nvSpPr>
        <p:spPr>
          <a:xfrm rot="16200000">
            <a:off x="-842073" y="1823806"/>
            <a:ext cx="2246971" cy="359872"/>
          </a:xfrm>
          <a:prstGeom prst="rect">
            <a:avLst/>
          </a:prstGeom>
          <a:solidFill>
            <a:schemeClr val="tx1"/>
          </a:solidFill>
          <a:ln>
            <a:solidFill>
              <a:schemeClr val="bg1">
                <a:lumMod val="65000"/>
              </a:schemeClr>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Arial" panose="020B0604020202020204" pitchFamily="34" charset="0"/>
                <a:cs typeface="Arial" panose="020B0604020202020204" pitchFamily="34" charset="0"/>
              </a:rPr>
              <a:t>Physical intervention</a:t>
            </a:r>
          </a:p>
        </p:txBody>
      </p:sp>
      <p:sp>
        <p:nvSpPr>
          <p:cNvPr id="20" name="Rectangle 19">
            <a:extLst>
              <a:ext uri="{FF2B5EF4-FFF2-40B4-BE49-F238E27FC236}">
                <a16:creationId xmlns:a16="http://schemas.microsoft.com/office/drawing/2014/main" id="{D4918B2D-B7B8-D540-9FD3-557BFCF6486A}"/>
              </a:ext>
            </a:extLst>
          </p:cNvPr>
          <p:cNvSpPr/>
          <p:nvPr/>
        </p:nvSpPr>
        <p:spPr>
          <a:xfrm rot="16200000">
            <a:off x="3847872" y="1825476"/>
            <a:ext cx="2246971" cy="359872"/>
          </a:xfrm>
          <a:prstGeom prst="rect">
            <a:avLst/>
          </a:prstGeom>
          <a:solidFill>
            <a:schemeClr val="tx1"/>
          </a:solidFill>
          <a:ln>
            <a:solidFill>
              <a:schemeClr val="bg1">
                <a:lumMod val="65000"/>
              </a:schemeClr>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Arial" panose="020B0604020202020204" pitchFamily="34" charset="0"/>
                <a:cs typeface="Arial" panose="020B0604020202020204" pitchFamily="34" charset="0"/>
              </a:rPr>
              <a:t>Technical intervention</a:t>
            </a:r>
          </a:p>
        </p:txBody>
      </p:sp>
      <p:sp>
        <p:nvSpPr>
          <p:cNvPr id="21" name="Rectangle 20">
            <a:extLst>
              <a:ext uri="{FF2B5EF4-FFF2-40B4-BE49-F238E27FC236}">
                <a16:creationId xmlns:a16="http://schemas.microsoft.com/office/drawing/2014/main" id="{3F0A3B6B-D664-424C-9697-B00CBA37F972}"/>
              </a:ext>
            </a:extLst>
          </p:cNvPr>
          <p:cNvSpPr/>
          <p:nvPr/>
        </p:nvSpPr>
        <p:spPr>
          <a:xfrm rot="16200000">
            <a:off x="8269722" y="1823806"/>
            <a:ext cx="2246971" cy="359872"/>
          </a:xfrm>
          <a:prstGeom prst="rect">
            <a:avLst/>
          </a:prstGeom>
          <a:solidFill>
            <a:schemeClr val="tx1"/>
          </a:solidFill>
          <a:ln>
            <a:solidFill>
              <a:schemeClr val="bg1">
                <a:lumMod val="65000"/>
              </a:schemeClr>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Arial" panose="020B0604020202020204" pitchFamily="34" charset="0"/>
                <a:cs typeface="Arial" panose="020B0604020202020204" pitchFamily="34" charset="0"/>
              </a:rPr>
              <a:t>P2P</a:t>
            </a:r>
          </a:p>
        </p:txBody>
      </p:sp>
      <p:sp>
        <p:nvSpPr>
          <p:cNvPr id="35" name="object 56">
            <a:extLst>
              <a:ext uri="{FF2B5EF4-FFF2-40B4-BE49-F238E27FC236}">
                <a16:creationId xmlns:a16="http://schemas.microsoft.com/office/drawing/2014/main" id="{F77505A1-4CF6-2E4A-AB28-59E8EA6F37A9}"/>
              </a:ext>
            </a:extLst>
          </p:cNvPr>
          <p:cNvSpPr txBox="1"/>
          <p:nvPr/>
        </p:nvSpPr>
        <p:spPr>
          <a:xfrm>
            <a:off x="2815332" y="1060421"/>
            <a:ext cx="1776252" cy="382156"/>
          </a:xfrm>
          <a:prstGeom prst="rect">
            <a:avLst/>
          </a:prstGeom>
          <a:ln>
            <a:noFill/>
          </a:ln>
        </p:spPr>
        <p:txBody>
          <a:bodyPr vert="horz" wrap="square" lIns="0" tIns="12700" rIns="0" bIns="0" rtlCol="0">
            <a:spAutoFit/>
          </a:bodyPr>
          <a:lstStyle/>
          <a:p>
            <a:pPr marL="12700">
              <a:lnSpc>
                <a:spcPct val="100000"/>
              </a:lnSpc>
              <a:spcBef>
                <a:spcPts val="100"/>
              </a:spcBef>
            </a:pPr>
            <a:r>
              <a:rPr sz="1200" spc="-30">
                <a:solidFill>
                  <a:srgbClr val="4D4D4F"/>
                </a:solidFill>
                <a:latin typeface="Arial" panose="020B0604020202020204" pitchFamily="34" charset="0"/>
                <a:cs typeface="Arial" panose="020B0604020202020204" pitchFamily="34" charset="0"/>
              </a:rPr>
              <a:t>Pa</a:t>
            </a:r>
            <a:r>
              <a:rPr sz="1200" spc="-35">
                <a:solidFill>
                  <a:srgbClr val="4D4D4F"/>
                </a:solidFill>
                <a:latin typeface="Arial" panose="020B0604020202020204" pitchFamily="34" charset="0"/>
                <a:cs typeface="Arial" panose="020B0604020202020204" pitchFamily="34" charset="0"/>
              </a:rPr>
              <a:t>r</a:t>
            </a:r>
            <a:r>
              <a:rPr sz="1200" spc="-15">
                <a:solidFill>
                  <a:srgbClr val="4D4D4F"/>
                </a:solidFill>
                <a:latin typeface="Arial" panose="020B0604020202020204" pitchFamily="34" charset="0"/>
                <a:cs typeface="Arial" panose="020B0604020202020204" pitchFamily="34" charset="0"/>
              </a:rPr>
              <a:t>cel</a:t>
            </a:r>
            <a:r>
              <a:rPr sz="1200">
                <a:solidFill>
                  <a:srgbClr val="4D4D4F"/>
                </a:solidFill>
                <a:latin typeface="Arial" panose="020B0604020202020204" pitchFamily="34" charset="0"/>
                <a:cs typeface="Arial" panose="020B0604020202020204" pitchFamily="34" charset="0"/>
              </a:rPr>
              <a:t> </a:t>
            </a:r>
            <a:r>
              <a:rPr sz="1200" spc="-5">
                <a:solidFill>
                  <a:srgbClr val="4D4D4F"/>
                </a:solidFill>
                <a:latin typeface="Arial" panose="020B0604020202020204" pitchFamily="34" charset="0"/>
                <a:cs typeface="Arial" panose="020B0604020202020204" pitchFamily="34" charset="0"/>
              </a:rPr>
              <a:t>box</a:t>
            </a:r>
            <a:r>
              <a:rPr lang="en-US" sz="1200" spc="-5">
                <a:solidFill>
                  <a:srgbClr val="4D4D4F"/>
                </a:solidFill>
                <a:latin typeface="Arial" panose="020B0604020202020204" pitchFamily="34" charset="0"/>
                <a:cs typeface="Arial" panose="020B0604020202020204" pitchFamily="34" charset="0"/>
              </a:rPr>
              <a:t>, Truck delivery, Secure Delivery systems</a:t>
            </a:r>
            <a:endParaRPr sz="1200">
              <a:latin typeface="Arial" panose="020B0604020202020204" pitchFamily="34" charset="0"/>
              <a:cs typeface="Arial" panose="020B0604020202020204" pitchFamily="34" charset="0"/>
            </a:endParaRPr>
          </a:p>
        </p:txBody>
      </p:sp>
      <p:grpSp>
        <p:nvGrpSpPr>
          <p:cNvPr id="38" name="Group 37">
            <a:extLst>
              <a:ext uri="{FF2B5EF4-FFF2-40B4-BE49-F238E27FC236}">
                <a16:creationId xmlns:a16="http://schemas.microsoft.com/office/drawing/2014/main" id="{6A2510CF-BFF4-D743-823C-83F1A7173ADB}"/>
              </a:ext>
            </a:extLst>
          </p:cNvPr>
          <p:cNvGrpSpPr/>
          <p:nvPr/>
        </p:nvGrpSpPr>
        <p:grpSpPr>
          <a:xfrm>
            <a:off x="501828" y="1005229"/>
            <a:ext cx="2035632" cy="2133877"/>
            <a:chOff x="420422" y="1879634"/>
            <a:chExt cx="3573178" cy="3592747"/>
          </a:xfrm>
        </p:grpSpPr>
        <p:sp>
          <p:nvSpPr>
            <p:cNvPr id="40" name="Parallelogram 39">
              <a:extLst>
                <a:ext uri="{FF2B5EF4-FFF2-40B4-BE49-F238E27FC236}">
                  <a16:creationId xmlns:a16="http://schemas.microsoft.com/office/drawing/2014/main" id="{B31763B6-5F59-9446-8AC2-96D0825B6EE2}"/>
                </a:ext>
              </a:extLst>
            </p:cNvPr>
            <p:cNvSpPr/>
            <p:nvPr/>
          </p:nvSpPr>
          <p:spPr>
            <a:xfrm rot="300000">
              <a:off x="420422" y="4643110"/>
              <a:ext cx="3573178" cy="829271"/>
            </a:xfrm>
            <a:prstGeom prst="parallelogram">
              <a:avLst>
                <a:gd name="adj" fmla="val 129308"/>
              </a:avLst>
            </a:prstGeom>
            <a:solidFill>
              <a:srgbClr val="278A00"/>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lvl="0" algn="ctr">
                <a:defRPr/>
              </a:pPr>
              <a:r>
                <a:rPr lang="en-US" sz="1100">
                  <a:solidFill>
                    <a:schemeClr val="bg1"/>
                  </a:solidFill>
                  <a:latin typeface="Arial" panose="020B0604020202020204" pitchFamily="34" charset="0"/>
                  <a:ea typeface="Verdana" panose="020B0604030504040204" pitchFamily="34" charset="0"/>
                  <a:cs typeface="Arial" panose="020B0604020202020204" pitchFamily="34" charset="0"/>
                </a:rPr>
                <a:t>Delivery Environment</a:t>
              </a:r>
            </a:p>
          </p:txBody>
        </p:sp>
        <p:sp>
          <p:nvSpPr>
            <p:cNvPr id="41" name="Parallelogram 40">
              <a:extLst>
                <a:ext uri="{FF2B5EF4-FFF2-40B4-BE49-F238E27FC236}">
                  <a16:creationId xmlns:a16="http://schemas.microsoft.com/office/drawing/2014/main" id="{67B00192-00C6-1549-9ACD-41AB58B81C3A}"/>
                </a:ext>
              </a:extLst>
            </p:cNvPr>
            <p:cNvSpPr/>
            <p:nvPr/>
          </p:nvSpPr>
          <p:spPr>
            <a:xfrm rot="300000">
              <a:off x="420422" y="3969714"/>
              <a:ext cx="3573178" cy="829271"/>
            </a:xfrm>
            <a:prstGeom prst="parallelogram">
              <a:avLst>
                <a:gd name="adj" fmla="val 129308"/>
              </a:avLst>
            </a:prstGeom>
            <a:solidFill>
              <a:srgbClr val="00B666"/>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lvl="0" algn="ctr">
                <a:defRPr/>
              </a:pPr>
              <a:r>
                <a:rPr lang="en-US" sz="1100">
                  <a:solidFill>
                    <a:schemeClr val="bg1"/>
                  </a:solidFill>
                  <a:latin typeface="Arial" panose="020B0604020202020204" pitchFamily="34" charset="0"/>
                  <a:ea typeface="Verdana" panose="020B0604030504040204" pitchFamily="34" charset="0"/>
                  <a:cs typeface="Arial" panose="020B0604020202020204" pitchFamily="34" charset="0"/>
                </a:rPr>
                <a:t>Last-leg change</a:t>
              </a:r>
            </a:p>
          </p:txBody>
        </p:sp>
        <p:sp>
          <p:nvSpPr>
            <p:cNvPr id="42" name="Parallelogram 41">
              <a:extLst>
                <a:ext uri="{FF2B5EF4-FFF2-40B4-BE49-F238E27FC236}">
                  <a16:creationId xmlns:a16="http://schemas.microsoft.com/office/drawing/2014/main" id="{4394947C-79B8-ED41-9835-8C9C2B269BE3}"/>
                </a:ext>
              </a:extLst>
            </p:cNvPr>
            <p:cNvSpPr/>
            <p:nvPr/>
          </p:nvSpPr>
          <p:spPr>
            <a:xfrm rot="300000">
              <a:off x="420422" y="3296318"/>
              <a:ext cx="3573178" cy="829271"/>
            </a:xfrm>
            <a:prstGeom prst="parallelogram">
              <a:avLst>
                <a:gd name="adj" fmla="val 129308"/>
              </a:avLst>
            </a:prstGeom>
            <a:solidFill>
              <a:srgbClr val="009193"/>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lvl="0" algn="ctr">
                <a:defRPr/>
              </a:pPr>
              <a:r>
                <a:rPr lang="en-US" sz="1100">
                  <a:solidFill>
                    <a:schemeClr val="bg1"/>
                  </a:solidFill>
                  <a:latin typeface="Arial" panose="020B0604020202020204" pitchFamily="34" charset="0"/>
                  <a:ea typeface="Verdana" panose="020B0604030504040204" pitchFamily="34" charset="0"/>
                  <a:cs typeface="Arial" panose="020B0604020202020204" pitchFamily="34" charset="0"/>
                </a:rPr>
                <a:t>Consolidation</a:t>
              </a:r>
            </a:p>
          </p:txBody>
        </p:sp>
        <p:sp>
          <p:nvSpPr>
            <p:cNvPr id="43" name="Parallelogram 42">
              <a:extLst>
                <a:ext uri="{FF2B5EF4-FFF2-40B4-BE49-F238E27FC236}">
                  <a16:creationId xmlns:a16="http://schemas.microsoft.com/office/drawing/2014/main" id="{423CF487-5718-B847-B1AA-968F847E243A}"/>
                </a:ext>
              </a:extLst>
            </p:cNvPr>
            <p:cNvSpPr/>
            <p:nvPr/>
          </p:nvSpPr>
          <p:spPr>
            <a:xfrm rot="300000">
              <a:off x="420422" y="2622922"/>
              <a:ext cx="3573178" cy="829271"/>
            </a:xfrm>
            <a:prstGeom prst="parallelogram">
              <a:avLst>
                <a:gd name="adj" fmla="val 129308"/>
              </a:avLst>
            </a:prstGeom>
            <a:solidFill>
              <a:srgbClr val="2F5498"/>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lvl="0" algn="ctr">
                <a:defRPr/>
              </a:pPr>
              <a:r>
                <a:rPr lang="en-US" sz="1100">
                  <a:solidFill>
                    <a:schemeClr val="bg1"/>
                  </a:solidFill>
                  <a:latin typeface="Arial" panose="020B0604020202020204" pitchFamily="34" charset="0"/>
                  <a:ea typeface="Verdana" panose="020B0604030504040204" pitchFamily="34" charset="0"/>
                  <a:cs typeface="Arial" panose="020B0604020202020204" pitchFamily="34" charset="0"/>
                </a:rPr>
                <a:t>Customer </a:t>
              </a:r>
              <a:r>
                <a:rPr lang="en-US" sz="1100" err="1">
                  <a:solidFill>
                    <a:schemeClr val="bg1"/>
                  </a:solidFill>
                  <a:latin typeface="Arial" panose="020B0604020202020204" pitchFamily="34" charset="0"/>
                  <a:ea typeface="Verdana" panose="020B0604030504040204" pitchFamily="34" charset="0"/>
                  <a:cs typeface="Arial" panose="020B0604020202020204" pitchFamily="34" charset="0"/>
                </a:rPr>
                <a:t>Movt</a:t>
              </a:r>
              <a:r>
                <a:rPr lang="en-US" sz="1100">
                  <a:solidFill>
                    <a:schemeClr val="bg1"/>
                  </a:solidFill>
                  <a:latin typeface="Arial" panose="020B0604020202020204" pitchFamily="34" charset="0"/>
                  <a:ea typeface="Verdana" panose="020B0604030504040204" pitchFamily="34" charset="0"/>
                  <a:cs typeface="Arial" panose="020B0604020202020204" pitchFamily="34" charset="0"/>
                </a:rPr>
                <a:t>.</a:t>
              </a:r>
            </a:p>
          </p:txBody>
        </p:sp>
        <p:sp>
          <p:nvSpPr>
            <p:cNvPr id="44" name="Parallelogram 43">
              <a:extLst>
                <a:ext uri="{FF2B5EF4-FFF2-40B4-BE49-F238E27FC236}">
                  <a16:creationId xmlns:a16="http://schemas.microsoft.com/office/drawing/2014/main" id="{35F85A95-842B-BC4F-9777-81270500CB0D}"/>
                </a:ext>
              </a:extLst>
            </p:cNvPr>
            <p:cNvSpPr/>
            <p:nvPr/>
          </p:nvSpPr>
          <p:spPr>
            <a:xfrm rot="300000">
              <a:off x="420422" y="1879634"/>
              <a:ext cx="3573178" cy="829271"/>
            </a:xfrm>
            <a:prstGeom prst="parallelogram">
              <a:avLst>
                <a:gd name="adj" fmla="val 129308"/>
              </a:avLst>
            </a:prstGeom>
            <a:solidFill>
              <a:srgbClr val="582BD0"/>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lvl="0" algn="ctr">
                <a:defRPr/>
              </a:pPr>
              <a:r>
                <a:rPr lang="en-US" sz="1100">
                  <a:solidFill>
                    <a:schemeClr val="bg1"/>
                  </a:solidFill>
                  <a:latin typeface="Arial" panose="020B0604020202020204" pitchFamily="34" charset="0"/>
                  <a:ea typeface="Verdana" panose="020B0604030504040204" pitchFamily="34" charset="0"/>
                  <a:cs typeface="Arial" panose="020B0604020202020204" pitchFamily="34" charset="0"/>
                </a:rPr>
                <a:t>Secure Delivery</a:t>
              </a:r>
            </a:p>
          </p:txBody>
        </p:sp>
      </p:grpSp>
      <p:pic>
        <p:nvPicPr>
          <p:cNvPr id="52" name="Picture 51" descr="A screen shot of a phone&#10;&#10;Description automatically generated">
            <a:extLst>
              <a:ext uri="{FF2B5EF4-FFF2-40B4-BE49-F238E27FC236}">
                <a16:creationId xmlns:a16="http://schemas.microsoft.com/office/drawing/2014/main" id="{D8E34B99-6765-A54E-8DB1-6FF4241E3DDA}"/>
              </a:ext>
            </a:extLst>
          </p:cNvPr>
          <p:cNvPicPr>
            <a:picLocks noChangeAspect="1"/>
          </p:cNvPicPr>
          <p:nvPr/>
        </p:nvPicPr>
        <p:blipFill rotWithShape="1">
          <a:blip r:embed="rId3">
            <a:extLst>
              <a:ext uri="{BEBA8EAE-BF5A-486C-A8C5-ECC9F3942E4B}">
                <a14:imgProps xmlns:a14="http://schemas.microsoft.com/office/drawing/2010/main">
                  <a14:imgLayer r:embed="rId4">
                    <a14:imgEffect>
                      <a14:backgroundRemoval t="3947" b="96053" l="6916" r="89914">
                        <a14:foregroundMark x1="11960" y1="3684" x2="45965" y2="12807"/>
                        <a14:foregroundMark x1="45965" y1="12807" x2="37464" y2="84035"/>
                        <a14:foregroundMark x1="37464" y1="84035" x2="29539" y2="89912"/>
                        <a14:foregroundMark x1="29539" y1="89912" x2="28386" y2="96140"/>
                        <a14:foregroundMark x1="57061" y1="4035" x2="13256" y2="5175"/>
                        <a14:foregroundMark x1="6916" y1="7105" x2="6916" y2="17281"/>
                        <a14:foregroundMark x1="7061" y1="64123" x2="6916" y2="75614"/>
                      </a14:backgroundRemoval>
                    </a14:imgEffect>
                  </a14:imgLayer>
                </a14:imgProps>
              </a:ext>
              <a:ext uri="{28A0092B-C50C-407E-A947-70E740481C1C}">
                <a14:useLocalDpi xmlns:a14="http://schemas.microsoft.com/office/drawing/2010/main" val="0"/>
              </a:ext>
            </a:extLst>
          </a:blip>
          <a:srcRect r="19765"/>
          <a:stretch/>
        </p:blipFill>
        <p:spPr>
          <a:xfrm>
            <a:off x="10564850" y="428798"/>
            <a:ext cx="1486240" cy="2992990"/>
          </a:xfrm>
          <a:prstGeom prst="rect">
            <a:avLst/>
          </a:prstGeom>
          <a:ln w="12700">
            <a:prstDash val="dashDot"/>
            <a:tailEnd type="triangle"/>
          </a:ln>
        </p:spPr>
      </p:pic>
      <p:cxnSp>
        <p:nvCxnSpPr>
          <p:cNvPr id="53" name="Straight Connector 52">
            <a:extLst>
              <a:ext uri="{FF2B5EF4-FFF2-40B4-BE49-F238E27FC236}">
                <a16:creationId xmlns:a16="http://schemas.microsoft.com/office/drawing/2014/main" id="{E9F9EDA9-9AA9-1243-B2A2-7CB171E5D5F5}"/>
              </a:ext>
            </a:extLst>
          </p:cNvPr>
          <p:cNvCxnSpPr>
            <a:cxnSpLocks/>
          </p:cNvCxnSpPr>
          <p:nvPr/>
        </p:nvCxnSpPr>
        <p:spPr>
          <a:xfrm flipH="1">
            <a:off x="2134955" y="1302012"/>
            <a:ext cx="542060" cy="0"/>
          </a:xfrm>
          <a:prstGeom prst="line">
            <a:avLst/>
          </a:prstGeom>
          <a:ln w="3175" cap="rnd" cmpd="sng" algn="ctr">
            <a:solidFill>
              <a:schemeClr val="tx1">
                <a:lumMod val="50000"/>
                <a:lumOff val="50000"/>
              </a:schemeClr>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F15B179-4140-1F45-B48F-B680DBD6AC48}"/>
              </a:ext>
            </a:extLst>
          </p:cNvPr>
          <p:cNvCxnSpPr>
            <a:cxnSpLocks/>
          </p:cNvCxnSpPr>
          <p:nvPr/>
        </p:nvCxnSpPr>
        <p:spPr>
          <a:xfrm flipH="1">
            <a:off x="2134955" y="1738786"/>
            <a:ext cx="542060" cy="0"/>
          </a:xfrm>
          <a:prstGeom prst="line">
            <a:avLst/>
          </a:prstGeom>
          <a:ln w="3175" cap="rnd" cmpd="sng" algn="ctr">
            <a:solidFill>
              <a:schemeClr val="tx1">
                <a:lumMod val="50000"/>
                <a:lumOff val="50000"/>
              </a:schemeClr>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7C563083-06A5-E048-A06B-735AF35441C0}"/>
              </a:ext>
            </a:extLst>
          </p:cNvPr>
          <p:cNvCxnSpPr>
            <a:cxnSpLocks/>
          </p:cNvCxnSpPr>
          <p:nvPr/>
        </p:nvCxnSpPr>
        <p:spPr>
          <a:xfrm flipH="1">
            <a:off x="2134955" y="2123269"/>
            <a:ext cx="542060" cy="0"/>
          </a:xfrm>
          <a:prstGeom prst="line">
            <a:avLst/>
          </a:prstGeom>
          <a:ln w="3175" cap="rnd" cmpd="sng" algn="ctr">
            <a:solidFill>
              <a:schemeClr val="tx1">
                <a:lumMod val="50000"/>
                <a:lumOff val="50000"/>
              </a:schemeClr>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307CEDE3-6AB1-3245-B5F1-7060CA07A10A}"/>
              </a:ext>
            </a:extLst>
          </p:cNvPr>
          <p:cNvCxnSpPr>
            <a:cxnSpLocks/>
          </p:cNvCxnSpPr>
          <p:nvPr/>
        </p:nvCxnSpPr>
        <p:spPr>
          <a:xfrm flipH="1">
            <a:off x="2134955" y="2523226"/>
            <a:ext cx="542060" cy="0"/>
          </a:xfrm>
          <a:prstGeom prst="line">
            <a:avLst/>
          </a:prstGeom>
          <a:ln w="3175" cap="rnd" cmpd="sng" algn="ctr">
            <a:solidFill>
              <a:schemeClr val="tx1">
                <a:lumMod val="50000"/>
                <a:lumOff val="50000"/>
              </a:schemeClr>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7DF59BEC-8E22-1A4B-9D87-A22D4A9731C0}"/>
              </a:ext>
            </a:extLst>
          </p:cNvPr>
          <p:cNvCxnSpPr>
            <a:cxnSpLocks/>
          </p:cNvCxnSpPr>
          <p:nvPr/>
        </p:nvCxnSpPr>
        <p:spPr>
          <a:xfrm flipH="1">
            <a:off x="2134955" y="2938516"/>
            <a:ext cx="542060" cy="0"/>
          </a:xfrm>
          <a:prstGeom prst="line">
            <a:avLst/>
          </a:prstGeom>
          <a:ln w="3175" cap="rnd" cmpd="sng" algn="ctr">
            <a:solidFill>
              <a:schemeClr val="tx1">
                <a:lumMod val="50000"/>
                <a:lumOff val="50000"/>
              </a:schemeClr>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58" name="object 56">
            <a:extLst>
              <a:ext uri="{FF2B5EF4-FFF2-40B4-BE49-F238E27FC236}">
                <a16:creationId xmlns:a16="http://schemas.microsoft.com/office/drawing/2014/main" id="{8C80CBB9-F5A9-BE4E-9303-6ED83DE65760}"/>
              </a:ext>
            </a:extLst>
          </p:cNvPr>
          <p:cNvSpPr txBox="1"/>
          <p:nvPr/>
        </p:nvSpPr>
        <p:spPr>
          <a:xfrm>
            <a:off x="2813977" y="1543137"/>
            <a:ext cx="1985600" cy="197490"/>
          </a:xfrm>
          <a:prstGeom prst="rect">
            <a:avLst/>
          </a:prstGeom>
          <a:ln>
            <a:noFill/>
          </a:ln>
        </p:spPr>
        <p:txBody>
          <a:bodyPr vert="horz" wrap="square" lIns="0" tIns="12700" rIns="0" bIns="0" rtlCol="0">
            <a:spAutoFit/>
          </a:bodyPr>
          <a:lstStyle/>
          <a:p>
            <a:pPr marL="12700">
              <a:lnSpc>
                <a:spcPct val="100000"/>
              </a:lnSpc>
              <a:spcBef>
                <a:spcPts val="100"/>
              </a:spcBef>
            </a:pPr>
            <a:r>
              <a:rPr sz="1200" spc="-30">
                <a:solidFill>
                  <a:srgbClr val="4D4D4F"/>
                </a:solidFill>
                <a:latin typeface="Arial" panose="020B0604020202020204" pitchFamily="34" charset="0"/>
                <a:cs typeface="Arial" panose="020B0604020202020204" pitchFamily="34" charset="0"/>
              </a:rPr>
              <a:t>Pa</a:t>
            </a:r>
            <a:r>
              <a:rPr sz="1200" spc="-35">
                <a:solidFill>
                  <a:srgbClr val="4D4D4F"/>
                </a:solidFill>
                <a:latin typeface="Arial" panose="020B0604020202020204" pitchFamily="34" charset="0"/>
                <a:cs typeface="Arial" panose="020B0604020202020204" pitchFamily="34" charset="0"/>
              </a:rPr>
              <a:t>r</a:t>
            </a:r>
            <a:r>
              <a:rPr sz="1200" spc="-15">
                <a:solidFill>
                  <a:srgbClr val="4D4D4F"/>
                </a:solidFill>
                <a:latin typeface="Arial" panose="020B0604020202020204" pitchFamily="34" charset="0"/>
                <a:cs typeface="Arial" panose="020B0604020202020204" pitchFamily="34" charset="0"/>
              </a:rPr>
              <a:t>cel</a:t>
            </a:r>
            <a:r>
              <a:rPr sz="1200">
                <a:solidFill>
                  <a:srgbClr val="4D4D4F"/>
                </a:solidFill>
                <a:latin typeface="Arial" panose="020B0604020202020204" pitchFamily="34" charset="0"/>
                <a:cs typeface="Arial" panose="020B0604020202020204" pitchFamily="34" charset="0"/>
              </a:rPr>
              <a:t> </a:t>
            </a:r>
            <a:r>
              <a:rPr lang="en-US" sz="1200" spc="-5">
                <a:solidFill>
                  <a:srgbClr val="4D4D4F"/>
                </a:solidFill>
                <a:latin typeface="Arial" panose="020B0604020202020204" pitchFamily="34" charset="0"/>
                <a:cs typeface="Arial" panose="020B0604020202020204" pitchFamily="34" charset="0"/>
              </a:rPr>
              <a:t>locker, Office delivery</a:t>
            </a:r>
            <a:endParaRPr sz="1200">
              <a:latin typeface="Arial" panose="020B0604020202020204" pitchFamily="34" charset="0"/>
              <a:cs typeface="Arial" panose="020B0604020202020204" pitchFamily="34" charset="0"/>
            </a:endParaRPr>
          </a:p>
        </p:txBody>
      </p:sp>
      <p:sp>
        <p:nvSpPr>
          <p:cNvPr id="59" name="object 56">
            <a:extLst>
              <a:ext uri="{FF2B5EF4-FFF2-40B4-BE49-F238E27FC236}">
                <a16:creationId xmlns:a16="http://schemas.microsoft.com/office/drawing/2014/main" id="{40675407-9B56-6946-9233-33F490CF04CE}"/>
              </a:ext>
            </a:extLst>
          </p:cNvPr>
          <p:cNvSpPr txBox="1"/>
          <p:nvPr/>
        </p:nvSpPr>
        <p:spPr>
          <a:xfrm>
            <a:off x="2813977" y="2023539"/>
            <a:ext cx="1985600" cy="197490"/>
          </a:xfrm>
          <a:prstGeom prst="rect">
            <a:avLst/>
          </a:prstGeom>
          <a:ln>
            <a:noFill/>
          </a:ln>
        </p:spPr>
        <p:txBody>
          <a:bodyPr vert="horz" wrap="square" lIns="0" tIns="12700" rIns="0" bIns="0" rtlCol="0">
            <a:spAutoFit/>
          </a:bodyPr>
          <a:lstStyle/>
          <a:p>
            <a:pPr marL="12700">
              <a:lnSpc>
                <a:spcPct val="100000"/>
              </a:lnSpc>
              <a:spcBef>
                <a:spcPts val="100"/>
              </a:spcBef>
            </a:pPr>
            <a:r>
              <a:rPr lang="en-US" sz="1200" spc="-30">
                <a:solidFill>
                  <a:srgbClr val="4D4D4F"/>
                </a:solidFill>
                <a:latin typeface="Arial" panose="020B0604020202020204" pitchFamily="34" charset="0"/>
                <a:cs typeface="Arial" panose="020B0604020202020204" pitchFamily="34" charset="0"/>
              </a:rPr>
              <a:t>UCC, Load pooling </a:t>
            </a:r>
            <a:endParaRPr sz="1200">
              <a:latin typeface="Arial" panose="020B0604020202020204" pitchFamily="34" charset="0"/>
              <a:cs typeface="Arial" panose="020B0604020202020204" pitchFamily="34" charset="0"/>
            </a:endParaRPr>
          </a:p>
        </p:txBody>
      </p:sp>
      <p:sp>
        <p:nvSpPr>
          <p:cNvPr id="60" name="object 56">
            <a:extLst>
              <a:ext uri="{FF2B5EF4-FFF2-40B4-BE49-F238E27FC236}">
                <a16:creationId xmlns:a16="http://schemas.microsoft.com/office/drawing/2014/main" id="{43BC8D9E-1C69-FC41-9244-7B4309F83355}"/>
              </a:ext>
            </a:extLst>
          </p:cNvPr>
          <p:cNvSpPr txBox="1"/>
          <p:nvPr/>
        </p:nvSpPr>
        <p:spPr>
          <a:xfrm>
            <a:off x="2813977" y="2424481"/>
            <a:ext cx="1985600" cy="197490"/>
          </a:xfrm>
          <a:prstGeom prst="rect">
            <a:avLst/>
          </a:prstGeom>
          <a:ln>
            <a:noFill/>
          </a:ln>
        </p:spPr>
        <p:txBody>
          <a:bodyPr vert="horz" wrap="square" lIns="0" tIns="12700" rIns="0" bIns="0" rtlCol="0">
            <a:spAutoFit/>
          </a:bodyPr>
          <a:lstStyle/>
          <a:p>
            <a:pPr marL="12700">
              <a:lnSpc>
                <a:spcPct val="100000"/>
              </a:lnSpc>
              <a:spcBef>
                <a:spcPts val="100"/>
              </a:spcBef>
            </a:pPr>
            <a:r>
              <a:rPr lang="en-US" sz="1200" spc="-30">
                <a:solidFill>
                  <a:srgbClr val="4D4D4F"/>
                </a:solidFill>
                <a:latin typeface="Arial" panose="020B0604020202020204" pitchFamily="34" charset="0"/>
                <a:cs typeface="Arial" panose="020B0604020202020204" pitchFamily="34" charset="0"/>
              </a:rPr>
              <a:t>Micro-hubs</a:t>
            </a:r>
            <a:endParaRPr sz="1200">
              <a:latin typeface="Arial" panose="020B0604020202020204" pitchFamily="34" charset="0"/>
              <a:cs typeface="Arial" panose="020B0604020202020204" pitchFamily="34" charset="0"/>
            </a:endParaRPr>
          </a:p>
        </p:txBody>
      </p:sp>
      <p:sp>
        <p:nvSpPr>
          <p:cNvPr id="61" name="object 56">
            <a:extLst>
              <a:ext uri="{FF2B5EF4-FFF2-40B4-BE49-F238E27FC236}">
                <a16:creationId xmlns:a16="http://schemas.microsoft.com/office/drawing/2014/main" id="{F14D92E9-9446-DA43-BF29-3280AFE865FD}"/>
              </a:ext>
            </a:extLst>
          </p:cNvPr>
          <p:cNvSpPr txBox="1"/>
          <p:nvPr/>
        </p:nvSpPr>
        <p:spPr>
          <a:xfrm>
            <a:off x="2797659" y="2745072"/>
            <a:ext cx="1985600" cy="382156"/>
          </a:xfrm>
          <a:prstGeom prst="rect">
            <a:avLst/>
          </a:prstGeom>
          <a:ln>
            <a:noFill/>
          </a:ln>
        </p:spPr>
        <p:txBody>
          <a:bodyPr vert="horz" wrap="square" lIns="0" tIns="12700" rIns="0" bIns="0" rtlCol="0">
            <a:spAutoFit/>
          </a:bodyPr>
          <a:lstStyle/>
          <a:p>
            <a:pPr marL="12700">
              <a:lnSpc>
                <a:spcPct val="100000"/>
              </a:lnSpc>
              <a:spcBef>
                <a:spcPts val="100"/>
              </a:spcBef>
            </a:pPr>
            <a:r>
              <a:rPr lang="en-US" sz="1200" spc="-30">
                <a:solidFill>
                  <a:srgbClr val="4D4D4F"/>
                </a:solidFill>
                <a:latin typeface="Arial" panose="020B0604020202020204" pitchFamily="34" charset="0"/>
                <a:cs typeface="Arial" panose="020B0604020202020204" pitchFamily="34" charset="0"/>
              </a:rPr>
              <a:t>Dynamic Rerouting, Traffic Management Systems</a:t>
            </a:r>
            <a:endParaRPr sz="1200">
              <a:latin typeface="Arial" panose="020B0604020202020204" pitchFamily="34" charset="0"/>
              <a:cs typeface="Arial" panose="020B0604020202020204" pitchFamily="34" charset="0"/>
            </a:endParaRPr>
          </a:p>
        </p:txBody>
      </p:sp>
      <p:sp>
        <p:nvSpPr>
          <p:cNvPr id="97" name="object 56">
            <a:extLst>
              <a:ext uri="{FF2B5EF4-FFF2-40B4-BE49-F238E27FC236}">
                <a16:creationId xmlns:a16="http://schemas.microsoft.com/office/drawing/2014/main" id="{F4EFAA2E-76C7-DC42-A716-45F2DA9BB79D}"/>
              </a:ext>
            </a:extLst>
          </p:cNvPr>
          <p:cNvSpPr txBox="1"/>
          <p:nvPr/>
        </p:nvSpPr>
        <p:spPr>
          <a:xfrm>
            <a:off x="9770198" y="1535665"/>
            <a:ext cx="885869" cy="936154"/>
          </a:xfrm>
          <a:prstGeom prst="rect">
            <a:avLst/>
          </a:prstGeom>
          <a:ln>
            <a:noFill/>
          </a:ln>
        </p:spPr>
        <p:txBody>
          <a:bodyPr vert="horz" wrap="square" lIns="0" tIns="12700" rIns="0" bIns="0" rtlCol="0">
            <a:spAutoFit/>
          </a:bodyPr>
          <a:lstStyle/>
          <a:p>
            <a:pPr marL="12700">
              <a:lnSpc>
                <a:spcPct val="100000"/>
              </a:lnSpc>
              <a:spcBef>
                <a:spcPts val="100"/>
              </a:spcBef>
            </a:pPr>
            <a:r>
              <a:rPr lang="en-US" sz="1200" spc="-30">
                <a:solidFill>
                  <a:srgbClr val="4D4D4F"/>
                </a:solidFill>
                <a:latin typeface="Arial" panose="020B0604020202020204" pitchFamily="34" charset="0"/>
                <a:cs typeface="Arial" panose="020B0604020202020204" pitchFamily="34" charset="0"/>
              </a:rPr>
              <a:t>A socially-driven sustainable last mile delivery app</a:t>
            </a:r>
          </a:p>
        </p:txBody>
      </p:sp>
      <p:cxnSp>
        <p:nvCxnSpPr>
          <p:cNvPr id="99" name="Elbow Connector 98">
            <a:extLst>
              <a:ext uri="{FF2B5EF4-FFF2-40B4-BE49-F238E27FC236}">
                <a16:creationId xmlns:a16="http://schemas.microsoft.com/office/drawing/2014/main" id="{526D89DB-37C5-BB4F-ACB4-B1CED3D6B86D}"/>
              </a:ext>
            </a:extLst>
          </p:cNvPr>
          <p:cNvCxnSpPr>
            <a:cxnSpLocks/>
            <a:stCxn id="18" idx="1"/>
          </p:cNvCxnSpPr>
          <p:nvPr/>
        </p:nvCxnSpPr>
        <p:spPr>
          <a:xfrm rot="16200000" flipH="1">
            <a:off x="3004210" y="404431"/>
            <a:ext cx="349736" cy="5795330"/>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108" name="Elbow Connector 107">
            <a:extLst>
              <a:ext uri="{FF2B5EF4-FFF2-40B4-BE49-F238E27FC236}">
                <a16:creationId xmlns:a16="http://schemas.microsoft.com/office/drawing/2014/main" id="{1CECC277-DF8C-634C-BA89-14C4D0A303ED}"/>
              </a:ext>
            </a:extLst>
          </p:cNvPr>
          <p:cNvCxnSpPr>
            <a:cxnSpLocks/>
            <a:stCxn id="20" idx="1"/>
          </p:cNvCxnSpPr>
          <p:nvPr/>
        </p:nvCxnSpPr>
        <p:spPr>
          <a:xfrm rot="16200000" flipH="1">
            <a:off x="5350017" y="2750238"/>
            <a:ext cx="348066" cy="1105385"/>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113" name="Elbow Connector 112">
            <a:extLst>
              <a:ext uri="{FF2B5EF4-FFF2-40B4-BE49-F238E27FC236}">
                <a16:creationId xmlns:a16="http://schemas.microsoft.com/office/drawing/2014/main" id="{14FD2FF9-F544-AB48-983C-3ABA5A2538F4}"/>
              </a:ext>
            </a:extLst>
          </p:cNvPr>
          <p:cNvCxnSpPr>
            <a:cxnSpLocks/>
            <a:stCxn id="21" idx="1"/>
          </p:cNvCxnSpPr>
          <p:nvPr/>
        </p:nvCxnSpPr>
        <p:spPr>
          <a:xfrm rot="5400000">
            <a:off x="7560108" y="1643864"/>
            <a:ext cx="349736" cy="3316465"/>
          </a:xfrm>
          <a:prstGeom prst="bentConnector3">
            <a:avLst>
              <a:gd name="adj1" fmla="val 49999"/>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sp>
        <p:nvSpPr>
          <p:cNvPr id="119" name="Rectangle 118">
            <a:extLst>
              <a:ext uri="{FF2B5EF4-FFF2-40B4-BE49-F238E27FC236}">
                <a16:creationId xmlns:a16="http://schemas.microsoft.com/office/drawing/2014/main" id="{1C7BC8BC-2127-074E-BD36-8787E9A04514}"/>
              </a:ext>
            </a:extLst>
          </p:cNvPr>
          <p:cNvSpPr/>
          <p:nvPr/>
        </p:nvSpPr>
        <p:spPr>
          <a:xfrm>
            <a:off x="3319785" y="3367198"/>
            <a:ext cx="5490136" cy="272495"/>
          </a:xfrm>
          <a:prstGeom prst="rect">
            <a:avLst/>
          </a:prstGeom>
          <a:solidFill>
            <a:schemeClr val="tx1"/>
          </a:solidFill>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a:latin typeface="Calibri" panose="020F0502020204030204" pitchFamily="34" charset="0"/>
                <a:cs typeface="Calibri" panose="020F0502020204030204" pitchFamily="34" charset="0"/>
              </a:rPr>
              <a:t>Value Potential after implementing these interventions </a:t>
            </a:r>
          </a:p>
        </p:txBody>
      </p:sp>
      <p:sp>
        <p:nvSpPr>
          <p:cNvPr id="6" name="Rectangle 5">
            <a:extLst>
              <a:ext uri="{FF2B5EF4-FFF2-40B4-BE49-F238E27FC236}">
                <a16:creationId xmlns:a16="http://schemas.microsoft.com/office/drawing/2014/main" id="{9F69E5ED-96CA-40EB-2818-11D76B974375}"/>
              </a:ext>
            </a:extLst>
          </p:cNvPr>
          <p:cNvSpPr/>
          <p:nvPr/>
        </p:nvSpPr>
        <p:spPr>
          <a:xfrm>
            <a:off x="5209676" y="933709"/>
            <a:ext cx="1031530" cy="628650"/>
          </a:xfrm>
          <a:prstGeom prst="rect">
            <a:avLst/>
          </a:prstGeom>
          <a:solidFill>
            <a:schemeClr val="bg1">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IN" sz="1400"/>
              <a:t>User Layer</a:t>
            </a:r>
          </a:p>
        </p:txBody>
      </p:sp>
      <p:sp>
        <p:nvSpPr>
          <p:cNvPr id="9" name="Rectangle 8">
            <a:extLst>
              <a:ext uri="{FF2B5EF4-FFF2-40B4-BE49-F238E27FC236}">
                <a16:creationId xmlns:a16="http://schemas.microsoft.com/office/drawing/2014/main" id="{E7A0D6AD-51D0-A84C-E5F1-DF12D373588F}"/>
              </a:ext>
            </a:extLst>
          </p:cNvPr>
          <p:cNvSpPr/>
          <p:nvPr/>
        </p:nvSpPr>
        <p:spPr>
          <a:xfrm>
            <a:off x="5234948" y="1698086"/>
            <a:ext cx="1031530" cy="628650"/>
          </a:xfrm>
          <a:prstGeom prst="rect">
            <a:avLst/>
          </a:prstGeom>
          <a:solidFill>
            <a:schemeClr val="bg1">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IN" sz="1200"/>
              <a:t>Communication Layer</a:t>
            </a:r>
          </a:p>
        </p:txBody>
      </p:sp>
      <p:sp>
        <p:nvSpPr>
          <p:cNvPr id="23" name="Rectangle 22">
            <a:extLst>
              <a:ext uri="{FF2B5EF4-FFF2-40B4-BE49-F238E27FC236}">
                <a16:creationId xmlns:a16="http://schemas.microsoft.com/office/drawing/2014/main" id="{892AF76B-0FDA-2D16-CD55-39E76F03124C}"/>
              </a:ext>
            </a:extLst>
          </p:cNvPr>
          <p:cNvSpPr/>
          <p:nvPr/>
        </p:nvSpPr>
        <p:spPr>
          <a:xfrm>
            <a:off x="6314073" y="894851"/>
            <a:ext cx="2873926" cy="688168"/>
          </a:xfrm>
          <a:prstGeom prst="rect">
            <a:avLst/>
          </a:prstGeom>
          <a:solidFill>
            <a:schemeClr val="bg1">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pic>
        <p:nvPicPr>
          <p:cNvPr id="27" name="Picture 2" descr="warehouse icon">
            <a:extLst>
              <a:ext uri="{FF2B5EF4-FFF2-40B4-BE49-F238E27FC236}">
                <a16:creationId xmlns:a16="http://schemas.microsoft.com/office/drawing/2014/main" id="{0AD6B34B-A2D6-3ED7-8494-30DFC4A5269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81913" y="995906"/>
            <a:ext cx="355146" cy="305904"/>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4" descr="network icon">
            <a:extLst>
              <a:ext uri="{FF2B5EF4-FFF2-40B4-BE49-F238E27FC236}">
                <a16:creationId xmlns:a16="http://schemas.microsoft.com/office/drawing/2014/main" id="{A0017604-8755-AA21-EA4A-0B91DC93A18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76566" y="995906"/>
            <a:ext cx="355145" cy="305904"/>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6" descr="employee icon">
            <a:extLst>
              <a:ext uri="{FF2B5EF4-FFF2-40B4-BE49-F238E27FC236}">
                <a16:creationId xmlns:a16="http://schemas.microsoft.com/office/drawing/2014/main" id="{43439369-D04A-7185-5610-DC3DF6744109}"/>
              </a:ext>
            </a:extLst>
          </p:cNvPr>
          <p:cNvPicPr>
            <a:picLocks noChangeAspect="1" noChangeArrowheads="1"/>
          </p:cNvPicPr>
          <p:nvPr/>
        </p:nvPicPr>
        <p:blipFill>
          <a:blip r:embed="rId7">
            <a:lum bright="70000" contrast="-70000"/>
            <a:extLst>
              <a:ext uri="{28A0092B-C50C-407E-A947-70E740481C1C}">
                <a14:useLocalDpi xmlns:a14="http://schemas.microsoft.com/office/drawing/2010/main" val="0"/>
              </a:ext>
            </a:extLst>
          </a:blip>
          <a:srcRect/>
          <a:stretch>
            <a:fillRect/>
          </a:stretch>
        </p:blipFill>
        <p:spPr bwMode="auto">
          <a:xfrm>
            <a:off x="8012194" y="967187"/>
            <a:ext cx="355147" cy="305905"/>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8" descr="courier service icon">
            <a:extLst>
              <a:ext uri="{FF2B5EF4-FFF2-40B4-BE49-F238E27FC236}">
                <a16:creationId xmlns:a16="http://schemas.microsoft.com/office/drawing/2014/main" id="{5D0858A1-1A69-BF7D-A3C9-FA6DBC1AE60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647344" y="936854"/>
            <a:ext cx="485775" cy="418422"/>
          </a:xfrm>
          <a:prstGeom prst="rect">
            <a:avLst/>
          </a:prstGeom>
          <a:noFill/>
          <a:extLst>
            <a:ext uri="{909E8E84-426E-40DD-AFC4-6F175D3DCCD1}">
              <a14:hiddenFill xmlns:a14="http://schemas.microsoft.com/office/drawing/2010/main">
                <a:solidFill>
                  <a:srgbClr val="FFFFFF"/>
                </a:solidFill>
              </a14:hiddenFill>
            </a:ext>
          </a:extLst>
        </p:spPr>
      </p:pic>
      <p:sp>
        <p:nvSpPr>
          <p:cNvPr id="78" name="TextBox 77">
            <a:extLst>
              <a:ext uri="{FF2B5EF4-FFF2-40B4-BE49-F238E27FC236}">
                <a16:creationId xmlns:a16="http://schemas.microsoft.com/office/drawing/2014/main" id="{C2EF2470-F3F5-4B8D-5CDB-A5763E303038}"/>
              </a:ext>
            </a:extLst>
          </p:cNvPr>
          <p:cNvSpPr txBox="1"/>
          <p:nvPr/>
        </p:nvSpPr>
        <p:spPr>
          <a:xfrm>
            <a:off x="6895972" y="1320335"/>
            <a:ext cx="1050794" cy="261610"/>
          </a:xfrm>
          <a:prstGeom prst="rect">
            <a:avLst/>
          </a:prstGeom>
          <a:noFill/>
        </p:spPr>
        <p:txBody>
          <a:bodyPr wrap="square" rtlCol="0">
            <a:spAutoFit/>
          </a:bodyPr>
          <a:lstStyle/>
          <a:p>
            <a:r>
              <a:rPr lang="en-IN" sz="1100"/>
              <a:t>Hub &amp; Branch</a:t>
            </a:r>
          </a:p>
        </p:txBody>
      </p:sp>
      <p:sp>
        <p:nvSpPr>
          <p:cNvPr id="79" name="TextBox 78">
            <a:extLst>
              <a:ext uri="{FF2B5EF4-FFF2-40B4-BE49-F238E27FC236}">
                <a16:creationId xmlns:a16="http://schemas.microsoft.com/office/drawing/2014/main" id="{DF94BBBB-C590-47A9-1AF6-6ECC53A44FE5}"/>
              </a:ext>
            </a:extLst>
          </p:cNvPr>
          <p:cNvSpPr txBox="1"/>
          <p:nvPr/>
        </p:nvSpPr>
        <p:spPr>
          <a:xfrm>
            <a:off x="6232204" y="1335640"/>
            <a:ext cx="1050794" cy="261610"/>
          </a:xfrm>
          <a:prstGeom prst="rect">
            <a:avLst/>
          </a:prstGeom>
          <a:noFill/>
        </p:spPr>
        <p:txBody>
          <a:bodyPr wrap="square" rtlCol="0">
            <a:spAutoFit/>
          </a:bodyPr>
          <a:lstStyle/>
          <a:p>
            <a:r>
              <a:rPr lang="en-IN" sz="1100"/>
              <a:t>Consigner</a:t>
            </a:r>
          </a:p>
        </p:txBody>
      </p:sp>
      <p:sp>
        <p:nvSpPr>
          <p:cNvPr id="82" name="TextBox 81">
            <a:extLst>
              <a:ext uri="{FF2B5EF4-FFF2-40B4-BE49-F238E27FC236}">
                <a16:creationId xmlns:a16="http://schemas.microsoft.com/office/drawing/2014/main" id="{B1A6B5B0-53DC-D4E2-E620-03CA9B56BC4E}"/>
              </a:ext>
            </a:extLst>
          </p:cNvPr>
          <p:cNvSpPr txBox="1"/>
          <p:nvPr/>
        </p:nvSpPr>
        <p:spPr>
          <a:xfrm>
            <a:off x="7803228" y="1326900"/>
            <a:ext cx="1050794" cy="261610"/>
          </a:xfrm>
          <a:prstGeom prst="rect">
            <a:avLst/>
          </a:prstGeom>
          <a:noFill/>
        </p:spPr>
        <p:txBody>
          <a:bodyPr wrap="square" rtlCol="0">
            <a:spAutoFit/>
          </a:bodyPr>
          <a:lstStyle/>
          <a:p>
            <a:r>
              <a:rPr lang="en-IN" sz="1100"/>
              <a:t>Employee</a:t>
            </a:r>
          </a:p>
        </p:txBody>
      </p:sp>
      <p:sp>
        <p:nvSpPr>
          <p:cNvPr id="83" name="TextBox 82">
            <a:extLst>
              <a:ext uri="{FF2B5EF4-FFF2-40B4-BE49-F238E27FC236}">
                <a16:creationId xmlns:a16="http://schemas.microsoft.com/office/drawing/2014/main" id="{AA5EE1AC-DB00-8716-6EB4-79459AB7C61A}"/>
              </a:ext>
            </a:extLst>
          </p:cNvPr>
          <p:cNvSpPr txBox="1"/>
          <p:nvPr/>
        </p:nvSpPr>
        <p:spPr>
          <a:xfrm>
            <a:off x="8447535" y="1320335"/>
            <a:ext cx="1050794" cy="261610"/>
          </a:xfrm>
          <a:prstGeom prst="rect">
            <a:avLst/>
          </a:prstGeom>
          <a:noFill/>
        </p:spPr>
        <p:txBody>
          <a:bodyPr wrap="square" rtlCol="0">
            <a:spAutoFit/>
          </a:bodyPr>
          <a:lstStyle/>
          <a:p>
            <a:r>
              <a:rPr lang="en-IN" sz="1100"/>
              <a:t>Consignee</a:t>
            </a:r>
          </a:p>
        </p:txBody>
      </p:sp>
      <p:sp>
        <p:nvSpPr>
          <p:cNvPr id="107" name="Rectangle 106">
            <a:extLst>
              <a:ext uri="{FF2B5EF4-FFF2-40B4-BE49-F238E27FC236}">
                <a16:creationId xmlns:a16="http://schemas.microsoft.com/office/drawing/2014/main" id="{7B78F294-AF2C-50E0-46D9-49500A0E0BC5}"/>
              </a:ext>
            </a:extLst>
          </p:cNvPr>
          <p:cNvSpPr/>
          <p:nvPr/>
        </p:nvSpPr>
        <p:spPr>
          <a:xfrm>
            <a:off x="-3384884" y="4467687"/>
            <a:ext cx="1472541" cy="731673"/>
          </a:xfrm>
          <a:prstGeom prst="rect">
            <a:avLst/>
          </a:prstGeom>
          <a:solidFill>
            <a:schemeClr val="bg1">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IN" sz="1200"/>
              <a:t>Business Application Layer</a:t>
            </a:r>
          </a:p>
        </p:txBody>
      </p:sp>
      <p:sp>
        <p:nvSpPr>
          <p:cNvPr id="109" name="Rectangle 108">
            <a:extLst>
              <a:ext uri="{FF2B5EF4-FFF2-40B4-BE49-F238E27FC236}">
                <a16:creationId xmlns:a16="http://schemas.microsoft.com/office/drawing/2014/main" id="{DCA5321B-D6DC-8D88-534B-04756DCAEA99}"/>
              </a:ext>
            </a:extLst>
          </p:cNvPr>
          <p:cNvSpPr/>
          <p:nvPr/>
        </p:nvSpPr>
        <p:spPr>
          <a:xfrm>
            <a:off x="5209676" y="2430831"/>
            <a:ext cx="1055165" cy="731288"/>
          </a:xfrm>
          <a:prstGeom prst="rect">
            <a:avLst/>
          </a:prstGeom>
          <a:solidFill>
            <a:schemeClr val="bg1">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IN" sz="1200"/>
              <a:t>Data Layer</a:t>
            </a:r>
          </a:p>
        </p:txBody>
      </p:sp>
      <p:grpSp>
        <p:nvGrpSpPr>
          <p:cNvPr id="204" name="Group 203">
            <a:extLst>
              <a:ext uri="{FF2B5EF4-FFF2-40B4-BE49-F238E27FC236}">
                <a16:creationId xmlns:a16="http://schemas.microsoft.com/office/drawing/2014/main" id="{7D821A22-36B3-C9D8-17C9-735FDF1CCC64}"/>
              </a:ext>
            </a:extLst>
          </p:cNvPr>
          <p:cNvGrpSpPr/>
          <p:nvPr/>
        </p:nvGrpSpPr>
        <p:grpSpPr>
          <a:xfrm>
            <a:off x="-3813846" y="3476964"/>
            <a:ext cx="3382741" cy="731673"/>
            <a:chOff x="-1944758" y="4515668"/>
            <a:chExt cx="3382741" cy="731673"/>
          </a:xfrm>
        </p:grpSpPr>
        <p:sp>
          <p:nvSpPr>
            <p:cNvPr id="111" name="Rectangle 110">
              <a:extLst>
                <a:ext uri="{FF2B5EF4-FFF2-40B4-BE49-F238E27FC236}">
                  <a16:creationId xmlns:a16="http://schemas.microsoft.com/office/drawing/2014/main" id="{49F94EDC-B457-5B4B-21E4-BF35CB442DEC}"/>
                </a:ext>
              </a:extLst>
            </p:cNvPr>
            <p:cNvSpPr/>
            <p:nvPr/>
          </p:nvSpPr>
          <p:spPr>
            <a:xfrm>
              <a:off x="-1944758" y="4515668"/>
              <a:ext cx="3382741" cy="731673"/>
            </a:xfrm>
            <a:prstGeom prst="rect">
              <a:avLst/>
            </a:prstGeom>
            <a:solidFill>
              <a:schemeClr val="bg1">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23" name="Rectangle 122">
              <a:extLst>
                <a:ext uri="{FF2B5EF4-FFF2-40B4-BE49-F238E27FC236}">
                  <a16:creationId xmlns:a16="http://schemas.microsoft.com/office/drawing/2014/main" id="{AA0B89C7-3DD8-3FFB-9BCE-D5001F144EAE}"/>
                </a:ext>
              </a:extLst>
            </p:cNvPr>
            <p:cNvSpPr/>
            <p:nvPr/>
          </p:nvSpPr>
          <p:spPr>
            <a:xfrm>
              <a:off x="-1921285" y="4594597"/>
              <a:ext cx="1038225" cy="243578"/>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Fleet </a:t>
              </a:r>
              <a:r>
                <a:rPr lang="en-IN" sz="1200" err="1">
                  <a:solidFill>
                    <a:schemeClr val="tx1"/>
                  </a:solidFill>
                </a:rPr>
                <a:t>Mgmt</a:t>
              </a:r>
              <a:endParaRPr lang="en-IN" sz="1200">
                <a:solidFill>
                  <a:schemeClr val="tx1"/>
                </a:solidFill>
              </a:endParaRPr>
            </a:p>
          </p:txBody>
        </p:sp>
        <p:sp>
          <p:nvSpPr>
            <p:cNvPr id="126" name="Rectangle 125">
              <a:extLst>
                <a:ext uri="{FF2B5EF4-FFF2-40B4-BE49-F238E27FC236}">
                  <a16:creationId xmlns:a16="http://schemas.microsoft.com/office/drawing/2014/main" id="{151BAFD4-3CBB-D187-2E3B-92CBB02BD6E1}"/>
                </a:ext>
              </a:extLst>
            </p:cNvPr>
            <p:cNvSpPr/>
            <p:nvPr/>
          </p:nvSpPr>
          <p:spPr>
            <a:xfrm>
              <a:off x="-1912343" y="4896963"/>
              <a:ext cx="1038225" cy="243578"/>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Track &amp; Trace</a:t>
              </a:r>
            </a:p>
          </p:txBody>
        </p:sp>
        <p:sp>
          <p:nvSpPr>
            <p:cNvPr id="127" name="Rectangle 126">
              <a:extLst>
                <a:ext uri="{FF2B5EF4-FFF2-40B4-BE49-F238E27FC236}">
                  <a16:creationId xmlns:a16="http://schemas.microsoft.com/office/drawing/2014/main" id="{F2B85EEF-655F-10F7-71B2-3E4A2D8DD83B}"/>
                </a:ext>
              </a:extLst>
            </p:cNvPr>
            <p:cNvSpPr/>
            <p:nvPr/>
          </p:nvSpPr>
          <p:spPr>
            <a:xfrm>
              <a:off x="-837449" y="4598021"/>
              <a:ext cx="1038225" cy="243578"/>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CRM</a:t>
              </a:r>
            </a:p>
          </p:txBody>
        </p:sp>
        <p:sp>
          <p:nvSpPr>
            <p:cNvPr id="192" name="Rectangle 191">
              <a:extLst>
                <a:ext uri="{FF2B5EF4-FFF2-40B4-BE49-F238E27FC236}">
                  <a16:creationId xmlns:a16="http://schemas.microsoft.com/office/drawing/2014/main" id="{699C6EA2-DAFB-7A76-12E6-0453F94ABC14}"/>
                </a:ext>
              </a:extLst>
            </p:cNvPr>
            <p:cNvSpPr/>
            <p:nvPr/>
          </p:nvSpPr>
          <p:spPr>
            <a:xfrm>
              <a:off x="-837449" y="4896441"/>
              <a:ext cx="1038225" cy="243578"/>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ERP</a:t>
              </a:r>
            </a:p>
          </p:txBody>
        </p:sp>
        <p:sp>
          <p:nvSpPr>
            <p:cNvPr id="193" name="Rectangle 192">
              <a:extLst>
                <a:ext uri="{FF2B5EF4-FFF2-40B4-BE49-F238E27FC236}">
                  <a16:creationId xmlns:a16="http://schemas.microsoft.com/office/drawing/2014/main" id="{DA97D15A-6751-E285-340A-FB5DC16D82A0}"/>
                </a:ext>
              </a:extLst>
            </p:cNvPr>
            <p:cNvSpPr/>
            <p:nvPr/>
          </p:nvSpPr>
          <p:spPr>
            <a:xfrm>
              <a:off x="289057" y="4888235"/>
              <a:ext cx="1038225" cy="243578"/>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Call Centre</a:t>
              </a:r>
            </a:p>
          </p:txBody>
        </p:sp>
        <p:sp>
          <p:nvSpPr>
            <p:cNvPr id="194" name="Rectangle 193">
              <a:extLst>
                <a:ext uri="{FF2B5EF4-FFF2-40B4-BE49-F238E27FC236}">
                  <a16:creationId xmlns:a16="http://schemas.microsoft.com/office/drawing/2014/main" id="{2B33A083-6C04-C0B0-CE89-80E40C0E6E84}"/>
                </a:ext>
              </a:extLst>
            </p:cNvPr>
            <p:cNvSpPr/>
            <p:nvPr/>
          </p:nvSpPr>
          <p:spPr>
            <a:xfrm>
              <a:off x="275158" y="4609947"/>
              <a:ext cx="1052124" cy="223577"/>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Vendor </a:t>
              </a:r>
              <a:r>
                <a:rPr lang="en-IN" sz="1200" err="1">
                  <a:solidFill>
                    <a:schemeClr val="tx1"/>
                  </a:solidFill>
                </a:rPr>
                <a:t>Mgmt</a:t>
              </a:r>
              <a:endParaRPr lang="en-IN" sz="1200">
                <a:solidFill>
                  <a:schemeClr val="tx1"/>
                </a:solidFill>
              </a:endParaRPr>
            </a:p>
          </p:txBody>
        </p:sp>
      </p:grpSp>
      <p:sp>
        <p:nvSpPr>
          <p:cNvPr id="110" name="Rectangle 109">
            <a:extLst>
              <a:ext uri="{FF2B5EF4-FFF2-40B4-BE49-F238E27FC236}">
                <a16:creationId xmlns:a16="http://schemas.microsoft.com/office/drawing/2014/main" id="{EF932596-8B28-258B-F3C1-719A328D48AA}"/>
              </a:ext>
            </a:extLst>
          </p:cNvPr>
          <p:cNvSpPr/>
          <p:nvPr/>
        </p:nvSpPr>
        <p:spPr>
          <a:xfrm>
            <a:off x="6351550" y="1689070"/>
            <a:ext cx="2836450" cy="628650"/>
          </a:xfrm>
          <a:prstGeom prst="rect">
            <a:avLst/>
          </a:prstGeom>
          <a:solidFill>
            <a:schemeClr val="bg1">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pic>
        <p:nvPicPr>
          <p:cNvPr id="114" name="Picture 10" descr="internet icon">
            <a:extLst>
              <a:ext uri="{FF2B5EF4-FFF2-40B4-BE49-F238E27FC236}">
                <a16:creationId xmlns:a16="http://schemas.microsoft.com/office/drawing/2014/main" id="{67DFCA41-6E82-C42C-0C98-59FBDA80A45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419695" y="1734188"/>
            <a:ext cx="317364" cy="317364"/>
          </a:xfrm>
          <a:prstGeom prst="rect">
            <a:avLst/>
          </a:prstGeom>
          <a:noFill/>
          <a:extLst>
            <a:ext uri="{909E8E84-426E-40DD-AFC4-6F175D3DCCD1}">
              <a14:hiddenFill xmlns:a14="http://schemas.microsoft.com/office/drawing/2010/main">
                <a:solidFill>
                  <a:srgbClr val="FFFFFF"/>
                </a:solidFill>
              </a14:hiddenFill>
            </a:ext>
          </a:extLst>
        </p:spPr>
      </p:pic>
      <p:pic>
        <p:nvPicPr>
          <p:cNvPr id="116" name="Picture 12" descr="iot icon">
            <a:extLst>
              <a:ext uri="{FF2B5EF4-FFF2-40B4-BE49-F238E27FC236}">
                <a16:creationId xmlns:a16="http://schemas.microsoft.com/office/drawing/2014/main" id="{159909A9-1D3C-FEA4-C678-E2D3846A3C45}"/>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141858" y="1692416"/>
            <a:ext cx="361092" cy="361092"/>
          </a:xfrm>
          <a:prstGeom prst="rect">
            <a:avLst/>
          </a:prstGeom>
          <a:noFill/>
          <a:extLst>
            <a:ext uri="{909E8E84-426E-40DD-AFC4-6F175D3DCCD1}">
              <a14:hiddenFill xmlns:a14="http://schemas.microsoft.com/office/drawing/2010/main">
                <a:solidFill>
                  <a:srgbClr val="FFFFFF"/>
                </a:solidFill>
              </a14:hiddenFill>
            </a:ext>
          </a:extLst>
        </p:spPr>
      </p:pic>
      <p:pic>
        <p:nvPicPr>
          <p:cNvPr id="117" name="Picture 14" descr="api icon">
            <a:extLst>
              <a:ext uri="{FF2B5EF4-FFF2-40B4-BE49-F238E27FC236}">
                <a16:creationId xmlns:a16="http://schemas.microsoft.com/office/drawing/2014/main" id="{1CFDFA68-EFF2-2DEF-E3DA-A56EA56DA91C}"/>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803425" y="1694561"/>
            <a:ext cx="387875" cy="387875"/>
          </a:xfrm>
          <a:prstGeom prst="rect">
            <a:avLst/>
          </a:prstGeom>
          <a:noFill/>
          <a:extLst>
            <a:ext uri="{909E8E84-426E-40DD-AFC4-6F175D3DCCD1}">
              <a14:hiddenFill xmlns:a14="http://schemas.microsoft.com/office/drawing/2010/main">
                <a:solidFill>
                  <a:srgbClr val="FFFFFF"/>
                </a:solidFill>
              </a14:hiddenFill>
            </a:ext>
          </a:extLst>
        </p:spPr>
      </p:pic>
      <p:pic>
        <p:nvPicPr>
          <p:cNvPr id="118" name="Picture 16" descr="mobile device icon">
            <a:extLst>
              <a:ext uri="{FF2B5EF4-FFF2-40B4-BE49-F238E27FC236}">
                <a16:creationId xmlns:a16="http://schemas.microsoft.com/office/drawing/2014/main" id="{2647BCA1-28F7-C310-8CB8-E7595AC0A7E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621656" y="1717328"/>
            <a:ext cx="387875" cy="387875"/>
          </a:xfrm>
          <a:prstGeom prst="rect">
            <a:avLst/>
          </a:prstGeom>
          <a:noFill/>
          <a:extLst>
            <a:ext uri="{909E8E84-426E-40DD-AFC4-6F175D3DCCD1}">
              <a14:hiddenFill xmlns:a14="http://schemas.microsoft.com/office/drawing/2010/main">
                <a:solidFill>
                  <a:srgbClr val="FFFFFF"/>
                </a:solidFill>
              </a14:hiddenFill>
            </a:ext>
          </a:extLst>
        </p:spPr>
      </p:pic>
      <p:sp>
        <p:nvSpPr>
          <p:cNvPr id="195" name="TextBox 194">
            <a:extLst>
              <a:ext uri="{FF2B5EF4-FFF2-40B4-BE49-F238E27FC236}">
                <a16:creationId xmlns:a16="http://schemas.microsoft.com/office/drawing/2014/main" id="{C87243A7-01FB-BE0C-7237-26EFC19B51E6}"/>
              </a:ext>
            </a:extLst>
          </p:cNvPr>
          <p:cNvSpPr txBox="1"/>
          <p:nvPr/>
        </p:nvSpPr>
        <p:spPr>
          <a:xfrm>
            <a:off x="6921298" y="2071173"/>
            <a:ext cx="1050794" cy="261610"/>
          </a:xfrm>
          <a:prstGeom prst="rect">
            <a:avLst/>
          </a:prstGeom>
          <a:noFill/>
        </p:spPr>
        <p:txBody>
          <a:bodyPr wrap="square" rtlCol="0">
            <a:spAutoFit/>
          </a:bodyPr>
          <a:lstStyle/>
          <a:p>
            <a:r>
              <a:rPr lang="en-IN" sz="1100"/>
              <a:t>IoT devices</a:t>
            </a:r>
          </a:p>
        </p:txBody>
      </p:sp>
      <p:sp>
        <p:nvSpPr>
          <p:cNvPr id="196" name="TextBox 195">
            <a:extLst>
              <a:ext uri="{FF2B5EF4-FFF2-40B4-BE49-F238E27FC236}">
                <a16:creationId xmlns:a16="http://schemas.microsoft.com/office/drawing/2014/main" id="{D36F2F34-586B-A8BF-41A9-9562303892B8}"/>
              </a:ext>
            </a:extLst>
          </p:cNvPr>
          <p:cNvSpPr txBox="1"/>
          <p:nvPr/>
        </p:nvSpPr>
        <p:spPr>
          <a:xfrm>
            <a:off x="6318748" y="2059712"/>
            <a:ext cx="1050794" cy="261610"/>
          </a:xfrm>
          <a:prstGeom prst="rect">
            <a:avLst/>
          </a:prstGeom>
          <a:noFill/>
        </p:spPr>
        <p:txBody>
          <a:bodyPr wrap="square" rtlCol="0">
            <a:spAutoFit/>
          </a:bodyPr>
          <a:lstStyle/>
          <a:p>
            <a:r>
              <a:rPr lang="en-IN" sz="1100"/>
              <a:t>Internet</a:t>
            </a:r>
          </a:p>
        </p:txBody>
      </p:sp>
      <p:sp>
        <p:nvSpPr>
          <p:cNvPr id="197" name="TextBox 196">
            <a:extLst>
              <a:ext uri="{FF2B5EF4-FFF2-40B4-BE49-F238E27FC236}">
                <a16:creationId xmlns:a16="http://schemas.microsoft.com/office/drawing/2014/main" id="{0987485B-4D46-BD2F-B43C-BBF9705F60F2}"/>
              </a:ext>
            </a:extLst>
          </p:cNvPr>
          <p:cNvSpPr txBox="1"/>
          <p:nvPr/>
        </p:nvSpPr>
        <p:spPr>
          <a:xfrm>
            <a:off x="8257163" y="2094525"/>
            <a:ext cx="1199489" cy="261610"/>
          </a:xfrm>
          <a:prstGeom prst="rect">
            <a:avLst/>
          </a:prstGeom>
          <a:noFill/>
        </p:spPr>
        <p:txBody>
          <a:bodyPr wrap="square" rtlCol="0">
            <a:spAutoFit/>
          </a:bodyPr>
          <a:lstStyle/>
          <a:p>
            <a:r>
              <a:rPr lang="en-IN" sz="1100"/>
              <a:t>Mobile Device</a:t>
            </a:r>
          </a:p>
        </p:txBody>
      </p:sp>
      <p:sp>
        <p:nvSpPr>
          <p:cNvPr id="198" name="TextBox 197">
            <a:extLst>
              <a:ext uri="{FF2B5EF4-FFF2-40B4-BE49-F238E27FC236}">
                <a16:creationId xmlns:a16="http://schemas.microsoft.com/office/drawing/2014/main" id="{F954BD73-2C9D-2CF8-A47D-C432E4B57EAC}"/>
              </a:ext>
            </a:extLst>
          </p:cNvPr>
          <p:cNvSpPr txBox="1"/>
          <p:nvPr/>
        </p:nvSpPr>
        <p:spPr>
          <a:xfrm>
            <a:off x="7682652" y="2078998"/>
            <a:ext cx="1050794" cy="261610"/>
          </a:xfrm>
          <a:prstGeom prst="rect">
            <a:avLst/>
          </a:prstGeom>
          <a:noFill/>
        </p:spPr>
        <p:txBody>
          <a:bodyPr wrap="square" rtlCol="0">
            <a:spAutoFit/>
          </a:bodyPr>
          <a:lstStyle/>
          <a:p>
            <a:r>
              <a:rPr lang="en-IN" sz="1100"/>
              <a:t>Interface</a:t>
            </a:r>
          </a:p>
        </p:txBody>
      </p:sp>
      <p:sp>
        <p:nvSpPr>
          <p:cNvPr id="112" name="Rectangle 111">
            <a:extLst>
              <a:ext uri="{FF2B5EF4-FFF2-40B4-BE49-F238E27FC236}">
                <a16:creationId xmlns:a16="http://schemas.microsoft.com/office/drawing/2014/main" id="{B7FDC221-CA30-479E-BF61-657A4F2B8885}"/>
              </a:ext>
            </a:extLst>
          </p:cNvPr>
          <p:cNvSpPr/>
          <p:nvPr/>
        </p:nvSpPr>
        <p:spPr>
          <a:xfrm>
            <a:off x="6351550" y="2383351"/>
            <a:ext cx="2836449" cy="757749"/>
          </a:xfrm>
          <a:prstGeom prst="rect">
            <a:avLst/>
          </a:prstGeom>
          <a:solidFill>
            <a:schemeClr val="bg1">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pic>
        <p:nvPicPr>
          <p:cNvPr id="120" name="Picture 18" descr="data base icon">
            <a:extLst>
              <a:ext uri="{FF2B5EF4-FFF2-40B4-BE49-F238E27FC236}">
                <a16:creationId xmlns:a16="http://schemas.microsoft.com/office/drawing/2014/main" id="{645695B0-78BC-7411-76E2-E900E2EC72C8}"/>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130054" y="2402637"/>
            <a:ext cx="329087" cy="329087"/>
          </a:xfrm>
          <a:prstGeom prst="rect">
            <a:avLst/>
          </a:prstGeom>
          <a:noFill/>
          <a:extLst>
            <a:ext uri="{909E8E84-426E-40DD-AFC4-6F175D3DCCD1}">
              <a14:hiddenFill xmlns:a14="http://schemas.microsoft.com/office/drawing/2010/main">
                <a:solidFill>
                  <a:srgbClr val="FFFFFF"/>
                </a:solidFill>
              </a14:hiddenFill>
            </a:ext>
          </a:extLst>
        </p:spPr>
      </p:pic>
      <p:pic>
        <p:nvPicPr>
          <p:cNvPr id="121" name="Picture 22" descr="reporting icon">
            <a:extLst>
              <a:ext uri="{FF2B5EF4-FFF2-40B4-BE49-F238E27FC236}">
                <a16:creationId xmlns:a16="http://schemas.microsoft.com/office/drawing/2014/main" id="{3C92A5F8-F966-5BDD-4D9E-3B4E0BE8D21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47305" y="2400840"/>
            <a:ext cx="434298" cy="434298"/>
          </a:xfrm>
          <a:prstGeom prst="rect">
            <a:avLst/>
          </a:prstGeom>
          <a:noFill/>
          <a:extLst>
            <a:ext uri="{909E8E84-426E-40DD-AFC4-6F175D3DCCD1}">
              <a14:hiddenFill xmlns:a14="http://schemas.microsoft.com/office/drawing/2010/main">
                <a:solidFill>
                  <a:srgbClr val="FFFFFF"/>
                </a:solidFill>
              </a14:hiddenFill>
            </a:ext>
          </a:extLst>
        </p:spPr>
      </p:pic>
      <p:pic>
        <p:nvPicPr>
          <p:cNvPr id="122" name="Picture 24" descr="analytics icon">
            <a:extLst>
              <a:ext uri="{FF2B5EF4-FFF2-40B4-BE49-F238E27FC236}">
                <a16:creationId xmlns:a16="http://schemas.microsoft.com/office/drawing/2014/main" id="{6E643AAD-7120-B6BC-7DB5-702D55F71174}"/>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440995" y="2441212"/>
            <a:ext cx="300073" cy="300073"/>
          </a:xfrm>
          <a:prstGeom prst="rect">
            <a:avLst/>
          </a:prstGeom>
          <a:noFill/>
          <a:extLst>
            <a:ext uri="{909E8E84-426E-40DD-AFC4-6F175D3DCCD1}">
              <a14:hiddenFill xmlns:a14="http://schemas.microsoft.com/office/drawing/2010/main">
                <a:solidFill>
                  <a:srgbClr val="FFFFFF"/>
                </a:solidFill>
              </a14:hiddenFill>
            </a:ext>
          </a:extLst>
        </p:spPr>
      </p:pic>
      <p:sp>
        <p:nvSpPr>
          <p:cNvPr id="199" name="TextBox 198">
            <a:extLst>
              <a:ext uri="{FF2B5EF4-FFF2-40B4-BE49-F238E27FC236}">
                <a16:creationId xmlns:a16="http://schemas.microsoft.com/office/drawing/2014/main" id="{8D493E7C-E1F6-B120-8A52-4A0634BF647E}"/>
              </a:ext>
            </a:extLst>
          </p:cNvPr>
          <p:cNvSpPr txBox="1"/>
          <p:nvPr/>
        </p:nvSpPr>
        <p:spPr>
          <a:xfrm>
            <a:off x="7934127" y="2870481"/>
            <a:ext cx="1050794" cy="261610"/>
          </a:xfrm>
          <a:prstGeom prst="rect">
            <a:avLst/>
          </a:prstGeom>
          <a:noFill/>
        </p:spPr>
        <p:txBody>
          <a:bodyPr wrap="square" rtlCol="0">
            <a:spAutoFit/>
          </a:bodyPr>
          <a:lstStyle/>
          <a:p>
            <a:r>
              <a:rPr lang="en-IN" sz="1100"/>
              <a:t>Database</a:t>
            </a:r>
          </a:p>
        </p:txBody>
      </p:sp>
      <p:sp>
        <p:nvSpPr>
          <p:cNvPr id="200" name="TextBox 199">
            <a:extLst>
              <a:ext uri="{FF2B5EF4-FFF2-40B4-BE49-F238E27FC236}">
                <a16:creationId xmlns:a16="http://schemas.microsoft.com/office/drawing/2014/main" id="{5B134839-5E7F-1517-4B02-B33ED80DA922}"/>
              </a:ext>
            </a:extLst>
          </p:cNvPr>
          <p:cNvSpPr txBox="1"/>
          <p:nvPr/>
        </p:nvSpPr>
        <p:spPr>
          <a:xfrm>
            <a:off x="6303344" y="2867907"/>
            <a:ext cx="1050794" cy="261610"/>
          </a:xfrm>
          <a:prstGeom prst="rect">
            <a:avLst/>
          </a:prstGeom>
          <a:noFill/>
        </p:spPr>
        <p:txBody>
          <a:bodyPr wrap="square" rtlCol="0">
            <a:spAutoFit/>
          </a:bodyPr>
          <a:lstStyle/>
          <a:p>
            <a:r>
              <a:rPr lang="en-IN" sz="1100"/>
              <a:t>Analytics</a:t>
            </a:r>
          </a:p>
        </p:txBody>
      </p:sp>
      <p:sp>
        <p:nvSpPr>
          <p:cNvPr id="201" name="TextBox 200">
            <a:extLst>
              <a:ext uri="{FF2B5EF4-FFF2-40B4-BE49-F238E27FC236}">
                <a16:creationId xmlns:a16="http://schemas.microsoft.com/office/drawing/2014/main" id="{3BE1E0E4-7A72-7606-0367-6F9121D75D24}"/>
              </a:ext>
            </a:extLst>
          </p:cNvPr>
          <p:cNvSpPr txBox="1"/>
          <p:nvPr/>
        </p:nvSpPr>
        <p:spPr>
          <a:xfrm>
            <a:off x="7007087" y="2869864"/>
            <a:ext cx="813952" cy="261610"/>
          </a:xfrm>
          <a:prstGeom prst="rect">
            <a:avLst/>
          </a:prstGeom>
          <a:noFill/>
        </p:spPr>
        <p:txBody>
          <a:bodyPr wrap="square" rtlCol="0">
            <a:spAutoFit/>
          </a:bodyPr>
          <a:lstStyle/>
          <a:p>
            <a:r>
              <a:rPr lang="en-IN" sz="1100"/>
              <a:t>Reporting</a:t>
            </a:r>
          </a:p>
        </p:txBody>
      </p:sp>
      <p:grpSp>
        <p:nvGrpSpPr>
          <p:cNvPr id="133" name="Group 132">
            <a:extLst>
              <a:ext uri="{FF2B5EF4-FFF2-40B4-BE49-F238E27FC236}">
                <a16:creationId xmlns:a16="http://schemas.microsoft.com/office/drawing/2014/main" id="{B971370E-F502-D94E-BC03-36FEB719B20A}"/>
              </a:ext>
            </a:extLst>
          </p:cNvPr>
          <p:cNvGrpSpPr/>
          <p:nvPr/>
        </p:nvGrpSpPr>
        <p:grpSpPr>
          <a:xfrm>
            <a:off x="2405985" y="4021869"/>
            <a:ext cx="7480965" cy="477150"/>
            <a:chOff x="2402285" y="4181727"/>
            <a:chExt cx="7480965" cy="615391"/>
          </a:xfrm>
        </p:grpSpPr>
        <p:cxnSp>
          <p:nvCxnSpPr>
            <p:cNvPr id="130" name="Straight Connector 129">
              <a:extLst>
                <a:ext uri="{FF2B5EF4-FFF2-40B4-BE49-F238E27FC236}">
                  <a16:creationId xmlns:a16="http://schemas.microsoft.com/office/drawing/2014/main" id="{8C547528-857A-3646-9BE5-D4674B5FA3F6}"/>
                </a:ext>
              </a:extLst>
            </p:cNvPr>
            <p:cNvCxnSpPr>
              <a:cxnSpLocks/>
            </p:cNvCxnSpPr>
            <p:nvPr/>
          </p:nvCxnSpPr>
          <p:spPr>
            <a:xfrm>
              <a:off x="2402285" y="4214532"/>
              <a:ext cx="7480965" cy="1291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32" name="Rectangle 131">
              <a:extLst>
                <a:ext uri="{FF2B5EF4-FFF2-40B4-BE49-F238E27FC236}">
                  <a16:creationId xmlns:a16="http://schemas.microsoft.com/office/drawing/2014/main" id="{0551D18D-1AE1-D746-BD18-5F80B9890BAF}"/>
                </a:ext>
              </a:extLst>
            </p:cNvPr>
            <p:cNvSpPr/>
            <p:nvPr/>
          </p:nvSpPr>
          <p:spPr>
            <a:xfrm>
              <a:off x="2677015" y="4211648"/>
              <a:ext cx="420515" cy="58547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Rectangle 147">
              <a:extLst>
                <a:ext uri="{FF2B5EF4-FFF2-40B4-BE49-F238E27FC236}">
                  <a16:creationId xmlns:a16="http://schemas.microsoft.com/office/drawing/2014/main" id="{0CEB595B-5CE3-CE4A-A50E-D9DB5CCFD5E2}"/>
                </a:ext>
              </a:extLst>
            </p:cNvPr>
            <p:cNvSpPr/>
            <p:nvPr/>
          </p:nvSpPr>
          <p:spPr>
            <a:xfrm>
              <a:off x="3296843" y="4181727"/>
              <a:ext cx="420515"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Rectangle 148">
              <a:extLst>
                <a:ext uri="{FF2B5EF4-FFF2-40B4-BE49-F238E27FC236}">
                  <a16:creationId xmlns:a16="http://schemas.microsoft.com/office/drawing/2014/main" id="{B5EE98EF-CDB6-E344-A64D-1D9CD66EE8F8}"/>
                </a:ext>
              </a:extLst>
            </p:cNvPr>
            <p:cNvSpPr/>
            <p:nvPr/>
          </p:nvSpPr>
          <p:spPr>
            <a:xfrm>
              <a:off x="5002308" y="4207635"/>
              <a:ext cx="420515" cy="889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Rectangle 149">
              <a:extLst>
                <a:ext uri="{FF2B5EF4-FFF2-40B4-BE49-F238E27FC236}">
                  <a16:creationId xmlns:a16="http://schemas.microsoft.com/office/drawing/2014/main" id="{26991E3F-9962-6C4A-8B70-D3086D592683}"/>
                </a:ext>
              </a:extLst>
            </p:cNvPr>
            <p:cNvSpPr/>
            <p:nvPr/>
          </p:nvSpPr>
          <p:spPr>
            <a:xfrm>
              <a:off x="3834756" y="4185963"/>
              <a:ext cx="420515"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Rectangle 150">
              <a:extLst>
                <a:ext uri="{FF2B5EF4-FFF2-40B4-BE49-F238E27FC236}">
                  <a16:creationId xmlns:a16="http://schemas.microsoft.com/office/drawing/2014/main" id="{6BA5F947-1E3F-EC4D-B25C-C327DBCC8B5A}"/>
                </a:ext>
              </a:extLst>
            </p:cNvPr>
            <p:cNvSpPr/>
            <p:nvPr/>
          </p:nvSpPr>
          <p:spPr>
            <a:xfrm>
              <a:off x="4359833" y="4187358"/>
              <a:ext cx="420515"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Rectangle 152">
              <a:extLst>
                <a:ext uri="{FF2B5EF4-FFF2-40B4-BE49-F238E27FC236}">
                  <a16:creationId xmlns:a16="http://schemas.microsoft.com/office/drawing/2014/main" id="{A032B99E-5E8C-5B49-B665-05AED91470BA}"/>
                </a:ext>
              </a:extLst>
            </p:cNvPr>
            <p:cNvSpPr/>
            <p:nvPr/>
          </p:nvSpPr>
          <p:spPr>
            <a:xfrm>
              <a:off x="5607617" y="4211648"/>
              <a:ext cx="420515" cy="889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Rectangle 153">
              <a:extLst>
                <a:ext uri="{FF2B5EF4-FFF2-40B4-BE49-F238E27FC236}">
                  <a16:creationId xmlns:a16="http://schemas.microsoft.com/office/drawing/2014/main" id="{8C7A185E-1EA2-5441-9B71-DDE0C69C8B93}"/>
                </a:ext>
              </a:extLst>
            </p:cNvPr>
            <p:cNvSpPr/>
            <p:nvPr/>
          </p:nvSpPr>
          <p:spPr>
            <a:xfrm>
              <a:off x="6189886" y="4204586"/>
              <a:ext cx="420515" cy="889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Rectangle 154">
              <a:extLst>
                <a:ext uri="{FF2B5EF4-FFF2-40B4-BE49-F238E27FC236}">
                  <a16:creationId xmlns:a16="http://schemas.microsoft.com/office/drawing/2014/main" id="{A9704264-EAEC-8244-B6FC-CFFF3E9DC289}"/>
                </a:ext>
              </a:extLst>
            </p:cNvPr>
            <p:cNvSpPr/>
            <p:nvPr/>
          </p:nvSpPr>
          <p:spPr>
            <a:xfrm>
              <a:off x="6729026" y="4208458"/>
              <a:ext cx="420515" cy="889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Rectangle 155">
              <a:extLst>
                <a:ext uri="{FF2B5EF4-FFF2-40B4-BE49-F238E27FC236}">
                  <a16:creationId xmlns:a16="http://schemas.microsoft.com/office/drawing/2014/main" id="{8B1C2D57-95DA-8A4F-8919-9AF349499CAE}"/>
                </a:ext>
              </a:extLst>
            </p:cNvPr>
            <p:cNvSpPr/>
            <p:nvPr/>
          </p:nvSpPr>
          <p:spPr>
            <a:xfrm>
              <a:off x="7314461" y="4211648"/>
              <a:ext cx="420515" cy="18852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ectangle 156">
              <a:extLst>
                <a:ext uri="{FF2B5EF4-FFF2-40B4-BE49-F238E27FC236}">
                  <a16:creationId xmlns:a16="http://schemas.microsoft.com/office/drawing/2014/main" id="{E8C672B3-085E-894E-B778-62795A1792F3}"/>
                </a:ext>
              </a:extLst>
            </p:cNvPr>
            <p:cNvSpPr/>
            <p:nvPr/>
          </p:nvSpPr>
          <p:spPr>
            <a:xfrm>
              <a:off x="7943014" y="4211648"/>
              <a:ext cx="420515" cy="889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Rectangle 157">
              <a:extLst>
                <a:ext uri="{FF2B5EF4-FFF2-40B4-BE49-F238E27FC236}">
                  <a16:creationId xmlns:a16="http://schemas.microsoft.com/office/drawing/2014/main" id="{18B4C892-50E2-9945-9C2E-1BB0A290A224}"/>
                </a:ext>
              </a:extLst>
            </p:cNvPr>
            <p:cNvSpPr/>
            <p:nvPr/>
          </p:nvSpPr>
          <p:spPr>
            <a:xfrm>
              <a:off x="8574574" y="4204586"/>
              <a:ext cx="420515" cy="18852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Rectangle 158">
              <a:extLst>
                <a:ext uri="{FF2B5EF4-FFF2-40B4-BE49-F238E27FC236}">
                  <a16:creationId xmlns:a16="http://schemas.microsoft.com/office/drawing/2014/main" id="{72C71617-AD3E-054C-B411-B647BA06C989}"/>
                </a:ext>
              </a:extLst>
            </p:cNvPr>
            <p:cNvSpPr/>
            <p:nvPr/>
          </p:nvSpPr>
          <p:spPr>
            <a:xfrm>
              <a:off x="9213271" y="4211648"/>
              <a:ext cx="420515" cy="889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1" name="Group 160">
            <a:extLst>
              <a:ext uri="{FF2B5EF4-FFF2-40B4-BE49-F238E27FC236}">
                <a16:creationId xmlns:a16="http://schemas.microsoft.com/office/drawing/2014/main" id="{C8B76C18-BCA0-794B-86E8-74ABF1B7CA38}"/>
              </a:ext>
            </a:extLst>
          </p:cNvPr>
          <p:cNvGrpSpPr/>
          <p:nvPr/>
        </p:nvGrpSpPr>
        <p:grpSpPr>
          <a:xfrm>
            <a:off x="2405985" y="4747105"/>
            <a:ext cx="7480965" cy="166092"/>
            <a:chOff x="2402285" y="4185963"/>
            <a:chExt cx="7480965" cy="214211"/>
          </a:xfrm>
        </p:grpSpPr>
        <p:cxnSp>
          <p:nvCxnSpPr>
            <p:cNvPr id="162" name="Straight Connector 161">
              <a:extLst>
                <a:ext uri="{FF2B5EF4-FFF2-40B4-BE49-F238E27FC236}">
                  <a16:creationId xmlns:a16="http://schemas.microsoft.com/office/drawing/2014/main" id="{F41D53A9-E2F0-BF47-9F54-9755EA5951D3}"/>
                </a:ext>
              </a:extLst>
            </p:cNvPr>
            <p:cNvCxnSpPr>
              <a:cxnSpLocks/>
            </p:cNvCxnSpPr>
            <p:nvPr/>
          </p:nvCxnSpPr>
          <p:spPr>
            <a:xfrm>
              <a:off x="2402285" y="4198566"/>
              <a:ext cx="7480965" cy="33116"/>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63" name="Rectangle 162">
              <a:extLst>
                <a:ext uri="{FF2B5EF4-FFF2-40B4-BE49-F238E27FC236}">
                  <a16:creationId xmlns:a16="http://schemas.microsoft.com/office/drawing/2014/main" id="{AEAC0AEA-0FD0-4943-A358-10832EF042B7}"/>
                </a:ext>
              </a:extLst>
            </p:cNvPr>
            <p:cNvSpPr/>
            <p:nvPr/>
          </p:nvSpPr>
          <p:spPr>
            <a:xfrm>
              <a:off x="2677015" y="4211650"/>
              <a:ext cx="420515" cy="8953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Rectangle 163">
              <a:extLst>
                <a:ext uri="{FF2B5EF4-FFF2-40B4-BE49-F238E27FC236}">
                  <a16:creationId xmlns:a16="http://schemas.microsoft.com/office/drawing/2014/main" id="{8F174659-0DF1-3045-8EE6-28FBB2FDB7EA}"/>
                </a:ext>
              </a:extLst>
            </p:cNvPr>
            <p:cNvSpPr/>
            <p:nvPr/>
          </p:nvSpPr>
          <p:spPr>
            <a:xfrm>
              <a:off x="3296843" y="4203006"/>
              <a:ext cx="420515" cy="9056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Rectangle 164">
              <a:extLst>
                <a:ext uri="{FF2B5EF4-FFF2-40B4-BE49-F238E27FC236}">
                  <a16:creationId xmlns:a16="http://schemas.microsoft.com/office/drawing/2014/main" id="{026558F9-7621-2641-B65E-D3A9ECF1824E}"/>
                </a:ext>
              </a:extLst>
            </p:cNvPr>
            <p:cNvSpPr/>
            <p:nvPr/>
          </p:nvSpPr>
          <p:spPr>
            <a:xfrm>
              <a:off x="5002308" y="4207635"/>
              <a:ext cx="420515" cy="889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Rectangle 165">
              <a:extLst>
                <a:ext uri="{FF2B5EF4-FFF2-40B4-BE49-F238E27FC236}">
                  <a16:creationId xmlns:a16="http://schemas.microsoft.com/office/drawing/2014/main" id="{064BFFAF-57D0-3146-80C2-0DEEBE9ACEDB}"/>
                </a:ext>
              </a:extLst>
            </p:cNvPr>
            <p:cNvSpPr/>
            <p:nvPr/>
          </p:nvSpPr>
          <p:spPr>
            <a:xfrm>
              <a:off x="3834756" y="4185963"/>
              <a:ext cx="420515"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Rectangle 166">
              <a:extLst>
                <a:ext uri="{FF2B5EF4-FFF2-40B4-BE49-F238E27FC236}">
                  <a16:creationId xmlns:a16="http://schemas.microsoft.com/office/drawing/2014/main" id="{D7EF3379-2539-C643-AB3C-5476DE1C04F1}"/>
                </a:ext>
              </a:extLst>
            </p:cNvPr>
            <p:cNvSpPr/>
            <p:nvPr/>
          </p:nvSpPr>
          <p:spPr>
            <a:xfrm>
              <a:off x="4359833" y="4187358"/>
              <a:ext cx="420515"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Rectangle 167">
              <a:extLst>
                <a:ext uri="{FF2B5EF4-FFF2-40B4-BE49-F238E27FC236}">
                  <a16:creationId xmlns:a16="http://schemas.microsoft.com/office/drawing/2014/main" id="{D38818E7-8429-6A49-8C4B-0B6F87591892}"/>
                </a:ext>
              </a:extLst>
            </p:cNvPr>
            <p:cNvSpPr/>
            <p:nvPr/>
          </p:nvSpPr>
          <p:spPr>
            <a:xfrm>
              <a:off x="5607617" y="4211648"/>
              <a:ext cx="420515" cy="889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a:extLst>
                <a:ext uri="{FF2B5EF4-FFF2-40B4-BE49-F238E27FC236}">
                  <a16:creationId xmlns:a16="http://schemas.microsoft.com/office/drawing/2014/main" id="{D69BD53B-C07A-0F40-9955-8FD99B25EE65}"/>
                </a:ext>
              </a:extLst>
            </p:cNvPr>
            <p:cNvSpPr/>
            <p:nvPr/>
          </p:nvSpPr>
          <p:spPr>
            <a:xfrm>
              <a:off x="6189886" y="4204586"/>
              <a:ext cx="420515" cy="889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Rectangle 169">
              <a:extLst>
                <a:ext uri="{FF2B5EF4-FFF2-40B4-BE49-F238E27FC236}">
                  <a16:creationId xmlns:a16="http://schemas.microsoft.com/office/drawing/2014/main" id="{C6447923-43C1-FA4E-B28B-D48C8AB92032}"/>
                </a:ext>
              </a:extLst>
            </p:cNvPr>
            <p:cNvSpPr/>
            <p:nvPr/>
          </p:nvSpPr>
          <p:spPr>
            <a:xfrm>
              <a:off x="6729026" y="4208458"/>
              <a:ext cx="420515" cy="889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Rectangle 170">
              <a:extLst>
                <a:ext uri="{FF2B5EF4-FFF2-40B4-BE49-F238E27FC236}">
                  <a16:creationId xmlns:a16="http://schemas.microsoft.com/office/drawing/2014/main" id="{BFFABFC6-0FD7-7948-9B93-B42DA4FEFB50}"/>
                </a:ext>
              </a:extLst>
            </p:cNvPr>
            <p:cNvSpPr/>
            <p:nvPr/>
          </p:nvSpPr>
          <p:spPr>
            <a:xfrm>
              <a:off x="7314461" y="4211648"/>
              <a:ext cx="420515" cy="18852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2" name="Rectangle 171">
              <a:extLst>
                <a:ext uri="{FF2B5EF4-FFF2-40B4-BE49-F238E27FC236}">
                  <a16:creationId xmlns:a16="http://schemas.microsoft.com/office/drawing/2014/main" id="{3E9DB7A1-D9E4-3448-9E61-9138DE9ADEEC}"/>
                </a:ext>
              </a:extLst>
            </p:cNvPr>
            <p:cNvSpPr/>
            <p:nvPr/>
          </p:nvSpPr>
          <p:spPr>
            <a:xfrm>
              <a:off x="7943014" y="4211648"/>
              <a:ext cx="420515" cy="889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Rectangle 172">
              <a:extLst>
                <a:ext uri="{FF2B5EF4-FFF2-40B4-BE49-F238E27FC236}">
                  <a16:creationId xmlns:a16="http://schemas.microsoft.com/office/drawing/2014/main" id="{F2E95A33-48C7-0D41-9D20-0AD8A04307B8}"/>
                </a:ext>
              </a:extLst>
            </p:cNvPr>
            <p:cNvSpPr/>
            <p:nvPr/>
          </p:nvSpPr>
          <p:spPr>
            <a:xfrm>
              <a:off x="8574574" y="4204586"/>
              <a:ext cx="420515" cy="18852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Rectangle 173">
              <a:extLst>
                <a:ext uri="{FF2B5EF4-FFF2-40B4-BE49-F238E27FC236}">
                  <a16:creationId xmlns:a16="http://schemas.microsoft.com/office/drawing/2014/main" id="{C5F3A15E-9EA6-0A43-B11E-30DBEE9C3380}"/>
                </a:ext>
              </a:extLst>
            </p:cNvPr>
            <p:cNvSpPr/>
            <p:nvPr/>
          </p:nvSpPr>
          <p:spPr>
            <a:xfrm>
              <a:off x="9213271" y="4211648"/>
              <a:ext cx="420515" cy="889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75" name="Group 174">
            <a:extLst>
              <a:ext uri="{FF2B5EF4-FFF2-40B4-BE49-F238E27FC236}">
                <a16:creationId xmlns:a16="http://schemas.microsoft.com/office/drawing/2014/main" id="{C4524921-19AD-EB4C-A78F-6905E3DA2590}"/>
              </a:ext>
            </a:extLst>
          </p:cNvPr>
          <p:cNvGrpSpPr/>
          <p:nvPr/>
        </p:nvGrpSpPr>
        <p:grpSpPr>
          <a:xfrm>
            <a:off x="2405985" y="6251096"/>
            <a:ext cx="7480965" cy="615391"/>
            <a:chOff x="2402285" y="4181727"/>
            <a:chExt cx="7480965" cy="615391"/>
          </a:xfrm>
        </p:grpSpPr>
        <p:cxnSp>
          <p:nvCxnSpPr>
            <p:cNvPr id="176" name="Straight Connector 175">
              <a:extLst>
                <a:ext uri="{FF2B5EF4-FFF2-40B4-BE49-F238E27FC236}">
                  <a16:creationId xmlns:a16="http://schemas.microsoft.com/office/drawing/2014/main" id="{F9DA1D52-5DEE-1040-B80C-8DEE193509FF}"/>
                </a:ext>
              </a:extLst>
            </p:cNvPr>
            <p:cNvCxnSpPr>
              <a:cxnSpLocks/>
            </p:cNvCxnSpPr>
            <p:nvPr/>
          </p:nvCxnSpPr>
          <p:spPr>
            <a:xfrm>
              <a:off x="2402285" y="4208637"/>
              <a:ext cx="748096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77" name="Rectangle 176">
              <a:extLst>
                <a:ext uri="{FF2B5EF4-FFF2-40B4-BE49-F238E27FC236}">
                  <a16:creationId xmlns:a16="http://schemas.microsoft.com/office/drawing/2014/main" id="{6675B144-AB31-8F4C-AD3D-301B429C81BC}"/>
                </a:ext>
              </a:extLst>
            </p:cNvPr>
            <p:cNvSpPr/>
            <p:nvPr/>
          </p:nvSpPr>
          <p:spPr>
            <a:xfrm>
              <a:off x="2677015" y="4211648"/>
              <a:ext cx="420515" cy="58547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Rectangle 177">
              <a:extLst>
                <a:ext uri="{FF2B5EF4-FFF2-40B4-BE49-F238E27FC236}">
                  <a16:creationId xmlns:a16="http://schemas.microsoft.com/office/drawing/2014/main" id="{A365A196-48AB-3547-9492-751C34F90035}"/>
                </a:ext>
              </a:extLst>
            </p:cNvPr>
            <p:cNvSpPr/>
            <p:nvPr/>
          </p:nvSpPr>
          <p:spPr>
            <a:xfrm>
              <a:off x="3296843" y="4181727"/>
              <a:ext cx="420515"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Rectangle 178">
              <a:extLst>
                <a:ext uri="{FF2B5EF4-FFF2-40B4-BE49-F238E27FC236}">
                  <a16:creationId xmlns:a16="http://schemas.microsoft.com/office/drawing/2014/main" id="{3EED9467-05E5-F948-B827-63B2270C0D34}"/>
                </a:ext>
              </a:extLst>
            </p:cNvPr>
            <p:cNvSpPr/>
            <p:nvPr/>
          </p:nvSpPr>
          <p:spPr>
            <a:xfrm>
              <a:off x="5002308" y="4207635"/>
              <a:ext cx="420515" cy="889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Rectangle 179">
              <a:extLst>
                <a:ext uri="{FF2B5EF4-FFF2-40B4-BE49-F238E27FC236}">
                  <a16:creationId xmlns:a16="http://schemas.microsoft.com/office/drawing/2014/main" id="{B12F8DE2-D0A8-C744-A9FD-FB3B9DBCAA43}"/>
                </a:ext>
              </a:extLst>
            </p:cNvPr>
            <p:cNvSpPr/>
            <p:nvPr/>
          </p:nvSpPr>
          <p:spPr>
            <a:xfrm>
              <a:off x="3834756" y="4185963"/>
              <a:ext cx="420515"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Rectangle 180">
              <a:extLst>
                <a:ext uri="{FF2B5EF4-FFF2-40B4-BE49-F238E27FC236}">
                  <a16:creationId xmlns:a16="http://schemas.microsoft.com/office/drawing/2014/main" id="{620FEC3B-E0C3-9E46-8386-5CE03A45ABA2}"/>
                </a:ext>
              </a:extLst>
            </p:cNvPr>
            <p:cNvSpPr/>
            <p:nvPr/>
          </p:nvSpPr>
          <p:spPr>
            <a:xfrm>
              <a:off x="4359833" y="4187358"/>
              <a:ext cx="420515"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Rectangle 181">
              <a:extLst>
                <a:ext uri="{FF2B5EF4-FFF2-40B4-BE49-F238E27FC236}">
                  <a16:creationId xmlns:a16="http://schemas.microsoft.com/office/drawing/2014/main" id="{5A77DECE-F29C-9A44-983D-05D36D25C727}"/>
                </a:ext>
              </a:extLst>
            </p:cNvPr>
            <p:cNvSpPr/>
            <p:nvPr/>
          </p:nvSpPr>
          <p:spPr>
            <a:xfrm>
              <a:off x="5607617" y="4211648"/>
              <a:ext cx="420515" cy="889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a:extLst>
                <a:ext uri="{FF2B5EF4-FFF2-40B4-BE49-F238E27FC236}">
                  <a16:creationId xmlns:a16="http://schemas.microsoft.com/office/drawing/2014/main" id="{93D963E6-4E67-344D-8C2A-1E4EAB109437}"/>
                </a:ext>
              </a:extLst>
            </p:cNvPr>
            <p:cNvSpPr/>
            <p:nvPr/>
          </p:nvSpPr>
          <p:spPr>
            <a:xfrm>
              <a:off x="6189886" y="4204586"/>
              <a:ext cx="420515" cy="889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Rectangle 183">
              <a:extLst>
                <a:ext uri="{FF2B5EF4-FFF2-40B4-BE49-F238E27FC236}">
                  <a16:creationId xmlns:a16="http://schemas.microsoft.com/office/drawing/2014/main" id="{DAFBC93C-9043-024E-A143-2B8A94406C83}"/>
                </a:ext>
              </a:extLst>
            </p:cNvPr>
            <p:cNvSpPr/>
            <p:nvPr/>
          </p:nvSpPr>
          <p:spPr>
            <a:xfrm>
              <a:off x="6729026" y="4208458"/>
              <a:ext cx="420515" cy="889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Rectangle 184">
              <a:extLst>
                <a:ext uri="{FF2B5EF4-FFF2-40B4-BE49-F238E27FC236}">
                  <a16:creationId xmlns:a16="http://schemas.microsoft.com/office/drawing/2014/main" id="{26855CA5-B008-2A4B-A776-C6DA3A10EF0E}"/>
                </a:ext>
              </a:extLst>
            </p:cNvPr>
            <p:cNvSpPr/>
            <p:nvPr/>
          </p:nvSpPr>
          <p:spPr>
            <a:xfrm>
              <a:off x="7314461" y="4211648"/>
              <a:ext cx="420515" cy="18852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Rectangle 185">
              <a:extLst>
                <a:ext uri="{FF2B5EF4-FFF2-40B4-BE49-F238E27FC236}">
                  <a16:creationId xmlns:a16="http://schemas.microsoft.com/office/drawing/2014/main" id="{C7DAE9AC-BDD5-1C4B-9D01-52114D803DFA}"/>
                </a:ext>
              </a:extLst>
            </p:cNvPr>
            <p:cNvSpPr/>
            <p:nvPr/>
          </p:nvSpPr>
          <p:spPr>
            <a:xfrm>
              <a:off x="7943014" y="4211648"/>
              <a:ext cx="420515" cy="889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Rectangle 186">
              <a:extLst>
                <a:ext uri="{FF2B5EF4-FFF2-40B4-BE49-F238E27FC236}">
                  <a16:creationId xmlns:a16="http://schemas.microsoft.com/office/drawing/2014/main" id="{E64BD3FD-684E-FC4E-AB9C-400FF3A2C4A2}"/>
                </a:ext>
              </a:extLst>
            </p:cNvPr>
            <p:cNvSpPr/>
            <p:nvPr/>
          </p:nvSpPr>
          <p:spPr>
            <a:xfrm>
              <a:off x="8574574" y="4204586"/>
              <a:ext cx="420515" cy="18852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Rectangle 187">
              <a:extLst>
                <a:ext uri="{FF2B5EF4-FFF2-40B4-BE49-F238E27FC236}">
                  <a16:creationId xmlns:a16="http://schemas.microsoft.com/office/drawing/2014/main" id="{B263B1D6-5330-704D-9524-AD41A7DE7E2F}"/>
                </a:ext>
              </a:extLst>
            </p:cNvPr>
            <p:cNvSpPr/>
            <p:nvPr/>
          </p:nvSpPr>
          <p:spPr>
            <a:xfrm>
              <a:off x="9213271" y="4211648"/>
              <a:ext cx="420515" cy="889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2" name="object 56">
            <a:extLst>
              <a:ext uri="{FF2B5EF4-FFF2-40B4-BE49-F238E27FC236}">
                <a16:creationId xmlns:a16="http://schemas.microsoft.com/office/drawing/2014/main" id="{8926FF06-8C58-B144-8E56-759AE9FF55BB}"/>
              </a:ext>
            </a:extLst>
          </p:cNvPr>
          <p:cNvSpPr txBox="1"/>
          <p:nvPr/>
        </p:nvSpPr>
        <p:spPr>
          <a:xfrm>
            <a:off x="2677015" y="4521163"/>
            <a:ext cx="420515" cy="197490"/>
          </a:xfrm>
          <a:prstGeom prst="rect">
            <a:avLst/>
          </a:prstGeom>
          <a:ln>
            <a:noFill/>
          </a:ln>
        </p:spPr>
        <p:txBody>
          <a:bodyPr vert="horz" wrap="square" lIns="0" tIns="12700" rIns="0" bIns="0" rtlCol="0">
            <a:spAutoFit/>
          </a:bodyPr>
          <a:lstStyle/>
          <a:p>
            <a:pPr marL="12700" algn="ctr">
              <a:lnSpc>
                <a:spcPct val="100000"/>
              </a:lnSpc>
              <a:spcBef>
                <a:spcPts val="100"/>
              </a:spcBef>
            </a:pPr>
            <a:r>
              <a:rPr lang="en-US" sz="1200" spc="-30">
                <a:solidFill>
                  <a:schemeClr val="bg1"/>
                </a:solidFill>
                <a:latin typeface="Arial" panose="020B0604020202020204" pitchFamily="34" charset="0"/>
                <a:cs typeface="Arial" panose="020B0604020202020204" pitchFamily="34" charset="0"/>
              </a:rPr>
              <a:t>-60%</a:t>
            </a:r>
            <a:endParaRPr sz="1200">
              <a:solidFill>
                <a:schemeClr val="bg1"/>
              </a:solidFill>
              <a:latin typeface="Arial" panose="020B0604020202020204" pitchFamily="34" charset="0"/>
              <a:cs typeface="Arial" panose="020B0604020202020204" pitchFamily="34" charset="0"/>
            </a:endParaRPr>
          </a:p>
        </p:txBody>
      </p:sp>
      <p:sp>
        <p:nvSpPr>
          <p:cNvPr id="205" name="object 56">
            <a:extLst>
              <a:ext uri="{FF2B5EF4-FFF2-40B4-BE49-F238E27FC236}">
                <a16:creationId xmlns:a16="http://schemas.microsoft.com/office/drawing/2014/main" id="{299EB669-EC78-8C42-AB45-10F41BC38ED9}"/>
              </a:ext>
            </a:extLst>
          </p:cNvPr>
          <p:cNvSpPr txBox="1"/>
          <p:nvPr/>
        </p:nvSpPr>
        <p:spPr>
          <a:xfrm>
            <a:off x="3321299" y="4125239"/>
            <a:ext cx="420515" cy="197490"/>
          </a:xfrm>
          <a:prstGeom prst="rect">
            <a:avLst/>
          </a:prstGeom>
          <a:ln>
            <a:noFill/>
          </a:ln>
        </p:spPr>
        <p:txBody>
          <a:bodyPr vert="horz" wrap="square" lIns="0" tIns="12700" rIns="0" bIns="0" rtlCol="0">
            <a:spAutoFit/>
          </a:bodyPr>
          <a:lstStyle/>
          <a:p>
            <a:pPr marL="12700" algn="ctr">
              <a:lnSpc>
                <a:spcPct val="100000"/>
              </a:lnSpc>
              <a:spcBef>
                <a:spcPts val="100"/>
              </a:spcBef>
            </a:pPr>
            <a:r>
              <a:rPr lang="en-US" sz="1200" spc="-30">
                <a:solidFill>
                  <a:schemeClr val="bg1"/>
                </a:solidFill>
                <a:latin typeface="Arial" panose="020B0604020202020204" pitchFamily="34" charset="0"/>
                <a:cs typeface="Arial" panose="020B0604020202020204" pitchFamily="34" charset="0"/>
              </a:rPr>
              <a:t>0%</a:t>
            </a:r>
            <a:endParaRPr sz="1200">
              <a:solidFill>
                <a:schemeClr val="bg1"/>
              </a:solidFill>
              <a:latin typeface="Arial" panose="020B0604020202020204" pitchFamily="34" charset="0"/>
              <a:cs typeface="Arial" panose="020B0604020202020204" pitchFamily="34" charset="0"/>
            </a:endParaRPr>
          </a:p>
        </p:txBody>
      </p:sp>
      <p:sp>
        <p:nvSpPr>
          <p:cNvPr id="206" name="object 56">
            <a:extLst>
              <a:ext uri="{FF2B5EF4-FFF2-40B4-BE49-F238E27FC236}">
                <a16:creationId xmlns:a16="http://schemas.microsoft.com/office/drawing/2014/main" id="{ED1593ED-879A-2A48-B6C5-E6603FCF22D5}"/>
              </a:ext>
            </a:extLst>
          </p:cNvPr>
          <p:cNvSpPr txBox="1"/>
          <p:nvPr/>
        </p:nvSpPr>
        <p:spPr>
          <a:xfrm>
            <a:off x="3838456" y="4128961"/>
            <a:ext cx="420515" cy="197490"/>
          </a:xfrm>
          <a:prstGeom prst="rect">
            <a:avLst/>
          </a:prstGeom>
          <a:ln>
            <a:noFill/>
          </a:ln>
        </p:spPr>
        <p:txBody>
          <a:bodyPr vert="horz" wrap="square" lIns="0" tIns="12700" rIns="0" bIns="0" rtlCol="0">
            <a:spAutoFit/>
          </a:bodyPr>
          <a:lstStyle/>
          <a:p>
            <a:pPr marL="12700" algn="ctr">
              <a:lnSpc>
                <a:spcPct val="100000"/>
              </a:lnSpc>
              <a:spcBef>
                <a:spcPts val="100"/>
              </a:spcBef>
            </a:pPr>
            <a:r>
              <a:rPr lang="en-US" sz="1200" spc="-30">
                <a:solidFill>
                  <a:schemeClr val="bg1"/>
                </a:solidFill>
                <a:latin typeface="Arial" panose="020B0604020202020204" pitchFamily="34" charset="0"/>
                <a:cs typeface="Arial" panose="020B0604020202020204" pitchFamily="34" charset="0"/>
              </a:rPr>
              <a:t>0%</a:t>
            </a:r>
            <a:endParaRPr sz="1200">
              <a:solidFill>
                <a:schemeClr val="bg1"/>
              </a:solidFill>
              <a:latin typeface="Arial" panose="020B0604020202020204" pitchFamily="34" charset="0"/>
              <a:cs typeface="Arial" panose="020B0604020202020204" pitchFamily="34" charset="0"/>
            </a:endParaRPr>
          </a:p>
        </p:txBody>
      </p:sp>
      <p:sp>
        <p:nvSpPr>
          <p:cNvPr id="207" name="object 56">
            <a:extLst>
              <a:ext uri="{FF2B5EF4-FFF2-40B4-BE49-F238E27FC236}">
                <a16:creationId xmlns:a16="http://schemas.microsoft.com/office/drawing/2014/main" id="{B00C04AA-44CF-384E-AD0E-5351DD79FC7C}"/>
              </a:ext>
            </a:extLst>
          </p:cNvPr>
          <p:cNvSpPr txBox="1"/>
          <p:nvPr/>
        </p:nvSpPr>
        <p:spPr>
          <a:xfrm>
            <a:off x="4355613" y="4132634"/>
            <a:ext cx="420515" cy="197490"/>
          </a:xfrm>
          <a:prstGeom prst="rect">
            <a:avLst/>
          </a:prstGeom>
          <a:ln>
            <a:noFill/>
          </a:ln>
        </p:spPr>
        <p:txBody>
          <a:bodyPr vert="horz" wrap="square" lIns="0" tIns="12700" rIns="0" bIns="0" rtlCol="0">
            <a:spAutoFit/>
          </a:bodyPr>
          <a:lstStyle/>
          <a:p>
            <a:pPr marL="12700" algn="ctr">
              <a:lnSpc>
                <a:spcPct val="100000"/>
              </a:lnSpc>
              <a:spcBef>
                <a:spcPts val="100"/>
              </a:spcBef>
            </a:pPr>
            <a:r>
              <a:rPr lang="en-US" sz="1200" spc="-30">
                <a:solidFill>
                  <a:schemeClr val="bg1"/>
                </a:solidFill>
                <a:latin typeface="Arial" panose="020B0604020202020204" pitchFamily="34" charset="0"/>
                <a:cs typeface="Arial" panose="020B0604020202020204" pitchFamily="34" charset="0"/>
              </a:rPr>
              <a:t>0%</a:t>
            </a:r>
            <a:endParaRPr sz="1200">
              <a:solidFill>
                <a:schemeClr val="bg1"/>
              </a:solidFill>
              <a:latin typeface="Arial" panose="020B0604020202020204" pitchFamily="34" charset="0"/>
              <a:cs typeface="Arial" panose="020B0604020202020204" pitchFamily="34" charset="0"/>
            </a:endParaRPr>
          </a:p>
        </p:txBody>
      </p:sp>
      <p:sp>
        <p:nvSpPr>
          <p:cNvPr id="208" name="object 56">
            <a:extLst>
              <a:ext uri="{FF2B5EF4-FFF2-40B4-BE49-F238E27FC236}">
                <a16:creationId xmlns:a16="http://schemas.microsoft.com/office/drawing/2014/main" id="{4C427CA1-B477-0047-9CC5-618E781C8BA7}"/>
              </a:ext>
            </a:extLst>
          </p:cNvPr>
          <p:cNvSpPr txBox="1"/>
          <p:nvPr/>
        </p:nvSpPr>
        <p:spPr>
          <a:xfrm>
            <a:off x="5007888" y="4171304"/>
            <a:ext cx="420515" cy="197490"/>
          </a:xfrm>
          <a:prstGeom prst="rect">
            <a:avLst/>
          </a:prstGeom>
          <a:ln>
            <a:noFill/>
          </a:ln>
        </p:spPr>
        <p:txBody>
          <a:bodyPr vert="horz" wrap="square" lIns="0" tIns="12700" rIns="0" bIns="0" rtlCol="0">
            <a:spAutoFit/>
          </a:bodyPr>
          <a:lstStyle/>
          <a:p>
            <a:pPr marL="12700" algn="ctr">
              <a:lnSpc>
                <a:spcPct val="100000"/>
              </a:lnSpc>
              <a:spcBef>
                <a:spcPts val="100"/>
              </a:spcBef>
            </a:pPr>
            <a:r>
              <a:rPr lang="en-US" sz="1200" spc="-30">
                <a:solidFill>
                  <a:schemeClr val="bg1"/>
                </a:solidFill>
                <a:latin typeface="Arial" panose="020B0604020202020204" pitchFamily="34" charset="0"/>
                <a:cs typeface="Arial" panose="020B0604020202020204" pitchFamily="34" charset="0"/>
              </a:rPr>
              <a:t>-2%</a:t>
            </a:r>
            <a:endParaRPr sz="1200">
              <a:solidFill>
                <a:schemeClr val="bg1"/>
              </a:solidFill>
              <a:latin typeface="Arial" panose="020B0604020202020204" pitchFamily="34" charset="0"/>
              <a:cs typeface="Arial" panose="020B0604020202020204" pitchFamily="34" charset="0"/>
            </a:endParaRPr>
          </a:p>
        </p:txBody>
      </p:sp>
      <p:sp>
        <p:nvSpPr>
          <p:cNvPr id="210" name="object 56">
            <a:extLst>
              <a:ext uri="{FF2B5EF4-FFF2-40B4-BE49-F238E27FC236}">
                <a16:creationId xmlns:a16="http://schemas.microsoft.com/office/drawing/2014/main" id="{80E5DE6C-597E-1440-AF25-D878A921DE25}"/>
              </a:ext>
            </a:extLst>
          </p:cNvPr>
          <p:cNvSpPr txBox="1"/>
          <p:nvPr/>
        </p:nvSpPr>
        <p:spPr>
          <a:xfrm>
            <a:off x="6177320" y="4174241"/>
            <a:ext cx="420515" cy="197490"/>
          </a:xfrm>
          <a:prstGeom prst="rect">
            <a:avLst/>
          </a:prstGeom>
          <a:ln>
            <a:noFill/>
          </a:ln>
        </p:spPr>
        <p:txBody>
          <a:bodyPr vert="horz" wrap="square" lIns="0" tIns="12700" rIns="0" bIns="0" rtlCol="0">
            <a:spAutoFit/>
          </a:bodyPr>
          <a:lstStyle/>
          <a:p>
            <a:pPr marL="12700" algn="ctr">
              <a:lnSpc>
                <a:spcPct val="100000"/>
              </a:lnSpc>
              <a:spcBef>
                <a:spcPts val="100"/>
              </a:spcBef>
            </a:pPr>
            <a:r>
              <a:rPr lang="en-US" sz="1200" spc="-30">
                <a:solidFill>
                  <a:schemeClr val="bg1"/>
                </a:solidFill>
                <a:latin typeface="Arial" panose="020B0604020202020204" pitchFamily="34" charset="0"/>
                <a:cs typeface="Arial" panose="020B0604020202020204" pitchFamily="34" charset="0"/>
              </a:rPr>
              <a:t>-2%</a:t>
            </a:r>
            <a:endParaRPr sz="1200">
              <a:solidFill>
                <a:schemeClr val="bg1"/>
              </a:solidFill>
              <a:latin typeface="Arial" panose="020B0604020202020204" pitchFamily="34" charset="0"/>
              <a:cs typeface="Arial" panose="020B0604020202020204" pitchFamily="34" charset="0"/>
            </a:endParaRPr>
          </a:p>
        </p:txBody>
      </p:sp>
      <p:sp>
        <p:nvSpPr>
          <p:cNvPr id="213" name="object 56">
            <a:extLst>
              <a:ext uri="{FF2B5EF4-FFF2-40B4-BE49-F238E27FC236}">
                <a16:creationId xmlns:a16="http://schemas.microsoft.com/office/drawing/2014/main" id="{1ED3A759-F557-CB41-A41F-898895412B8C}"/>
              </a:ext>
            </a:extLst>
          </p:cNvPr>
          <p:cNvSpPr txBox="1"/>
          <p:nvPr/>
        </p:nvSpPr>
        <p:spPr>
          <a:xfrm>
            <a:off x="5609996" y="4179175"/>
            <a:ext cx="420515" cy="197490"/>
          </a:xfrm>
          <a:prstGeom prst="rect">
            <a:avLst/>
          </a:prstGeom>
          <a:ln>
            <a:noFill/>
          </a:ln>
        </p:spPr>
        <p:txBody>
          <a:bodyPr vert="horz" wrap="square" lIns="0" tIns="12700" rIns="0" bIns="0" rtlCol="0">
            <a:spAutoFit/>
          </a:bodyPr>
          <a:lstStyle/>
          <a:p>
            <a:pPr marL="12700" algn="ctr">
              <a:lnSpc>
                <a:spcPct val="100000"/>
              </a:lnSpc>
              <a:spcBef>
                <a:spcPts val="100"/>
              </a:spcBef>
            </a:pPr>
            <a:r>
              <a:rPr lang="en-US" sz="1200" spc="-30">
                <a:solidFill>
                  <a:schemeClr val="bg1"/>
                </a:solidFill>
                <a:latin typeface="Arial" panose="020B0604020202020204" pitchFamily="34" charset="0"/>
                <a:cs typeface="Arial" panose="020B0604020202020204" pitchFamily="34" charset="0"/>
              </a:rPr>
              <a:t>-2%</a:t>
            </a:r>
            <a:endParaRPr sz="1200">
              <a:solidFill>
                <a:schemeClr val="bg1"/>
              </a:solidFill>
              <a:latin typeface="Arial" panose="020B0604020202020204" pitchFamily="34" charset="0"/>
              <a:cs typeface="Arial" panose="020B0604020202020204" pitchFamily="34" charset="0"/>
            </a:endParaRPr>
          </a:p>
        </p:txBody>
      </p:sp>
      <p:sp>
        <p:nvSpPr>
          <p:cNvPr id="214" name="object 56">
            <a:extLst>
              <a:ext uri="{FF2B5EF4-FFF2-40B4-BE49-F238E27FC236}">
                <a16:creationId xmlns:a16="http://schemas.microsoft.com/office/drawing/2014/main" id="{015E967C-95D9-0342-9988-ACA6F606E421}"/>
              </a:ext>
            </a:extLst>
          </p:cNvPr>
          <p:cNvSpPr txBox="1"/>
          <p:nvPr/>
        </p:nvSpPr>
        <p:spPr>
          <a:xfrm>
            <a:off x="6705997" y="4167442"/>
            <a:ext cx="420515" cy="197490"/>
          </a:xfrm>
          <a:prstGeom prst="rect">
            <a:avLst/>
          </a:prstGeom>
          <a:ln>
            <a:noFill/>
          </a:ln>
        </p:spPr>
        <p:txBody>
          <a:bodyPr vert="horz" wrap="square" lIns="0" tIns="12700" rIns="0" bIns="0" rtlCol="0">
            <a:spAutoFit/>
          </a:bodyPr>
          <a:lstStyle/>
          <a:p>
            <a:pPr marL="12700" algn="ctr">
              <a:lnSpc>
                <a:spcPct val="100000"/>
              </a:lnSpc>
              <a:spcBef>
                <a:spcPts val="100"/>
              </a:spcBef>
            </a:pPr>
            <a:r>
              <a:rPr lang="en-US" sz="1200" spc="-30">
                <a:solidFill>
                  <a:schemeClr val="bg1"/>
                </a:solidFill>
                <a:latin typeface="Arial" panose="020B0604020202020204" pitchFamily="34" charset="0"/>
                <a:cs typeface="Arial" panose="020B0604020202020204" pitchFamily="34" charset="0"/>
              </a:rPr>
              <a:t>-1%</a:t>
            </a:r>
            <a:endParaRPr sz="1200">
              <a:solidFill>
                <a:schemeClr val="bg1"/>
              </a:solidFill>
              <a:latin typeface="Arial" panose="020B0604020202020204" pitchFamily="34" charset="0"/>
              <a:cs typeface="Arial" panose="020B0604020202020204" pitchFamily="34" charset="0"/>
            </a:endParaRPr>
          </a:p>
        </p:txBody>
      </p:sp>
      <p:sp>
        <p:nvSpPr>
          <p:cNvPr id="215" name="object 56">
            <a:extLst>
              <a:ext uri="{FF2B5EF4-FFF2-40B4-BE49-F238E27FC236}">
                <a16:creationId xmlns:a16="http://schemas.microsoft.com/office/drawing/2014/main" id="{C02B035B-59C5-1045-B6B9-BBCDCD464775}"/>
              </a:ext>
            </a:extLst>
          </p:cNvPr>
          <p:cNvSpPr txBox="1"/>
          <p:nvPr/>
        </p:nvSpPr>
        <p:spPr>
          <a:xfrm>
            <a:off x="7314461" y="4272986"/>
            <a:ext cx="420515" cy="197490"/>
          </a:xfrm>
          <a:prstGeom prst="rect">
            <a:avLst/>
          </a:prstGeom>
          <a:ln>
            <a:noFill/>
          </a:ln>
        </p:spPr>
        <p:txBody>
          <a:bodyPr vert="horz" wrap="square" lIns="0" tIns="12700" rIns="0" bIns="0" rtlCol="0">
            <a:spAutoFit/>
          </a:bodyPr>
          <a:lstStyle/>
          <a:p>
            <a:pPr marL="12700" algn="ctr">
              <a:lnSpc>
                <a:spcPct val="100000"/>
              </a:lnSpc>
              <a:spcBef>
                <a:spcPts val="100"/>
              </a:spcBef>
            </a:pPr>
            <a:r>
              <a:rPr lang="en-US" sz="1200" spc="-30">
                <a:solidFill>
                  <a:schemeClr val="bg1"/>
                </a:solidFill>
                <a:latin typeface="Arial" panose="020B0604020202020204" pitchFamily="34" charset="0"/>
                <a:cs typeface="Arial" panose="020B0604020202020204" pitchFamily="34" charset="0"/>
              </a:rPr>
              <a:t>-5%</a:t>
            </a:r>
            <a:endParaRPr sz="1200">
              <a:solidFill>
                <a:schemeClr val="bg1"/>
              </a:solidFill>
              <a:latin typeface="Arial" panose="020B0604020202020204" pitchFamily="34" charset="0"/>
              <a:cs typeface="Arial" panose="020B0604020202020204" pitchFamily="34" charset="0"/>
            </a:endParaRPr>
          </a:p>
        </p:txBody>
      </p:sp>
      <p:sp>
        <p:nvSpPr>
          <p:cNvPr id="216" name="object 56">
            <a:extLst>
              <a:ext uri="{FF2B5EF4-FFF2-40B4-BE49-F238E27FC236}">
                <a16:creationId xmlns:a16="http://schemas.microsoft.com/office/drawing/2014/main" id="{25D3CAD5-AC85-7040-AFE3-8AD1A7A64327}"/>
              </a:ext>
            </a:extLst>
          </p:cNvPr>
          <p:cNvSpPr txBox="1"/>
          <p:nvPr/>
        </p:nvSpPr>
        <p:spPr>
          <a:xfrm>
            <a:off x="8574960" y="4300056"/>
            <a:ext cx="420515" cy="197490"/>
          </a:xfrm>
          <a:prstGeom prst="rect">
            <a:avLst/>
          </a:prstGeom>
          <a:ln>
            <a:noFill/>
          </a:ln>
        </p:spPr>
        <p:txBody>
          <a:bodyPr vert="horz" wrap="square" lIns="0" tIns="12700" rIns="0" bIns="0" rtlCol="0">
            <a:spAutoFit/>
          </a:bodyPr>
          <a:lstStyle/>
          <a:p>
            <a:pPr marL="12700" algn="ctr">
              <a:lnSpc>
                <a:spcPct val="100000"/>
              </a:lnSpc>
              <a:spcBef>
                <a:spcPts val="100"/>
              </a:spcBef>
            </a:pPr>
            <a:r>
              <a:rPr lang="en-US" sz="1200" spc="-30">
                <a:solidFill>
                  <a:schemeClr val="bg1"/>
                </a:solidFill>
                <a:latin typeface="Arial" panose="020B0604020202020204" pitchFamily="34" charset="0"/>
                <a:cs typeface="Arial" panose="020B0604020202020204" pitchFamily="34" charset="0"/>
              </a:rPr>
              <a:t>-5%</a:t>
            </a:r>
            <a:endParaRPr sz="1200">
              <a:solidFill>
                <a:schemeClr val="bg1"/>
              </a:solidFill>
              <a:latin typeface="Arial" panose="020B0604020202020204" pitchFamily="34" charset="0"/>
              <a:cs typeface="Arial" panose="020B0604020202020204" pitchFamily="34" charset="0"/>
            </a:endParaRPr>
          </a:p>
        </p:txBody>
      </p:sp>
      <p:sp>
        <p:nvSpPr>
          <p:cNvPr id="217" name="object 56">
            <a:extLst>
              <a:ext uri="{FF2B5EF4-FFF2-40B4-BE49-F238E27FC236}">
                <a16:creationId xmlns:a16="http://schemas.microsoft.com/office/drawing/2014/main" id="{4BA4F36E-7C5F-774A-94BD-9808F8685037}"/>
              </a:ext>
            </a:extLst>
          </p:cNvPr>
          <p:cNvSpPr txBox="1"/>
          <p:nvPr/>
        </p:nvSpPr>
        <p:spPr>
          <a:xfrm>
            <a:off x="7945240" y="4171304"/>
            <a:ext cx="420515" cy="197490"/>
          </a:xfrm>
          <a:prstGeom prst="rect">
            <a:avLst/>
          </a:prstGeom>
          <a:ln>
            <a:noFill/>
          </a:ln>
        </p:spPr>
        <p:txBody>
          <a:bodyPr vert="horz" wrap="square" lIns="0" tIns="12700" rIns="0" bIns="0" rtlCol="0">
            <a:spAutoFit/>
          </a:bodyPr>
          <a:lstStyle/>
          <a:p>
            <a:pPr marL="12700" algn="ctr">
              <a:lnSpc>
                <a:spcPct val="100000"/>
              </a:lnSpc>
              <a:spcBef>
                <a:spcPts val="100"/>
              </a:spcBef>
            </a:pPr>
            <a:r>
              <a:rPr lang="en-US" sz="1200" spc="-30">
                <a:solidFill>
                  <a:schemeClr val="bg1"/>
                </a:solidFill>
                <a:latin typeface="Arial" panose="020B0604020202020204" pitchFamily="34" charset="0"/>
                <a:cs typeface="Arial" panose="020B0604020202020204" pitchFamily="34" charset="0"/>
              </a:rPr>
              <a:t>-2%</a:t>
            </a:r>
            <a:endParaRPr sz="1200">
              <a:solidFill>
                <a:schemeClr val="bg1"/>
              </a:solidFill>
              <a:latin typeface="Arial" panose="020B0604020202020204" pitchFamily="34" charset="0"/>
              <a:cs typeface="Arial" panose="020B0604020202020204" pitchFamily="34" charset="0"/>
            </a:endParaRPr>
          </a:p>
        </p:txBody>
      </p:sp>
      <p:sp>
        <p:nvSpPr>
          <p:cNvPr id="218" name="object 56">
            <a:extLst>
              <a:ext uri="{FF2B5EF4-FFF2-40B4-BE49-F238E27FC236}">
                <a16:creationId xmlns:a16="http://schemas.microsoft.com/office/drawing/2014/main" id="{09457366-D595-D64A-9275-18E23ED135A7}"/>
              </a:ext>
            </a:extLst>
          </p:cNvPr>
          <p:cNvSpPr txBox="1"/>
          <p:nvPr/>
        </p:nvSpPr>
        <p:spPr>
          <a:xfrm>
            <a:off x="9204680" y="4173481"/>
            <a:ext cx="420515" cy="197490"/>
          </a:xfrm>
          <a:prstGeom prst="rect">
            <a:avLst/>
          </a:prstGeom>
          <a:ln>
            <a:noFill/>
          </a:ln>
        </p:spPr>
        <p:txBody>
          <a:bodyPr vert="horz" wrap="square" lIns="0" tIns="12700" rIns="0" bIns="0" rtlCol="0">
            <a:spAutoFit/>
          </a:bodyPr>
          <a:lstStyle/>
          <a:p>
            <a:pPr marL="12700" algn="ctr">
              <a:lnSpc>
                <a:spcPct val="100000"/>
              </a:lnSpc>
              <a:spcBef>
                <a:spcPts val="100"/>
              </a:spcBef>
            </a:pPr>
            <a:r>
              <a:rPr lang="en-US" sz="1200" spc="-30">
                <a:solidFill>
                  <a:schemeClr val="bg1"/>
                </a:solidFill>
                <a:latin typeface="Arial" panose="020B0604020202020204" pitchFamily="34" charset="0"/>
                <a:cs typeface="Arial" panose="020B0604020202020204" pitchFamily="34" charset="0"/>
              </a:rPr>
              <a:t>-2%</a:t>
            </a:r>
            <a:endParaRPr sz="1200">
              <a:solidFill>
                <a:schemeClr val="bg1"/>
              </a:solidFill>
              <a:latin typeface="Arial" panose="020B0604020202020204" pitchFamily="34" charset="0"/>
              <a:cs typeface="Arial" panose="020B0604020202020204" pitchFamily="34" charset="0"/>
            </a:endParaRPr>
          </a:p>
        </p:txBody>
      </p:sp>
      <p:sp>
        <p:nvSpPr>
          <p:cNvPr id="219" name="object 56">
            <a:extLst>
              <a:ext uri="{FF2B5EF4-FFF2-40B4-BE49-F238E27FC236}">
                <a16:creationId xmlns:a16="http://schemas.microsoft.com/office/drawing/2014/main" id="{6AE388AA-B0E7-A044-A294-6824F6CDBA7F}"/>
              </a:ext>
            </a:extLst>
          </p:cNvPr>
          <p:cNvSpPr txBox="1"/>
          <p:nvPr/>
        </p:nvSpPr>
        <p:spPr>
          <a:xfrm>
            <a:off x="2677015" y="4929973"/>
            <a:ext cx="420515" cy="197490"/>
          </a:xfrm>
          <a:prstGeom prst="rect">
            <a:avLst/>
          </a:prstGeom>
          <a:ln>
            <a:noFill/>
          </a:ln>
        </p:spPr>
        <p:txBody>
          <a:bodyPr vert="horz" wrap="square" lIns="0" tIns="12700" rIns="0" bIns="0" rtlCol="0">
            <a:spAutoFit/>
          </a:bodyPr>
          <a:lstStyle/>
          <a:p>
            <a:pPr marL="12700" algn="ctr">
              <a:lnSpc>
                <a:spcPct val="100000"/>
              </a:lnSpc>
              <a:spcBef>
                <a:spcPts val="100"/>
              </a:spcBef>
            </a:pPr>
            <a:r>
              <a:rPr lang="en-US" sz="1200" spc="-30">
                <a:solidFill>
                  <a:schemeClr val="bg1"/>
                </a:solidFill>
                <a:latin typeface="Arial" panose="020B0604020202020204" pitchFamily="34" charset="0"/>
                <a:cs typeface="Arial" panose="020B0604020202020204" pitchFamily="34" charset="0"/>
              </a:rPr>
              <a:t>-2%</a:t>
            </a:r>
            <a:endParaRPr sz="1200">
              <a:solidFill>
                <a:schemeClr val="bg1"/>
              </a:solidFill>
              <a:latin typeface="Arial" panose="020B0604020202020204" pitchFamily="34" charset="0"/>
              <a:cs typeface="Arial" panose="020B0604020202020204" pitchFamily="34" charset="0"/>
            </a:endParaRPr>
          </a:p>
        </p:txBody>
      </p:sp>
      <p:sp>
        <p:nvSpPr>
          <p:cNvPr id="220" name="object 56">
            <a:extLst>
              <a:ext uri="{FF2B5EF4-FFF2-40B4-BE49-F238E27FC236}">
                <a16:creationId xmlns:a16="http://schemas.microsoft.com/office/drawing/2014/main" id="{B7041693-1982-184B-BE06-5967D4E22661}"/>
              </a:ext>
            </a:extLst>
          </p:cNvPr>
          <p:cNvSpPr txBox="1"/>
          <p:nvPr/>
        </p:nvSpPr>
        <p:spPr>
          <a:xfrm>
            <a:off x="3297178" y="4923208"/>
            <a:ext cx="420515" cy="197490"/>
          </a:xfrm>
          <a:prstGeom prst="rect">
            <a:avLst/>
          </a:prstGeom>
          <a:ln>
            <a:noFill/>
          </a:ln>
        </p:spPr>
        <p:txBody>
          <a:bodyPr vert="horz" wrap="square" lIns="0" tIns="12700" rIns="0" bIns="0" rtlCol="0">
            <a:spAutoFit/>
          </a:bodyPr>
          <a:lstStyle/>
          <a:p>
            <a:pPr marL="12700" algn="ctr">
              <a:lnSpc>
                <a:spcPct val="100000"/>
              </a:lnSpc>
              <a:spcBef>
                <a:spcPts val="100"/>
              </a:spcBef>
            </a:pPr>
            <a:r>
              <a:rPr lang="en-US" sz="1200" spc="-30">
                <a:solidFill>
                  <a:schemeClr val="bg1"/>
                </a:solidFill>
                <a:latin typeface="Arial" panose="020B0604020202020204" pitchFamily="34" charset="0"/>
                <a:cs typeface="Arial" panose="020B0604020202020204" pitchFamily="34" charset="0"/>
              </a:rPr>
              <a:t>-2%</a:t>
            </a:r>
            <a:endParaRPr sz="1200">
              <a:solidFill>
                <a:schemeClr val="bg1"/>
              </a:solidFill>
              <a:latin typeface="Arial" panose="020B0604020202020204" pitchFamily="34" charset="0"/>
              <a:cs typeface="Arial" panose="020B0604020202020204" pitchFamily="34" charset="0"/>
            </a:endParaRPr>
          </a:p>
        </p:txBody>
      </p:sp>
      <p:sp>
        <p:nvSpPr>
          <p:cNvPr id="221" name="object 56">
            <a:extLst>
              <a:ext uri="{FF2B5EF4-FFF2-40B4-BE49-F238E27FC236}">
                <a16:creationId xmlns:a16="http://schemas.microsoft.com/office/drawing/2014/main" id="{65DA32BE-9CF5-D54C-8999-3E65CF2ADBE1}"/>
              </a:ext>
            </a:extLst>
          </p:cNvPr>
          <p:cNvSpPr txBox="1"/>
          <p:nvPr/>
        </p:nvSpPr>
        <p:spPr>
          <a:xfrm>
            <a:off x="2660967" y="3724745"/>
            <a:ext cx="420515" cy="302647"/>
          </a:xfrm>
          <a:prstGeom prst="rect">
            <a:avLst/>
          </a:prstGeom>
          <a:ln>
            <a:noFill/>
          </a:ln>
        </p:spPr>
        <p:txBody>
          <a:bodyPr vert="horz" wrap="square" lIns="0" tIns="12700" rIns="0" bIns="0" rtlCol="0">
            <a:spAutoFit/>
          </a:bodyPr>
          <a:lstStyle/>
          <a:p>
            <a:pPr marL="12700" algn="ctr">
              <a:lnSpc>
                <a:spcPct val="100000"/>
              </a:lnSpc>
              <a:spcBef>
                <a:spcPts val="100"/>
              </a:spcBef>
            </a:pPr>
            <a:r>
              <a:rPr lang="en-US" sz="900" spc="-30">
                <a:solidFill>
                  <a:schemeClr val="bg1"/>
                </a:solidFill>
                <a:latin typeface="Arial" panose="020B0604020202020204" pitchFamily="34" charset="0"/>
                <a:cs typeface="Arial" panose="020B0604020202020204" pitchFamily="34" charset="0"/>
              </a:rPr>
              <a:t>Parcel</a:t>
            </a:r>
          </a:p>
          <a:p>
            <a:pPr marL="12700" algn="ctr">
              <a:lnSpc>
                <a:spcPct val="100000"/>
              </a:lnSpc>
              <a:spcBef>
                <a:spcPts val="100"/>
              </a:spcBef>
            </a:pPr>
            <a:r>
              <a:rPr lang="en-US" sz="900" spc="-30">
                <a:solidFill>
                  <a:schemeClr val="bg1"/>
                </a:solidFill>
                <a:latin typeface="Arial" panose="020B0604020202020204" pitchFamily="34" charset="0"/>
                <a:cs typeface="Arial" panose="020B0604020202020204" pitchFamily="34" charset="0"/>
              </a:rPr>
              <a:t>Box</a:t>
            </a:r>
            <a:endParaRPr sz="900">
              <a:solidFill>
                <a:schemeClr val="bg1"/>
              </a:solidFill>
              <a:latin typeface="Arial" panose="020B0604020202020204" pitchFamily="34" charset="0"/>
              <a:cs typeface="Arial" panose="020B0604020202020204" pitchFamily="34" charset="0"/>
            </a:endParaRPr>
          </a:p>
        </p:txBody>
      </p:sp>
      <p:sp>
        <p:nvSpPr>
          <p:cNvPr id="222" name="object 56">
            <a:extLst>
              <a:ext uri="{FF2B5EF4-FFF2-40B4-BE49-F238E27FC236}">
                <a16:creationId xmlns:a16="http://schemas.microsoft.com/office/drawing/2014/main" id="{F40D08C8-9B99-ED42-8CF0-184F446C5459}"/>
              </a:ext>
            </a:extLst>
          </p:cNvPr>
          <p:cNvSpPr txBox="1"/>
          <p:nvPr/>
        </p:nvSpPr>
        <p:spPr>
          <a:xfrm>
            <a:off x="3297178" y="3694728"/>
            <a:ext cx="420515" cy="289823"/>
          </a:xfrm>
          <a:prstGeom prst="rect">
            <a:avLst/>
          </a:prstGeom>
          <a:ln>
            <a:noFill/>
          </a:ln>
        </p:spPr>
        <p:txBody>
          <a:bodyPr vert="horz" wrap="square" lIns="0" tIns="12700" rIns="0" bIns="0" rtlCol="0">
            <a:spAutoFit/>
          </a:bodyPr>
          <a:lstStyle/>
          <a:p>
            <a:pPr marL="12700" algn="ctr">
              <a:lnSpc>
                <a:spcPct val="100000"/>
              </a:lnSpc>
              <a:spcBef>
                <a:spcPts val="100"/>
              </a:spcBef>
            </a:pPr>
            <a:r>
              <a:rPr lang="en-US" sz="900" spc="-30">
                <a:solidFill>
                  <a:schemeClr val="bg1"/>
                </a:solidFill>
                <a:latin typeface="Arial" panose="020B0604020202020204" pitchFamily="34" charset="0"/>
                <a:cs typeface="Arial" panose="020B0604020202020204" pitchFamily="34" charset="0"/>
              </a:rPr>
              <a:t>Truck Delivery</a:t>
            </a:r>
            <a:endParaRPr sz="900">
              <a:solidFill>
                <a:schemeClr val="bg1"/>
              </a:solidFill>
              <a:latin typeface="Arial" panose="020B0604020202020204" pitchFamily="34" charset="0"/>
              <a:cs typeface="Arial" panose="020B0604020202020204" pitchFamily="34" charset="0"/>
            </a:endParaRPr>
          </a:p>
        </p:txBody>
      </p:sp>
      <p:sp>
        <p:nvSpPr>
          <p:cNvPr id="223" name="object 56">
            <a:extLst>
              <a:ext uri="{FF2B5EF4-FFF2-40B4-BE49-F238E27FC236}">
                <a16:creationId xmlns:a16="http://schemas.microsoft.com/office/drawing/2014/main" id="{81A2838F-0712-1B4C-BEA2-11E6010043B3}"/>
              </a:ext>
            </a:extLst>
          </p:cNvPr>
          <p:cNvSpPr txBox="1"/>
          <p:nvPr/>
        </p:nvSpPr>
        <p:spPr>
          <a:xfrm>
            <a:off x="3834155" y="3753522"/>
            <a:ext cx="420515" cy="151323"/>
          </a:xfrm>
          <a:prstGeom prst="rect">
            <a:avLst/>
          </a:prstGeom>
          <a:ln>
            <a:noFill/>
          </a:ln>
        </p:spPr>
        <p:txBody>
          <a:bodyPr vert="horz" wrap="square" lIns="0" tIns="12700" rIns="0" bIns="0" rtlCol="0">
            <a:spAutoFit/>
          </a:bodyPr>
          <a:lstStyle/>
          <a:p>
            <a:pPr marL="12700" algn="ctr">
              <a:lnSpc>
                <a:spcPct val="100000"/>
              </a:lnSpc>
              <a:spcBef>
                <a:spcPts val="100"/>
              </a:spcBef>
            </a:pPr>
            <a:r>
              <a:rPr lang="en-US" sz="900" spc="-30">
                <a:solidFill>
                  <a:schemeClr val="bg1"/>
                </a:solidFill>
                <a:latin typeface="Arial" panose="020B0604020202020204" pitchFamily="34" charset="0"/>
                <a:cs typeface="Arial" panose="020B0604020202020204" pitchFamily="34" charset="0"/>
              </a:rPr>
              <a:t>SDS</a:t>
            </a:r>
            <a:endParaRPr sz="900">
              <a:solidFill>
                <a:schemeClr val="bg1"/>
              </a:solidFill>
              <a:latin typeface="Arial" panose="020B0604020202020204" pitchFamily="34" charset="0"/>
              <a:cs typeface="Arial" panose="020B0604020202020204" pitchFamily="34" charset="0"/>
            </a:endParaRPr>
          </a:p>
        </p:txBody>
      </p:sp>
      <p:sp>
        <p:nvSpPr>
          <p:cNvPr id="224" name="object 56">
            <a:extLst>
              <a:ext uri="{FF2B5EF4-FFF2-40B4-BE49-F238E27FC236}">
                <a16:creationId xmlns:a16="http://schemas.microsoft.com/office/drawing/2014/main" id="{6A3CD571-DE2C-0F4A-A98C-63D9FC7D5A5C}"/>
              </a:ext>
            </a:extLst>
          </p:cNvPr>
          <p:cNvSpPr txBox="1"/>
          <p:nvPr/>
        </p:nvSpPr>
        <p:spPr>
          <a:xfrm>
            <a:off x="4366821" y="3659599"/>
            <a:ext cx="420515" cy="302647"/>
          </a:xfrm>
          <a:prstGeom prst="rect">
            <a:avLst/>
          </a:prstGeom>
          <a:ln>
            <a:noFill/>
          </a:ln>
        </p:spPr>
        <p:txBody>
          <a:bodyPr vert="horz" wrap="square" lIns="0" tIns="12700" rIns="0" bIns="0" rtlCol="0">
            <a:spAutoFit/>
          </a:bodyPr>
          <a:lstStyle/>
          <a:p>
            <a:pPr marL="12700" algn="ctr">
              <a:lnSpc>
                <a:spcPct val="100000"/>
              </a:lnSpc>
              <a:spcBef>
                <a:spcPts val="100"/>
              </a:spcBef>
            </a:pPr>
            <a:r>
              <a:rPr lang="en-US" sz="900" spc="-30">
                <a:solidFill>
                  <a:schemeClr val="bg1"/>
                </a:solidFill>
                <a:latin typeface="Arial" panose="020B0604020202020204" pitchFamily="34" charset="0"/>
                <a:cs typeface="Arial" panose="020B0604020202020204" pitchFamily="34" charset="0"/>
              </a:rPr>
              <a:t>Parcel</a:t>
            </a:r>
          </a:p>
          <a:p>
            <a:pPr marL="12700" algn="ctr">
              <a:lnSpc>
                <a:spcPct val="100000"/>
              </a:lnSpc>
              <a:spcBef>
                <a:spcPts val="100"/>
              </a:spcBef>
            </a:pPr>
            <a:r>
              <a:rPr lang="en-US" sz="900" spc="-30">
                <a:solidFill>
                  <a:schemeClr val="bg1"/>
                </a:solidFill>
                <a:latin typeface="Arial" panose="020B0604020202020204" pitchFamily="34" charset="0"/>
                <a:cs typeface="Arial" panose="020B0604020202020204" pitchFamily="34" charset="0"/>
              </a:rPr>
              <a:t>Locker</a:t>
            </a:r>
            <a:endParaRPr sz="900">
              <a:solidFill>
                <a:schemeClr val="bg1"/>
              </a:solidFill>
              <a:latin typeface="Arial" panose="020B0604020202020204" pitchFamily="34" charset="0"/>
              <a:cs typeface="Arial" panose="020B0604020202020204" pitchFamily="34" charset="0"/>
            </a:endParaRPr>
          </a:p>
        </p:txBody>
      </p:sp>
      <p:sp>
        <p:nvSpPr>
          <p:cNvPr id="225" name="object 56">
            <a:extLst>
              <a:ext uri="{FF2B5EF4-FFF2-40B4-BE49-F238E27FC236}">
                <a16:creationId xmlns:a16="http://schemas.microsoft.com/office/drawing/2014/main" id="{F2B7220B-A0F1-E342-AFA9-3723B1C5CABC}"/>
              </a:ext>
            </a:extLst>
          </p:cNvPr>
          <p:cNvSpPr txBox="1"/>
          <p:nvPr/>
        </p:nvSpPr>
        <p:spPr>
          <a:xfrm>
            <a:off x="4999418" y="3686276"/>
            <a:ext cx="420515" cy="289823"/>
          </a:xfrm>
          <a:prstGeom prst="rect">
            <a:avLst/>
          </a:prstGeom>
          <a:ln>
            <a:noFill/>
          </a:ln>
        </p:spPr>
        <p:txBody>
          <a:bodyPr vert="horz" wrap="square" lIns="0" tIns="12700" rIns="0" bIns="0" rtlCol="0">
            <a:spAutoFit/>
          </a:bodyPr>
          <a:lstStyle/>
          <a:p>
            <a:pPr marL="12700" algn="ctr">
              <a:lnSpc>
                <a:spcPct val="100000"/>
              </a:lnSpc>
              <a:spcBef>
                <a:spcPts val="100"/>
              </a:spcBef>
            </a:pPr>
            <a:r>
              <a:rPr lang="en-US" sz="900" spc="-30">
                <a:solidFill>
                  <a:schemeClr val="bg1"/>
                </a:solidFill>
                <a:latin typeface="Arial" panose="020B0604020202020204" pitchFamily="34" charset="0"/>
                <a:cs typeface="Arial" panose="020B0604020202020204" pitchFamily="34" charset="0"/>
              </a:rPr>
              <a:t>Office Delivery</a:t>
            </a:r>
            <a:endParaRPr sz="900">
              <a:solidFill>
                <a:schemeClr val="bg1"/>
              </a:solidFill>
              <a:latin typeface="Arial" panose="020B0604020202020204" pitchFamily="34" charset="0"/>
              <a:cs typeface="Arial" panose="020B0604020202020204" pitchFamily="34" charset="0"/>
            </a:endParaRPr>
          </a:p>
        </p:txBody>
      </p:sp>
      <p:sp>
        <p:nvSpPr>
          <p:cNvPr id="226" name="object 56">
            <a:extLst>
              <a:ext uri="{FF2B5EF4-FFF2-40B4-BE49-F238E27FC236}">
                <a16:creationId xmlns:a16="http://schemas.microsoft.com/office/drawing/2014/main" id="{B263D71D-7150-BD4E-A37B-6BF57E41CAF8}"/>
              </a:ext>
            </a:extLst>
          </p:cNvPr>
          <p:cNvSpPr txBox="1"/>
          <p:nvPr/>
        </p:nvSpPr>
        <p:spPr>
          <a:xfrm>
            <a:off x="5588433" y="3748564"/>
            <a:ext cx="420515" cy="151323"/>
          </a:xfrm>
          <a:prstGeom prst="rect">
            <a:avLst/>
          </a:prstGeom>
          <a:ln>
            <a:noFill/>
          </a:ln>
        </p:spPr>
        <p:txBody>
          <a:bodyPr vert="horz" wrap="square" lIns="0" tIns="12700" rIns="0" bIns="0" rtlCol="0">
            <a:spAutoFit/>
          </a:bodyPr>
          <a:lstStyle/>
          <a:p>
            <a:pPr marL="12700" algn="ctr">
              <a:lnSpc>
                <a:spcPct val="100000"/>
              </a:lnSpc>
              <a:spcBef>
                <a:spcPts val="100"/>
              </a:spcBef>
            </a:pPr>
            <a:r>
              <a:rPr lang="en-US" sz="900" spc="-30">
                <a:solidFill>
                  <a:schemeClr val="bg1"/>
                </a:solidFill>
                <a:latin typeface="Arial" panose="020B0604020202020204" pitchFamily="34" charset="0"/>
                <a:cs typeface="Arial" panose="020B0604020202020204" pitchFamily="34" charset="0"/>
              </a:rPr>
              <a:t>UCC</a:t>
            </a:r>
            <a:endParaRPr sz="900">
              <a:solidFill>
                <a:schemeClr val="bg1"/>
              </a:solidFill>
              <a:latin typeface="Arial" panose="020B0604020202020204" pitchFamily="34" charset="0"/>
              <a:cs typeface="Arial" panose="020B0604020202020204" pitchFamily="34" charset="0"/>
            </a:endParaRPr>
          </a:p>
        </p:txBody>
      </p:sp>
      <p:sp>
        <p:nvSpPr>
          <p:cNvPr id="227" name="object 56">
            <a:extLst>
              <a:ext uri="{FF2B5EF4-FFF2-40B4-BE49-F238E27FC236}">
                <a16:creationId xmlns:a16="http://schemas.microsoft.com/office/drawing/2014/main" id="{6D25F094-F37C-684C-A2D1-066830CBE071}"/>
              </a:ext>
            </a:extLst>
          </p:cNvPr>
          <p:cNvSpPr txBox="1"/>
          <p:nvPr/>
        </p:nvSpPr>
        <p:spPr>
          <a:xfrm>
            <a:off x="6165848" y="3682044"/>
            <a:ext cx="420515" cy="289823"/>
          </a:xfrm>
          <a:prstGeom prst="rect">
            <a:avLst/>
          </a:prstGeom>
          <a:ln>
            <a:noFill/>
          </a:ln>
        </p:spPr>
        <p:txBody>
          <a:bodyPr vert="horz" wrap="square" lIns="0" tIns="12700" rIns="0" bIns="0" rtlCol="0">
            <a:spAutoFit/>
          </a:bodyPr>
          <a:lstStyle/>
          <a:p>
            <a:pPr marL="12700" algn="ctr">
              <a:lnSpc>
                <a:spcPct val="100000"/>
              </a:lnSpc>
              <a:spcBef>
                <a:spcPts val="100"/>
              </a:spcBef>
            </a:pPr>
            <a:r>
              <a:rPr lang="en-US" sz="900" spc="-30">
                <a:solidFill>
                  <a:schemeClr val="bg1"/>
                </a:solidFill>
                <a:latin typeface="Arial" panose="020B0604020202020204" pitchFamily="34" charset="0"/>
                <a:cs typeface="Arial" panose="020B0604020202020204" pitchFamily="34" charset="0"/>
              </a:rPr>
              <a:t>Load pooling</a:t>
            </a:r>
            <a:endParaRPr sz="900">
              <a:solidFill>
                <a:schemeClr val="bg1"/>
              </a:solidFill>
              <a:latin typeface="Arial" panose="020B0604020202020204" pitchFamily="34" charset="0"/>
              <a:cs typeface="Arial" panose="020B0604020202020204" pitchFamily="34" charset="0"/>
            </a:endParaRPr>
          </a:p>
        </p:txBody>
      </p:sp>
      <p:sp>
        <p:nvSpPr>
          <p:cNvPr id="228" name="object 56">
            <a:extLst>
              <a:ext uri="{FF2B5EF4-FFF2-40B4-BE49-F238E27FC236}">
                <a16:creationId xmlns:a16="http://schemas.microsoft.com/office/drawing/2014/main" id="{FB33A9A5-C4A8-9449-AEEA-8B8609AA331E}"/>
              </a:ext>
            </a:extLst>
          </p:cNvPr>
          <p:cNvSpPr txBox="1"/>
          <p:nvPr/>
        </p:nvSpPr>
        <p:spPr>
          <a:xfrm>
            <a:off x="6731343" y="3696985"/>
            <a:ext cx="420515" cy="289823"/>
          </a:xfrm>
          <a:prstGeom prst="rect">
            <a:avLst/>
          </a:prstGeom>
          <a:ln>
            <a:noFill/>
          </a:ln>
        </p:spPr>
        <p:txBody>
          <a:bodyPr vert="horz" wrap="square" lIns="0" tIns="12700" rIns="0" bIns="0" rtlCol="0">
            <a:spAutoFit/>
          </a:bodyPr>
          <a:lstStyle/>
          <a:p>
            <a:pPr marL="12700" algn="ctr">
              <a:lnSpc>
                <a:spcPct val="100000"/>
              </a:lnSpc>
              <a:spcBef>
                <a:spcPts val="100"/>
              </a:spcBef>
            </a:pPr>
            <a:r>
              <a:rPr lang="en-US" sz="900" spc="-30">
                <a:solidFill>
                  <a:schemeClr val="bg1"/>
                </a:solidFill>
                <a:latin typeface="Arial" panose="020B0604020202020204" pitchFamily="34" charset="0"/>
                <a:cs typeface="Arial" panose="020B0604020202020204" pitchFamily="34" charset="0"/>
              </a:rPr>
              <a:t>Micro-hubs</a:t>
            </a:r>
            <a:endParaRPr sz="900">
              <a:solidFill>
                <a:schemeClr val="bg1"/>
              </a:solidFill>
              <a:latin typeface="Arial" panose="020B0604020202020204" pitchFamily="34" charset="0"/>
              <a:cs typeface="Arial" panose="020B0604020202020204" pitchFamily="34" charset="0"/>
            </a:endParaRPr>
          </a:p>
        </p:txBody>
      </p:sp>
      <p:sp>
        <p:nvSpPr>
          <p:cNvPr id="229" name="object 56">
            <a:extLst>
              <a:ext uri="{FF2B5EF4-FFF2-40B4-BE49-F238E27FC236}">
                <a16:creationId xmlns:a16="http://schemas.microsoft.com/office/drawing/2014/main" id="{866463E5-0486-0A43-9807-44D41257E9AB}"/>
              </a:ext>
            </a:extLst>
          </p:cNvPr>
          <p:cNvSpPr txBox="1"/>
          <p:nvPr/>
        </p:nvSpPr>
        <p:spPr>
          <a:xfrm>
            <a:off x="7317617" y="3702453"/>
            <a:ext cx="498398" cy="289823"/>
          </a:xfrm>
          <a:prstGeom prst="rect">
            <a:avLst/>
          </a:prstGeom>
          <a:ln>
            <a:noFill/>
          </a:ln>
        </p:spPr>
        <p:txBody>
          <a:bodyPr vert="horz" wrap="square" lIns="0" tIns="12700" rIns="0" bIns="0" rtlCol="0">
            <a:spAutoFit/>
          </a:bodyPr>
          <a:lstStyle/>
          <a:p>
            <a:pPr marL="12700" algn="ctr">
              <a:lnSpc>
                <a:spcPct val="100000"/>
              </a:lnSpc>
              <a:spcBef>
                <a:spcPts val="100"/>
              </a:spcBef>
            </a:pPr>
            <a:r>
              <a:rPr lang="en-US" sz="900" spc="-30">
                <a:solidFill>
                  <a:schemeClr val="bg1"/>
                </a:solidFill>
                <a:latin typeface="Arial" panose="020B0604020202020204" pitchFamily="34" charset="0"/>
                <a:cs typeface="Arial" panose="020B0604020202020204" pitchFamily="34" charset="0"/>
              </a:rPr>
              <a:t>Dynamic Rerouting</a:t>
            </a:r>
            <a:endParaRPr sz="900">
              <a:solidFill>
                <a:schemeClr val="bg1"/>
              </a:solidFill>
              <a:latin typeface="Arial" panose="020B0604020202020204" pitchFamily="34" charset="0"/>
              <a:cs typeface="Arial" panose="020B0604020202020204" pitchFamily="34" charset="0"/>
            </a:endParaRPr>
          </a:p>
        </p:txBody>
      </p:sp>
      <p:sp>
        <p:nvSpPr>
          <p:cNvPr id="231" name="object 56">
            <a:extLst>
              <a:ext uri="{FF2B5EF4-FFF2-40B4-BE49-F238E27FC236}">
                <a16:creationId xmlns:a16="http://schemas.microsoft.com/office/drawing/2014/main" id="{86F6521D-E46C-B64F-9584-25559CDAF344}"/>
              </a:ext>
            </a:extLst>
          </p:cNvPr>
          <p:cNvSpPr txBox="1"/>
          <p:nvPr/>
        </p:nvSpPr>
        <p:spPr>
          <a:xfrm>
            <a:off x="7917028" y="3771702"/>
            <a:ext cx="498398" cy="151323"/>
          </a:xfrm>
          <a:prstGeom prst="rect">
            <a:avLst/>
          </a:prstGeom>
          <a:ln>
            <a:noFill/>
          </a:ln>
        </p:spPr>
        <p:txBody>
          <a:bodyPr vert="horz" wrap="square" lIns="0" tIns="12700" rIns="0" bIns="0" rtlCol="0">
            <a:spAutoFit/>
          </a:bodyPr>
          <a:lstStyle/>
          <a:p>
            <a:pPr marL="12700" algn="ctr">
              <a:lnSpc>
                <a:spcPct val="100000"/>
              </a:lnSpc>
              <a:spcBef>
                <a:spcPts val="100"/>
              </a:spcBef>
            </a:pPr>
            <a:r>
              <a:rPr lang="en-US" sz="900" spc="-30">
                <a:solidFill>
                  <a:schemeClr val="bg1"/>
                </a:solidFill>
                <a:latin typeface="Arial" panose="020B0604020202020204" pitchFamily="34" charset="0"/>
                <a:cs typeface="Arial" panose="020B0604020202020204" pitchFamily="34" charset="0"/>
              </a:rPr>
              <a:t>TMS</a:t>
            </a:r>
            <a:endParaRPr sz="90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3424754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sp>
        <p:nvSpPr>
          <p:cNvPr id="280" name="object 49">
            <a:extLst>
              <a:ext uri="{FF2B5EF4-FFF2-40B4-BE49-F238E27FC236}">
                <a16:creationId xmlns:a16="http://schemas.microsoft.com/office/drawing/2014/main" id="{BC1B0E2D-B555-1140-8375-F6B509C63E74}"/>
              </a:ext>
            </a:extLst>
          </p:cNvPr>
          <p:cNvSpPr txBox="1"/>
          <p:nvPr/>
        </p:nvSpPr>
        <p:spPr>
          <a:xfrm>
            <a:off x="6055403" y="7682072"/>
            <a:ext cx="836930" cy="147320"/>
          </a:xfrm>
          <a:prstGeom prst="rect">
            <a:avLst/>
          </a:prstGeom>
        </p:spPr>
        <p:txBody>
          <a:bodyPr vert="horz" wrap="square" lIns="0" tIns="12700" rIns="0" bIns="0" rtlCol="0">
            <a:spAutoFit/>
          </a:bodyPr>
          <a:lstStyle/>
          <a:p>
            <a:pPr marL="12700">
              <a:lnSpc>
                <a:spcPct val="100000"/>
              </a:lnSpc>
              <a:spcBef>
                <a:spcPts val="100"/>
              </a:spcBef>
            </a:pPr>
            <a:r>
              <a:rPr sz="800" spc="-10">
                <a:solidFill>
                  <a:srgbClr val="4D4D4F"/>
                </a:solidFill>
                <a:latin typeface="Arial MT"/>
                <a:cs typeface="Arial MT"/>
              </a:rPr>
              <a:t>Night-time</a:t>
            </a:r>
            <a:r>
              <a:rPr sz="800" spc="-30">
                <a:solidFill>
                  <a:srgbClr val="4D4D4F"/>
                </a:solidFill>
                <a:latin typeface="Arial MT"/>
                <a:cs typeface="Arial MT"/>
              </a:rPr>
              <a:t> </a:t>
            </a:r>
            <a:r>
              <a:rPr sz="800" spc="-25">
                <a:solidFill>
                  <a:srgbClr val="4D4D4F"/>
                </a:solidFill>
                <a:latin typeface="Arial MT"/>
                <a:cs typeface="Arial MT"/>
              </a:rPr>
              <a:t>delivery</a:t>
            </a:r>
            <a:endParaRPr sz="800">
              <a:latin typeface="Arial MT"/>
              <a:cs typeface="Arial MT"/>
            </a:endParaRPr>
          </a:p>
        </p:txBody>
      </p:sp>
      <p:sp>
        <p:nvSpPr>
          <p:cNvPr id="284" name="object 57">
            <a:extLst>
              <a:ext uri="{FF2B5EF4-FFF2-40B4-BE49-F238E27FC236}">
                <a16:creationId xmlns:a16="http://schemas.microsoft.com/office/drawing/2014/main" id="{48D33D04-A790-9143-87DE-6E065E4CBDD2}"/>
              </a:ext>
            </a:extLst>
          </p:cNvPr>
          <p:cNvSpPr txBox="1"/>
          <p:nvPr/>
        </p:nvSpPr>
        <p:spPr>
          <a:xfrm>
            <a:off x="237612" y="87528"/>
            <a:ext cx="4850113" cy="192360"/>
          </a:xfrm>
          <a:prstGeom prst="rect">
            <a:avLst/>
          </a:prstGeom>
        </p:spPr>
        <p:txBody>
          <a:bodyPr vert="horz" wrap="square" lIns="0" tIns="12700" rIns="0" bIns="0" rtlCol="0">
            <a:spAutoFit/>
          </a:bodyPr>
          <a:lstStyle/>
          <a:p>
            <a:pPr marL="12700">
              <a:lnSpc>
                <a:spcPts val="1360"/>
              </a:lnSpc>
            </a:pPr>
            <a:r>
              <a:rPr lang="en-IN" sz="1400" b="1" spc="15">
                <a:solidFill>
                  <a:srgbClr val="00539B"/>
                </a:solidFill>
                <a:latin typeface="Arial MT"/>
                <a:cs typeface="Arial MT"/>
              </a:rPr>
              <a:t>Overview</a:t>
            </a:r>
            <a:r>
              <a:rPr lang="en-IN" sz="1400" b="1" spc="5">
                <a:solidFill>
                  <a:srgbClr val="00539B"/>
                </a:solidFill>
                <a:latin typeface="Arial MT"/>
                <a:cs typeface="Arial MT"/>
              </a:rPr>
              <a:t> </a:t>
            </a:r>
            <a:r>
              <a:rPr lang="en-IN" sz="1400" b="1" spc="40">
                <a:solidFill>
                  <a:srgbClr val="00539B"/>
                </a:solidFill>
                <a:latin typeface="Arial MT"/>
                <a:cs typeface="Arial MT"/>
              </a:rPr>
              <a:t>of</a:t>
            </a:r>
            <a:r>
              <a:rPr lang="en-IN" sz="1400" b="1" spc="5">
                <a:solidFill>
                  <a:srgbClr val="00539B"/>
                </a:solidFill>
                <a:latin typeface="Arial MT"/>
                <a:cs typeface="Arial MT"/>
              </a:rPr>
              <a:t> proposed </a:t>
            </a:r>
            <a:r>
              <a:rPr lang="en-IN" sz="1400" b="1" spc="25">
                <a:solidFill>
                  <a:srgbClr val="00539B"/>
                </a:solidFill>
                <a:latin typeface="Arial MT"/>
                <a:cs typeface="Arial MT"/>
              </a:rPr>
              <a:t>interventions at the last mile</a:t>
            </a:r>
            <a:endParaRPr lang="en-IN" sz="1400" b="1">
              <a:latin typeface="Arial MT"/>
              <a:cs typeface="Arial MT"/>
            </a:endParaRPr>
          </a:p>
        </p:txBody>
      </p:sp>
      <p:sp>
        <p:nvSpPr>
          <p:cNvPr id="456" name="object 265">
            <a:extLst>
              <a:ext uri="{FF2B5EF4-FFF2-40B4-BE49-F238E27FC236}">
                <a16:creationId xmlns:a16="http://schemas.microsoft.com/office/drawing/2014/main" id="{3B148CA0-9CC3-5149-8377-FAEC3B44BE51}"/>
              </a:ext>
            </a:extLst>
          </p:cNvPr>
          <p:cNvSpPr/>
          <p:nvPr/>
        </p:nvSpPr>
        <p:spPr>
          <a:xfrm>
            <a:off x="1610410" y="1680220"/>
            <a:ext cx="0" cy="6231890"/>
          </a:xfrm>
          <a:custGeom>
            <a:avLst/>
            <a:gdLst/>
            <a:ahLst/>
            <a:cxnLst/>
            <a:rect l="l" t="t" r="r" b="b"/>
            <a:pathLst>
              <a:path h="6231890">
                <a:moveTo>
                  <a:pt x="0" y="0"/>
                </a:moveTo>
                <a:lnTo>
                  <a:pt x="0" y="0"/>
                </a:lnTo>
              </a:path>
              <a:path h="6231890">
                <a:moveTo>
                  <a:pt x="0" y="6231724"/>
                </a:moveTo>
                <a:lnTo>
                  <a:pt x="0" y="6231724"/>
                </a:lnTo>
              </a:path>
            </a:pathLst>
          </a:custGeom>
          <a:ln w="12700">
            <a:solidFill>
              <a:srgbClr val="C7C8CA"/>
            </a:solidFill>
          </a:ln>
        </p:spPr>
        <p:txBody>
          <a:bodyPr wrap="square" lIns="0" tIns="0" rIns="0" bIns="0" rtlCol="0"/>
          <a:lstStyle/>
          <a:p>
            <a:endParaRPr/>
          </a:p>
        </p:txBody>
      </p:sp>
      <p:sp>
        <p:nvSpPr>
          <p:cNvPr id="458" name="object 267">
            <a:extLst>
              <a:ext uri="{FF2B5EF4-FFF2-40B4-BE49-F238E27FC236}">
                <a16:creationId xmlns:a16="http://schemas.microsoft.com/office/drawing/2014/main" id="{80853F22-252F-454B-9F9B-D2673FEEDB5D}"/>
              </a:ext>
            </a:extLst>
          </p:cNvPr>
          <p:cNvSpPr/>
          <p:nvPr/>
        </p:nvSpPr>
        <p:spPr>
          <a:xfrm>
            <a:off x="2707516" y="1680220"/>
            <a:ext cx="0" cy="4714240"/>
          </a:xfrm>
          <a:custGeom>
            <a:avLst/>
            <a:gdLst/>
            <a:ahLst/>
            <a:cxnLst/>
            <a:rect l="l" t="t" r="r" b="b"/>
            <a:pathLst>
              <a:path h="4714240">
                <a:moveTo>
                  <a:pt x="0" y="0"/>
                </a:moveTo>
                <a:lnTo>
                  <a:pt x="0" y="0"/>
                </a:lnTo>
              </a:path>
              <a:path h="4714240">
                <a:moveTo>
                  <a:pt x="0" y="4714227"/>
                </a:moveTo>
                <a:lnTo>
                  <a:pt x="0" y="4714227"/>
                </a:lnTo>
              </a:path>
            </a:pathLst>
          </a:custGeom>
          <a:ln w="12700">
            <a:solidFill>
              <a:srgbClr val="C7C8CA"/>
            </a:solidFill>
          </a:ln>
        </p:spPr>
        <p:txBody>
          <a:bodyPr wrap="square" lIns="0" tIns="0" rIns="0" bIns="0" rtlCol="0"/>
          <a:lstStyle/>
          <a:p>
            <a:endParaRPr/>
          </a:p>
        </p:txBody>
      </p:sp>
      <p:sp>
        <p:nvSpPr>
          <p:cNvPr id="460" name="object 269">
            <a:extLst>
              <a:ext uri="{FF2B5EF4-FFF2-40B4-BE49-F238E27FC236}">
                <a16:creationId xmlns:a16="http://schemas.microsoft.com/office/drawing/2014/main" id="{F664D97C-23C5-6A46-90F3-F46AC9D7A1BB}"/>
              </a:ext>
            </a:extLst>
          </p:cNvPr>
          <p:cNvSpPr/>
          <p:nvPr/>
        </p:nvSpPr>
        <p:spPr>
          <a:xfrm>
            <a:off x="3806116" y="1680220"/>
            <a:ext cx="0" cy="4714240"/>
          </a:xfrm>
          <a:custGeom>
            <a:avLst/>
            <a:gdLst/>
            <a:ahLst/>
            <a:cxnLst/>
            <a:rect l="l" t="t" r="r" b="b"/>
            <a:pathLst>
              <a:path h="4714240">
                <a:moveTo>
                  <a:pt x="0" y="0"/>
                </a:moveTo>
                <a:lnTo>
                  <a:pt x="0" y="0"/>
                </a:lnTo>
              </a:path>
              <a:path h="4714240">
                <a:moveTo>
                  <a:pt x="0" y="4714227"/>
                </a:moveTo>
                <a:lnTo>
                  <a:pt x="0" y="4714227"/>
                </a:lnTo>
              </a:path>
            </a:pathLst>
          </a:custGeom>
          <a:ln w="12700">
            <a:solidFill>
              <a:srgbClr val="C7C8CA"/>
            </a:solidFill>
          </a:ln>
        </p:spPr>
        <p:txBody>
          <a:bodyPr wrap="square" lIns="0" tIns="0" rIns="0" bIns="0" rtlCol="0"/>
          <a:lstStyle/>
          <a:p>
            <a:endParaRPr/>
          </a:p>
        </p:txBody>
      </p:sp>
      <p:sp>
        <p:nvSpPr>
          <p:cNvPr id="462" name="object 271">
            <a:extLst>
              <a:ext uri="{FF2B5EF4-FFF2-40B4-BE49-F238E27FC236}">
                <a16:creationId xmlns:a16="http://schemas.microsoft.com/office/drawing/2014/main" id="{6DBEB965-EB31-7846-B14B-AA95AC22AE88}"/>
              </a:ext>
            </a:extLst>
          </p:cNvPr>
          <p:cNvSpPr/>
          <p:nvPr/>
        </p:nvSpPr>
        <p:spPr>
          <a:xfrm>
            <a:off x="4904709" y="1680220"/>
            <a:ext cx="0" cy="6231890"/>
          </a:xfrm>
          <a:custGeom>
            <a:avLst/>
            <a:gdLst/>
            <a:ahLst/>
            <a:cxnLst/>
            <a:rect l="l" t="t" r="r" b="b"/>
            <a:pathLst>
              <a:path h="6231890">
                <a:moveTo>
                  <a:pt x="0" y="0"/>
                </a:moveTo>
                <a:lnTo>
                  <a:pt x="0" y="0"/>
                </a:lnTo>
              </a:path>
              <a:path h="6231890">
                <a:moveTo>
                  <a:pt x="0" y="6231724"/>
                </a:moveTo>
                <a:lnTo>
                  <a:pt x="0" y="6231724"/>
                </a:lnTo>
              </a:path>
            </a:pathLst>
          </a:custGeom>
          <a:ln w="12700">
            <a:solidFill>
              <a:srgbClr val="C7C8CA"/>
            </a:solidFill>
          </a:ln>
        </p:spPr>
        <p:txBody>
          <a:bodyPr wrap="square" lIns="0" tIns="0" rIns="0" bIns="0" rtlCol="0"/>
          <a:lstStyle/>
          <a:p>
            <a:endParaRPr/>
          </a:p>
        </p:txBody>
      </p:sp>
      <p:sp>
        <p:nvSpPr>
          <p:cNvPr id="464" name="object 273">
            <a:extLst>
              <a:ext uri="{FF2B5EF4-FFF2-40B4-BE49-F238E27FC236}">
                <a16:creationId xmlns:a16="http://schemas.microsoft.com/office/drawing/2014/main" id="{0DEFA24F-950F-4441-B88D-D5ED8045F18F}"/>
              </a:ext>
            </a:extLst>
          </p:cNvPr>
          <p:cNvSpPr/>
          <p:nvPr/>
        </p:nvSpPr>
        <p:spPr>
          <a:xfrm>
            <a:off x="6003309" y="1680220"/>
            <a:ext cx="0" cy="6231890"/>
          </a:xfrm>
          <a:custGeom>
            <a:avLst/>
            <a:gdLst/>
            <a:ahLst/>
            <a:cxnLst/>
            <a:rect l="l" t="t" r="r" b="b"/>
            <a:pathLst>
              <a:path h="6231890">
                <a:moveTo>
                  <a:pt x="0" y="0"/>
                </a:moveTo>
                <a:lnTo>
                  <a:pt x="0" y="0"/>
                </a:lnTo>
              </a:path>
              <a:path h="6231890">
                <a:moveTo>
                  <a:pt x="0" y="6231724"/>
                </a:moveTo>
                <a:lnTo>
                  <a:pt x="0" y="6231724"/>
                </a:lnTo>
              </a:path>
            </a:pathLst>
          </a:custGeom>
          <a:ln w="12700">
            <a:solidFill>
              <a:srgbClr val="C7C8CA"/>
            </a:solidFill>
          </a:ln>
        </p:spPr>
        <p:txBody>
          <a:bodyPr wrap="square" lIns="0" tIns="0" rIns="0" bIns="0" rtlCol="0"/>
          <a:lstStyle/>
          <a:p>
            <a:endParaRPr/>
          </a:p>
        </p:txBody>
      </p:sp>
      <p:sp>
        <p:nvSpPr>
          <p:cNvPr id="252" name="object 17">
            <a:extLst>
              <a:ext uri="{FF2B5EF4-FFF2-40B4-BE49-F238E27FC236}">
                <a16:creationId xmlns:a16="http://schemas.microsoft.com/office/drawing/2014/main" id="{9A1871D6-D2F8-3A4B-A28B-4652FFD20278}"/>
              </a:ext>
            </a:extLst>
          </p:cNvPr>
          <p:cNvSpPr txBox="1"/>
          <p:nvPr/>
        </p:nvSpPr>
        <p:spPr>
          <a:xfrm>
            <a:off x="214938" y="430545"/>
            <a:ext cx="805635" cy="382156"/>
          </a:xfrm>
          <a:prstGeom prst="rect">
            <a:avLst/>
          </a:prstGeom>
          <a:ln>
            <a:solidFill>
              <a:schemeClr val="bg1">
                <a:lumMod val="65000"/>
              </a:schemeClr>
            </a:solidFill>
          </a:ln>
        </p:spPr>
        <p:txBody>
          <a:bodyPr vert="horz" wrap="square" lIns="0" tIns="12700" rIns="0" bIns="0" rtlCol="0">
            <a:spAutoFit/>
          </a:bodyPr>
          <a:lstStyle/>
          <a:p>
            <a:pPr marL="12700" marR="5080">
              <a:lnSpc>
                <a:spcPct val="100000"/>
              </a:lnSpc>
              <a:spcBef>
                <a:spcPts val="100"/>
              </a:spcBef>
            </a:pPr>
            <a:r>
              <a:rPr lang="en-IN" sz="1200" spc="5">
                <a:solidFill>
                  <a:srgbClr val="2C3354"/>
                </a:solidFill>
                <a:cs typeface="Arial MT"/>
              </a:rPr>
              <a:t>Secure </a:t>
            </a:r>
            <a:r>
              <a:rPr lang="en-IN" sz="1200" spc="10">
                <a:solidFill>
                  <a:srgbClr val="2C3354"/>
                </a:solidFill>
                <a:cs typeface="Arial MT"/>
              </a:rPr>
              <a:t> </a:t>
            </a:r>
            <a:r>
              <a:rPr lang="en-IN" sz="1200" spc="15">
                <a:solidFill>
                  <a:srgbClr val="2C3354"/>
                </a:solidFill>
                <a:cs typeface="Arial MT"/>
              </a:rPr>
              <a:t>delivery</a:t>
            </a:r>
            <a:endParaRPr lang="en-IN" sz="1200">
              <a:cs typeface="Arial MT"/>
            </a:endParaRPr>
          </a:p>
        </p:txBody>
      </p:sp>
      <p:sp>
        <p:nvSpPr>
          <p:cNvPr id="253" name="object 18">
            <a:extLst>
              <a:ext uri="{FF2B5EF4-FFF2-40B4-BE49-F238E27FC236}">
                <a16:creationId xmlns:a16="http://schemas.microsoft.com/office/drawing/2014/main" id="{DB99D116-462B-5C4F-B1A2-718E8C260C9E}"/>
              </a:ext>
            </a:extLst>
          </p:cNvPr>
          <p:cNvSpPr txBox="1"/>
          <p:nvPr/>
        </p:nvSpPr>
        <p:spPr>
          <a:xfrm>
            <a:off x="1313377" y="388980"/>
            <a:ext cx="855845" cy="382156"/>
          </a:xfrm>
          <a:prstGeom prst="rect">
            <a:avLst/>
          </a:prstGeom>
          <a:ln>
            <a:solidFill>
              <a:schemeClr val="bg1">
                <a:lumMod val="65000"/>
              </a:schemeClr>
            </a:solidFill>
          </a:ln>
        </p:spPr>
        <p:txBody>
          <a:bodyPr vert="horz" wrap="square" lIns="0" tIns="12700" rIns="0" bIns="0" rtlCol="0">
            <a:spAutoFit/>
          </a:bodyPr>
          <a:lstStyle/>
          <a:p>
            <a:pPr marL="12700" marR="5080">
              <a:lnSpc>
                <a:spcPct val="100000"/>
              </a:lnSpc>
              <a:spcBef>
                <a:spcPts val="100"/>
              </a:spcBef>
            </a:pPr>
            <a:r>
              <a:rPr lang="en-IN" sz="1200" spc="20">
                <a:solidFill>
                  <a:srgbClr val="2C3354"/>
                </a:solidFill>
                <a:cs typeface="Arial MT"/>
              </a:rPr>
              <a:t>Customer </a:t>
            </a:r>
            <a:r>
              <a:rPr lang="en-IN" sz="1200" spc="-265">
                <a:solidFill>
                  <a:srgbClr val="2C3354"/>
                </a:solidFill>
                <a:cs typeface="Arial MT"/>
              </a:rPr>
              <a:t> </a:t>
            </a:r>
            <a:r>
              <a:rPr lang="en-IN" sz="1200" spc="25">
                <a:solidFill>
                  <a:srgbClr val="2C3354"/>
                </a:solidFill>
                <a:cs typeface="Arial MT"/>
              </a:rPr>
              <a:t>movement</a:t>
            </a:r>
            <a:endParaRPr lang="en-IN" sz="1200">
              <a:cs typeface="Arial MT"/>
            </a:endParaRPr>
          </a:p>
        </p:txBody>
      </p:sp>
      <p:sp>
        <p:nvSpPr>
          <p:cNvPr id="254" name="object 19">
            <a:extLst>
              <a:ext uri="{FF2B5EF4-FFF2-40B4-BE49-F238E27FC236}">
                <a16:creationId xmlns:a16="http://schemas.microsoft.com/office/drawing/2014/main" id="{45B8AA28-9EF4-5749-922A-E5CADD780F8F}"/>
              </a:ext>
            </a:extLst>
          </p:cNvPr>
          <p:cNvSpPr txBox="1"/>
          <p:nvPr/>
        </p:nvSpPr>
        <p:spPr>
          <a:xfrm>
            <a:off x="2368776" y="462917"/>
            <a:ext cx="915151" cy="197490"/>
          </a:xfrm>
          <a:prstGeom prst="rect">
            <a:avLst/>
          </a:prstGeom>
          <a:ln>
            <a:solidFill>
              <a:schemeClr val="bg1">
                <a:lumMod val="65000"/>
              </a:schemeClr>
            </a:solidFill>
          </a:ln>
        </p:spPr>
        <p:txBody>
          <a:bodyPr vert="horz" wrap="square" lIns="0" tIns="12700" rIns="0" bIns="0" rtlCol="0">
            <a:spAutoFit/>
          </a:bodyPr>
          <a:lstStyle/>
          <a:p>
            <a:pPr marL="12700">
              <a:lnSpc>
                <a:spcPct val="100000"/>
              </a:lnSpc>
              <a:spcBef>
                <a:spcPts val="100"/>
              </a:spcBef>
            </a:pPr>
            <a:r>
              <a:rPr lang="en-IN" sz="1200" spc="25">
                <a:solidFill>
                  <a:srgbClr val="2C3354"/>
                </a:solidFill>
                <a:cs typeface="Arial MT"/>
              </a:rPr>
              <a:t>Consolidation</a:t>
            </a:r>
            <a:endParaRPr lang="en-IN" sz="1200">
              <a:cs typeface="Arial MT"/>
            </a:endParaRPr>
          </a:p>
        </p:txBody>
      </p:sp>
      <p:sp>
        <p:nvSpPr>
          <p:cNvPr id="255" name="object 20">
            <a:extLst>
              <a:ext uri="{FF2B5EF4-FFF2-40B4-BE49-F238E27FC236}">
                <a16:creationId xmlns:a16="http://schemas.microsoft.com/office/drawing/2014/main" id="{1C1CA78B-77BB-F94F-8735-A4FB44237099}"/>
              </a:ext>
            </a:extLst>
          </p:cNvPr>
          <p:cNvSpPr txBox="1"/>
          <p:nvPr/>
        </p:nvSpPr>
        <p:spPr>
          <a:xfrm>
            <a:off x="3510731" y="430545"/>
            <a:ext cx="650012" cy="382156"/>
          </a:xfrm>
          <a:prstGeom prst="rect">
            <a:avLst/>
          </a:prstGeom>
          <a:ln>
            <a:solidFill>
              <a:schemeClr val="bg1">
                <a:lumMod val="65000"/>
              </a:schemeClr>
            </a:solidFill>
          </a:ln>
        </p:spPr>
        <p:txBody>
          <a:bodyPr vert="horz" wrap="square" lIns="0" tIns="12700" rIns="0" bIns="0" rtlCol="0">
            <a:spAutoFit/>
          </a:bodyPr>
          <a:lstStyle/>
          <a:p>
            <a:pPr marL="12700" marR="5080">
              <a:lnSpc>
                <a:spcPct val="100000"/>
              </a:lnSpc>
              <a:spcBef>
                <a:spcPts val="100"/>
              </a:spcBef>
            </a:pPr>
            <a:r>
              <a:rPr lang="en-IN" sz="1200" spc="20">
                <a:solidFill>
                  <a:srgbClr val="2C3354"/>
                </a:solidFill>
                <a:cs typeface="Arial MT"/>
              </a:rPr>
              <a:t>Last-leg  change</a:t>
            </a:r>
            <a:endParaRPr lang="en-IN" sz="1200">
              <a:cs typeface="Arial MT"/>
            </a:endParaRPr>
          </a:p>
        </p:txBody>
      </p:sp>
      <p:sp>
        <p:nvSpPr>
          <p:cNvPr id="256" name="object 21">
            <a:extLst>
              <a:ext uri="{FF2B5EF4-FFF2-40B4-BE49-F238E27FC236}">
                <a16:creationId xmlns:a16="http://schemas.microsoft.com/office/drawing/2014/main" id="{016C9A97-3933-064C-A177-C4236CD83E06}"/>
              </a:ext>
            </a:extLst>
          </p:cNvPr>
          <p:cNvSpPr txBox="1"/>
          <p:nvPr/>
        </p:nvSpPr>
        <p:spPr>
          <a:xfrm>
            <a:off x="4609328" y="430545"/>
            <a:ext cx="948725" cy="382156"/>
          </a:xfrm>
          <a:prstGeom prst="rect">
            <a:avLst/>
          </a:prstGeom>
          <a:ln>
            <a:solidFill>
              <a:schemeClr val="bg1">
                <a:lumMod val="65000"/>
              </a:schemeClr>
            </a:solidFill>
          </a:ln>
        </p:spPr>
        <p:txBody>
          <a:bodyPr vert="horz" wrap="square" lIns="0" tIns="12700" rIns="0" bIns="0" rtlCol="0">
            <a:spAutoFit/>
          </a:bodyPr>
          <a:lstStyle/>
          <a:p>
            <a:pPr marL="12700" marR="5080">
              <a:lnSpc>
                <a:spcPct val="100000"/>
              </a:lnSpc>
              <a:spcBef>
                <a:spcPts val="100"/>
              </a:spcBef>
            </a:pPr>
            <a:r>
              <a:rPr lang="en-IN" sz="1200" spc="10">
                <a:solidFill>
                  <a:srgbClr val="2C3354"/>
                </a:solidFill>
                <a:cs typeface="Arial MT"/>
              </a:rPr>
              <a:t>Delivery </a:t>
            </a:r>
            <a:r>
              <a:rPr lang="en-IN" sz="1200" spc="15">
                <a:solidFill>
                  <a:srgbClr val="2C3354"/>
                </a:solidFill>
                <a:cs typeface="Arial MT"/>
              </a:rPr>
              <a:t> envi</a:t>
            </a:r>
            <a:r>
              <a:rPr lang="en-IN" sz="1200" spc="-10">
                <a:solidFill>
                  <a:srgbClr val="2C3354"/>
                </a:solidFill>
                <a:cs typeface="Arial MT"/>
              </a:rPr>
              <a:t>r</a:t>
            </a:r>
            <a:r>
              <a:rPr lang="en-IN" sz="1200" spc="25">
                <a:solidFill>
                  <a:srgbClr val="2C3354"/>
                </a:solidFill>
                <a:cs typeface="Arial MT"/>
              </a:rPr>
              <a:t>onment</a:t>
            </a:r>
            <a:endParaRPr lang="en-IN" sz="1200">
              <a:cs typeface="Arial MT"/>
            </a:endParaRPr>
          </a:p>
        </p:txBody>
      </p:sp>
      <p:sp>
        <p:nvSpPr>
          <p:cNvPr id="275" name="object 44">
            <a:extLst>
              <a:ext uri="{FF2B5EF4-FFF2-40B4-BE49-F238E27FC236}">
                <a16:creationId xmlns:a16="http://schemas.microsoft.com/office/drawing/2014/main" id="{23D9715C-7D5E-3C41-8986-821DED260316}"/>
              </a:ext>
            </a:extLst>
          </p:cNvPr>
          <p:cNvSpPr txBox="1"/>
          <p:nvPr/>
        </p:nvSpPr>
        <p:spPr>
          <a:xfrm>
            <a:off x="3487217" y="1391644"/>
            <a:ext cx="733969" cy="182101"/>
          </a:xfrm>
          <a:prstGeom prst="rect">
            <a:avLst/>
          </a:prstGeom>
          <a:ln>
            <a:solidFill>
              <a:schemeClr val="bg1">
                <a:lumMod val="65000"/>
              </a:schemeClr>
            </a:solidFill>
          </a:ln>
        </p:spPr>
        <p:txBody>
          <a:bodyPr vert="horz" wrap="square" lIns="0" tIns="12700" rIns="0" bIns="0" rtlCol="0">
            <a:spAutoFit/>
          </a:bodyPr>
          <a:lstStyle/>
          <a:p>
            <a:pPr marL="12700">
              <a:lnSpc>
                <a:spcPct val="100000"/>
              </a:lnSpc>
              <a:spcBef>
                <a:spcPts val="100"/>
              </a:spcBef>
            </a:pPr>
            <a:r>
              <a:rPr lang="en-IN" sz="1100" spc="-10">
                <a:solidFill>
                  <a:srgbClr val="4D4D4F"/>
                </a:solidFill>
                <a:cs typeface="Arial MT"/>
              </a:rPr>
              <a:t>Mic</a:t>
            </a:r>
            <a:r>
              <a:rPr lang="en-IN" sz="1100" spc="-25">
                <a:solidFill>
                  <a:srgbClr val="4D4D4F"/>
                </a:solidFill>
                <a:cs typeface="Arial MT"/>
              </a:rPr>
              <a:t>r</a:t>
            </a:r>
            <a:r>
              <a:rPr lang="en-IN" sz="1100">
                <a:solidFill>
                  <a:srgbClr val="4D4D4F"/>
                </a:solidFill>
                <a:cs typeface="Arial MT"/>
              </a:rPr>
              <a:t>o-hub</a:t>
            </a:r>
            <a:endParaRPr lang="en-IN" sz="1100">
              <a:cs typeface="Arial MT"/>
            </a:endParaRPr>
          </a:p>
        </p:txBody>
      </p:sp>
      <p:pic>
        <p:nvPicPr>
          <p:cNvPr id="259" name="object 25">
            <a:extLst>
              <a:ext uri="{FF2B5EF4-FFF2-40B4-BE49-F238E27FC236}">
                <a16:creationId xmlns:a16="http://schemas.microsoft.com/office/drawing/2014/main" id="{A661B3C5-6FA4-1A46-8025-762EA81D13C6}"/>
              </a:ext>
            </a:extLst>
          </p:cNvPr>
          <p:cNvPicPr/>
          <p:nvPr/>
        </p:nvPicPr>
        <p:blipFill>
          <a:blip r:embed="rId5" cstate="print"/>
          <a:stretch>
            <a:fillRect/>
          </a:stretch>
        </p:blipFill>
        <p:spPr>
          <a:xfrm>
            <a:off x="1081811" y="1162854"/>
            <a:ext cx="108000" cy="108000"/>
          </a:xfrm>
          <a:prstGeom prst="rect">
            <a:avLst/>
          </a:prstGeom>
          <a:ln>
            <a:solidFill>
              <a:schemeClr val="bg1">
                <a:lumMod val="65000"/>
              </a:schemeClr>
            </a:solidFill>
          </a:ln>
        </p:spPr>
      </p:pic>
      <p:sp>
        <p:nvSpPr>
          <p:cNvPr id="283" name="object 56">
            <a:extLst>
              <a:ext uri="{FF2B5EF4-FFF2-40B4-BE49-F238E27FC236}">
                <a16:creationId xmlns:a16="http://schemas.microsoft.com/office/drawing/2014/main" id="{C6A9625C-703F-4941-A15A-265CE4B8A0EA}"/>
              </a:ext>
            </a:extLst>
          </p:cNvPr>
          <p:cNvSpPr txBox="1"/>
          <p:nvPr/>
        </p:nvSpPr>
        <p:spPr>
          <a:xfrm>
            <a:off x="208097" y="1284293"/>
            <a:ext cx="787287" cy="197490"/>
          </a:xfrm>
          <a:prstGeom prst="rect">
            <a:avLst/>
          </a:prstGeom>
          <a:ln>
            <a:solidFill>
              <a:schemeClr val="bg1">
                <a:lumMod val="65000"/>
              </a:schemeClr>
            </a:solidFill>
          </a:ln>
        </p:spPr>
        <p:txBody>
          <a:bodyPr vert="horz" wrap="square" lIns="0" tIns="12700" rIns="0" bIns="0" rtlCol="0">
            <a:spAutoFit/>
          </a:bodyPr>
          <a:lstStyle/>
          <a:p>
            <a:pPr marL="12700">
              <a:lnSpc>
                <a:spcPct val="100000"/>
              </a:lnSpc>
              <a:spcBef>
                <a:spcPts val="100"/>
              </a:spcBef>
            </a:pPr>
            <a:r>
              <a:rPr sz="1200" spc="-30">
                <a:solidFill>
                  <a:srgbClr val="4D4D4F"/>
                </a:solidFill>
                <a:cs typeface="Arial MT"/>
              </a:rPr>
              <a:t>Pa</a:t>
            </a:r>
            <a:r>
              <a:rPr sz="1200" spc="-35">
                <a:solidFill>
                  <a:srgbClr val="4D4D4F"/>
                </a:solidFill>
                <a:cs typeface="Arial MT"/>
              </a:rPr>
              <a:t>r</a:t>
            </a:r>
            <a:r>
              <a:rPr sz="1200" spc="-15">
                <a:solidFill>
                  <a:srgbClr val="4D4D4F"/>
                </a:solidFill>
                <a:cs typeface="Arial MT"/>
              </a:rPr>
              <a:t>cel</a:t>
            </a:r>
            <a:r>
              <a:rPr sz="1200">
                <a:solidFill>
                  <a:srgbClr val="4D4D4F"/>
                </a:solidFill>
                <a:cs typeface="Arial MT"/>
              </a:rPr>
              <a:t> </a:t>
            </a:r>
            <a:r>
              <a:rPr sz="1200" spc="-5">
                <a:solidFill>
                  <a:srgbClr val="4D4D4F"/>
                </a:solidFill>
                <a:cs typeface="Arial MT"/>
              </a:rPr>
              <a:t>box</a:t>
            </a:r>
            <a:endParaRPr sz="1200">
              <a:cs typeface="Arial MT"/>
            </a:endParaRPr>
          </a:p>
        </p:txBody>
      </p:sp>
      <p:sp>
        <p:nvSpPr>
          <p:cNvPr id="298" name="object 72">
            <a:extLst>
              <a:ext uri="{FF2B5EF4-FFF2-40B4-BE49-F238E27FC236}">
                <a16:creationId xmlns:a16="http://schemas.microsoft.com/office/drawing/2014/main" id="{9C9D215A-C038-1F45-85E1-0ABCAEF92C62}"/>
              </a:ext>
            </a:extLst>
          </p:cNvPr>
          <p:cNvSpPr/>
          <p:nvPr/>
        </p:nvSpPr>
        <p:spPr>
          <a:xfrm>
            <a:off x="267162" y="806313"/>
            <a:ext cx="277495" cy="246379"/>
          </a:xfrm>
          <a:custGeom>
            <a:avLst/>
            <a:gdLst/>
            <a:ahLst/>
            <a:cxnLst/>
            <a:rect l="l" t="t" r="r" b="b"/>
            <a:pathLst>
              <a:path w="277494" h="246379">
                <a:moveTo>
                  <a:pt x="241109" y="246316"/>
                </a:moveTo>
                <a:lnTo>
                  <a:pt x="36004" y="246316"/>
                </a:lnTo>
                <a:lnTo>
                  <a:pt x="21988" y="243487"/>
                </a:lnTo>
                <a:lnTo>
                  <a:pt x="10544" y="235773"/>
                </a:lnTo>
                <a:lnTo>
                  <a:pt x="2828" y="224333"/>
                </a:lnTo>
                <a:lnTo>
                  <a:pt x="0" y="210324"/>
                </a:lnTo>
                <a:lnTo>
                  <a:pt x="0" y="35991"/>
                </a:lnTo>
                <a:lnTo>
                  <a:pt x="2828" y="21983"/>
                </a:lnTo>
                <a:lnTo>
                  <a:pt x="10544" y="10542"/>
                </a:lnTo>
                <a:lnTo>
                  <a:pt x="21988" y="2828"/>
                </a:lnTo>
                <a:lnTo>
                  <a:pt x="36004" y="0"/>
                </a:lnTo>
                <a:lnTo>
                  <a:pt x="241109" y="0"/>
                </a:lnTo>
                <a:lnTo>
                  <a:pt x="255118" y="2828"/>
                </a:lnTo>
                <a:lnTo>
                  <a:pt x="266558" y="10542"/>
                </a:lnTo>
                <a:lnTo>
                  <a:pt x="274272" y="21983"/>
                </a:lnTo>
                <a:lnTo>
                  <a:pt x="277101" y="35991"/>
                </a:lnTo>
                <a:lnTo>
                  <a:pt x="277101" y="210324"/>
                </a:lnTo>
                <a:lnTo>
                  <a:pt x="274272" y="224333"/>
                </a:lnTo>
                <a:lnTo>
                  <a:pt x="266558" y="235773"/>
                </a:lnTo>
                <a:lnTo>
                  <a:pt x="255118" y="243487"/>
                </a:lnTo>
                <a:lnTo>
                  <a:pt x="241109" y="246316"/>
                </a:lnTo>
                <a:close/>
              </a:path>
            </a:pathLst>
          </a:custGeom>
          <a:ln w="9524">
            <a:solidFill>
              <a:schemeClr val="bg1">
                <a:lumMod val="65000"/>
              </a:schemeClr>
            </a:solidFill>
          </a:ln>
        </p:spPr>
        <p:txBody>
          <a:bodyPr wrap="square" lIns="0" tIns="0" rIns="0" bIns="0" rtlCol="0"/>
          <a:lstStyle/>
          <a:p>
            <a:endParaRPr sz="1200"/>
          </a:p>
        </p:txBody>
      </p:sp>
      <p:sp>
        <p:nvSpPr>
          <p:cNvPr id="299" name="object 73">
            <a:extLst>
              <a:ext uri="{FF2B5EF4-FFF2-40B4-BE49-F238E27FC236}">
                <a16:creationId xmlns:a16="http://schemas.microsoft.com/office/drawing/2014/main" id="{77A3F43F-317D-9342-BA46-F46A58B7A81B}"/>
              </a:ext>
            </a:extLst>
          </p:cNvPr>
          <p:cNvSpPr/>
          <p:nvPr/>
        </p:nvSpPr>
        <p:spPr>
          <a:xfrm>
            <a:off x="382354" y="806312"/>
            <a:ext cx="46355" cy="61594"/>
          </a:xfrm>
          <a:custGeom>
            <a:avLst/>
            <a:gdLst/>
            <a:ahLst/>
            <a:cxnLst/>
            <a:rect l="l" t="t" r="r" b="b"/>
            <a:pathLst>
              <a:path w="46355" h="61595">
                <a:moveTo>
                  <a:pt x="46189" y="61582"/>
                </a:moveTo>
                <a:lnTo>
                  <a:pt x="0" y="61582"/>
                </a:lnTo>
                <a:lnTo>
                  <a:pt x="0" y="0"/>
                </a:lnTo>
                <a:lnTo>
                  <a:pt x="46189" y="0"/>
                </a:lnTo>
                <a:lnTo>
                  <a:pt x="46189" y="61582"/>
                </a:lnTo>
                <a:close/>
              </a:path>
            </a:pathLst>
          </a:custGeom>
          <a:ln w="9525">
            <a:solidFill>
              <a:schemeClr val="bg1">
                <a:lumMod val="65000"/>
              </a:schemeClr>
            </a:solidFill>
          </a:ln>
        </p:spPr>
        <p:txBody>
          <a:bodyPr wrap="square" lIns="0" tIns="0" rIns="0" bIns="0" rtlCol="0"/>
          <a:lstStyle/>
          <a:p>
            <a:endParaRPr sz="1200"/>
          </a:p>
        </p:txBody>
      </p:sp>
      <p:sp>
        <p:nvSpPr>
          <p:cNvPr id="300" name="object 74">
            <a:extLst>
              <a:ext uri="{FF2B5EF4-FFF2-40B4-BE49-F238E27FC236}">
                <a16:creationId xmlns:a16="http://schemas.microsoft.com/office/drawing/2014/main" id="{6FBCBAFE-4442-6E42-B124-3A46A7D817C8}"/>
              </a:ext>
            </a:extLst>
          </p:cNvPr>
          <p:cNvSpPr/>
          <p:nvPr/>
        </p:nvSpPr>
        <p:spPr>
          <a:xfrm>
            <a:off x="515776" y="1009518"/>
            <a:ext cx="0" cy="27305"/>
          </a:xfrm>
          <a:custGeom>
            <a:avLst/>
            <a:gdLst/>
            <a:ahLst/>
            <a:cxnLst/>
            <a:rect l="l" t="t" r="r" b="b"/>
            <a:pathLst>
              <a:path h="27304">
                <a:moveTo>
                  <a:pt x="0" y="0"/>
                </a:moveTo>
                <a:lnTo>
                  <a:pt x="0" y="26898"/>
                </a:lnTo>
              </a:path>
            </a:pathLst>
          </a:custGeom>
          <a:ln w="9525">
            <a:solidFill>
              <a:schemeClr val="bg1">
                <a:lumMod val="65000"/>
              </a:schemeClr>
            </a:solidFill>
          </a:ln>
        </p:spPr>
        <p:txBody>
          <a:bodyPr wrap="square" lIns="0" tIns="0" rIns="0" bIns="0" rtlCol="0"/>
          <a:lstStyle/>
          <a:p>
            <a:endParaRPr sz="1200"/>
          </a:p>
        </p:txBody>
      </p:sp>
      <p:sp>
        <p:nvSpPr>
          <p:cNvPr id="301" name="object 75">
            <a:extLst>
              <a:ext uri="{FF2B5EF4-FFF2-40B4-BE49-F238E27FC236}">
                <a16:creationId xmlns:a16="http://schemas.microsoft.com/office/drawing/2014/main" id="{9207CC7F-F53A-A641-BF59-9EF1E3C92E6F}"/>
              </a:ext>
            </a:extLst>
          </p:cNvPr>
          <p:cNvSpPr/>
          <p:nvPr/>
        </p:nvSpPr>
        <p:spPr>
          <a:xfrm>
            <a:off x="503498" y="1009516"/>
            <a:ext cx="24765" cy="12700"/>
          </a:xfrm>
          <a:custGeom>
            <a:avLst/>
            <a:gdLst/>
            <a:ahLst/>
            <a:cxnLst/>
            <a:rect l="l" t="t" r="r" b="b"/>
            <a:pathLst>
              <a:path w="24764" h="12700">
                <a:moveTo>
                  <a:pt x="0" y="12280"/>
                </a:moveTo>
                <a:lnTo>
                  <a:pt x="12280" y="0"/>
                </a:lnTo>
                <a:lnTo>
                  <a:pt x="24561" y="12280"/>
                </a:lnTo>
              </a:path>
            </a:pathLst>
          </a:custGeom>
          <a:ln w="9525">
            <a:solidFill>
              <a:schemeClr val="bg1">
                <a:lumMod val="65000"/>
              </a:schemeClr>
            </a:solidFill>
          </a:ln>
        </p:spPr>
        <p:txBody>
          <a:bodyPr wrap="square" lIns="0" tIns="0" rIns="0" bIns="0" rtlCol="0"/>
          <a:lstStyle/>
          <a:p>
            <a:endParaRPr sz="1200"/>
          </a:p>
        </p:txBody>
      </p:sp>
      <p:sp>
        <p:nvSpPr>
          <p:cNvPr id="302" name="object 76">
            <a:extLst>
              <a:ext uri="{FF2B5EF4-FFF2-40B4-BE49-F238E27FC236}">
                <a16:creationId xmlns:a16="http://schemas.microsoft.com/office/drawing/2014/main" id="{A18D8014-8543-5E49-9498-CC57EF51A2FB}"/>
              </a:ext>
            </a:extLst>
          </p:cNvPr>
          <p:cNvSpPr/>
          <p:nvPr/>
        </p:nvSpPr>
        <p:spPr>
          <a:xfrm>
            <a:off x="483914" y="1009518"/>
            <a:ext cx="0" cy="27305"/>
          </a:xfrm>
          <a:custGeom>
            <a:avLst/>
            <a:gdLst/>
            <a:ahLst/>
            <a:cxnLst/>
            <a:rect l="l" t="t" r="r" b="b"/>
            <a:pathLst>
              <a:path h="27304">
                <a:moveTo>
                  <a:pt x="0" y="0"/>
                </a:moveTo>
                <a:lnTo>
                  <a:pt x="0" y="26898"/>
                </a:lnTo>
              </a:path>
            </a:pathLst>
          </a:custGeom>
          <a:ln w="9525">
            <a:solidFill>
              <a:schemeClr val="bg1">
                <a:lumMod val="65000"/>
              </a:schemeClr>
            </a:solidFill>
          </a:ln>
        </p:spPr>
        <p:txBody>
          <a:bodyPr wrap="square" lIns="0" tIns="0" rIns="0" bIns="0" rtlCol="0"/>
          <a:lstStyle/>
          <a:p>
            <a:endParaRPr sz="1200"/>
          </a:p>
        </p:txBody>
      </p:sp>
      <p:sp>
        <p:nvSpPr>
          <p:cNvPr id="303" name="object 77">
            <a:extLst>
              <a:ext uri="{FF2B5EF4-FFF2-40B4-BE49-F238E27FC236}">
                <a16:creationId xmlns:a16="http://schemas.microsoft.com/office/drawing/2014/main" id="{690F92FF-2C97-8646-B928-E2956740D68E}"/>
              </a:ext>
            </a:extLst>
          </p:cNvPr>
          <p:cNvSpPr/>
          <p:nvPr/>
        </p:nvSpPr>
        <p:spPr>
          <a:xfrm>
            <a:off x="471636" y="1009516"/>
            <a:ext cx="24765" cy="12700"/>
          </a:xfrm>
          <a:custGeom>
            <a:avLst/>
            <a:gdLst/>
            <a:ahLst/>
            <a:cxnLst/>
            <a:rect l="l" t="t" r="r" b="b"/>
            <a:pathLst>
              <a:path w="24764" h="12700">
                <a:moveTo>
                  <a:pt x="0" y="12280"/>
                </a:moveTo>
                <a:lnTo>
                  <a:pt x="12280" y="0"/>
                </a:lnTo>
                <a:lnTo>
                  <a:pt x="24561" y="12280"/>
                </a:lnTo>
              </a:path>
            </a:pathLst>
          </a:custGeom>
          <a:ln w="9525">
            <a:solidFill>
              <a:schemeClr val="bg1">
                <a:lumMod val="65000"/>
              </a:schemeClr>
            </a:solidFill>
          </a:ln>
        </p:spPr>
        <p:txBody>
          <a:bodyPr wrap="square" lIns="0" tIns="0" rIns="0" bIns="0" rtlCol="0"/>
          <a:lstStyle/>
          <a:p>
            <a:endParaRPr sz="1200"/>
          </a:p>
        </p:txBody>
      </p:sp>
      <p:sp>
        <p:nvSpPr>
          <p:cNvPr id="304" name="object 78">
            <a:extLst>
              <a:ext uri="{FF2B5EF4-FFF2-40B4-BE49-F238E27FC236}">
                <a16:creationId xmlns:a16="http://schemas.microsoft.com/office/drawing/2014/main" id="{74B22176-E370-1142-B175-A6A11CA7A0A9}"/>
              </a:ext>
            </a:extLst>
          </p:cNvPr>
          <p:cNvSpPr/>
          <p:nvPr/>
        </p:nvSpPr>
        <p:spPr>
          <a:xfrm>
            <a:off x="292545" y="929474"/>
            <a:ext cx="66675" cy="0"/>
          </a:xfrm>
          <a:custGeom>
            <a:avLst/>
            <a:gdLst/>
            <a:ahLst/>
            <a:cxnLst/>
            <a:rect l="l" t="t" r="r" b="b"/>
            <a:pathLst>
              <a:path w="66675">
                <a:moveTo>
                  <a:pt x="0" y="0"/>
                </a:moveTo>
                <a:lnTo>
                  <a:pt x="66179" y="0"/>
                </a:lnTo>
              </a:path>
            </a:pathLst>
          </a:custGeom>
          <a:ln w="9525">
            <a:solidFill>
              <a:schemeClr val="bg1">
                <a:lumMod val="65000"/>
              </a:schemeClr>
            </a:solidFill>
          </a:ln>
        </p:spPr>
        <p:txBody>
          <a:bodyPr wrap="square" lIns="0" tIns="0" rIns="0" bIns="0" rtlCol="0"/>
          <a:lstStyle/>
          <a:p>
            <a:endParaRPr sz="1200"/>
          </a:p>
        </p:txBody>
      </p:sp>
      <p:sp>
        <p:nvSpPr>
          <p:cNvPr id="305" name="object 79">
            <a:extLst>
              <a:ext uri="{FF2B5EF4-FFF2-40B4-BE49-F238E27FC236}">
                <a16:creationId xmlns:a16="http://schemas.microsoft.com/office/drawing/2014/main" id="{84140F62-FE8A-D44D-8F85-135D1EB8A53D}"/>
              </a:ext>
            </a:extLst>
          </p:cNvPr>
          <p:cNvSpPr/>
          <p:nvPr/>
        </p:nvSpPr>
        <p:spPr>
          <a:xfrm>
            <a:off x="292545" y="943365"/>
            <a:ext cx="33655" cy="0"/>
          </a:xfrm>
          <a:custGeom>
            <a:avLst/>
            <a:gdLst/>
            <a:ahLst/>
            <a:cxnLst/>
            <a:rect l="l" t="t" r="r" b="b"/>
            <a:pathLst>
              <a:path w="33655">
                <a:moveTo>
                  <a:pt x="0" y="0"/>
                </a:moveTo>
                <a:lnTo>
                  <a:pt x="33083" y="0"/>
                </a:lnTo>
              </a:path>
            </a:pathLst>
          </a:custGeom>
          <a:ln w="9525">
            <a:solidFill>
              <a:schemeClr val="bg1">
                <a:lumMod val="65000"/>
              </a:schemeClr>
            </a:solidFill>
          </a:ln>
        </p:spPr>
        <p:txBody>
          <a:bodyPr wrap="square" lIns="0" tIns="0" rIns="0" bIns="0" rtlCol="0"/>
          <a:lstStyle/>
          <a:p>
            <a:endParaRPr sz="1200"/>
          </a:p>
        </p:txBody>
      </p:sp>
      <p:sp>
        <p:nvSpPr>
          <p:cNvPr id="306" name="object 80">
            <a:extLst>
              <a:ext uri="{FF2B5EF4-FFF2-40B4-BE49-F238E27FC236}">
                <a16:creationId xmlns:a16="http://schemas.microsoft.com/office/drawing/2014/main" id="{4C5DEED0-925A-0F47-9719-D1E3F5807988}"/>
              </a:ext>
            </a:extLst>
          </p:cNvPr>
          <p:cNvSpPr/>
          <p:nvPr/>
        </p:nvSpPr>
        <p:spPr>
          <a:xfrm>
            <a:off x="576789" y="950298"/>
            <a:ext cx="370205" cy="252729"/>
          </a:xfrm>
          <a:custGeom>
            <a:avLst/>
            <a:gdLst/>
            <a:ahLst/>
            <a:cxnLst/>
            <a:rect l="l" t="t" r="r" b="b"/>
            <a:pathLst>
              <a:path w="370205" h="252729">
                <a:moveTo>
                  <a:pt x="370154" y="0"/>
                </a:moveTo>
                <a:lnTo>
                  <a:pt x="92506" y="0"/>
                </a:lnTo>
                <a:lnTo>
                  <a:pt x="0" y="110248"/>
                </a:lnTo>
                <a:lnTo>
                  <a:pt x="277647" y="110248"/>
                </a:lnTo>
                <a:lnTo>
                  <a:pt x="370154" y="0"/>
                </a:lnTo>
                <a:close/>
              </a:path>
              <a:path w="370205" h="252729">
                <a:moveTo>
                  <a:pt x="370154" y="0"/>
                </a:moveTo>
                <a:lnTo>
                  <a:pt x="370154" y="252234"/>
                </a:lnTo>
                <a:lnTo>
                  <a:pt x="277647" y="110248"/>
                </a:lnTo>
              </a:path>
            </a:pathLst>
          </a:custGeom>
          <a:ln w="9525">
            <a:solidFill>
              <a:schemeClr val="bg1">
                <a:lumMod val="65000"/>
              </a:schemeClr>
            </a:solidFill>
          </a:ln>
        </p:spPr>
        <p:txBody>
          <a:bodyPr wrap="square" lIns="0" tIns="0" rIns="0" bIns="0" rtlCol="0"/>
          <a:lstStyle/>
          <a:p>
            <a:endParaRPr sz="1200"/>
          </a:p>
        </p:txBody>
      </p:sp>
      <p:sp>
        <p:nvSpPr>
          <p:cNvPr id="307" name="object 81">
            <a:extLst>
              <a:ext uri="{FF2B5EF4-FFF2-40B4-BE49-F238E27FC236}">
                <a16:creationId xmlns:a16="http://schemas.microsoft.com/office/drawing/2014/main" id="{EAEDE096-3E0A-0A40-BFFC-81CBE7929C08}"/>
              </a:ext>
            </a:extLst>
          </p:cNvPr>
          <p:cNvSpPr/>
          <p:nvPr/>
        </p:nvSpPr>
        <p:spPr>
          <a:xfrm>
            <a:off x="576783" y="1060542"/>
            <a:ext cx="370205" cy="142240"/>
          </a:xfrm>
          <a:custGeom>
            <a:avLst/>
            <a:gdLst/>
            <a:ahLst/>
            <a:cxnLst/>
            <a:rect l="l" t="t" r="r" b="b"/>
            <a:pathLst>
              <a:path w="370205" h="142239">
                <a:moveTo>
                  <a:pt x="0" y="0"/>
                </a:moveTo>
                <a:lnTo>
                  <a:pt x="92506" y="141998"/>
                </a:lnTo>
                <a:lnTo>
                  <a:pt x="370154" y="141998"/>
                </a:lnTo>
              </a:path>
            </a:pathLst>
          </a:custGeom>
          <a:ln w="9525">
            <a:solidFill>
              <a:schemeClr val="bg1">
                <a:lumMod val="65000"/>
              </a:schemeClr>
            </a:solidFill>
          </a:ln>
        </p:spPr>
        <p:txBody>
          <a:bodyPr wrap="square" lIns="0" tIns="0" rIns="0" bIns="0" rtlCol="0"/>
          <a:lstStyle/>
          <a:p>
            <a:endParaRPr sz="1200"/>
          </a:p>
        </p:txBody>
      </p:sp>
      <p:sp>
        <p:nvSpPr>
          <p:cNvPr id="308" name="object 82">
            <a:extLst>
              <a:ext uri="{FF2B5EF4-FFF2-40B4-BE49-F238E27FC236}">
                <a16:creationId xmlns:a16="http://schemas.microsoft.com/office/drawing/2014/main" id="{0E672A9A-F124-2340-8495-82B1039BF9BB}"/>
              </a:ext>
            </a:extLst>
          </p:cNvPr>
          <p:cNvSpPr/>
          <p:nvPr/>
        </p:nvSpPr>
        <p:spPr>
          <a:xfrm>
            <a:off x="669291" y="950298"/>
            <a:ext cx="0" cy="110489"/>
          </a:xfrm>
          <a:custGeom>
            <a:avLst/>
            <a:gdLst/>
            <a:ahLst/>
            <a:cxnLst/>
            <a:rect l="l" t="t" r="r" b="b"/>
            <a:pathLst>
              <a:path h="110489">
                <a:moveTo>
                  <a:pt x="0" y="0"/>
                </a:moveTo>
                <a:lnTo>
                  <a:pt x="0" y="110248"/>
                </a:lnTo>
              </a:path>
            </a:pathLst>
          </a:custGeom>
          <a:ln w="9525">
            <a:solidFill>
              <a:schemeClr val="bg1">
                <a:lumMod val="65000"/>
              </a:schemeClr>
            </a:solidFill>
          </a:ln>
        </p:spPr>
        <p:txBody>
          <a:bodyPr wrap="square" lIns="0" tIns="0" rIns="0" bIns="0" rtlCol="0"/>
          <a:lstStyle/>
          <a:p>
            <a:endParaRPr sz="1200"/>
          </a:p>
        </p:txBody>
      </p:sp>
      <p:sp>
        <p:nvSpPr>
          <p:cNvPr id="309" name="object 83">
            <a:extLst>
              <a:ext uri="{FF2B5EF4-FFF2-40B4-BE49-F238E27FC236}">
                <a16:creationId xmlns:a16="http://schemas.microsoft.com/office/drawing/2014/main" id="{39AA1FBF-68AE-B443-8D90-8ACADC6B7925}"/>
              </a:ext>
            </a:extLst>
          </p:cNvPr>
          <p:cNvSpPr/>
          <p:nvPr/>
        </p:nvSpPr>
        <p:spPr>
          <a:xfrm>
            <a:off x="626417" y="1225407"/>
            <a:ext cx="352425" cy="0"/>
          </a:xfrm>
          <a:custGeom>
            <a:avLst/>
            <a:gdLst/>
            <a:ahLst/>
            <a:cxnLst/>
            <a:rect l="l" t="t" r="r" b="b"/>
            <a:pathLst>
              <a:path w="352425">
                <a:moveTo>
                  <a:pt x="0" y="0"/>
                </a:moveTo>
                <a:lnTo>
                  <a:pt x="352082" y="0"/>
                </a:lnTo>
              </a:path>
            </a:pathLst>
          </a:custGeom>
          <a:ln w="9525">
            <a:solidFill>
              <a:schemeClr val="bg1">
                <a:lumMod val="65000"/>
              </a:schemeClr>
            </a:solidFill>
          </a:ln>
        </p:spPr>
        <p:txBody>
          <a:bodyPr wrap="square" lIns="0" tIns="0" rIns="0" bIns="0" rtlCol="0"/>
          <a:lstStyle/>
          <a:p>
            <a:endParaRPr sz="1200"/>
          </a:p>
        </p:txBody>
      </p:sp>
      <p:grpSp>
        <p:nvGrpSpPr>
          <p:cNvPr id="26" name="Group 25">
            <a:extLst>
              <a:ext uri="{FF2B5EF4-FFF2-40B4-BE49-F238E27FC236}">
                <a16:creationId xmlns:a16="http://schemas.microsoft.com/office/drawing/2014/main" id="{E530C99D-D49B-98E1-733A-44C48CA7BE2B}"/>
              </a:ext>
            </a:extLst>
          </p:cNvPr>
          <p:cNvGrpSpPr/>
          <p:nvPr/>
        </p:nvGrpSpPr>
        <p:grpSpPr>
          <a:xfrm>
            <a:off x="1308068" y="771706"/>
            <a:ext cx="979004" cy="681923"/>
            <a:chOff x="1313535" y="976972"/>
            <a:chExt cx="979004" cy="681923"/>
          </a:xfrm>
        </p:grpSpPr>
        <p:pic>
          <p:nvPicPr>
            <p:cNvPr id="262" name="object 28">
              <a:extLst>
                <a:ext uri="{FF2B5EF4-FFF2-40B4-BE49-F238E27FC236}">
                  <a16:creationId xmlns:a16="http://schemas.microsoft.com/office/drawing/2014/main" id="{E4DFF877-DB3E-1A49-9228-279C3D2B56A2}"/>
                </a:ext>
              </a:extLst>
            </p:cNvPr>
            <p:cNvPicPr/>
            <p:nvPr/>
          </p:nvPicPr>
          <p:blipFill>
            <a:blip r:embed="rId5" cstate="print"/>
            <a:stretch>
              <a:fillRect/>
            </a:stretch>
          </p:blipFill>
          <p:spPr>
            <a:xfrm>
              <a:off x="2184539" y="1341163"/>
              <a:ext cx="108000" cy="108000"/>
            </a:xfrm>
            <a:prstGeom prst="rect">
              <a:avLst/>
            </a:prstGeom>
            <a:ln>
              <a:solidFill>
                <a:schemeClr val="bg1">
                  <a:lumMod val="65000"/>
                </a:schemeClr>
              </a:solidFill>
            </a:ln>
          </p:spPr>
        </p:pic>
        <p:sp>
          <p:nvSpPr>
            <p:cNvPr id="285" name="object 58">
              <a:extLst>
                <a:ext uri="{FF2B5EF4-FFF2-40B4-BE49-F238E27FC236}">
                  <a16:creationId xmlns:a16="http://schemas.microsoft.com/office/drawing/2014/main" id="{E40E1F19-17FF-5F47-9775-3719B057D3E4}"/>
                </a:ext>
              </a:extLst>
            </p:cNvPr>
            <p:cNvSpPr txBox="1"/>
            <p:nvPr/>
          </p:nvSpPr>
          <p:spPr>
            <a:xfrm>
              <a:off x="1313535" y="1461405"/>
              <a:ext cx="937275" cy="197490"/>
            </a:xfrm>
            <a:prstGeom prst="rect">
              <a:avLst/>
            </a:prstGeom>
            <a:ln>
              <a:solidFill>
                <a:schemeClr val="bg1">
                  <a:lumMod val="65000"/>
                </a:schemeClr>
              </a:solidFill>
            </a:ln>
          </p:spPr>
          <p:txBody>
            <a:bodyPr vert="horz" wrap="square" lIns="0" tIns="12700" rIns="0" bIns="0" rtlCol="0">
              <a:spAutoFit/>
            </a:bodyPr>
            <a:lstStyle/>
            <a:p>
              <a:pPr marL="12700">
                <a:lnSpc>
                  <a:spcPct val="100000"/>
                </a:lnSpc>
                <a:spcBef>
                  <a:spcPts val="100"/>
                </a:spcBef>
              </a:pPr>
              <a:r>
                <a:rPr sz="1200" spc="-30">
                  <a:solidFill>
                    <a:srgbClr val="4D4D4F"/>
                  </a:solidFill>
                  <a:cs typeface="Arial MT"/>
                </a:rPr>
                <a:t>Pa</a:t>
              </a:r>
              <a:r>
                <a:rPr sz="1200" spc="-35">
                  <a:solidFill>
                    <a:srgbClr val="4D4D4F"/>
                  </a:solidFill>
                  <a:cs typeface="Arial MT"/>
                </a:rPr>
                <a:t>r</a:t>
              </a:r>
              <a:r>
                <a:rPr sz="1200" spc="-15">
                  <a:solidFill>
                    <a:srgbClr val="4D4D4F"/>
                  </a:solidFill>
                  <a:cs typeface="Arial MT"/>
                </a:rPr>
                <a:t>cel</a:t>
              </a:r>
              <a:r>
                <a:rPr sz="1200">
                  <a:solidFill>
                    <a:srgbClr val="4D4D4F"/>
                  </a:solidFill>
                  <a:cs typeface="Arial MT"/>
                </a:rPr>
                <a:t> </a:t>
              </a:r>
              <a:r>
                <a:rPr sz="1200" spc="-10">
                  <a:solidFill>
                    <a:srgbClr val="4D4D4F"/>
                  </a:solidFill>
                  <a:cs typeface="Arial MT"/>
                </a:rPr>
                <a:t>locker</a:t>
              </a:r>
              <a:endParaRPr sz="1200">
                <a:cs typeface="Arial MT"/>
              </a:endParaRPr>
            </a:p>
          </p:txBody>
        </p:sp>
        <p:sp>
          <p:nvSpPr>
            <p:cNvPr id="310" name="object 84">
              <a:extLst>
                <a:ext uri="{FF2B5EF4-FFF2-40B4-BE49-F238E27FC236}">
                  <a16:creationId xmlns:a16="http://schemas.microsoft.com/office/drawing/2014/main" id="{1135AF92-4FFE-4E40-A6DD-8009BA3E21CF}"/>
                </a:ext>
              </a:extLst>
            </p:cNvPr>
            <p:cNvSpPr/>
            <p:nvPr/>
          </p:nvSpPr>
          <p:spPr>
            <a:xfrm>
              <a:off x="1363036" y="1069513"/>
              <a:ext cx="277495" cy="246379"/>
            </a:xfrm>
            <a:custGeom>
              <a:avLst/>
              <a:gdLst/>
              <a:ahLst/>
              <a:cxnLst/>
              <a:rect l="l" t="t" r="r" b="b"/>
              <a:pathLst>
                <a:path w="277494" h="246379">
                  <a:moveTo>
                    <a:pt x="241096" y="246316"/>
                  </a:moveTo>
                  <a:lnTo>
                    <a:pt x="35991" y="246316"/>
                  </a:lnTo>
                  <a:lnTo>
                    <a:pt x="21977" y="243487"/>
                  </a:lnTo>
                  <a:lnTo>
                    <a:pt x="10537" y="235773"/>
                  </a:lnTo>
                  <a:lnTo>
                    <a:pt x="2826" y="224333"/>
                  </a:lnTo>
                  <a:lnTo>
                    <a:pt x="0" y="210324"/>
                  </a:lnTo>
                  <a:lnTo>
                    <a:pt x="0" y="35991"/>
                  </a:lnTo>
                  <a:lnTo>
                    <a:pt x="2826" y="21983"/>
                  </a:lnTo>
                  <a:lnTo>
                    <a:pt x="10537" y="10542"/>
                  </a:lnTo>
                  <a:lnTo>
                    <a:pt x="21977" y="2828"/>
                  </a:lnTo>
                  <a:lnTo>
                    <a:pt x="35991" y="0"/>
                  </a:lnTo>
                  <a:lnTo>
                    <a:pt x="241096" y="0"/>
                  </a:lnTo>
                  <a:lnTo>
                    <a:pt x="255107" y="2828"/>
                  </a:lnTo>
                  <a:lnTo>
                    <a:pt x="266552" y="10542"/>
                  </a:lnTo>
                  <a:lnTo>
                    <a:pt x="274270" y="21983"/>
                  </a:lnTo>
                  <a:lnTo>
                    <a:pt x="277101" y="35991"/>
                  </a:lnTo>
                  <a:lnTo>
                    <a:pt x="277101" y="210324"/>
                  </a:lnTo>
                  <a:lnTo>
                    <a:pt x="274270" y="224333"/>
                  </a:lnTo>
                  <a:lnTo>
                    <a:pt x="266552" y="235773"/>
                  </a:lnTo>
                  <a:lnTo>
                    <a:pt x="255107" y="243487"/>
                  </a:lnTo>
                  <a:lnTo>
                    <a:pt x="241096" y="246316"/>
                  </a:lnTo>
                  <a:close/>
                </a:path>
              </a:pathLst>
            </a:custGeom>
            <a:ln w="9525">
              <a:solidFill>
                <a:schemeClr val="bg1">
                  <a:lumMod val="65000"/>
                </a:schemeClr>
              </a:solidFill>
            </a:ln>
          </p:spPr>
          <p:txBody>
            <a:bodyPr wrap="square" lIns="0" tIns="0" rIns="0" bIns="0" rtlCol="0"/>
            <a:lstStyle/>
            <a:p>
              <a:endParaRPr sz="1200"/>
            </a:p>
          </p:txBody>
        </p:sp>
        <p:sp>
          <p:nvSpPr>
            <p:cNvPr id="311" name="object 85">
              <a:extLst>
                <a:ext uri="{FF2B5EF4-FFF2-40B4-BE49-F238E27FC236}">
                  <a16:creationId xmlns:a16="http://schemas.microsoft.com/office/drawing/2014/main" id="{716623CF-C50B-1842-9F23-7A6B7741E3D5}"/>
                </a:ext>
              </a:extLst>
            </p:cNvPr>
            <p:cNvSpPr/>
            <p:nvPr/>
          </p:nvSpPr>
          <p:spPr>
            <a:xfrm>
              <a:off x="1478233" y="1069517"/>
              <a:ext cx="46355" cy="61594"/>
            </a:xfrm>
            <a:custGeom>
              <a:avLst/>
              <a:gdLst/>
              <a:ahLst/>
              <a:cxnLst/>
              <a:rect l="l" t="t" r="r" b="b"/>
              <a:pathLst>
                <a:path w="46355" h="61595">
                  <a:moveTo>
                    <a:pt x="46189" y="61582"/>
                  </a:moveTo>
                  <a:lnTo>
                    <a:pt x="0" y="61582"/>
                  </a:lnTo>
                  <a:lnTo>
                    <a:pt x="0" y="0"/>
                  </a:lnTo>
                  <a:lnTo>
                    <a:pt x="46189" y="0"/>
                  </a:lnTo>
                  <a:lnTo>
                    <a:pt x="46189" y="61582"/>
                  </a:lnTo>
                  <a:close/>
                </a:path>
              </a:pathLst>
            </a:custGeom>
            <a:ln w="9525">
              <a:solidFill>
                <a:schemeClr val="bg1">
                  <a:lumMod val="65000"/>
                </a:schemeClr>
              </a:solidFill>
            </a:ln>
          </p:spPr>
          <p:txBody>
            <a:bodyPr wrap="square" lIns="0" tIns="0" rIns="0" bIns="0" rtlCol="0"/>
            <a:lstStyle/>
            <a:p>
              <a:endParaRPr sz="1200"/>
            </a:p>
          </p:txBody>
        </p:sp>
        <p:sp>
          <p:nvSpPr>
            <p:cNvPr id="312" name="object 86">
              <a:extLst>
                <a:ext uri="{FF2B5EF4-FFF2-40B4-BE49-F238E27FC236}">
                  <a16:creationId xmlns:a16="http://schemas.microsoft.com/office/drawing/2014/main" id="{BB4B19BA-5DFF-324B-A056-359FA78BD1E5}"/>
                </a:ext>
              </a:extLst>
            </p:cNvPr>
            <p:cNvSpPr/>
            <p:nvPr/>
          </p:nvSpPr>
          <p:spPr>
            <a:xfrm>
              <a:off x="1611649" y="1272721"/>
              <a:ext cx="0" cy="27305"/>
            </a:xfrm>
            <a:custGeom>
              <a:avLst/>
              <a:gdLst/>
              <a:ahLst/>
              <a:cxnLst/>
              <a:rect l="l" t="t" r="r" b="b"/>
              <a:pathLst>
                <a:path h="27304">
                  <a:moveTo>
                    <a:pt x="0" y="0"/>
                  </a:moveTo>
                  <a:lnTo>
                    <a:pt x="0" y="26898"/>
                  </a:lnTo>
                </a:path>
              </a:pathLst>
            </a:custGeom>
            <a:ln w="9525">
              <a:solidFill>
                <a:schemeClr val="bg1">
                  <a:lumMod val="65000"/>
                </a:schemeClr>
              </a:solidFill>
            </a:ln>
          </p:spPr>
          <p:txBody>
            <a:bodyPr wrap="square" lIns="0" tIns="0" rIns="0" bIns="0" rtlCol="0"/>
            <a:lstStyle/>
            <a:p>
              <a:endParaRPr sz="1200"/>
            </a:p>
          </p:txBody>
        </p:sp>
        <p:sp>
          <p:nvSpPr>
            <p:cNvPr id="313" name="object 87">
              <a:extLst>
                <a:ext uri="{FF2B5EF4-FFF2-40B4-BE49-F238E27FC236}">
                  <a16:creationId xmlns:a16="http://schemas.microsoft.com/office/drawing/2014/main" id="{A9FE4107-A61A-0240-942B-2D59B0A7AD8A}"/>
                </a:ext>
              </a:extLst>
            </p:cNvPr>
            <p:cNvSpPr/>
            <p:nvPr/>
          </p:nvSpPr>
          <p:spPr>
            <a:xfrm>
              <a:off x="1599359" y="1272718"/>
              <a:ext cx="24765" cy="12700"/>
            </a:xfrm>
            <a:custGeom>
              <a:avLst/>
              <a:gdLst/>
              <a:ahLst/>
              <a:cxnLst/>
              <a:rect l="l" t="t" r="r" b="b"/>
              <a:pathLst>
                <a:path w="24764" h="12700">
                  <a:moveTo>
                    <a:pt x="0" y="12280"/>
                  </a:moveTo>
                  <a:lnTo>
                    <a:pt x="12293" y="0"/>
                  </a:lnTo>
                  <a:lnTo>
                    <a:pt x="24574" y="12280"/>
                  </a:lnTo>
                </a:path>
              </a:pathLst>
            </a:custGeom>
            <a:ln w="9525">
              <a:solidFill>
                <a:schemeClr val="bg1">
                  <a:lumMod val="65000"/>
                </a:schemeClr>
              </a:solidFill>
            </a:ln>
          </p:spPr>
          <p:txBody>
            <a:bodyPr wrap="square" lIns="0" tIns="0" rIns="0" bIns="0" rtlCol="0"/>
            <a:lstStyle/>
            <a:p>
              <a:endParaRPr sz="1200"/>
            </a:p>
          </p:txBody>
        </p:sp>
        <p:sp>
          <p:nvSpPr>
            <p:cNvPr id="314" name="object 88">
              <a:extLst>
                <a:ext uri="{FF2B5EF4-FFF2-40B4-BE49-F238E27FC236}">
                  <a16:creationId xmlns:a16="http://schemas.microsoft.com/office/drawing/2014/main" id="{95035517-1951-374E-B0F5-EE08BD2C2B88}"/>
                </a:ext>
              </a:extLst>
            </p:cNvPr>
            <p:cNvSpPr/>
            <p:nvPr/>
          </p:nvSpPr>
          <p:spPr>
            <a:xfrm>
              <a:off x="1579787" y="1272721"/>
              <a:ext cx="0" cy="27305"/>
            </a:xfrm>
            <a:custGeom>
              <a:avLst/>
              <a:gdLst/>
              <a:ahLst/>
              <a:cxnLst/>
              <a:rect l="l" t="t" r="r" b="b"/>
              <a:pathLst>
                <a:path h="27304">
                  <a:moveTo>
                    <a:pt x="0" y="0"/>
                  </a:moveTo>
                  <a:lnTo>
                    <a:pt x="0" y="26898"/>
                  </a:lnTo>
                </a:path>
              </a:pathLst>
            </a:custGeom>
            <a:ln w="9525">
              <a:solidFill>
                <a:schemeClr val="bg1">
                  <a:lumMod val="65000"/>
                </a:schemeClr>
              </a:solidFill>
            </a:ln>
          </p:spPr>
          <p:txBody>
            <a:bodyPr wrap="square" lIns="0" tIns="0" rIns="0" bIns="0" rtlCol="0"/>
            <a:lstStyle/>
            <a:p>
              <a:endParaRPr sz="1200"/>
            </a:p>
          </p:txBody>
        </p:sp>
        <p:sp>
          <p:nvSpPr>
            <p:cNvPr id="315" name="object 89">
              <a:extLst>
                <a:ext uri="{FF2B5EF4-FFF2-40B4-BE49-F238E27FC236}">
                  <a16:creationId xmlns:a16="http://schemas.microsoft.com/office/drawing/2014/main" id="{C16C880E-26CA-4C43-9B94-CE73BE419D0C}"/>
                </a:ext>
              </a:extLst>
            </p:cNvPr>
            <p:cNvSpPr/>
            <p:nvPr/>
          </p:nvSpPr>
          <p:spPr>
            <a:xfrm>
              <a:off x="1567497" y="1272718"/>
              <a:ext cx="24765" cy="12700"/>
            </a:xfrm>
            <a:custGeom>
              <a:avLst/>
              <a:gdLst/>
              <a:ahLst/>
              <a:cxnLst/>
              <a:rect l="l" t="t" r="r" b="b"/>
              <a:pathLst>
                <a:path w="24764" h="12700">
                  <a:moveTo>
                    <a:pt x="0" y="12280"/>
                  </a:moveTo>
                  <a:lnTo>
                    <a:pt x="12293" y="0"/>
                  </a:lnTo>
                  <a:lnTo>
                    <a:pt x="24574" y="12280"/>
                  </a:lnTo>
                </a:path>
              </a:pathLst>
            </a:custGeom>
            <a:ln w="9525">
              <a:solidFill>
                <a:schemeClr val="bg1">
                  <a:lumMod val="65000"/>
                </a:schemeClr>
              </a:solidFill>
            </a:ln>
          </p:spPr>
          <p:txBody>
            <a:bodyPr wrap="square" lIns="0" tIns="0" rIns="0" bIns="0" rtlCol="0"/>
            <a:lstStyle/>
            <a:p>
              <a:endParaRPr sz="1200"/>
            </a:p>
          </p:txBody>
        </p:sp>
        <p:sp>
          <p:nvSpPr>
            <p:cNvPr id="316" name="object 90">
              <a:extLst>
                <a:ext uri="{FF2B5EF4-FFF2-40B4-BE49-F238E27FC236}">
                  <a16:creationId xmlns:a16="http://schemas.microsoft.com/office/drawing/2014/main" id="{E222B953-B5B3-0D4D-BDA7-B665796004C6}"/>
                </a:ext>
              </a:extLst>
            </p:cNvPr>
            <p:cNvSpPr/>
            <p:nvPr/>
          </p:nvSpPr>
          <p:spPr>
            <a:xfrm>
              <a:off x="1388420" y="1192675"/>
              <a:ext cx="66675" cy="0"/>
            </a:xfrm>
            <a:custGeom>
              <a:avLst/>
              <a:gdLst/>
              <a:ahLst/>
              <a:cxnLst/>
              <a:rect l="l" t="t" r="r" b="b"/>
              <a:pathLst>
                <a:path w="66675">
                  <a:moveTo>
                    <a:pt x="0" y="0"/>
                  </a:moveTo>
                  <a:lnTo>
                    <a:pt x="66179" y="0"/>
                  </a:lnTo>
                </a:path>
              </a:pathLst>
            </a:custGeom>
            <a:ln w="9525">
              <a:solidFill>
                <a:schemeClr val="bg1">
                  <a:lumMod val="65000"/>
                </a:schemeClr>
              </a:solidFill>
            </a:ln>
          </p:spPr>
          <p:txBody>
            <a:bodyPr wrap="square" lIns="0" tIns="0" rIns="0" bIns="0" rtlCol="0"/>
            <a:lstStyle/>
            <a:p>
              <a:endParaRPr sz="1200"/>
            </a:p>
          </p:txBody>
        </p:sp>
        <p:sp>
          <p:nvSpPr>
            <p:cNvPr id="317" name="object 91">
              <a:extLst>
                <a:ext uri="{FF2B5EF4-FFF2-40B4-BE49-F238E27FC236}">
                  <a16:creationId xmlns:a16="http://schemas.microsoft.com/office/drawing/2014/main" id="{050D4BE9-6E1D-8E48-9F73-E2B8AF1F2D40}"/>
                </a:ext>
              </a:extLst>
            </p:cNvPr>
            <p:cNvSpPr/>
            <p:nvPr/>
          </p:nvSpPr>
          <p:spPr>
            <a:xfrm>
              <a:off x="1388420" y="1206566"/>
              <a:ext cx="33655" cy="0"/>
            </a:xfrm>
            <a:custGeom>
              <a:avLst/>
              <a:gdLst/>
              <a:ahLst/>
              <a:cxnLst/>
              <a:rect l="l" t="t" r="r" b="b"/>
              <a:pathLst>
                <a:path w="33655">
                  <a:moveTo>
                    <a:pt x="0" y="0"/>
                  </a:moveTo>
                  <a:lnTo>
                    <a:pt x="33083" y="0"/>
                  </a:lnTo>
                </a:path>
              </a:pathLst>
            </a:custGeom>
            <a:ln w="9525">
              <a:solidFill>
                <a:schemeClr val="bg1">
                  <a:lumMod val="65000"/>
                </a:schemeClr>
              </a:solidFill>
            </a:ln>
          </p:spPr>
          <p:txBody>
            <a:bodyPr wrap="square" lIns="0" tIns="0" rIns="0" bIns="0" rtlCol="0"/>
            <a:lstStyle/>
            <a:p>
              <a:endParaRPr sz="1200"/>
            </a:p>
          </p:txBody>
        </p:sp>
        <p:sp>
          <p:nvSpPr>
            <p:cNvPr id="318" name="object 92">
              <a:extLst>
                <a:ext uri="{FF2B5EF4-FFF2-40B4-BE49-F238E27FC236}">
                  <a16:creationId xmlns:a16="http://schemas.microsoft.com/office/drawing/2014/main" id="{D5BEDC2D-3198-0E4D-A8FF-74AC8109FEBB}"/>
                </a:ext>
              </a:extLst>
            </p:cNvPr>
            <p:cNvSpPr/>
            <p:nvPr/>
          </p:nvSpPr>
          <p:spPr>
            <a:xfrm>
              <a:off x="1685433" y="976972"/>
              <a:ext cx="108585" cy="432434"/>
            </a:xfrm>
            <a:custGeom>
              <a:avLst/>
              <a:gdLst/>
              <a:ahLst/>
              <a:cxnLst/>
              <a:rect l="l" t="t" r="r" b="b"/>
              <a:pathLst>
                <a:path w="108585" h="432435">
                  <a:moveTo>
                    <a:pt x="108000" y="432003"/>
                  </a:moveTo>
                  <a:lnTo>
                    <a:pt x="0" y="432003"/>
                  </a:lnTo>
                  <a:lnTo>
                    <a:pt x="0" y="0"/>
                  </a:lnTo>
                  <a:lnTo>
                    <a:pt x="108000" y="0"/>
                  </a:lnTo>
                  <a:lnTo>
                    <a:pt x="108000" y="432003"/>
                  </a:lnTo>
                  <a:close/>
                </a:path>
              </a:pathLst>
            </a:custGeom>
            <a:ln w="9525">
              <a:solidFill>
                <a:schemeClr val="bg1">
                  <a:lumMod val="65000"/>
                </a:schemeClr>
              </a:solidFill>
            </a:ln>
          </p:spPr>
          <p:txBody>
            <a:bodyPr wrap="square" lIns="0" tIns="0" rIns="0" bIns="0" rtlCol="0"/>
            <a:lstStyle/>
            <a:p>
              <a:endParaRPr sz="1200"/>
            </a:p>
          </p:txBody>
        </p:sp>
        <p:sp>
          <p:nvSpPr>
            <p:cNvPr id="319" name="object 93">
              <a:extLst>
                <a:ext uri="{FF2B5EF4-FFF2-40B4-BE49-F238E27FC236}">
                  <a16:creationId xmlns:a16="http://schemas.microsoft.com/office/drawing/2014/main" id="{95EC7E7D-8916-DF49-9BA7-AF4D1DDC2445}"/>
                </a:ext>
              </a:extLst>
            </p:cNvPr>
            <p:cNvSpPr/>
            <p:nvPr/>
          </p:nvSpPr>
          <p:spPr>
            <a:xfrm>
              <a:off x="1793434" y="976972"/>
              <a:ext cx="108585" cy="432434"/>
            </a:xfrm>
            <a:custGeom>
              <a:avLst/>
              <a:gdLst/>
              <a:ahLst/>
              <a:cxnLst/>
              <a:rect l="l" t="t" r="r" b="b"/>
              <a:pathLst>
                <a:path w="108585" h="432435">
                  <a:moveTo>
                    <a:pt x="108000" y="432003"/>
                  </a:moveTo>
                  <a:lnTo>
                    <a:pt x="0" y="432003"/>
                  </a:lnTo>
                  <a:lnTo>
                    <a:pt x="0" y="0"/>
                  </a:lnTo>
                  <a:lnTo>
                    <a:pt x="108000" y="0"/>
                  </a:lnTo>
                  <a:lnTo>
                    <a:pt x="108000" y="432003"/>
                  </a:lnTo>
                  <a:close/>
                </a:path>
              </a:pathLst>
            </a:custGeom>
            <a:ln w="9525">
              <a:solidFill>
                <a:schemeClr val="bg1">
                  <a:lumMod val="65000"/>
                </a:schemeClr>
              </a:solidFill>
            </a:ln>
          </p:spPr>
          <p:txBody>
            <a:bodyPr wrap="square" lIns="0" tIns="0" rIns="0" bIns="0" rtlCol="0"/>
            <a:lstStyle/>
            <a:p>
              <a:endParaRPr sz="1200"/>
            </a:p>
          </p:txBody>
        </p:sp>
        <p:sp>
          <p:nvSpPr>
            <p:cNvPr id="320" name="object 94">
              <a:extLst>
                <a:ext uri="{FF2B5EF4-FFF2-40B4-BE49-F238E27FC236}">
                  <a16:creationId xmlns:a16="http://schemas.microsoft.com/office/drawing/2014/main" id="{A1BB76F3-87F2-AF4F-A05F-4891A73BC6A1}"/>
                </a:ext>
              </a:extLst>
            </p:cNvPr>
            <p:cNvSpPr/>
            <p:nvPr/>
          </p:nvSpPr>
          <p:spPr>
            <a:xfrm>
              <a:off x="1901435" y="976972"/>
              <a:ext cx="108585" cy="432434"/>
            </a:xfrm>
            <a:custGeom>
              <a:avLst/>
              <a:gdLst/>
              <a:ahLst/>
              <a:cxnLst/>
              <a:rect l="l" t="t" r="r" b="b"/>
              <a:pathLst>
                <a:path w="108585" h="432435">
                  <a:moveTo>
                    <a:pt x="108000" y="432003"/>
                  </a:moveTo>
                  <a:lnTo>
                    <a:pt x="0" y="432003"/>
                  </a:lnTo>
                  <a:lnTo>
                    <a:pt x="0" y="0"/>
                  </a:lnTo>
                  <a:lnTo>
                    <a:pt x="108000" y="0"/>
                  </a:lnTo>
                  <a:lnTo>
                    <a:pt x="108000" y="432003"/>
                  </a:lnTo>
                  <a:close/>
                </a:path>
              </a:pathLst>
            </a:custGeom>
            <a:ln w="9525">
              <a:solidFill>
                <a:schemeClr val="bg1">
                  <a:lumMod val="65000"/>
                </a:schemeClr>
              </a:solidFill>
            </a:ln>
          </p:spPr>
          <p:txBody>
            <a:bodyPr wrap="square" lIns="0" tIns="0" rIns="0" bIns="0" rtlCol="0"/>
            <a:lstStyle/>
            <a:p>
              <a:endParaRPr sz="1200"/>
            </a:p>
          </p:txBody>
        </p:sp>
        <p:sp>
          <p:nvSpPr>
            <p:cNvPr id="321" name="object 95">
              <a:extLst>
                <a:ext uri="{FF2B5EF4-FFF2-40B4-BE49-F238E27FC236}">
                  <a16:creationId xmlns:a16="http://schemas.microsoft.com/office/drawing/2014/main" id="{BF129AA3-70C0-5942-991F-6CE7EE4F66B0}"/>
                </a:ext>
              </a:extLst>
            </p:cNvPr>
            <p:cNvSpPr/>
            <p:nvPr/>
          </p:nvSpPr>
          <p:spPr>
            <a:xfrm>
              <a:off x="2009423" y="976972"/>
              <a:ext cx="108585" cy="432434"/>
            </a:xfrm>
            <a:custGeom>
              <a:avLst/>
              <a:gdLst/>
              <a:ahLst/>
              <a:cxnLst/>
              <a:rect l="l" t="t" r="r" b="b"/>
              <a:pathLst>
                <a:path w="108585" h="432435">
                  <a:moveTo>
                    <a:pt x="108000" y="432003"/>
                  </a:moveTo>
                  <a:lnTo>
                    <a:pt x="0" y="432003"/>
                  </a:lnTo>
                  <a:lnTo>
                    <a:pt x="0" y="0"/>
                  </a:lnTo>
                  <a:lnTo>
                    <a:pt x="108000" y="0"/>
                  </a:lnTo>
                  <a:lnTo>
                    <a:pt x="108000" y="432003"/>
                  </a:lnTo>
                  <a:close/>
                </a:path>
              </a:pathLst>
            </a:custGeom>
            <a:ln w="9525">
              <a:solidFill>
                <a:schemeClr val="bg1">
                  <a:lumMod val="65000"/>
                </a:schemeClr>
              </a:solidFill>
            </a:ln>
          </p:spPr>
          <p:txBody>
            <a:bodyPr wrap="square" lIns="0" tIns="0" rIns="0" bIns="0" rtlCol="0"/>
            <a:lstStyle/>
            <a:p>
              <a:endParaRPr sz="1200"/>
            </a:p>
          </p:txBody>
        </p:sp>
        <p:sp>
          <p:nvSpPr>
            <p:cNvPr id="322" name="object 96">
              <a:extLst>
                <a:ext uri="{FF2B5EF4-FFF2-40B4-BE49-F238E27FC236}">
                  <a16:creationId xmlns:a16="http://schemas.microsoft.com/office/drawing/2014/main" id="{43B3546A-E4FB-9D4B-961F-542C1BEE4331}"/>
                </a:ext>
              </a:extLst>
            </p:cNvPr>
            <p:cNvSpPr/>
            <p:nvPr/>
          </p:nvSpPr>
          <p:spPr>
            <a:xfrm>
              <a:off x="1685431" y="998927"/>
              <a:ext cx="432434" cy="0"/>
            </a:xfrm>
            <a:custGeom>
              <a:avLst/>
              <a:gdLst/>
              <a:ahLst/>
              <a:cxnLst/>
              <a:rect l="l" t="t" r="r" b="b"/>
              <a:pathLst>
                <a:path w="432435">
                  <a:moveTo>
                    <a:pt x="0" y="0"/>
                  </a:moveTo>
                  <a:lnTo>
                    <a:pt x="432003" y="0"/>
                  </a:lnTo>
                </a:path>
              </a:pathLst>
            </a:custGeom>
            <a:ln w="9525">
              <a:solidFill>
                <a:schemeClr val="bg1">
                  <a:lumMod val="65000"/>
                </a:schemeClr>
              </a:solidFill>
            </a:ln>
          </p:spPr>
          <p:txBody>
            <a:bodyPr wrap="square" lIns="0" tIns="0" rIns="0" bIns="0" rtlCol="0"/>
            <a:lstStyle/>
            <a:p>
              <a:endParaRPr sz="1200"/>
            </a:p>
          </p:txBody>
        </p:sp>
        <p:sp>
          <p:nvSpPr>
            <p:cNvPr id="323" name="object 97">
              <a:extLst>
                <a:ext uri="{FF2B5EF4-FFF2-40B4-BE49-F238E27FC236}">
                  <a16:creationId xmlns:a16="http://schemas.microsoft.com/office/drawing/2014/main" id="{C556777B-EDE5-9443-954D-C23DB172BCC2}"/>
                </a:ext>
              </a:extLst>
            </p:cNvPr>
            <p:cNvSpPr/>
            <p:nvPr/>
          </p:nvSpPr>
          <p:spPr>
            <a:xfrm>
              <a:off x="1685431" y="1386424"/>
              <a:ext cx="432434" cy="0"/>
            </a:xfrm>
            <a:custGeom>
              <a:avLst/>
              <a:gdLst/>
              <a:ahLst/>
              <a:cxnLst/>
              <a:rect l="l" t="t" r="r" b="b"/>
              <a:pathLst>
                <a:path w="432435">
                  <a:moveTo>
                    <a:pt x="0" y="0"/>
                  </a:moveTo>
                  <a:lnTo>
                    <a:pt x="432003" y="0"/>
                  </a:lnTo>
                </a:path>
              </a:pathLst>
            </a:custGeom>
            <a:ln w="9525">
              <a:solidFill>
                <a:schemeClr val="bg1">
                  <a:lumMod val="65000"/>
                </a:schemeClr>
              </a:solidFill>
            </a:ln>
          </p:spPr>
          <p:txBody>
            <a:bodyPr wrap="square" lIns="0" tIns="0" rIns="0" bIns="0" rtlCol="0"/>
            <a:lstStyle/>
            <a:p>
              <a:endParaRPr sz="1200"/>
            </a:p>
          </p:txBody>
        </p:sp>
        <p:sp>
          <p:nvSpPr>
            <p:cNvPr id="324" name="object 98">
              <a:extLst>
                <a:ext uri="{FF2B5EF4-FFF2-40B4-BE49-F238E27FC236}">
                  <a16:creationId xmlns:a16="http://schemas.microsoft.com/office/drawing/2014/main" id="{6EF7760D-8C9C-364D-B84F-314EBB35C7D7}"/>
                </a:ext>
              </a:extLst>
            </p:cNvPr>
            <p:cNvSpPr/>
            <p:nvPr/>
          </p:nvSpPr>
          <p:spPr>
            <a:xfrm>
              <a:off x="1702756" y="1131098"/>
              <a:ext cx="73660" cy="75565"/>
            </a:xfrm>
            <a:custGeom>
              <a:avLst/>
              <a:gdLst/>
              <a:ahLst/>
              <a:cxnLst/>
              <a:rect l="l" t="t" r="r" b="b"/>
              <a:pathLst>
                <a:path w="73660" h="75564">
                  <a:moveTo>
                    <a:pt x="73355" y="75158"/>
                  </a:moveTo>
                  <a:lnTo>
                    <a:pt x="0" y="75158"/>
                  </a:lnTo>
                  <a:lnTo>
                    <a:pt x="0" y="0"/>
                  </a:lnTo>
                  <a:lnTo>
                    <a:pt x="73355" y="0"/>
                  </a:lnTo>
                  <a:lnTo>
                    <a:pt x="73355" y="75158"/>
                  </a:lnTo>
                  <a:close/>
                </a:path>
              </a:pathLst>
            </a:custGeom>
            <a:ln w="9525">
              <a:solidFill>
                <a:schemeClr val="bg1">
                  <a:lumMod val="65000"/>
                </a:schemeClr>
              </a:solidFill>
            </a:ln>
          </p:spPr>
          <p:txBody>
            <a:bodyPr wrap="square" lIns="0" tIns="0" rIns="0" bIns="0" rtlCol="0"/>
            <a:lstStyle/>
            <a:p>
              <a:endParaRPr sz="1200"/>
            </a:p>
          </p:txBody>
        </p:sp>
        <p:sp>
          <p:nvSpPr>
            <p:cNvPr id="325" name="object 99">
              <a:extLst>
                <a:ext uri="{FF2B5EF4-FFF2-40B4-BE49-F238E27FC236}">
                  <a16:creationId xmlns:a16="http://schemas.microsoft.com/office/drawing/2014/main" id="{7F2A9691-02D2-CD48-A323-034BFC2A6B08}"/>
                </a:ext>
              </a:extLst>
            </p:cNvPr>
            <p:cNvSpPr/>
            <p:nvPr/>
          </p:nvSpPr>
          <p:spPr>
            <a:xfrm>
              <a:off x="1716624" y="1223581"/>
              <a:ext cx="45720" cy="21590"/>
            </a:xfrm>
            <a:custGeom>
              <a:avLst/>
              <a:gdLst/>
              <a:ahLst/>
              <a:cxnLst/>
              <a:rect l="l" t="t" r="r" b="b"/>
              <a:pathLst>
                <a:path w="45719" h="21589">
                  <a:moveTo>
                    <a:pt x="45618" y="21297"/>
                  </a:moveTo>
                  <a:lnTo>
                    <a:pt x="0" y="21297"/>
                  </a:lnTo>
                  <a:lnTo>
                    <a:pt x="0" y="0"/>
                  </a:lnTo>
                  <a:lnTo>
                    <a:pt x="45618" y="0"/>
                  </a:lnTo>
                  <a:lnTo>
                    <a:pt x="45618" y="21297"/>
                  </a:lnTo>
                  <a:close/>
                </a:path>
              </a:pathLst>
            </a:custGeom>
            <a:ln w="9525">
              <a:solidFill>
                <a:schemeClr val="bg1">
                  <a:lumMod val="65000"/>
                </a:schemeClr>
              </a:solidFill>
            </a:ln>
          </p:spPr>
          <p:txBody>
            <a:bodyPr wrap="square" lIns="0" tIns="0" rIns="0" bIns="0" rtlCol="0"/>
            <a:lstStyle/>
            <a:p>
              <a:endParaRPr sz="1200"/>
            </a:p>
          </p:txBody>
        </p:sp>
        <p:sp>
          <p:nvSpPr>
            <p:cNvPr id="326" name="object 100">
              <a:extLst>
                <a:ext uri="{FF2B5EF4-FFF2-40B4-BE49-F238E27FC236}">
                  <a16:creationId xmlns:a16="http://schemas.microsoft.com/office/drawing/2014/main" id="{3BA30BE2-2DD6-3845-8B67-D80F7C6476F0}"/>
                </a:ext>
              </a:extLst>
            </p:cNvPr>
            <p:cNvSpPr/>
            <p:nvPr/>
          </p:nvSpPr>
          <p:spPr>
            <a:xfrm>
              <a:off x="1793430" y="1091075"/>
              <a:ext cx="324485" cy="0"/>
            </a:xfrm>
            <a:custGeom>
              <a:avLst/>
              <a:gdLst/>
              <a:ahLst/>
              <a:cxnLst/>
              <a:rect l="l" t="t" r="r" b="b"/>
              <a:pathLst>
                <a:path w="324485">
                  <a:moveTo>
                    <a:pt x="0" y="0"/>
                  </a:moveTo>
                  <a:lnTo>
                    <a:pt x="324002" y="0"/>
                  </a:lnTo>
                </a:path>
              </a:pathLst>
            </a:custGeom>
            <a:ln w="9525">
              <a:solidFill>
                <a:schemeClr val="bg1">
                  <a:lumMod val="65000"/>
                </a:schemeClr>
              </a:solidFill>
            </a:ln>
          </p:spPr>
          <p:txBody>
            <a:bodyPr wrap="square" lIns="0" tIns="0" rIns="0" bIns="0" rtlCol="0"/>
            <a:lstStyle/>
            <a:p>
              <a:endParaRPr sz="1200"/>
            </a:p>
          </p:txBody>
        </p:sp>
        <p:sp>
          <p:nvSpPr>
            <p:cNvPr id="327" name="object 101">
              <a:extLst>
                <a:ext uri="{FF2B5EF4-FFF2-40B4-BE49-F238E27FC236}">
                  <a16:creationId xmlns:a16="http://schemas.microsoft.com/office/drawing/2014/main" id="{361CA0A7-50F1-3C49-A03E-234915004A73}"/>
                </a:ext>
              </a:extLst>
            </p:cNvPr>
            <p:cNvSpPr/>
            <p:nvPr/>
          </p:nvSpPr>
          <p:spPr>
            <a:xfrm>
              <a:off x="1793430" y="1289551"/>
              <a:ext cx="324485" cy="0"/>
            </a:xfrm>
            <a:custGeom>
              <a:avLst/>
              <a:gdLst/>
              <a:ahLst/>
              <a:cxnLst/>
              <a:rect l="l" t="t" r="r" b="b"/>
              <a:pathLst>
                <a:path w="324485">
                  <a:moveTo>
                    <a:pt x="0" y="0"/>
                  </a:moveTo>
                  <a:lnTo>
                    <a:pt x="324002" y="0"/>
                  </a:lnTo>
                </a:path>
              </a:pathLst>
            </a:custGeom>
            <a:ln w="9525">
              <a:solidFill>
                <a:schemeClr val="bg1">
                  <a:lumMod val="65000"/>
                </a:schemeClr>
              </a:solidFill>
            </a:ln>
          </p:spPr>
          <p:txBody>
            <a:bodyPr wrap="square" lIns="0" tIns="0" rIns="0" bIns="0" rtlCol="0"/>
            <a:lstStyle/>
            <a:p>
              <a:endParaRPr sz="1200"/>
            </a:p>
          </p:txBody>
        </p:sp>
        <p:sp>
          <p:nvSpPr>
            <p:cNvPr id="328" name="object 102">
              <a:extLst>
                <a:ext uri="{FF2B5EF4-FFF2-40B4-BE49-F238E27FC236}">
                  <a16:creationId xmlns:a16="http://schemas.microsoft.com/office/drawing/2014/main" id="{884E6A2D-BC35-E24D-A4FD-C78E5DE4122E}"/>
                </a:ext>
              </a:extLst>
            </p:cNvPr>
            <p:cNvSpPr/>
            <p:nvPr/>
          </p:nvSpPr>
          <p:spPr>
            <a:xfrm>
              <a:off x="1793269" y="1192675"/>
              <a:ext cx="324485" cy="0"/>
            </a:xfrm>
            <a:custGeom>
              <a:avLst/>
              <a:gdLst/>
              <a:ahLst/>
              <a:cxnLst/>
              <a:rect l="l" t="t" r="r" b="b"/>
              <a:pathLst>
                <a:path w="324485">
                  <a:moveTo>
                    <a:pt x="0" y="0"/>
                  </a:moveTo>
                  <a:lnTo>
                    <a:pt x="324002" y="0"/>
                  </a:lnTo>
                </a:path>
              </a:pathLst>
            </a:custGeom>
            <a:ln w="9525">
              <a:solidFill>
                <a:schemeClr val="bg1">
                  <a:lumMod val="65000"/>
                </a:schemeClr>
              </a:solidFill>
            </a:ln>
          </p:spPr>
          <p:txBody>
            <a:bodyPr wrap="square" lIns="0" tIns="0" rIns="0" bIns="0" rtlCol="0"/>
            <a:lstStyle/>
            <a:p>
              <a:endParaRPr sz="1200"/>
            </a:p>
          </p:txBody>
        </p:sp>
        <p:sp>
          <p:nvSpPr>
            <p:cNvPr id="329" name="object 103">
              <a:extLst>
                <a:ext uri="{FF2B5EF4-FFF2-40B4-BE49-F238E27FC236}">
                  <a16:creationId xmlns:a16="http://schemas.microsoft.com/office/drawing/2014/main" id="{A9217294-48E9-804D-B1BF-30535838A536}"/>
                </a:ext>
              </a:extLst>
            </p:cNvPr>
            <p:cNvSpPr/>
            <p:nvPr/>
          </p:nvSpPr>
          <p:spPr>
            <a:xfrm>
              <a:off x="1847429" y="1044405"/>
              <a:ext cx="54610" cy="0"/>
            </a:xfrm>
            <a:custGeom>
              <a:avLst/>
              <a:gdLst/>
              <a:ahLst/>
              <a:cxnLst/>
              <a:rect l="l" t="t" r="r" b="b"/>
              <a:pathLst>
                <a:path w="54610">
                  <a:moveTo>
                    <a:pt x="54000" y="0"/>
                  </a:moveTo>
                  <a:lnTo>
                    <a:pt x="0" y="0"/>
                  </a:lnTo>
                </a:path>
              </a:pathLst>
            </a:custGeom>
            <a:ln w="9525">
              <a:solidFill>
                <a:schemeClr val="bg1">
                  <a:lumMod val="65000"/>
                </a:schemeClr>
              </a:solidFill>
            </a:ln>
          </p:spPr>
          <p:txBody>
            <a:bodyPr wrap="square" lIns="0" tIns="0" rIns="0" bIns="0" rtlCol="0"/>
            <a:lstStyle/>
            <a:p>
              <a:endParaRPr sz="1200"/>
            </a:p>
          </p:txBody>
        </p:sp>
        <p:sp>
          <p:nvSpPr>
            <p:cNvPr id="330" name="object 104">
              <a:extLst>
                <a:ext uri="{FF2B5EF4-FFF2-40B4-BE49-F238E27FC236}">
                  <a16:creationId xmlns:a16="http://schemas.microsoft.com/office/drawing/2014/main" id="{75FC633E-62CF-4340-BD0C-9736AC00C8A7}"/>
                </a:ext>
              </a:extLst>
            </p:cNvPr>
            <p:cNvSpPr/>
            <p:nvPr/>
          </p:nvSpPr>
          <p:spPr>
            <a:xfrm>
              <a:off x="1847429" y="1141875"/>
              <a:ext cx="54610" cy="0"/>
            </a:xfrm>
            <a:custGeom>
              <a:avLst/>
              <a:gdLst/>
              <a:ahLst/>
              <a:cxnLst/>
              <a:rect l="l" t="t" r="r" b="b"/>
              <a:pathLst>
                <a:path w="54610">
                  <a:moveTo>
                    <a:pt x="54000" y="0"/>
                  </a:moveTo>
                  <a:lnTo>
                    <a:pt x="0" y="0"/>
                  </a:lnTo>
                </a:path>
              </a:pathLst>
            </a:custGeom>
            <a:ln w="9525">
              <a:solidFill>
                <a:schemeClr val="bg1">
                  <a:lumMod val="65000"/>
                </a:schemeClr>
              </a:solidFill>
            </a:ln>
          </p:spPr>
          <p:txBody>
            <a:bodyPr wrap="square" lIns="0" tIns="0" rIns="0" bIns="0" rtlCol="0"/>
            <a:lstStyle/>
            <a:p>
              <a:endParaRPr sz="1200"/>
            </a:p>
          </p:txBody>
        </p:sp>
        <p:sp>
          <p:nvSpPr>
            <p:cNvPr id="331" name="object 105">
              <a:extLst>
                <a:ext uri="{FF2B5EF4-FFF2-40B4-BE49-F238E27FC236}">
                  <a16:creationId xmlns:a16="http://schemas.microsoft.com/office/drawing/2014/main" id="{85BB5E98-0BB2-9F4B-B4ED-D8943D853A4E}"/>
                </a:ext>
              </a:extLst>
            </p:cNvPr>
            <p:cNvSpPr/>
            <p:nvPr/>
          </p:nvSpPr>
          <p:spPr>
            <a:xfrm>
              <a:off x="1847429" y="1234223"/>
              <a:ext cx="54610" cy="0"/>
            </a:xfrm>
            <a:custGeom>
              <a:avLst/>
              <a:gdLst/>
              <a:ahLst/>
              <a:cxnLst/>
              <a:rect l="l" t="t" r="r" b="b"/>
              <a:pathLst>
                <a:path w="54610">
                  <a:moveTo>
                    <a:pt x="54000" y="0"/>
                  </a:moveTo>
                  <a:lnTo>
                    <a:pt x="0" y="0"/>
                  </a:lnTo>
                </a:path>
              </a:pathLst>
            </a:custGeom>
            <a:ln w="9525">
              <a:solidFill>
                <a:schemeClr val="bg1">
                  <a:lumMod val="65000"/>
                </a:schemeClr>
              </a:solidFill>
            </a:ln>
          </p:spPr>
          <p:txBody>
            <a:bodyPr wrap="square" lIns="0" tIns="0" rIns="0" bIns="0" rtlCol="0"/>
            <a:lstStyle/>
            <a:p>
              <a:endParaRPr sz="1200"/>
            </a:p>
          </p:txBody>
        </p:sp>
        <p:sp>
          <p:nvSpPr>
            <p:cNvPr id="332" name="object 106">
              <a:extLst>
                <a:ext uri="{FF2B5EF4-FFF2-40B4-BE49-F238E27FC236}">
                  <a16:creationId xmlns:a16="http://schemas.microsoft.com/office/drawing/2014/main" id="{07772185-CFB2-CA4F-BF97-46FA758F542E}"/>
                </a:ext>
              </a:extLst>
            </p:cNvPr>
            <p:cNvSpPr/>
            <p:nvPr/>
          </p:nvSpPr>
          <p:spPr>
            <a:xfrm>
              <a:off x="1847429" y="1337981"/>
              <a:ext cx="54610" cy="0"/>
            </a:xfrm>
            <a:custGeom>
              <a:avLst/>
              <a:gdLst/>
              <a:ahLst/>
              <a:cxnLst/>
              <a:rect l="l" t="t" r="r" b="b"/>
              <a:pathLst>
                <a:path w="54610">
                  <a:moveTo>
                    <a:pt x="54000" y="0"/>
                  </a:moveTo>
                  <a:lnTo>
                    <a:pt x="0" y="0"/>
                  </a:lnTo>
                </a:path>
              </a:pathLst>
            </a:custGeom>
            <a:ln w="9525">
              <a:solidFill>
                <a:schemeClr val="bg1">
                  <a:lumMod val="65000"/>
                </a:schemeClr>
              </a:solidFill>
            </a:ln>
          </p:spPr>
          <p:txBody>
            <a:bodyPr wrap="square" lIns="0" tIns="0" rIns="0" bIns="0" rtlCol="0"/>
            <a:lstStyle/>
            <a:p>
              <a:endParaRPr sz="1200"/>
            </a:p>
          </p:txBody>
        </p:sp>
        <p:sp>
          <p:nvSpPr>
            <p:cNvPr id="333" name="object 107">
              <a:extLst>
                <a:ext uri="{FF2B5EF4-FFF2-40B4-BE49-F238E27FC236}">
                  <a16:creationId xmlns:a16="http://schemas.microsoft.com/office/drawing/2014/main" id="{80566922-573E-CB4B-8E5E-2FEE6274724C}"/>
                </a:ext>
              </a:extLst>
            </p:cNvPr>
            <p:cNvSpPr/>
            <p:nvPr/>
          </p:nvSpPr>
          <p:spPr>
            <a:xfrm>
              <a:off x="1955268" y="1044405"/>
              <a:ext cx="54610" cy="0"/>
            </a:xfrm>
            <a:custGeom>
              <a:avLst/>
              <a:gdLst/>
              <a:ahLst/>
              <a:cxnLst/>
              <a:rect l="l" t="t" r="r" b="b"/>
              <a:pathLst>
                <a:path w="54610">
                  <a:moveTo>
                    <a:pt x="54000" y="0"/>
                  </a:moveTo>
                  <a:lnTo>
                    <a:pt x="0" y="0"/>
                  </a:lnTo>
                </a:path>
              </a:pathLst>
            </a:custGeom>
            <a:ln w="9525">
              <a:solidFill>
                <a:schemeClr val="bg1">
                  <a:lumMod val="65000"/>
                </a:schemeClr>
              </a:solidFill>
            </a:ln>
          </p:spPr>
          <p:txBody>
            <a:bodyPr wrap="square" lIns="0" tIns="0" rIns="0" bIns="0" rtlCol="0"/>
            <a:lstStyle/>
            <a:p>
              <a:endParaRPr sz="1200"/>
            </a:p>
          </p:txBody>
        </p:sp>
        <p:sp>
          <p:nvSpPr>
            <p:cNvPr id="334" name="object 108">
              <a:extLst>
                <a:ext uri="{FF2B5EF4-FFF2-40B4-BE49-F238E27FC236}">
                  <a16:creationId xmlns:a16="http://schemas.microsoft.com/office/drawing/2014/main" id="{0D1DA8E2-6660-EF47-9825-06E23FEFB3A1}"/>
                </a:ext>
              </a:extLst>
            </p:cNvPr>
            <p:cNvSpPr/>
            <p:nvPr/>
          </p:nvSpPr>
          <p:spPr>
            <a:xfrm>
              <a:off x="1955268" y="1141875"/>
              <a:ext cx="54610" cy="0"/>
            </a:xfrm>
            <a:custGeom>
              <a:avLst/>
              <a:gdLst/>
              <a:ahLst/>
              <a:cxnLst/>
              <a:rect l="l" t="t" r="r" b="b"/>
              <a:pathLst>
                <a:path w="54610">
                  <a:moveTo>
                    <a:pt x="54000" y="0"/>
                  </a:moveTo>
                  <a:lnTo>
                    <a:pt x="0" y="0"/>
                  </a:lnTo>
                </a:path>
              </a:pathLst>
            </a:custGeom>
            <a:ln w="9525">
              <a:solidFill>
                <a:schemeClr val="bg1">
                  <a:lumMod val="65000"/>
                </a:schemeClr>
              </a:solidFill>
            </a:ln>
          </p:spPr>
          <p:txBody>
            <a:bodyPr wrap="square" lIns="0" tIns="0" rIns="0" bIns="0" rtlCol="0"/>
            <a:lstStyle/>
            <a:p>
              <a:endParaRPr sz="1200"/>
            </a:p>
          </p:txBody>
        </p:sp>
        <p:sp>
          <p:nvSpPr>
            <p:cNvPr id="335" name="object 109">
              <a:extLst>
                <a:ext uri="{FF2B5EF4-FFF2-40B4-BE49-F238E27FC236}">
                  <a16:creationId xmlns:a16="http://schemas.microsoft.com/office/drawing/2014/main" id="{24C934FE-1671-8949-85BE-2458B6056593}"/>
                </a:ext>
              </a:extLst>
            </p:cNvPr>
            <p:cNvSpPr/>
            <p:nvPr/>
          </p:nvSpPr>
          <p:spPr>
            <a:xfrm>
              <a:off x="1955268" y="1234223"/>
              <a:ext cx="54610" cy="0"/>
            </a:xfrm>
            <a:custGeom>
              <a:avLst/>
              <a:gdLst/>
              <a:ahLst/>
              <a:cxnLst/>
              <a:rect l="l" t="t" r="r" b="b"/>
              <a:pathLst>
                <a:path w="54610">
                  <a:moveTo>
                    <a:pt x="54000" y="0"/>
                  </a:moveTo>
                  <a:lnTo>
                    <a:pt x="0" y="0"/>
                  </a:lnTo>
                </a:path>
              </a:pathLst>
            </a:custGeom>
            <a:ln w="9525">
              <a:solidFill>
                <a:schemeClr val="bg1">
                  <a:lumMod val="65000"/>
                </a:schemeClr>
              </a:solidFill>
            </a:ln>
          </p:spPr>
          <p:txBody>
            <a:bodyPr wrap="square" lIns="0" tIns="0" rIns="0" bIns="0" rtlCol="0"/>
            <a:lstStyle/>
            <a:p>
              <a:endParaRPr sz="1200"/>
            </a:p>
          </p:txBody>
        </p:sp>
        <p:sp>
          <p:nvSpPr>
            <p:cNvPr id="336" name="object 110">
              <a:extLst>
                <a:ext uri="{FF2B5EF4-FFF2-40B4-BE49-F238E27FC236}">
                  <a16:creationId xmlns:a16="http://schemas.microsoft.com/office/drawing/2014/main" id="{5F6C55E6-6177-CA40-982B-6E6ACD119DB1}"/>
                </a:ext>
              </a:extLst>
            </p:cNvPr>
            <p:cNvSpPr/>
            <p:nvPr/>
          </p:nvSpPr>
          <p:spPr>
            <a:xfrm>
              <a:off x="1955268" y="1337981"/>
              <a:ext cx="54610" cy="0"/>
            </a:xfrm>
            <a:custGeom>
              <a:avLst/>
              <a:gdLst/>
              <a:ahLst/>
              <a:cxnLst/>
              <a:rect l="l" t="t" r="r" b="b"/>
              <a:pathLst>
                <a:path w="54610">
                  <a:moveTo>
                    <a:pt x="54000" y="0"/>
                  </a:moveTo>
                  <a:lnTo>
                    <a:pt x="0" y="0"/>
                  </a:lnTo>
                </a:path>
              </a:pathLst>
            </a:custGeom>
            <a:ln w="9525">
              <a:solidFill>
                <a:schemeClr val="bg1">
                  <a:lumMod val="65000"/>
                </a:schemeClr>
              </a:solidFill>
            </a:ln>
          </p:spPr>
          <p:txBody>
            <a:bodyPr wrap="square" lIns="0" tIns="0" rIns="0" bIns="0" rtlCol="0"/>
            <a:lstStyle/>
            <a:p>
              <a:endParaRPr sz="1200"/>
            </a:p>
          </p:txBody>
        </p:sp>
        <p:sp>
          <p:nvSpPr>
            <p:cNvPr id="337" name="object 111">
              <a:extLst>
                <a:ext uri="{FF2B5EF4-FFF2-40B4-BE49-F238E27FC236}">
                  <a16:creationId xmlns:a16="http://schemas.microsoft.com/office/drawing/2014/main" id="{F12E8555-E583-9A46-895A-8B3A6937331F}"/>
                </a:ext>
              </a:extLst>
            </p:cNvPr>
            <p:cNvSpPr/>
            <p:nvPr/>
          </p:nvSpPr>
          <p:spPr>
            <a:xfrm>
              <a:off x="2063428" y="1044405"/>
              <a:ext cx="54610" cy="0"/>
            </a:xfrm>
            <a:custGeom>
              <a:avLst/>
              <a:gdLst/>
              <a:ahLst/>
              <a:cxnLst/>
              <a:rect l="l" t="t" r="r" b="b"/>
              <a:pathLst>
                <a:path w="54610">
                  <a:moveTo>
                    <a:pt x="54000" y="0"/>
                  </a:moveTo>
                  <a:lnTo>
                    <a:pt x="0" y="0"/>
                  </a:lnTo>
                </a:path>
              </a:pathLst>
            </a:custGeom>
            <a:ln w="9525">
              <a:solidFill>
                <a:schemeClr val="bg1">
                  <a:lumMod val="65000"/>
                </a:schemeClr>
              </a:solidFill>
            </a:ln>
          </p:spPr>
          <p:txBody>
            <a:bodyPr wrap="square" lIns="0" tIns="0" rIns="0" bIns="0" rtlCol="0"/>
            <a:lstStyle/>
            <a:p>
              <a:endParaRPr sz="1200"/>
            </a:p>
          </p:txBody>
        </p:sp>
        <p:sp>
          <p:nvSpPr>
            <p:cNvPr id="338" name="object 112">
              <a:extLst>
                <a:ext uri="{FF2B5EF4-FFF2-40B4-BE49-F238E27FC236}">
                  <a16:creationId xmlns:a16="http://schemas.microsoft.com/office/drawing/2014/main" id="{8BE63827-BAA2-E547-AAB0-C11E1EF671D7}"/>
                </a:ext>
              </a:extLst>
            </p:cNvPr>
            <p:cNvSpPr/>
            <p:nvPr/>
          </p:nvSpPr>
          <p:spPr>
            <a:xfrm>
              <a:off x="2063428" y="1141875"/>
              <a:ext cx="54610" cy="0"/>
            </a:xfrm>
            <a:custGeom>
              <a:avLst/>
              <a:gdLst/>
              <a:ahLst/>
              <a:cxnLst/>
              <a:rect l="l" t="t" r="r" b="b"/>
              <a:pathLst>
                <a:path w="54610">
                  <a:moveTo>
                    <a:pt x="54000" y="0"/>
                  </a:moveTo>
                  <a:lnTo>
                    <a:pt x="0" y="0"/>
                  </a:lnTo>
                </a:path>
              </a:pathLst>
            </a:custGeom>
            <a:ln w="9525">
              <a:solidFill>
                <a:schemeClr val="bg1">
                  <a:lumMod val="65000"/>
                </a:schemeClr>
              </a:solidFill>
            </a:ln>
          </p:spPr>
          <p:txBody>
            <a:bodyPr wrap="square" lIns="0" tIns="0" rIns="0" bIns="0" rtlCol="0"/>
            <a:lstStyle/>
            <a:p>
              <a:endParaRPr sz="1200"/>
            </a:p>
          </p:txBody>
        </p:sp>
        <p:sp>
          <p:nvSpPr>
            <p:cNvPr id="339" name="object 113">
              <a:extLst>
                <a:ext uri="{FF2B5EF4-FFF2-40B4-BE49-F238E27FC236}">
                  <a16:creationId xmlns:a16="http://schemas.microsoft.com/office/drawing/2014/main" id="{7650ADDC-A3D7-FB46-8FBB-182F16D252AF}"/>
                </a:ext>
              </a:extLst>
            </p:cNvPr>
            <p:cNvSpPr/>
            <p:nvPr/>
          </p:nvSpPr>
          <p:spPr>
            <a:xfrm>
              <a:off x="2063428" y="1234223"/>
              <a:ext cx="54610" cy="0"/>
            </a:xfrm>
            <a:custGeom>
              <a:avLst/>
              <a:gdLst/>
              <a:ahLst/>
              <a:cxnLst/>
              <a:rect l="l" t="t" r="r" b="b"/>
              <a:pathLst>
                <a:path w="54610">
                  <a:moveTo>
                    <a:pt x="54000" y="0"/>
                  </a:moveTo>
                  <a:lnTo>
                    <a:pt x="0" y="0"/>
                  </a:lnTo>
                </a:path>
              </a:pathLst>
            </a:custGeom>
            <a:ln w="9525">
              <a:solidFill>
                <a:schemeClr val="bg1">
                  <a:lumMod val="65000"/>
                </a:schemeClr>
              </a:solidFill>
            </a:ln>
          </p:spPr>
          <p:txBody>
            <a:bodyPr wrap="square" lIns="0" tIns="0" rIns="0" bIns="0" rtlCol="0"/>
            <a:lstStyle/>
            <a:p>
              <a:endParaRPr sz="1200"/>
            </a:p>
          </p:txBody>
        </p:sp>
        <p:sp>
          <p:nvSpPr>
            <p:cNvPr id="340" name="object 114">
              <a:extLst>
                <a:ext uri="{FF2B5EF4-FFF2-40B4-BE49-F238E27FC236}">
                  <a16:creationId xmlns:a16="http://schemas.microsoft.com/office/drawing/2014/main" id="{DAD3B537-359F-CF41-9017-FCFC76F8B09D}"/>
                </a:ext>
              </a:extLst>
            </p:cNvPr>
            <p:cNvSpPr/>
            <p:nvPr/>
          </p:nvSpPr>
          <p:spPr>
            <a:xfrm>
              <a:off x="2063428" y="1337981"/>
              <a:ext cx="54610" cy="0"/>
            </a:xfrm>
            <a:custGeom>
              <a:avLst/>
              <a:gdLst/>
              <a:ahLst/>
              <a:cxnLst/>
              <a:rect l="l" t="t" r="r" b="b"/>
              <a:pathLst>
                <a:path w="54610">
                  <a:moveTo>
                    <a:pt x="54000" y="0"/>
                  </a:moveTo>
                  <a:lnTo>
                    <a:pt x="0" y="0"/>
                  </a:lnTo>
                </a:path>
              </a:pathLst>
            </a:custGeom>
            <a:ln w="9525">
              <a:solidFill>
                <a:schemeClr val="bg1">
                  <a:lumMod val="65000"/>
                </a:schemeClr>
              </a:solidFill>
            </a:ln>
          </p:spPr>
          <p:txBody>
            <a:bodyPr wrap="square" lIns="0" tIns="0" rIns="0" bIns="0" rtlCol="0"/>
            <a:lstStyle/>
            <a:p>
              <a:endParaRPr sz="1200"/>
            </a:p>
          </p:txBody>
        </p:sp>
      </p:grpSp>
      <p:grpSp>
        <p:nvGrpSpPr>
          <p:cNvPr id="42" name="Group 41">
            <a:extLst>
              <a:ext uri="{FF2B5EF4-FFF2-40B4-BE49-F238E27FC236}">
                <a16:creationId xmlns:a16="http://schemas.microsoft.com/office/drawing/2014/main" id="{B34347BA-99EC-0EBB-EC00-F39FF38FCA6F}"/>
              </a:ext>
            </a:extLst>
          </p:cNvPr>
          <p:cNvGrpSpPr/>
          <p:nvPr/>
        </p:nvGrpSpPr>
        <p:grpSpPr>
          <a:xfrm>
            <a:off x="4541002" y="997766"/>
            <a:ext cx="1185623" cy="670743"/>
            <a:chOff x="4549110" y="997687"/>
            <a:chExt cx="1044918" cy="657515"/>
          </a:xfrm>
        </p:grpSpPr>
        <p:pic>
          <p:nvPicPr>
            <p:cNvPr id="261" name="object 27">
              <a:extLst>
                <a:ext uri="{FF2B5EF4-FFF2-40B4-BE49-F238E27FC236}">
                  <a16:creationId xmlns:a16="http://schemas.microsoft.com/office/drawing/2014/main" id="{85FADD72-2953-EA41-9294-7BF00395536E}"/>
                </a:ext>
              </a:extLst>
            </p:cNvPr>
            <p:cNvPicPr/>
            <p:nvPr/>
          </p:nvPicPr>
          <p:blipFill>
            <a:blip r:embed="rId5" cstate="print"/>
            <a:stretch>
              <a:fillRect/>
            </a:stretch>
          </p:blipFill>
          <p:spPr>
            <a:xfrm>
              <a:off x="5486028" y="1339966"/>
              <a:ext cx="108000" cy="108000"/>
            </a:xfrm>
            <a:prstGeom prst="rect">
              <a:avLst/>
            </a:prstGeom>
            <a:ln>
              <a:solidFill>
                <a:schemeClr val="bg1">
                  <a:lumMod val="65000"/>
                </a:schemeClr>
              </a:solidFill>
            </a:ln>
          </p:spPr>
        </p:pic>
        <p:sp>
          <p:nvSpPr>
            <p:cNvPr id="288" name="object 61">
              <a:extLst>
                <a:ext uri="{FF2B5EF4-FFF2-40B4-BE49-F238E27FC236}">
                  <a16:creationId xmlns:a16="http://schemas.microsoft.com/office/drawing/2014/main" id="{B386D97B-9370-E04A-9FD4-15B175D4082A}"/>
                </a:ext>
              </a:extLst>
            </p:cNvPr>
            <p:cNvSpPr txBox="1"/>
            <p:nvPr/>
          </p:nvSpPr>
          <p:spPr>
            <a:xfrm>
              <a:off x="4549110" y="1461607"/>
              <a:ext cx="1027529" cy="193595"/>
            </a:xfrm>
            <a:prstGeom prst="rect">
              <a:avLst/>
            </a:prstGeom>
            <a:ln>
              <a:solidFill>
                <a:schemeClr val="bg1">
                  <a:lumMod val="65000"/>
                </a:schemeClr>
              </a:solidFill>
            </a:ln>
          </p:spPr>
          <p:txBody>
            <a:bodyPr vert="horz" wrap="square" lIns="0" tIns="12700" rIns="0" bIns="0" rtlCol="0">
              <a:spAutoFit/>
            </a:bodyPr>
            <a:lstStyle/>
            <a:p>
              <a:pPr marL="12700">
                <a:lnSpc>
                  <a:spcPct val="100000"/>
                </a:lnSpc>
                <a:spcBef>
                  <a:spcPts val="100"/>
                </a:spcBef>
              </a:pPr>
              <a:r>
                <a:rPr sz="1200" spc="-45">
                  <a:solidFill>
                    <a:srgbClr val="4D4D4F"/>
                  </a:solidFill>
                  <a:cs typeface="Arial MT"/>
                </a:rPr>
                <a:t>Dynami</a:t>
              </a:r>
              <a:r>
                <a:rPr sz="1200" spc="-20">
                  <a:solidFill>
                    <a:srgbClr val="4D4D4F"/>
                  </a:solidFill>
                  <a:cs typeface="Arial MT"/>
                </a:rPr>
                <a:t>c</a:t>
              </a:r>
              <a:r>
                <a:rPr sz="1200" spc="-50">
                  <a:solidFill>
                    <a:srgbClr val="4D4D4F"/>
                  </a:solidFill>
                  <a:cs typeface="Arial MT"/>
                </a:rPr>
                <a:t> </a:t>
              </a:r>
              <a:r>
                <a:rPr sz="1200" spc="-55">
                  <a:solidFill>
                    <a:srgbClr val="4D4D4F"/>
                  </a:solidFill>
                  <a:cs typeface="Arial MT"/>
                </a:rPr>
                <a:t>r</a:t>
              </a:r>
              <a:r>
                <a:rPr sz="1200" spc="-35">
                  <a:solidFill>
                    <a:srgbClr val="4D4D4F"/>
                  </a:solidFill>
                  <a:cs typeface="Arial MT"/>
                </a:rPr>
                <a:t>e-</a:t>
              </a:r>
              <a:r>
                <a:rPr sz="1200" spc="-45">
                  <a:solidFill>
                    <a:srgbClr val="4D4D4F"/>
                  </a:solidFill>
                  <a:cs typeface="Arial MT"/>
                </a:rPr>
                <a:t>r</a:t>
              </a:r>
              <a:r>
                <a:rPr sz="1200" spc="-35">
                  <a:solidFill>
                    <a:srgbClr val="4D4D4F"/>
                  </a:solidFill>
                  <a:cs typeface="Arial MT"/>
                </a:rPr>
                <a:t>outing</a:t>
              </a:r>
              <a:endParaRPr sz="1200">
                <a:cs typeface="Arial MT"/>
              </a:endParaRPr>
            </a:p>
          </p:txBody>
        </p:sp>
        <p:pic>
          <p:nvPicPr>
            <p:cNvPr id="364" name="object 138">
              <a:extLst>
                <a:ext uri="{FF2B5EF4-FFF2-40B4-BE49-F238E27FC236}">
                  <a16:creationId xmlns:a16="http://schemas.microsoft.com/office/drawing/2014/main" id="{1D7077CD-E36A-7743-AFAD-A1CB8A643BC8}"/>
                </a:ext>
              </a:extLst>
            </p:cNvPr>
            <p:cNvPicPr/>
            <p:nvPr/>
          </p:nvPicPr>
          <p:blipFill>
            <a:blip r:embed="rId6" cstate="print"/>
            <a:stretch>
              <a:fillRect/>
            </a:stretch>
          </p:blipFill>
          <p:spPr>
            <a:xfrm>
              <a:off x="5210481" y="997687"/>
              <a:ext cx="241500" cy="390566"/>
            </a:xfrm>
            <a:prstGeom prst="rect">
              <a:avLst/>
            </a:prstGeom>
            <a:ln>
              <a:solidFill>
                <a:schemeClr val="bg1">
                  <a:lumMod val="65000"/>
                </a:schemeClr>
              </a:solidFill>
            </a:ln>
          </p:spPr>
        </p:pic>
        <p:sp>
          <p:nvSpPr>
            <p:cNvPr id="365" name="object 139">
              <a:extLst>
                <a:ext uri="{FF2B5EF4-FFF2-40B4-BE49-F238E27FC236}">
                  <a16:creationId xmlns:a16="http://schemas.microsoft.com/office/drawing/2014/main" id="{6485F7A0-AC3A-6E48-BDE9-FFD0C744F6A4}"/>
                </a:ext>
              </a:extLst>
            </p:cNvPr>
            <p:cNvSpPr/>
            <p:nvPr/>
          </p:nvSpPr>
          <p:spPr>
            <a:xfrm>
              <a:off x="4818408" y="1065222"/>
              <a:ext cx="147320" cy="284480"/>
            </a:xfrm>
            <a:custGeom>
              <a:avLst/>
              <a:gdLst/>
              <a:ahLst/>
              <a:cxnLst/>
              <a:rect l="l" t="t" r="r" b="b"/>
              <a:pathLst>
                <a:path w="147320" h="284479">
                  <a:moveTo>
                    <a:pt x="0" y="0"/>
                  </a:moveTo>
                  <a:lnTo>
                    <a:pt x="39116" y="0"/>
                  </a:lnTo>
                  <a:lnTo>
                    <a:pt x="81142" y="8484"/>
                  </a:lnTo>
                  <a:lnTo>
                    <a:pt x="115463" y="31621"/>
                  </a:lnTo>
                  <a:lnTo>
                    <a:pt x="138605" y="65938"/>
                  </a:lnTo>
                  <a:lnTo>
                    <a:pt x="147091" y="107962"/>
                  </a:lnTo>
                  <a:lnTo>
                    <a:pt x="147091" y="284403"/>
                  </a:lnTo>
                </a:path>
              </a:pathLst>
            </a:custGeom>
            <a:ln w="9525">
              <a:solidFill>
                <a:schemeClr val="bg1">
                  <a:lumMod val="65000"/>
                </a:schemeClr>
              </a:solidFill>
            </a:ln>
          </p:spPr>
          <p:txBody>
            <a:bodyPr wrap="square" lIns="0" tIns="0" rIns="0" bIns="0" rtlCol="0"/>
            <a:lstStyle/>
            <a:p>
              <a:endParaRPr sz="1200"/>
            </a:p>
          </p:txBody>
        </p:sp>
        <p:sp>
          <p:nvSpPr>
            <p:cNvPr id="366" name="object 140">
              <a:extLst>
                <a:ext uri="{FF2B5EF4-FFF2-40B4-BE49-F238E27FC236}">
                  <a16:creationId xmlns:a16="http://schemas.microsoft.com/office/drawing/2014/main" id="{B1E9EC20-7DA8-4C46-98F7-AD1DE772A118}"/>
                </a:ext>
              </a:extLst>
            </p:cNvPr>
            <p:cNvSpPr/>
            <p:nvPr/>
          </p:nvSpPr>
          <p:spPr>
            <a:xfrm>
              <a:off x="4768837" y="1036596"/>
              <a:ext cx="50165" cy="57785"/>
            </a:xfrm>
            <a:custGeom>
              <a:avLst/>
              <a:gdLst/>
              <a:ahLst/>
              <a:cxnLst/>
              <a:rect l="l" t="t" r="r" b="b"/>
              <a:pathLst>
                <a:path w="50164" h="57785">
                  <a:moveTo>
                    <a:pt x="0" y="28625"/>
                  </a:moveTo>
                  <a:lnTo>
                    <a:pt x="49568" y="57238"/>
                  </a:lnTo>
                  <a:lnTo>
                    <a:pt x="49568" y="0"/>
                  </a:lnTo>
                  <a:lnTo>
                    <a:pt x="0" y="28625"/>
                  </a:lnTo>
                  <a:close/>
                </a:path>
              </a:pathLst>
            </a:custGeom>
            <a:ln w="9525">
              <a:solidFill>
                <a:schemeClr val="bg1">
                  <a:lumMod val="65000"/>
                </a:schemeClr>
              </a:solidFill>
            </a:ln>
          </p:spPr>
          <p:txBody>
            <a:bodyPr wrap="square" lIns="0" tIns="0" rIns="0" bIns="0" rtlCol="0"/>
            <a:lstStyle/>
            <a:p>
              <a:endParaRPr sz="1200"/>
            </a:p>
          </p:txBody>
        </p:sp>
        <p:sp>
          <p:nvSpPr>
            <p:cNvPr id="367" name="object 141">
              <a:extLst>
                <a:ext uri="{FF2B5EF4-FFF2-40B4-BE49-F238E27FC236}">
                  <a16:creationId xmlns:a16="http://schemas.microsoft.com/office/drawing/2014/main" id="{806C9BF9-BD8C-E944-9741-CA68B815FAC1}"/>
                </a:ext>
              </a:extLst>
            </p:cNvPr>
            <p:cNvSpPr/>
            <p:nvPr/>
          </p:nvSpPr>
          <p:spPr>
            <a:xfrm>
              <a:off x="4965502" y="1065222"/>
              <a:ext cx="147320" cy="284480"/>
            </a:xfrm>
            <a:custGeom>
              <a:avLst/>
              <a:gdLst/>
              <a:ahLst/>
              <a:cxnLst/>
              <a:rect l="l" t="t" r="r" b="b"/>
              <a:pathLst>
                <a:path w="147320" h="284479">
                  <a:moveTo>
                    <a:pt x="147078" y="0"/>
                  </a:moveTo>
                  <a:lnTo>
                    <a:pt x="107962" y="0"/>
                  </a:lnTo>
                  <a:lnTo>
                    <a:pt x="65938" y="8484"/>
                  </a:lnTo>
                  <a:lnTo>
                    <a:pt x="31621" y="31621"/>
                  </a:lnTo>
                  <a:lnTo>
                    <a:pt x="8484" y="65938"/>
                  </a:lnTo>
                  <a:lnTo>
                    <a:pt x="0" y="107962"/>
                  </a:lnTo>
                  <a:lnTo>
                    <a:pt x="0" y="284403"/>
                  </a:lnTo>
                </a:path>
              </a:pathLst>
            </a:custGeom>
            <a:ln w="9525">
              <a:solidFill>
                <a:schemeClr val="bg1">
                  <a:lumMod val="65000"/>
                </a:schemeClr>
              </a:solidFill>
            </a:ln>
          </p:spPr>
          <p:txBody>
            <a:bodyPr wrap="square" lIns="0" tIns="0" rIns="0" bIns="0" rtlCol="0"/>
            <a:lstStyle/>
            <a:p>
              <a:endParaRPr sz="1200"/>
            </a:p>
          </p:txBody>
        </p:sp>
        <p:sp>
          <p:nvSpPr>
            <p:cNvPr id="368" name="object 142">
              <a:extLst>
                <a:ext uri="{FF2B5EF4-FFF2-40B4-BE49-F238E27FC236}">
                  <a16:creationId xmlns:a16="http://schemas.microsoft.com/office/drawing/2014/main" id="{46885AB0-9674-6048-87CA-1239AAB53088}"/>
                </a:ext>
              </a:extLst>
            </p:cNvPr>
            <p:cNvSpPr/>
            <p:nvPr/>
          </p:nvSpPr>
          <p:spPr>
            <a:xfrm>
              <a:off x="5112583" y="1036596"/>
              <a:ext cx="50165" cy="57785"/>
            </a:xfrm>
            <a:custGeom>
              <a:avLst/>
              <a:gdLst/>
              <a:ahLst/>
              <a:cxnLst/>
              <a:rect l="l" t="t" r="r" b="b"/>
              <a:pathLst>
                <a:path w="50164" h="57785">
                  <a:moveTo>
                    <a:pt x="49568" y="28625"/>
                  </a:moveTo>
                  <a:lnTo>
                    <a:pt x="0" y="57238"/>
                  </a:lnTo>
                  <a:lnTo>
                    <a:pt x="0" y="0"/>
                  </a:lnTo>
                  <a:lnTo>
                    <a:pt x="49568" y="28625"/>
                  </a:lnTo>
                  <a:close/>
                </a:path>
              </a:pathLst>
            </a:custGeom>
            <a:ln w="9525">
              <a:solidFill>
                <a:schemeClr val="bg1">
                  <a:lumMod val="65000"/>
                </a:schemeClr>
              </a:solidFill>
            </a:ln>
          </p:spPr>
          <p:txBody>
            <a:bodyPr wrap="square" lIns="0" tIns="0" rIns="0" bIns="0" rtlCol="0"/>
            <a:lstStyle/>
            <a:p>
              <a:endParaRPr sz="1200"/>
            </a:p>
          </p:txBody>
        </p:sp>
      </p:grpSp>
      <p:sp>
        <p:nvSpPr>
          <p:cNvPr id="399" name="object 173">
            <a:extLst>
              <a:ext uri="{FF2B5EF4-FFF2-40B4-BE49-F238E27FC236}">
                <a16:creationId xmlns:a16="http://schemas.microsoft.com/office/drawing/2014/main" id="{893535D0-D157-2243-AB1A-24A473748D78}"/>
              </a:ext>
            </a:extLst>
          </p:cNvPr>
          <p:cNvSpPr/>
          <p:nvPr/>
        </p:nvSpPr>
        <p:spPr>
          <a:xfrm>
            <a:off x="3631303" y="897318"/>
            <a:ext cx="371475" cy="436880"/>
          </a:xfrm>
          <a:custGeom>
            <a:avLst/>
            <a:gdLst/>
            <a:ahLst/>
            <a:cxnLst/>
            <a:rect l="l" t="t" r="r" b="b"/>
            <a:pathLst>
              <a:path w="371475" h="436879">
                <a:moveTo>
                  <a:pt x="370954" y="436816"/>
                </a:moveTo>
                <a:lnTo>
                  <a:pt x="370954" y="113410"/>
                </a:lnTo>
                <a:lnTo>
                  <a:pt x="240703" y="0"/>
                </a:lnTo>
                <a:lnTo>
                  <a:pt x="130251" y="0"/>
                </a:lnTo>
                <a:lnTo>
                  <a:pt x="0" y="113410"/>
                </a:lnTo>
                <a:lnTo>
                  <a:pt x="0" y="436816"/>
                </a:lnTo>
                <a:lnTo>
                  <a:pt x="370954" y="436816"/>
                </a:lnTo>
                <a:close/>
              </a:path>
            </a:pathLst>
          </a:custGeom>
          <a:ln w="9525">
            <a:solidFill>
              <a:schemeClr val="bg1">
                <a:lumMod val="65000"/>
              </a:schemeClr>
            </a:solidFill>
          </a:ln>
        </p:spPr>
        <p:txBody>
          <a:bodyPr wrap="square" lIns="0" tIns="0" rIns="0" bIns="0" rtlCol="0"/>
          <a:lstStyle/>
          <a:p>
            <a:endParaRPr lang="en-IN" sz="1200"/>
          </a:p>
        </p:txBody>
      </p:sp>
      <p:sp>
        <p:nvSpPr>
          <p:cNvPr id="400" name="object 174">
            <a:extLst>
              <a:ext uri="{FF2B5EF4-FFF2-40B4-BE49-F238E27FC236}">
                <a16:creationId xmlns:a16="http://schemas.microsoft.com/office/drawing/2014/main" id="{E834FD8C-54F1-C244-9C76-A662574F590A}"/>
              </a:ext>
            </a:extLst>
          </p:cNvPr>
          <p:cNvSpPr/>
          <p:nvPr/>
        </p:nvSpPr>
        <p:spPr>
          <a:xfrm>
            <a:off x="3726779" y="1298146"/>
            <a:ext cx="180340" cy="36195"/>
          </a:xfrm>
          <a:custGeom>
            <a:avLst/>
            <a:gdLst/>
            <a:ahLst/>
            <a:cxnLst/>
            <a:rect l="l" t="t" r="r" b="b"/>
            <a:pathLst>
              <a:path w="180339" h="36195">
                <a:moveTo>
                  <a:pt x="180009" y="0"/>
                </a:moveTo>
                <a:lnTo>
                  <a:pt x="0" y="0"/>
                </a:lnTo>
                <a:lnTo>
                  <a:pt x="0" y="35991"/>
                </a:lnTo>
                <a:lnTo>
                  <a:pt x="180009" y="35991"/>
                </a:lnTo>
                <a:lnTo>
                  <a:pt x="180009" y="0"/>
                </a:lnTo>
                <a:close/>
              </a:path>
            </a:pathLst>
          </a:custGeom>
          <a:ln w="9525">
            <a:solidFill>
              <a:schemeClr val="bg1">
                <a:lumMod val="65000"/>
              </a:schemeClr>
            </a:solidFill>
          </a:ln>
        </p:spPr>
        <p:txBody>
          <a:bodyPr wrap="square" lIns="0" tIns="0" rIns="0" bIns="0" rtlCol="0"/>
          <a:lstStyle/>
          <a:p>
            <a:endParaRPr lang="en-IN" sz="1100"/>
          </a:p>
        </p:txBody>
      </p:sp>
      <p:sp>
        <p:nvSpPr>
          <p:cNvPr id="401" name="object 175">
            <a:extLst>
              <a:ext uri="{FF2B5EF4-FFF2-40B4-BE49-F238E27FC236}">
                <a16:creationId xmlns:a16="http://schemas.microsoft.com/office/drawing/2014/main" id="{2992BD97-03CE-D44A-A133-450F337D18D0}"/>
              </a:ext>
            </a:extLst>
          </p:cNvPr>
          <p:cNvSpPr/>
          <p:nvPr/>
        </p:nvSpPr>
        <p:spPr>
          <a:xfrm>
            <a:off x="3726779" y="1262141"/>
            <a:ext cx="180340" cy="36195"/>
          </a:xfrm>
          <a:custGeom>
            <a:avLst/>
            <a:gdLst/>
            <a:ahLst/>
            <a:cxnLst/>
            <a:rect l="l" t="t" r="r" b="b"/>
            <a:pathLst>
              <a:path w="180339" h="36195">
                <a:moveTo>
                  <a:pt x="180009" y="0"/>
                </a:moveTo>
                <a:lnTo>
                  <a:pt x="0" y="0"/>
                </a:lnTo>
                <a:lnTo>
                  <a:pt x="0" y="36004"/>
                </a:lnTo>
                <a:lnTo>
                  <a:pt x="180009" y="36004"/>
                </a:lnTo>
                <a:lnTo>
                  <a:pt x="180009" y="0"/>
                </a:lnTo>
                <a:close/>
              </a:path>
            </a:pathLst>
          </a:custGeom>
          <a:ln w="9524">
            <a:solidFill>
              <a:schemeClr val="bg1">
                <a:lumMod val="65000"/>
              </a:schemeClr>
            </a:solidFill>
          </a:ln>
        </p:spPr>
        <p:txBody>
          <a:bodyPr wrap="square" lIns="0" tIns="0" rIns="0" bIns="0" rtlCol="0"/>
          <a:lstStyle/>
          <a:p>
            <a:endParaRPr lang="en-IN" sz="1100"/>
          </a:p>
        </p:txBody>
      </p:sp>
      <p:sp>
        <p:nvSpPr>
          <p:cNvPr id="402" name="object 176">
            <a:extLst>
              <a:ext uri="{FF2B5EF4-FFF2-40B4-BE49-F238E27FC236}">
                <a16:creationId xmlns:a16="http://schemas.microsoft.com/office/drawing/2014/main" id="{F2FD357E-A66F-3546-A3ED-D35E09EEA9D9}"/>
              </a:ext>
            </a:extLst>
          </p:cNvPr>
          <p:cNvSpPr/>
          <p:nvPr/>
        </p:nvSpPr>
        <p:spPr>
          <a:xfrm>
            <a:off x="3726779" y="1226137"/>
            <a:ext cx="180340" cy="36195"/>
          </a:xfrm>
          <a:custGeom>
            <a:avLst/>
            <a:gdLst/>
            <a:ahLst/>
            <a:cxnLst/>
            <a:rect l="l" t="t" r="r" b="b"/>
            <a:pathLst>
              <a:path w="180339" h="36195">
                <a:moveTo>
                  <a:pt x="180009" y="0"/>
                </a:moveTo>
                <a:lnTo>
                  <a:pt x="0" y="0"/>
                </a:lnTo>
                <a:lnTo>
                  <a:pt x="0" y="36004"/>
                </a:lnTo>
                <a:lnTo>
                  <a:pt x="180009" y="36004"/>
                </a:lnTo>
                <a:lnTo>
                  <a:pt x="180009" y="0"/>
                </a:lnTo>
                <a:close/>
              </a:path>
            </a:pathLst>
          </a:custGeom>
          <a:ln w="9524">
            <a:solidFill>
              <a:schemeClr val="bg1">
                <a:lumMod val="65000"/>
              </a:schemeClr>
            </a:solidFill>
          </a:ln>
        </p:spPr>
        <p:txBody>
          <a:bodyPr wrap="square" lIns="0" tIns="0" rIns="0" bIns="0" rtlCol="0"/>
          <a:lstStyle/>
          <a:p>
            <a:endParaRPr lang="en-IN" sz="1100"/>
          </a:p>
        </p:txBody>
      </p:sp>
      <p:sp>
        <p:nvSpPr>
          <p:cNvPr id="403" name="object 177">
            <a:extLst>
              <a:ext uri="{FF2B5EF4-FFF2-40B4-BE49-F238E27FC236}">
                <a16:creationId xmlns:a16="http://schemas.microsoft.com/office/drawing/2014/main" id="{85ABE946-1DAA-B544-9523-CD938BDD408B}"/>
              </a:ext>
            </a:extLst>
          </p:cNvPr>
          <p:cNvSpPr/>
          <p:nvPr/>
        </p:nvSpPr>
        <p:spPr>
          <a:xfrm>
            <a:off x="3726779" y="1190145"/>
            <a:ext cx="180340" cy="36195"/>
          </a:xfrm>
          <a:custGeom>
            <a:avLst/>
            <a:gdLst/>
            <a:ahLst/>
            <a:cxnLst/>
            <a:rect l="l" t="t" r="r" b="b"/>
            <a:pathLst>
              <a:path w="180339" h="36195">
                <a:moveTo>
                  <a:pt x="180009" y="0"/>
                </a:moveTo>
                <a:lnTo>
                  <a:pt x="0" y="0"/>
                </a:lnTo>
                <a:lnTo>
                  <a:pt x="0" y="35991"/>
                </a:lnTo>
                <a:lnTo>
                  <a:pt x="180009" y="35991"/>
                </a:lnTo>
                <a:lnTo>
                  <a:pt x="180009" y="0"/>
                </a:lnTo>
                <a:close/>
              </a:path>
            </a:pathLst>
          </a:custGeom>
          <a:ln w="9525">
            <a:solidFill>
              <a:schemeClr val="bg1">
                <a:lumMod val="65000"/>
              </a:schemeClr>
            </a:solidFill>
          </a:ln>
        </p:spPr>
        <p:txBody>
          <a:bodyPr wrap="square" lIns="0" tIns="0" rIns="0" bIns="0" rtlCol="0"/>
          <a:lstStyle/>
          <a:p>
            <a:endParaRPr lang="en-IN" sz="1100"/>
          </a:p>
        </p:txBody>
      </p:sp>
      <p:sp>
        <p:nvSpPr>
          <p:cNvPr id="404" name="object 178">
            <a:extLst>
              <a:ext uri="{FF2B5EF4-FFF2-40B4-BE49-F238E27FC236}">
                <a16:creationId xmlns:a16="http://schemas.microsoft.com/office/drawing/2014/main" id="{E3FE7811-9185-A14B-801F-0DD5A9A8F1CB}"/>
              </a:ext>
            </a:extLst>
          </p:cNvPr>
          <p:cNvSpPr/>
          <p:nvPr/>
        </p:nvSpPr>
        <p:spPr>
          <a:xfrm>
            <a:off x="3726779" y="1154140"/>
            <a:ext cx="180340" cy="36195"/>
          </a:xfrm>
          <a:custGeom>
            <a:avLst/>
            <a:gdLst/>
            <a:ahLst/>
            <a:cxnLst/>
            <a:rect l="l" t="t" r="r" b="b"/>
            <a:pathLst>
              <a:path w="180339" h="36195">
                <a:moveTo>
                  <a:pt x="180009" y="0"/>
                </a:moveTo>
                <a:lnTo>
                  <a:pt x="0" y="0"/>
                </a:lnTo>
                <a:lnTo>
                  <a:pt x="0" y="36004"/>
                </a:lnTo>
                <a:lnTo>
                  <a:pt x="180009" y="36004"/>
                </a:lnTo>
                <a:lnTo>
                  <a:pt x="180009" y="0"/>
                </a:lnTo>
                <a:close/>
              </a:path>
            </a:pathLst>
          </a:custGeom>
          <a:ln w="9524">
            <a:solidFill>
              <a:schemeClr val="bg1">
                <a:lumMod val="65000"/>
              </a:schemeClr>
            </a:solidFill>
          </a:ln>
        </p:spPr>
        <p:txBody>
          <a:bodyPr wrap="square" lIns="0" tIns="0" rIns="0" bIns="0" rtlCol="0"/>
          <a:lstStyle/>
          <a:p>
            <a:endParaRPr lang="en-IN" sz="1100"/>
          </a:p>
        </p:txBody>
      </p:sp>
      <p:sp>
        <p:nvSpPr>
          <p:cNvPr id="405" name="object 179">
            <a:extLst>
              <a:ext uri="{FF2B5EF4-FFF2-40B4-BE49-F238E27FC236}">
                <a16:creationId xmlns:a16="http://schemas.microsoft.com/office/drawing/2014/main" id="{FB9FF3DA-BA06-D446-9D72-A54595FA7940}"/>
              </a:ext>
            </a:extLst>
          </p:cNvPr>
          <p:cNvSpPr/>
          <p:nvPr/>
        </p:nvSpPr>
        <p:spPr>
          <a:xfrm>
            <a:off x="3710157" y="1154140"/>
            <a:ext cx="212725" cy="0"/>
          </a:xfrm>
          <a:custGeom>
            <a:avLst/>
            <a:gdLst/>
            <a:ahLst/>
            <a:cxnLst/>
            <a:rect l="l" t="t" r="r" b="b"/>
            <a:pathLst>
              <a:path w="212725">
                <a:moveTo>
                  <a:pt x="0" y="0"/>
                </a:moveTo>
                <a:lnTo>
                  <a:pt x="212217" y="0"/>
                </a:lnTo>
              </a:path>
            </a:pathLst>
          </a:custGeom>
          <a:ln w="9525">
            <a:solidFill>
              <a:schemeClr val="bg1">
                <a:lumMod val="65000"/>
              </a:schemeClr>
            </a:solidFill>
          </a:ln>
        </p:spPr>
        <p:txBody>
          <a:bodyPr wrap="square" lIns="0" tIns="0" rIns="0" bIns="0" rtlCol="0"/>
          <a:lstStyle/>
          <a:p>
            <a:endParaRPr lang="en-IN" sz="1100"/>
          </a:p>
        </p:txBody>
      </p:sp>
      <p:pic>
        <p:nvPicPr>
          <p:cNvPr id="406" name="object 180">
            <a:extLst>
              <a:ext uri="{FF2B5EF4-FFF2-40B4-BE49-F238E27FC236}">
                <a16:creationId xmlns:a16="http://schemas.microsoft.com/office/drawing/2014/main" id="{6AFD8F82-2BF0-5448-9B41-9FF8DC4E2693}"/>
              </a:ext>
            </a:extLst>
          </p:cNvPr>
          <p:cNvPicPr/>
          <p:nvPr/>
        </p:nvPicPr>
        <p:blipFill>
          <a:blip r:embed="rId7" cstate="print"/>
          <a:stretch>
            <a:fillRect/>
          </a:stretch>
        </p:blipFill>
        <p:spPr>
          <a:xfrm>
            <a:off x="4080061" y="1169139"/>
            <a:ext cx="237265" cy="168541"/>
          </a:xfrm>
          <a:prstGeom prst="rect">
            <a:avLst/>
          </a:prstGeom>
          <a:ln>
            <a:solidFill>
              <a:schemeClr val="bg1">
                <a:lumMod val="65000"/>
              </a:schemeClr>
            </a:solidFill>
          </a:ln>
        </p:spPr>
      </p:pic>
      <p:grpSp>
        <p:nvGrpSpPr>
          <p:cNvPr id="25" name="Group 24">
            <a:extLst>
              <a:ext uri="{FF2B5EF4-FFF2-40B4-BE49-F238E27FC236}">
                <a16:creationId xmlns:a16="http://schemas.microsoft.com/office/drawing/2014/main" id="{07E1950A-94EB-F9BB-A0F6-C8B931B5125C}"/>
              </a:ext>
            </a:extLst>
          </p:cNvPr>
          <p:cNvGrpSpPr/>
          <p:nvPr/>
        </p:nvGrpSpPr>
        <p:grpSpPr>
          <a:xfrm>
            <a:off x="1333964" y="1648323"/>
            <a:ext cx="980357" cy="669880"/>
            <a:chOff x="1312182" y="1978631"/>
            <a:chExt cx="980357" cy="669880"/>
          </a:xfrm>
        </p:grpSpPr>
        <p:pic>
          <p:nvPicPr>
            <p:cNvPr id="263" name="object 29">
              <a:extLst>
                <a:ext uri="{FF2B5EF4-FFF2-40B4-BE49-F238E27FC236}">
                  <a16:creationId xmlns:a16="http://schemas.microsoft.com/office/drawing/2014/main" id="{080C8EDD-26D8-C742-93E1-411A21F094CB}"/>
                </a:ext>
              </a:extLst>
            </p:cNvPr>
            <p:cNvPicPr/>
            <p:nvPr/>
          </p:nvPicPr>
          <p:blipFill>
            <a:blip r:embed="rId5" cstate="print"/>
            <a:stretch>
              <a:fillRect/>
            </a:stretch>
          </p:blipFill>
          <p:spPr>
            <a:xfrm>
              <a:off x="2184539" y="2346163"/>
              <a:ext cx="108000" cy="108000"/>
            </a:xfrm>
            <a:prstGeom prst="rect">
              <a:avLst/>
            </a:prstGeom>
            <a:ln>
              <a:solidFill>
                <a:schemeClr val="bg1">
                  <a:lumMod val="65000"/>
                </a:schemeClr>
              </a:solidFill>
            </a:ln>
          </p:spPr>
        </p:pic>
        <p:grpSp>
          <p:nvGrpSpPr>
            <p:cNvPr id="24" name="Group 23">
              <a:extLst>
                <a:ext uri="{FF2B5EF4-FFF2-40B4-BE49-F238E27FC236}">
                  <a16:creationId xmlns:a16="http://schemas.microsoft.com/office/drawing/2014/main" id="{5C7F8827-C300-BB38-BC47-2DBCF387892D}"/>
                </a:ext>
              </a:extLst>
            </p:cNvPr>
            <p:cNvGrpSpPr/>
            <p:nvPr/>
          </p:nvGrpSpPr>
          <p:grpSpPr>
            <a:xfrm>
              <a:off x="1312182" y="1978631"/>
              <a:ext cx="943165" cy="669880"/>
              <a:chOff x="1312182" y="1978631"/>
              <a:chExt cx="943165" cy="669880"/>
            </a:xfrm>
          </p:grpSpPr>
          <p:sp>
            <p:nvSpPr>
              <p:cNvPr id="273" name="object 42">
                <a:extLst>
                  <a:ext uri="{FF2B5EF4-FFF2-40B4-BE49-F238E27FC236}">
                    <a16:creationId xmlns:a16="http://schemas.microsoft.com/office/drawing/2014/main" id="{94061CF5-DFDD-BD4B-911D-57CD8FEB1F6C}"/>
                  </a:ext>
                </a:extLst>
              </p:cNvPr>
              <p:cNvSpPr txBox="1"/>
              <p:nvPr/>
            </p:nvSpPr>
            <p:spPr>
              <a:xfrm>
                <a:off x="1312182" y="2466410"/>
                <a:ext cx="943165" cy="182101"/>
              </a:xfrm>
              <a:prstGeom prst="rect">
                <a:avLst/>
              </a:prstGeom>
              <a:ln>
                <a:solidFill>
                  <a:schemeClr val="bg1">
                    <a:lumMod val="65000"/>
                  </a:schemeClr>
                </a:solidFill>
              </a:ln>
            </p:spPr>
            <p:txBody>
              <a:bodyPr vert="horz" wrap="square" lIns="0" tIns="12700" rIns="0" bIns="0" rtlCol="0">
                <a:spAutoFit/>
              </a:bodyPr>
              <a:lstStyle/>
              <a:p>
                <a:pPr marL="12700">
                  <a:lnSpc>
                    <a:spcPct val="100000"/>
                  </a:lnSpc>
                  <a:spcBef>
                    <a:spcPts val="100"/>
                  </a:spcBef>
                </a:pPr>
                <a:r>
                  <a:rPr sz="1100" spc="-35">
                    <a:solidFill>
                      <a:srgbClr val="4D4D4F"/>
                    </a:solidFill>
                    <a:cs typeface="Arial MT"/>
                  </a:rPr>
                  <a:t>O</a:t>
                </a:r>
                <a:r>
                  <a:rPr sz="1100" spc="-30">
                    <a:solidFill>
                      <a:srgbClr val="4D4D4F"/>
                    </a:solidFill>
                    <a:cs typeface="Arial MT"/>
                  </a:rPr>
                  <a:t>f</a:t>
                </a:r>
                <a:r>
                  <a:rPr sz="1100" spc="-15">
                    <a:solidFill>
                      <a:srgbClr val="4D4D4F"/>
                    </a:solidFill>
                    <a:cs typeface="Arial MT"/>
                  </a:rPr>
                  <a:t>fice</a:t>
                </a:r>
                <a:r>
                  <a:rPr sz="1100">
                    <a:solidFill>
                      <a:srgbClr val="4D4D4F"/>
                    </a:solidFill>
                    <a:cs typeface="Arial MT"/>
                  </a:rPr>
                  <a:t> </a:t>
                </a:r>
                <a:r>
                  <a:rPr sz="1100" spc="-25">
                    <a:solidFill>
                      <a:srgbClr val="4D4D4F"/>
                    </a:solidFill>
                    <a:cs typeface="Arial MT"/>
                  </a:rPr>
                  <a:t>delivery</a:t>
                </a:r>
                <a:endParaRPr sz="1100">
                  <a:cs typeface="Arial MT"/>
                </a:endParaRPr>
              </a:p>
            </p:txBody>
          </p:sp>
          <p:grpSp>
            <p:nvGrpSpPr>
              <p:cNvPr id="23" name="Group 22">
                <a:extLst>
                  <a:ext uri="{FF2B5EF4-FFF2-40B4-BE49-F238E27FC236}">
                    <a16:creationId xmlns:a16="http://schemas.microsoft.com/office/drawing/2014/main" id="{D4B2E73F-F94B-9CE2-CFA0-0604FE2808A8}"/>
                  </a:ext>
                </a:extLst>
              </p:cNvPr>
              <p:cNvGrpSpPr/>
              <p:nvPr/>
            </p:nvGrpSpPr>
            <p:grpSpPr>
              <a:xfrm>
                <a:off x="1562594" y="1978631"/>
                <a:ext cx="499333" cy="439085"/>
                <a:chOff x="1562594" y="1978631"/>
                <a:chExt cx="499333" cy="439085"/>
              </a:xfrm>
            </p:grpSpPr>
            <p:sp>
              <p:nvSpPr>
                <p:cNvPr id="419" name="object 200">
                  <a:extLst>
                    <a:ext uri="{FF2B5EF4-FFF2-40B4-BE49-F238E27FC236}">
                      <a16:creationId xmlns:a16="http://schemas.microsoft.com/office/drawing/2014/main" id="{011B34D2-56D4-854E-A7A5-BD313B8A0A7C}"/>
                    </a:ext>
                  </a:extLst>
                </p:cNvPr>
                <p:cNvSpPr/>
                <p:nvPr/>
              </p:nvSpPr>
              <p:spPr>
                <a:xfrm>
                  <a:off x="1670841" y="2129820"/>
                  <a:ext cx="216535" cy="287655"/>
                </a:xfrm>
                <a:custGeom>
                  <a:avLst/>
                  <a:gdLst/>
                  <a:ahLst/>
                  <a:cxnLst/>
                  <a:rect l="l" t="t" r="r" b="b"/>
                  <a:pathLst>
                    <a:path w="216535" h="287654">
                      <a:moveTo>
                        <a:pt x="0" y="287477"/>
                      </a:moveTo>
                      <a:lnTo>
                        <a:pt x="0" y="0"/>
                      </a:lnTo>
                      <a:lnTo>
                        <a:pt x="216484" y="0"/>
                      </a:lnTo>
                      <a:lnTo>
                        <a:pt x="216484" y="287477"/>
                      </a:lnTo>
                    </a:path>
                    <a:path w="216535" h="287654">
                      <a:moveTo>
                        <a:pt x="0" y="287477"/>
                      </a:moveTo>
                      <a:lnTo>
                        <a:pt x="0" y="0"/>
                      </a:lnTo>
                      <a:lnTo>
                        <a:pt x="216484" y="0"/>
                      </a:lnTo>
                      <a:lnTo>
                        <a:pt x="216484" y="287477"/>
                      </a:lnTo>
                    </a:path>
                  </a:pathLst>
                </a:custGeom>
                <a:ln w="9525">
                  <a:solidFill>
                    <a:schemeClr val="bg1">
                      <a:lumMod val="65000"/>
                    </a:schemeClr>
                  </a:solidFill>
                </a:ln>
              </p:spPr>
              <p:txBody>
                <a:bodyPr wrap="square" lIns="0" tIns="0" rIns="0" bIns="0" rtlCol="0"/>
                <a:lstStyle/>
                <a:p>
                  <a:endParaRPr sz="1100"/>
                </a:p>
              </p:txBody>
            </p:sp>
            <p:sp>
              <p:nvSpPr>
                <p:cNvPr id="420" name="object 201">
                  <a:extLst>
                    <a:ext uri="{FF2B5EF4-FFF2-40B4-BE49-F238E27FC236}">
                      <a16:creationId xmlns:a16="http://schemas.microsoft.com/office/drawing/2014/main" id="{952D96E1-EB61-6B40-85AB-125BE36E2C3F}"/>
                    </a:ext>
                  </a:extLst>
                </p:cNvPr>
                <p:cNvSpPr/>
                <p:nvPr/>
              </p:nvSpPr>
              <p:spPr>
                <a:xfrm>
                  <a:off x="1562594" y="2273571"/>
                  <a:ext cx="108585" cy="144145"/>
                </a:xfrm>
                <a:custGeom>
                  <a:avLst/>
                  <a:gdLst/>
                  <a:ahLst/>
                  <a:cxnLst/>
                  <a:rect l="l" t="t" r="r" b="b"/>
                  <a:pathLst>
                    <a:path w="108585" h="144145">
                      <a:moveTo>
                        <a:pt x="0" y="143725"/>
                      </a:moveTo>
                      <a:lnTo>
                        <a:pt x="0" y="0"/>
                      </a:lnTo>
                      <a:lnTo>
                        <a:pt x="108242" y="0"/>
                      </a:lnTo>
                    </a:path>
                  </a:pathLst>
                </a:custGeom>
                <a:ln w="9525">
                  <a:solidFill>
                    <a:schemeClr val="bg1">
                      <a:lumMod val="65000"/>
                    </a:schemeClr>
                  </a:solidFill>
                </a:ln>
              </p:spPr>
              <p:txBody>
                <a:bodyPr wrap="square" lIns="0" tIns="0" rIns="0" bIns="0" rtlCol="0"/>
                <a:lstStyle/>
                <a:p>
                  <a:endParaRPr sz="1100"/>
                </a:p>
              </p:txBody>
            </p:sp>
            <p:sp>
              <p:nvSpPr>
                <p:cNvPr id="421" name="object 202">
                  <a:extLst>
                    <a:ext uri="{FF2B5EF4-FFF2-40B4-BE49-F238E27FC236}">
                      <a16:creationId xmlns:a16="http://schemas.microsoft.com/office/drawing/2014/main" id="{A696DDC5-357C-4D45-A5CF-3B01EB1121CD}"/>
                    </a:ext>
                  </a:extLst>
                </p:cNvPr>
                <p:cNvSpPr/>
                <p:nvPr/>
              </p:nvSpPr>
              <p:spPr>
                <a:xfrm>
                  <a:off x="1845392" y="1978631"/>
                  <a:ext cx="216535" cy="438784"/>
                </a:xfrm>
                <a:custGeom>
                  <a:avLst/>
                  <a:gdLst/>
                  <a:ahLst/>
                  <a:cxnLst/>
                  <a:rect l="l" t="t" r="r" b="b"/>
                  <a:pathLst>
                    <a:path w="216535" h="438785">
                      <a:moveTo>
                        <a:pt x="0" y="154787"/>
                      </a:moveTo>
                      <a:lnTo>
                        <a:pt x="0" y="0"/>
                      </a:lnTo>
                      <a:lnTo>
                        <a:pt x="216484" y="151193"/>
                      </a:lnTo>
                      <a:lnTo>
                        <a:pt x="216484" y="438670"/>
                      </a:lnTo>
                    </a:path>
                  </a:pathLst>
                </a:custGeom>
                <a:ln w="9525">
                  <a:solidFill>
                    <a:schemeClr val="bg1">
                      <a:lumMod val="65000"/>
                    </a:schemeClr>
                  </a:solidFill>
                </a:ln>
              </p:spPr>
              <p:txBody>
                <a:bodyPr wrap="square" lIns="0" tIns="0" rIns="0" bIns="0" rtlCol="0"/>
                <a:lstStyle/>
                <a:p>
                  <a:endParaRPr sz="1100"/>
                </a:p>
              </p:txBody>
            </p:sp>
            <p:sp>
              <p:nvSpPr>
                <p:cNvPr id="422" name="object 203">
                  <a:extLst>
                    <a:ext uri="{FF2B5EF4-FFF2-40B4-BE49-F238E27FC236}">
                      <a16:creationId xmlns:a16="http://schemas.microsoft.com/office/drawing/2014/main" id="{BCC83BC3-C845-1744-A32F-A1BCCC000783}"/>
                    </a:ext>
                  </a:extLst>
                </p:cNvPr>
                <p:cNvSpPr/>
                <p:nvPr/>
              </p:nvSpPr>
              <p:spPr>
                <a:xfrm>
                  <a:off x="1945504" y="2129822"/>
                  <a:ext cx="0" cy="287655"/>
                </a:xfrm>
                <a:custGeom>
                  <a:avLst/>
                  <a:gdLst/>
                  <a:ahLst/>
                  <a:cxnLst/>
                  <a:rect l="l" t="t" r="r" b="b"/>
                  <a:pathLst>
                    <a:path h="287654">
                      <a:moveTo>
                        <a:pt x="0" y="0"/>
                      </a:moveTo>
                      <a:lnTo>
                        <a:pt x="0" y="287477"/>
                      </a:lnTo>
                    </a:path>
                  </a:pathLst>
                </a:custGeom>
                <a:ln w="9525">
                  <a:solidFill>
                    <a:schemeClr val="bg1">
                      <a:lumMod val="65000"/>
                    </a:schemeClr>
                  </a:solidFill>
                </a:ln>
              </p:spPr>
              <p:txBody>
                <a:bodyPr wrap="square" lIns="0" tIns="0" rIns="0" bIns="0" rtlCol="0"/>
                <a:lstStyle/>
                <a:p>
                  <a:endParaRPr sz="1100"/>
                </a:p>
              </p:txBody>
            </p:sp>
            <p:sp>
              <p:nvSpPr>
                <p:cNvPr id="423" name="object 204">
                  <a:extLst>
                    <a:ext uri="{FF2B5EF4-FFF2-40B4-BE49-F238E27FC236}">
                      <a16:creationId xmlns:a16="http://schemas.microsoft.com/office/drawing/2014/main" id="{93749CDC-7A9D-AB4E-BB2B-14A1D2273024}"/>
                    </a:ext>
                  </a:extLst>
                </p:cNvPr>
                <p:cNvSpPr/>
                <p:nvPr/>
              </p:nvSpPr>
              <p:spPr>
                <a:xfrm>
                  <a:off x="1708423" y="2246195"/>
                  <a:ext cx="137160" cy="0"/>
                </a:xfrm>
                <a:custGeom>
                  <a:avLst/>
                  <a:gdLst/>
                  <a:ahLst/>
                  <a:cxnLst/>
                  <a:rect l="l" t="t" r="r" b="b"/>
                  <a:pathLst>
                    <a:path w="137160">
                      <a:moveTo>
                        <a:pt x="136969" y="0"/>
                      </a:moveTo>
                      <a:lnTo>
                        <a:pt x="0" y="0"/>
                      </a:lnTo>
                    </a:path>
                  </a:pathLst>
                </a:custGeom>
                <a:ln w="9525">
                  <a:solidFill>
                    <a:schemeClr val="bg1">
                      <a:lumMod val="65000"/>
                    </a:schemeClr>
                  </a:solidFill>
                </a:ln>
              </p:spPr>
              <p:txBody>
                <a:bodyPr wrap="square" lIns="0" tIns="0" rIns="0" bIns="0" rtlCol="0"/>
                <a:lstStyle/>
                <a:p>
                  <a:endParaRPr sz="1100"/>
                </a:p>
              </p:txBody>
            </p:sp>
            <p:sp>
              <p:nvSpPr>
                <p:cNvPr id="424" name="object 205">
                  <a:extLst>
                    <a:ext uri="{FF2B5EF4-FFF2-40B4-BE49-F238E27FC236}">
                      <a16:creationId xmlns:a16="http://schemas.microsoft.com/office/drawing/2014/main" id="{243D8F1D-7049-9045-A959-1735B5008E4C}"/>
                    </a:ext>
                  </a:extLst>
                </p:cNvPr>
                <p:cNvSpPr/>
                <p:nvPr/>
              </p:nvSpPr>
              <p:spPr>
                <a:xfrm>
                  <a:off x="1712779" y="2188014"/>
                  <a:ext cx="132715" cy="0"/>
                </a:xfrm>
                <a:custGeom>
                  <a:avLst/>
                  <a:gdLst/>
                  <a:ahLst/>
                  <a:cxnLst/>
                  <a:rect l="l" t="t" r="r" b="b"/>
                  <a:pathLst>
                    <a:path w="132714">
                      <a:moveTo>
                        <a:pt x="132613" y="0"/>
                      </a:moveTo>
                      <a:lnTo>
                        <a:pt x="0" y="0"/>
                      </a:lnTo>
                    </a:path>
                  </a:pathLst>
                </a:custGeom>
                <a:ln w="9525">
                  <a:solidFill>
                    <a:schemeClr val="bg1">
                      <a:lumMod val="65000"/>
                    </a:schemeClr>
                  </a:solidFill>
                </a:ln>
              </p:spPr>
              <p:txBody>
                <a:bodyPr wrap="square" lIns="0" tIns="0" rIns="0" bIns="0" rtlCol="0"/>
                <a:lstStyle/>
                <a:p>
                  <a:endParaRPr sz="1100"/>
                </a:p>
              </p:txBody>
            </p:sp>
            <p:sp>
              <p:nvSpPr>
                <p:cNvPr id="425" name="object 206">
                  <a:extLst>
                    <a:ext uri="{FF2B5EF4-FFF2-40B4-BE49-F238E27FC236}">
                      <a16:creationId xmlns:a16="http://schemas.microsoft.com/office/drawing/2014/main" id="{6CCF8E5C-659F-E841-B9C3-A843C624427C}"/>
                    </a:ext>
                  </a:extLst>
                </p:cNvPr>
                <p:cNvSpPr/>
                <p:nvPr/>
              </p:nvSpPr>
              <p:spPr>
                <a:xfrm>
                  <a:off x="2003695" y="2129822"/>
                  <a:ext cx="0" cy="287655"/>
                </a:xfrm>
                <a:custGeom>
                  <a:avLst/>
                  <a:gdLst/>
                  <a:ahLst/>
                  <a:cxnLst/>
                  <a:rect l="l" t="t" r="r" b="b"/>
                  <a:pathLst>
                    <a:path h="287654">
                      <a:moveTo>
                        <a:pt x="0" y="0"/>
                      </a:moveTo>
                      <a:lnTo>
                        <a:pt x="0" y="287477"/>
                      </a:lnTo>
                    </a:path>
                  </a:pathLst>
                </a:custGeom>
                <a:ln w="9525">
                  <a:solidFill>
                    <a:schemeClr val="bg1">
                      <a:lumMod val="65000"/>
                    </a:schemeClr>
                  </a:solidFill>
                </a:ln>
              </p:spPr>
              <p:txBody>
                <a:bodyPr wrap="square" lIns="0" tIns="0" rIns="0" bIns="0" rtlCol="0"/>
                <a:lstStyle/>
                <a:p>
                  <a:endParaRPr sz="1100"/>
                </a:p>
              </p:txBody>
            </p:sp>
          </p:grpSp>
        </p:grpSp>
      </p:grpSp>
      <p:grpSp>
        <p:nvGrpSpPr>
          <p:cNvPr id="22" name="Group 21">
            <a:extLst>
              <a:ext uri="{FF2B5EF4-FFF2-40B4-BE49-F238E27FC236}">
                <a16:creationId xmlns:a16="http://schemas.microsoft.com/office/drawing/2014/main" id="{0014FD67-3AF6-9507-F98D-748252257183}"/>
              </a:ext>
            </a:extLst>
          </p:cNvPr>
          <p:cNvGrpSpPr/>
          <p:nvPr/>
        </p:nvGrpSpPr>
        <p:grpSpPr>
          <a:xfrm>
            <a:off x="1305852" y="2538326"/>
            <a:ext cx="1095603" cy="836372"/>
            <a:chOff x="1313535" y="2985243"/>
            <a:chExt cx="979005" cy="836372"/>
          </a:xfrm>
        </p:grpSpPr>
        <p:pic>
          <p:nvPicPr>
            <p:cNvPr id="270" name="object 39">
              <a:extLst>
                <a:ext uri="{FF2B5EF4-FFF2-40B4-BE49-F238E27FC236}">
                  <a16:creationId xmlns:a16="http://schemas.microsoft.com/office/drawing/2014/main" id="{EDE8E14B-36DF-8A43-8828-E5A71243B117}"/>
                </a:ext>
              </a:extLst>
            </p:cNvPr>
            <p:cNvPicPr/>
            <p:nvPr/>
          </p:nvPicPr>
          <p:blipFill>
            <a:blip r:embed="rId8" cstate="print"/>
            <a:stretch>
              <a:fillRect/>
            </a:stretch>
          </p:blipFill>
          <p:spPr>
            <a:xfrm>
              <a:off x="2184541" y="3349995"/>
              <a:ext cx="107999" cy="108002"/>
            </a:xfrm>
            <a:prstGeom prst="rect">
              <a:avLst/>
            </a:prstGeom>
            <a:ln>
              <a:solidFill>
                <a:schemeClr val="bg1">
                  <a:lumMod val="65000"/>
                </a:schemeClr>
              </a:solidFill>
            </a:ln>
          </p:spPr>
        </p:pic>
        <p:sp>
          <p:nvSpPr>
            <p:cNvPr id="282" name="object 53">
              <a:extLst>
                <a:ext uri="{FF2B5EF4-FFF2-40B4-BE49-F238E27FC236}">
                  <a16:creationId xmlns:a16="http://schemas.microsoft.com/office/drawing/2014/main" id="{4D1D5F7D-61DC-F843-9699-5C3C55FD26D5}"/>
                </a:ext>
              </a:extLst>
            </p:cNvPr>
            <p:cNvSpPr txBox="1"/>
            <p:nvPr/>
          </p:nvSpPr>
          <p:spPr>
            <a:xfrm>
              <a:off x="1313535" y="3470237"/>
              <a:ext cx="819785" cy="351378"/>
            </a:xfrm>
            <a:prstGeom prst="rect">
              <a:avLst/>
            </a:prstGeom>
            <a:ln>
              <a:solidFill>
                <a:schemeClr val="bg1">
                  <a:lumMod val="65000"/>
                </a:schemeClr>
              </a:solidFill>
            </a:ln>
          </p:spPr>
          <p:txBody>
            <a:bodyPr vert="horz" wrap="square" lIns="0" tIns="12700" rIns="0" bIns="0" rtlCol="0">
              <a:spAutoFit/>
            </a:bodyPr>
            <a:lstStyle/>
            <a:p>
              <a:pPr marL="12700" marR="5080">
                <a:lnSpc>
                  <a:spcPct val="100000"/>
                </a:lnSpc>
                <a:spcBef>
                  <a:spcPts val="100"/>
                </a:spcBef>
              </a:pPr>
              <a:r>
                <a:rPr sz="1100" spc="-10">
                  <a:solidFill>
                    <a:srgbClr val="4D4D4F"/>
                  </a:solidFill>
                  <a:cs typeface="Arial MT"/>
                </a:rPr>
                <a:t>Multi-brand </a:t>
              </a:r>
              <a:r>
                <a:rPr sz="1100" spc="-15">
                  <a:solidFill>
                    <a:srgbClr val="4D4D4F"/>
                  </a:solidFill>
                  <a:cs typeface="Arial MT"/>
                </a:rPr>
                <a:t>pa</a:t>
              </a:r>
              <a:r>
                <a:rPr sz="1100" spc="-25">
                  <a:solidFill>
                    <a:srgbClr val="4D4D4F"/>
                  </a:solidFill>
                  <a:cs typeface="Arial MT"/>
                </a:rPr>
                <a:t>r</a:t>
              </a:r>
              <a:r>
                <a:rPr sz="1100" spc="-15">
                  <a:solidFill>
                    <a:srgbClr val="4D4D4F"/>
                  </a:solidFill>
                  <a:cs typeface="Arial MT"/>
                </a:rPr>
                <a:t>cel  </a:t>
              </a:r>
              <a:r>
                <a:rPr sz="1100" spc="-5">
                  <a:solidFill>
                    <a:srgbClr val="4D4D4F"/>
                  </a:solidFill>
                  <a:cs typeface="Arial MT"/>
                </a:rPr>
                <a:t>shop</a:t>
              </a:r>
              <a:endParaRPr sz="1100">
                <a:cs typeface="Arial MT"/>
              </a:endParaRPr>
            </a:p>
          </p:txBody>
        </p:sp>
        <p:sp>
          <p:nvSpPr>
            <p:cNvPr id="426" name="object 207">
              <a:extLst>
                <a:ext uri="{FF2B5EF4-FFF2-40B4-BE49-F238E27FC236}">
                  <a16:creationId xmlns:a16="http://schemas.microsoft.com/office/drawing/2014/main" id="{603FEB5A-9156-454B-A140-3CBFCAAD7581}"/>
                </a:ext>
              </a:extLst>
            </p:cNvPr>
            <p:cNvSpPr/>
            <p:nvPr/>
          </p:nvSpPr>
          <p:spPr>
            <a:xfrm>
              <a:off x="1601222" y="3136998"/>
              <a:ext cx="422275" cy="281940"/>
            </a:xfrm>
            <a:custGeom>
              <a:avLst/>
              <a:gdLst/>
              <a:ahLst/>
              <a:cxnLst/>
              <a:rect l="l" t="t" r="r" b="b"/>
              <a:pathLst>
                <a:path w="422275" h="281939">
                  <a:moveTo>
                    <a:pt x="0" y="0"/>
                  </a:moveTo>
                  <a:lnTo>
                    <a:pt x="0" y="281343"/>
                  </a:lnTo>
                  <a:lnTo>
                    <a:pt x="422020" y="281343"/>
                  </a:lnTo>
                  <a:lnTo>
                    <a:pt x="422020" y="0"/>
                  </a:lnTo>
                </a:path>
              </a:pathLst>
            </a:custGeom>
            <a:ln w="9525">
              <a:solidFill>
                <a:schemeClr val="bg1">
                  <a:lumMod val="65000"/>
                </a:schemeClr>
              </a:solidFill>
            </a:ln>
          </p:spPr>
          <p:txBody>
            <a:bodyPr wrap="square" lIns="0" tIns="0" rIns="0" bIns="0" rtlCol="0"/>
            <a:lstStyle/>
            <a:p>
              <a:endParaRPr sz="1100"/>
            </a:p>
          </p:txBody>
        </p:sp>
        <p:sp>
          <p:nvSpPr>
            <p:cNvPr id="427" name="object 208">
              <a:extLst>
                <a:ext uri="{FF2B5EF4-FFF2-40B4-BE49-F238E27FC236}">
                  <a16:creationId xmlns:a16="http://schemas.microsoft.com/office/drawing/2014/main" id="{C2B98325-5B05-E74A-AB4E-74E5AA72F39F}"/>
                </a:ext>
              </a:extLst>
            </p:cNvPr>
            <p:cNvSpPr/>
            <p:nvPr/>
          </p:nvSpPr>
          <p:spPr>
            <a:xfrm>
              <a:off x="1582041" y="2985243"/>
              <a:ext cx="461009" cy="151130"/>
            </a:xfrm>
            <a:custGeom>
              <a:avLst/>
              <a:gdLst/>
              <a:ahLst/>
              <a:cxnLst/>
              <a:rect l="l" t="t" r="r" b="b"/>
              <a:pathLst>
                <a:path w="461010" h="151129">
                  <a:moveTo>
                    <a:pt x="38366" y="131749"/>
                  </a:moveTo>
                  <a:lnTo>
                    <a:pt x="36857" y="139216"/>
                  </a:lnTo>
                  <a:lnTo>
                    <a:pt x="32743" y="145316"/>
                  </a:lnTo>
                  <a:lnTo>
                    <a:pt x="26643" y="149430"/>
                  </a:lnTo>
                  <a:lnTo>
                    <a:pt x="19176" y="150939"/>
                  </a:lnTo>
                  <a:lnTo>
                    <a:pt x="11712" y="149430"/>
                  </a:lnTo>
                  <a:lnTo>
                    <a:pt x="5616" y="145316"/>
                  </a:lnTo>
                  <a:lnTo>
                    <a:pt x="1506" y="139216"/>
                  </a:lnTo>
                  <a:lnTo>
                    <a:pt x="0" y="131749"/>
                  </a:lnTo>
                  <a:lnTo>
                    <a:pt x="19176" y="0"/>
                  </a:lnTo>
                  <a:lnTo>
                    <a:pt x="441210" y="0"/>
                  </a:lnTo>
                  <a:lnTo>
                    <a:pt x="460387" y="131749"/>
                  </a:lnTo>
                  <a:lnTo>
                    <a:pt x="458880" y="139216"/>
                  </a:lnTo>
                  <a:lnTo>
                    <a:pt x="454771" y="145316"/>
                  </a:lnTo>
                  <a:lnTo>
                    <a:pt x="448675" y="149430"/>
                  </a:lnTo>
                  <a:lnTo>
                    <a:pt x="441210" y="150939"/>
                  </a:lnTo>
                  <a:lnTo>
                    <a:pt x="433738" y="149430"/>
                  </a:lnTo>
                  <a:lnTo>
                    <a:pt x="427639" y="145316"/>
                  </a:lnTo>
                  <a:lnTo>
                    <a:pt x="423528" y="139216"/>
                  </a:lnTo>
                  <a:lnTo>
                    <a:pt x="422020" y="131749"/>
                  </a:lnTo>
                </a:path>
              </a:pathLst>
            </a:custGeom>
            <a:ln w="9525">
              <a:solidFill>
                <a:schemeClr val="bg1">
                  <a:lumMod val="65000"/>
                </a:schemeClr>
              </a:solidFill>
            </a:ln>
          </p:spPr>
          <p:txBody>
            <a:bodyPr wrap="square" lIns="0" tIns="0" rIns="0" bIns="0" rtlCol="0"/>
            <a:lstStyle/>
            <a:p>
              <a:endParaRPr sz="1100"/>
            </a:p>
          </p:txBody>
        </p:sp>
        <p:pic>
          <p:nvPicPr>
            <p:cNvPr id="428" name="object 209">
              <a:extLst>
                <a:ext uri="{FF2B5EF4-FFF2-40B4-BE49-F238E27FC236}">
                  <a16:creationId xmlns:a16="http://schemas.microsoft.com/office/drawing/2014/main" id="{B374B986-FAD5-964C-BC24-C6A6E7635857}"/>
                </a:ext>
              </a:extLst>
            </p:cNvPr>
            <p:cNvPicPr/>
            <p:nvPr/>
          </p:nvPicPr>
          <p:blipFill>
            <a:blip r:embed="rId9" cstate="print"/>
            <a:stretch>
              <a:fillRect/>
            </a:stretch>
          </p:blipFill>
          <p:spPr>
            <a:xfrm>
              <a:off x="1615640" y="2985243"/>
              <a:ext cx="393184" cy="155701"/>
            </a:xfrm>
            <a:prstGeom prst="rect">
              <a:avLst/>
            </a:prstGeom>
            <a:ln>
              <a:solidFill>
                <a:schemeClr val="bg1">
                  <a:lumMod val="65000"/>
                </a:schemeClr>
              </a:solidFill>
            </a:ln>
          </p:spPr>
        </p:pic>
        <p:sp>
          <p:nvSpPr>
            <p:cNvPr id="429" name="object 210">
              <a:extLst>
                <a:ext uri="{FF2B5EF4-FFF2-40B4-BE49-F238E27FC236}">
                  <a16:creationId xmlns:a16="http://schemas.microsoft.com/office/drawing/2014/main" id="{7D428F19-E62C-C543-8D87-F3E83082381D}"/>
                </a:ext>
              </a:extLst>
            </p:cNvPr>
            <p:cNvSpPr/>
            <p:nvPr/>
          </p:nvSpPr>
          <p:spPr>
            <a:xfrm>
              <a:off x="1583325" y="3108213"/>
              <a:ext cx="458470" cy="0"/>
            </a:xfrm>
            <a:custGeom>
              <a:avLst/>
              <a:gdLst/>
              <a:ahLst/>
              <a:cxnLst/>
              <a:rect l="l" t="t" r="r" b="b"/>
              <a:pathLst>
                <a:path w="458470">
                  <a:moveTo>
                    <a:pt x="0" y="0"/>
                  </a:moveTo>
                  <a:lnTo>
                    <a:pt x="458165" y="0"/>
                  </a:lnTo>
                </a:path>
              </a:pathLst>
            </a:custGeom>
            <a:ln w="9525">
              <a:solidFill>
                <a:schemeClr val="bg1">
                  <a:lumMod val="65000"/>
                </a:schemeClr>
              </a:solidFill>
            </a:ln>
          </p:spPr>
          <p:txBody>
            <a:bodyPr wrap="square" lIns="0" tIns="0" rIns="0" bIns="0" rtlCol="0"/>
            <a:lstStyle/>
            <a:p>
              <a:endParaRPr sz="1100"/>
            </a:p>
          </p:txBody>
        </p:sp>
        <p:sp>
          <p:nvSpPr>
            <p:cNvPr id="430" name="object 211">
              <a:extLst>
                <a:ext uri="{FF2B5EF4-FFF2-40B4-BE49-F238E27FC236}">
                  <a16:creationId xmlns:a16="http://schemas.microsoft.com/office/drawing/2014/main" id="{4F2DB313-16D7-054E-9A56-DEE7F5A89FEB}"/>
                </a:ext>
              </a:extLst>
            </p:cNvPr>
            <p:cNvSpPr/>
            <p:nvPr/>
          </p:nvSpPr>
          <p:spPr>
            <a:xfrm>
              <a:off x="1888969" y="3126580"/>
              <a:ext cx="0" cy="292100"/>
            </a:xfrm>
            <a:custGeom>
              <a:avLst/>
              <a:gdLst/>
              <a:ahLst/>
              <a:cxnLst/>
              <a:rect l="l" t="t" r="r" b="b"/>
              <a:pathLst>
                <a:path h="292100">
                  <a:moveTo>
                    <a:pt x="0" y="0"/>
                  </a:moveTo>
                  <a:lnTo>
                    <a:pt x="0" y="291769"/>
                  </a:lnTo>
                </a:path>
              </a:pathLst>
            </a:custGeom>
            <a:ln w="9525">
              <a:solidFill>
                <a:schemeClr val="bg1">
                  <a:lumMod val="65000"/>
                </a:schemeClr>
              </a:solidFill>
            </a:ln>
          </p:spPr>
          <p:txBody>
            <a:bodyPr wrap="square" lIns="0" tIns="0" rIns="0" bIns="0" rtlCol="0"/>
            <a:lstStyle/>
            <a:p>
              <a:endParaRPr sz="1100"/>
            </a:p>
          </p:txBody>
        </p:sp>
        <p:sp>
          <p:nvSpPr>
            <p:cNvPr id="431" name="object 212">
              <a:extLst>
                <a:ext uri="{FF2B5EF4-FFF2-40B4-BE49-F238E27FC236}">
                  <a16:creationId xmlns:a16="http://schemas.microsoft.com/office/drawing/2014/main" id="{6CC39738-D2DC-824A-8A6F-F6BCF3BAADAC}"/>
                </a:ext>
              </a:extLst>
            </p:cNvPr>
            <p:cNvSpPr/>
            <p:nvPr/>
          </p:nvSpPr>
          <p:spPr>
            <a:xfrm>
              <a:off x="1919665" y="3246275"/>
              <a:ext cx="0" cy="52705"/>
            </a:xfrm>
            <a:custGeom>
              <a:avLst/>
              <a:gdLst/>
              <a:ahLst/>
              <a:cxnLst/>
              <a:rect l="l" t="t" r="r" b="b"/>
              <a:pathLst>
                <a:path h="52704">
                  <a:moveTo>
                    <a:pt x="0" y="0"/>
                  </a:moveTo>
                  <a:lnTo>
                    <a:pt x="0" y="52374"/>
                  </a:lnTo>
                </a:path>
              </a:pathLst>
            </a:custGeom>
            <a:ln w="9525">
              <a:solidFill>
                <a:schemeClr val="bg1">
                  <a:lumMod val="65000"/>
                </a:schemeClr>
              </a:solidFill>
            </a:ln>
          </p:spPr>
          <p:txBody>
            <a:bodyPr wrap="square" lIns="0" tIns="0" rIns="0" bIns="0" rtlCol="0"/>
            <a:lstStyle/>
            <a:p>
              <a:endParaRPr sz="1100"/>
            </a:p>
          </p:txBody>
        </p:sp>
        <p:sp>
          <p:nvSpPr>
            <p:cNvPr id="432" name="object 213">
              <a:extLst>
                <a:ext uri="{FF2B5EF4-FFF2-40B4-BE49-F238E27FC236}">
                  <a16:creationId xmlns:a16="http://schemas.microsoft.com/office/drawing/2014/main" id="{20FD0A26-8DAA-CC4F-9580-CE1D936A7959}"/>
                </a:ext>
              </a:extLst>
            </p:cNvPr>
            <p:cNvSpPr/>
            <p:nvPr/>
          </p:nvSpPr>
          <p:spPr>
            <a:xfrm>
              <a:off x="1894488" y="3382254"/>
              <a:ext cx="128905" cy="0"/>
            </a:xfrm>
            <a:custGeom>
              <a:avLst/>
              <a:gdLst/>
              <a:ahLst/>
              <a:cxnLst/>
              <a:rect l="l" t="t" r="r" b="b"/>
              <a:pathLst>
                <a:path w="128904">
                  <a:moveTo>
                    <a:pt x="0" y="0"/>
                  </a:moveTo>
                  <a:lnTo>
                    <a:pt x="128765" y="0"/>
                  </a:lnTo>
                </a:path>
              </a:pathLst>
            </a:custGeom>
            <a:ln w="9525">
              <a:solidFill>
                <a:schemeClr val="bg1">
                  <a:lumMod val="65000"/>
                </a:schemeClr>
              </a:solidFill>
            </a:ln>
          </p:spPr>
          <p:txBody>
            <a:bodyPr wrap="square" lIns="0" tIns="0" rIns="0" bIns="0" rtlCol="0"/>
            <a:lstStyle/>
            <a:p>
              <a:endParaRPr sz="1100"/>
            </a:p>
          </p:txBody>
        </p:sp>
        <p:sp>
          <p:nvSpPr>
            <p:cNvPr id="433" name="object 214">
              <a:extLst>
                <a:ext uri="{FF2B5EF4-FFF2-40B4-BE49-F238E27FC236}">
                  <a16:creationId xmlns:a16="http://schemas.microsoft.com/office/drawing/2014/main" id="{49192863-2094-2E4E-A86A-B844C659D4E8}"/>
                </a:ext>
              </a:extLst>
            </p:cNvPr>
            <p:cNvSpPr/>
            <p:nvPr/>
          </p:nvSpPr>
          <p:spPr>
            <a:xfrm>
              <a:off x="1601222" y="3312168"/>
              <a:ext cx="288290" cy="0"/>
            </a:xfrm>
            <a:custGeom>
              <a:avLst/>
              <a:gdLst/>
              <a:ahLst/>
              <a:cxnLst/>
              <a:rect l="l" t="t" r="r" b="b"/>
              <a:pathLst>
                <a:path w="288289">
                  <a:moveTo>
                    <a:pt x="0" y="0"/>
                  </a:moveTo>
                  <a:lnTo>
                    <a:pt x="287743" y="0"/>
                  </a:lnTo>
                </a:path>
              </a:pathLst>
            </a:custGeom>
            <a:ln w="9525">
              <a:solidFill>
                <a:schemeClr val="bg1">
                  <a:lumMod val="65000"/>
                </a:schemeClr>
              </a:solidFill>
            </a:ln>
          </p:spPr>
          <p:txBody>
            <a:bodyPr wrap="square" lIns="0" tIns="0" rIns="0" bIns="0" rtlCol="0"/>
            <a:lstStyle/>
            <a:p>
              <a:endParaRPr sz="1100"/>
            </a:p>
          </p:txBody>
        </p:sp>
      </p:grpSp>
      <p:pic>
        <p:nvPicPr>
          <p:cNvPr id="268" name="object 37">
            <a:extLst>
              <a:ext uri="{FF2B5EF4-FFF2-40B4-BE49-F238E27FC236}">
                <a16:creationId xmlns:a16="http://schemas.microsoft.com/office/drawing/2014/main" id="{CF1222E6-D173-CE40-8935-859502F891C6}"/>
              </a:ext>
            </a:extLst>
          </p:cNvPr>
          <p:cNvPicPr/>
          <p:nvPr/>
        </p:nvPicPr>
        <p:blipFill>
          <a:blip r:embed="rId8" cstate="print"/>
          <a:stretch>
            <a:fillRect/>
          </a:stretch>
        </p:blipFill>
        <p:spPr>
          <a:xfrm>
            <a:off x="1020469" y="2015550"/>
            <a:ext cx="107999" cy="108000"/>
          </a:xfrm>
          <a:prstGeom prst="rect">
            <a:avLst/>
          </a:prstGeom>
          <a:ln>
            <a:solidFill>
              <a:schemeClr val="bg1">
                <a:lumMod val="65000"/>
              </a:schemeClr>
            </a:solidFill>
          </a:ln>
        </p:spPr>
      </p:pic>
      <p:sp>
        <p:nvSpPr>
          <p:cNvPr id="272" name="object 41">
            <a:extLst>
              <a:ext uri="{FF2B5EF4-FFF2-40B4-BE49-F238E27FC236}">
                <a16:creationId xmlns:a16="http://schemas.microsoft.com/office/drawing/2014/main" id="{2091A324-9F50-FC4B-9A0F-F5AC6CF853FE}"/>
              </a:ext>
            </a:extLst>
          </p:cNvPr>
          <p:cNvSpPr txBox="1"/>
          <p:nvPr/>
        </p:nvSpPr>
        <p:spPr>
          <a:xfrm>
            <a:off x="145402" y="2135797"/>
            <a:ext cx="1141851" cy="182101"/>
          </a:xfrm>
          <a:prstGeom prst="rect">
            <a:avLst/>
          </a:prstGeom>
          <a:ln>
            <a:solidFill>
              <a:schemeClr val="bg1">
                <a:lumMod val="65000"/>
              </a:schemeClr>
            </a:solidFill>
          </a:ln>
        </p:spPr>
        <p:txBody>
          <a:bodyPr vert="horz" wrap="square" lIns="0" tIns="12700" rIns="0" bIns="0" rtlCol="0">
            <a:spAutoFit/>
          </a:bodyPr>
          <a:lstStyle/>
          <a:p>
            <a:pPr marL="12700">
              <a:lnSpc>
                <a:spcPct val="100000"/>
              </a:lnSpc>
              <a:spcBef>
                <a:spcPts val="100"/>
              </a:spcBef>
            </a:pPr>
            <a:r>
              <a:rPr sz="1100" spc="-120">
                <a:solidFill>
                  <a:srgbClr val="4D4D4F"/>
                </a:solidFill>
                <a:cs typeface="Arial MT"/>
              </a:rPr>
              <a:t>T</a:t>
            </a:r>
            <a:r>
              <a:rPr sz="1100" spc="-15">
                <a:solidFill>
                  <a:srgbClr val="4D4D4F"/>
                </a:solidFill>
                <a:cs typeface="Arial MT"/>
              </a:rPr>
              <a:t>runk</a:t>
            </a:r>
            <a:r>
              <a:rPr sz="1100">
                <a:solidFill>
                  <a:srgbClr val="4D4D4F"/>
                </a:solidFill>
                <a:cs typeface="Arial MT"/>
              </a:rPr>
              <a:t> </a:t>
            </a:r>
            <a:r>
              <a:rPr sz="1100" spc="-25">
                <a:solidFill>
                  <a:srgbClr val="4D4D4F"/>
                </a:solidFill>
                <a:cs typeface="Arial MT"/>
              </a:rPr>
              <a:t>delivery</a:t>
            </a:r>
            <a:endParaRPr sz="1100">
              <a:cs typeface="Arial MT"/>
            </a:endParaRPr>
          </a:p>
        </p:txBody>
      </p:sp>
      <p:pic>
        <p:nvPicPr>
          <p:cNvPr id="434" name="object 215">
            <a:extLst>
              <a:ext uri="{FF2B5EF4-FFF2-40B4-BE49-F238E27FC236}">
                <a16:creationId xmlns:a16="http://schemas.microsoft.com/office/drawing/2014/main" id="{3EA02800-20EB-B443-9CF0-AED33A8004CB}"/>
              </a:ext>
            </a:extLst>
          </p:cNvPr>
          <p:cNvPicPr/>
          <p:nvPr/>
        </p:nvPicPr>
        <p:blipFill>
          <a:blip r:embed="rId10" cstate="print"/>
          <a:stretch>
            <a:fillRect/>
          </a:stretch>
        </p:blipFill>
        <p:spPr>
          <a:xfrm>
            <a:off x="880904" y="1913241"/>
            <a:ext cx="98412" cy="74053"/>
          </a:xfrm>
          <a:prstGeom prst="rect">
            <a:avLst/>
          </a:prstGeom>
          <a:ln>
            <a:solidFill>
              <a:schemeClr val="bg1">
                <a:lumMod val="65000"/>
              </a:schemeClr>
            </a:solidFill>
          </a:ln>
        </p:spPr>
      </p:pic>
      <p:sp>
        <p:nvSpPr>
          <p:cNvPr id="435" name="object 216">
            <a:extLst>
              <a:ext uri="{FF2B5EF4-FFF2-40B4-BE49-F238E27FC236}">
                <a16:creationId xmlns:a16="http://schemas.microsoft.com/office/drawing/2014/main" id="{6061CCEF-6BE5-2B4E-AA39-18CE8B8E18C3}"/>
              </a:ext>
            </a:extLst>
          </p:cNvPr>
          <p:cNvSpPr/>
          <p:nvPr/>
        </p:nvSpPr>
        <p:spPr>
          <a:xfrm>
            <a:off x="507159" y="1982892"/>
            <a:ext cx="269875" cy="635"/>
          </a:xfrm>
          <a:custGeom>
            <a:avLst/>
            <a:gdLst/>
            <a:ahLst/>
            <a:cxnLst/>
            <a:rect l="l" t="t" r="r" b="b"/>
            <a:pathLst>
              <a:path w="269875" h="635">
                <a:moveTo>
                  <a:pt x="-4762" y="75"/>
                </a:moveTo>
                <a:lnTo>
                  <a:pt x="274447" y="75"/>
                </a:lnTo>
              </a:path>
            </a:pathLst>
          </a:custGeom>
          <a:ln w="9675">
            <a:solidFill>
              <a:schemeClr val="bg1">
                <a:lumMod val="65000"/>
              </a:schemeClr>
            </a:solidFill>
          </a:ln>
        </p:spPr>
        <p:txBody>
          <a:bodyPr wrap="square" lIns="0" tIns="0" rIns="0" bIns="0" rtlCol="0"/>
          <a:lstStyle/>
          <a:p>
            <a:endParaRPr sz="1100"/>
          </a:p>
        </p:txBody>
      </p:sp>
      <p:sp>
        <p:nvSpPr>
          <p:cNvPr id="436" name="object 217">
            <a:extLst>
              <a:ext uri="{FF2B5EF4-FFF2-40B4-BE49-F238E27FC236}">
                <a16:creationId xmlns:a16="http://schemas.microsoft.com/office/drawing/2014/main" id="{A097BD05-E86D-C147-8E79-9CBC0B64B4AA}"/>
              </a:ext>
            </a:extLst>
          </p:cNvPr>
          <p:cNvSpPr/>
          <p:nvPr/>
        </p:nvSpPr>
        <p:spPr>
          <a:xfrm>
            <a:off x="309028" y="1728129"/>
            <a:ext cx="665480" cy="255270"/>
          </a:xfrm>
          <a:custGeom>
            <a:avLst/>
            <a:gdLst/>
            <a:ahLst/>
            <a:cxnLst/>
            <a:rect l="l" t="t" r="r" b="b"/>
            <a:pathLst>
              <a:path w="665480" h="255270">
                <a:moveTo>
                  <a:pt x="665378" y="190741"/>
                </a:moveTo>
                <a:lnTo>
                  <a:pt x="651362" y="148505"/>
                </a:lnTo>
                <a:lnTo>
                  <a:pt x="615429" y="122301"/>
                </a:lnTo>
                <a:lnTo>
                  <a:pt x="589546" y="117589"/>
                </a:lnTo>
                <a:lnTo>
                  <a:pt x="566981" y="114291"/>
                </a:lnTo>
                <a:lnTo>
                  <a:pt x="544417" y="111001"/>
                </a:lnTo>
                <a:lnTo>
                  <a:pt x="521852" y="107705"/>
                </a:lnTo>
                <a:lnTo>
                  <a:pt x="499287" y="104394"/>
                </a:lnTo>
                <a:lnTo>
                  <a:pt x="492277" y="103390"/>
                </a:lnTo>
                <a:lnTo>
                  <a:pt x="475411" y="100393"/>
                </a:lnTo>
                <a:lnTo>
                  <a:pt x="413600" y="38582"/>
                </a:lnTo>
                <a:lnTo>
                  <a:pt x="407553" y="32365"/>
                </a:lnTo>
                <a:lnTo>
                  <a:pt x="370735" y="3711"/>
                </a:lnTo>
                <a:lnTo>
                  <a:pt x="350088" y="0"/>
                </a:lnTo>
                <a:lnTo>
                  <a:pt x="339724" y="0"/>
                </a:lnTo>
                <a:lnTo>
                  <a:pt x="230466" y="0"/>
                </a:lnTo>
                <a:lnTo>
                  <a:pt x="190817" y="0"/>
                </a:lnTo>
                <a:lnTo>
                  <a:pt x="183502" y="0"/>
                </a:lnTo>
                <a:lnTo>
                  <a:pt x="176161" y="660"/>
                </a:lnTo>
                <a:lnTo>
                  <a:pt x="123848" y="39268"/>
                </a:lnTo>
                <a:lnTo>
                  <a:pt x="101017" y="61436"/>
                </a:lnTo>
                <a:lnTo>
                  <a:pt x="82313" y="79479"/>
                </a:lnTo>
                <a:lnTo>
                  <a:pt x="74561" y="86931"/>
                </a:lnTo>
                <a:lnTo>
                  <a:pt x="55829" y="86931"/>
                </a:lnTo>
                <a:lnTo>
                  <a:pt x="46927" y="87129"/>
                </a:lnTo>
                <a:lnTo>
                  <a:pt x="6219" y="111499"/>
                </a:lnTo>
                <a:lnTo>
                  <a:pt x="444" y="139560"/>
                </a:lnTo>
                <a:lnTo>
                  <a:pt x="507" y="145211"/>
                </a:lnTo>
                <a:lnTo>
                  <a:pt x="507" y="150863"/>
                </a:lnTo>
                <a:lnTo>
                  <a:pt x="507" y="212699"/>
                </a:lnTo>
                <a:lnTo>
                  <a:pt x="507" y="218948"/>
                </a:lnTo>
                <a:lnTo>
                  <a:pt x="0" y="225615"/>
                </a:lnTo>
                <a:lnTo>
                  <a:pt x="34658" y="255117"/>
                </a:lnTo>
                <a:lnTo>
                  <a:pt x="89319" y="255117"/>
                </a:lnTo>
              </a:path>
            </a:pathLst>
          </a:custGeom>
          <a:ln w="9525">
            <a:solidFill>
              <a:schemeClr val="bg1">
                <a:lumMod val="65000"/>
              </a:schemeClr>
            </a:solidFill>
          </a:ln>
        </p:spPr>
        <p:txBody>
          <a:bodyPr wrap="square" lIns="0" tIns="0" rIns="0" bIns="0" rtlCol="0"/>
          <a:lstStyle/>
          <a:p>
            <a:endParaRPr sz="1100"/>
          </a:p>
        </p:txBody>
      </p:sp>
      <p:pic>
        <p:nvPicPr>
          <p:cNvPr id="437" name="object 218">
            <a:extLst>
              <a:ext uri="{FF2B5EF4-FFF2-40B4-BE49-F238E27FC236}">
                <a16:creationId xmlns:a16="http://schemas.microsoft.com/office/drawing/2014/main" id="{A567B023-78B7-7047-8C68-943D9E41E82B}"/>
              </a:ext>
            </a:extLst>
          </p:cNvPr>
          <p:cNvPicPr/>
          <p:nvPr/>
        </p:nvPicPr>
        <p:blipFill>
          <a:blip r:embed="rId11" cstate="print"/>
          <a:stretch>
            <a:fillRect/>
          </a:stretch>
        </p:blipFill>
        <p:spPr>
          <a:xfrm>
            <a:off x="599780" y="1745332"/>
            <a:ext cx="157784" cy="88569"/>
          </a:xfrm>
          <a:prstGeom prst="rect">
            <a:avLst/>
          </a:prstGeom>
          <a:ln>
            <a:solidFill>
              <a:schemeClr val="bg1">
                <a:lumMod val="65000"/>
              </a:schemeClr>
            </a:solidFill>
          </a:ln>
        </p:spPr>
      </p:pic>
      <p:pic>
        <p:nvPicPr>
          <p:cNvPr id="438" name="object 219">
            <a:extLst>
              <a:ext uri="{FF2B5EF4-FFF2-40B4-BE49-F238E27FC236}">
                <a16:creationId xmlns:a16="http://schemas.microsoft.com/office/drawing/2014/main" id="{28545DA9-688C-D840-9E13-0A6C75B1B2AC}"/>
              </a:ext>
            </a:extLst>
          </p:cNvPr>
          <p:cNvPicPr/>
          <p:nvPr/>
        </p:nvPicPr>
        <p:blipFill>
          <a:blip r:embed="rId12" cstate="print"/>
          <a:stretch>
            <a:fillRect/>
          </a:stretch>
        </p:blipFill>
        <p:spPr>
          <a:xfrm>
            <a:off x="390065" y="1922318"/>
            <a:ext cx="121856" cy="121869"/>
          </a:xfrm>
          <a:prstGeom prst="rect">
            <a:avLst/>
          </a:prstGeom>
          <a:ln>
            <a:solidFill>
              <a:schemeClr val="bg1">
                <a:lumMod val="65000"/>
              </a:schemeClr>
            </a:solidFill>
          </a:ln>
        </p:spPr>
      </p:pic>
      <p:pic>
        <p:nvPicPr>
          <p:cNvPr id="439" name="object 220">
            <a:extLst>
              <a:ext uri="{FF2B5EF4-FFF2-40B4-BE49-F238E27FC236}">
                <a16:creationId xmlns:a16="http://schemas.microsoft.com/office/drawing/2014/main" id="{F1BACB53-6DC5-F642-830A-C29FF0C018CE}"/>
              </a:ext>
            </a:extLst>
          </p:cNvPr>
          <p:cNvPicPr/>
          <p:nvPr/>
        </p:nvPicPr>
        <p:blipFill>
          <a:blip r:embed="rId13" cstate="print"/>
          <a:stretch>
            <a:fillRect/>
          </a:stretch>
        </p:blipFill>
        <p:spPr>
          <a:xfrm>
            <a:off x="768572" y="1922318"/>
            <a:ext cx="121856" cy="121869"/>
          </a:xfrm>
          <a:prstGeom prst="rect">
            <a:avLst/>
          </a:prstGeom>
          <a:ln>
            <a:solidFill>
              <a:schemeClr val="bg1">
                <a:lumMod val="65000"/>
              </a:schemeClr>
            </a:solidFill>
          </a:ln>
        </p:spPr>
      </p:pic>
      <p:pic>
        <p:nvPicPr>
          <p:cNvPr id="440" name="object 221">
            <a:extLst>
              <a:ext uri="{FF2B5EF4-FFF2-40B4-BE49-F238E27FC236}">
                <a16:creationId xmlns:a16="http://schemas.microsoft.com/office/drawing/2014/main" id="{2F8AEC16-E355-8E41-B725-2CE824369D34}"/>
              </a:ext>
            </a:extLst>
          </p:cNvPr>
          <p:cNvPicPr/>
          <p:nvPr/>
        </p:nvPicPr>
        <p:blipFill>
          <a:blip r:embed="rId14" cstate="print"/>
          <a:stretch>
            <a:fillRect/>
          </a:stretch>
        </p:blipFill>
        <p:spPr>
          <a:xfrm>
            <a:off x="304703" y="1728908"/>
            <a:ext cx="83642" cy="90916"/>
          </a:xfrm>
          <a:prstGeom prst="rect">
            <a:avLst/>
          </a:prstGeom>
          <a:ln>
            <a:solidFill>
              <a:schemeClr val="bg1">
                <a:lumMod val="65000"/>
              </a:schemeClr>
            </a:solidFill>
          </a:ln>
        </p:spPr>
      </p:pic>
      <p:sp>
        <p:nvSpPr>
          <p:cNvPr id="457" name="object 266">
            <a:extLst>
              <a:ext uri="{FF2B5EF4-FFF2-40B4-BE49-F238E27FC236}">
                <a16:creationId xmlns:a16="http://schemas.microsoft.com/office/drawing/2014/main" id="{EEEC00F1-E83A-F44E-A12D-DF767E952B6A}"/>
              </a:ext>
            </a:extLst>
          </p:cNvPr>
          <p:cNvSpPr/>
          <p:nvPr/>
        </p:nvSpPr>
        <p:spPr>
          <a:xfrm flipH="1">
            <a:off x="1235305" y="508734"/>
            <a:ext cx="45719" cy="2771602"/>
          </a:xfrm>
          <a:custGeom>
            <a:avLst/>
            <a:gdLst/>
            <a:ahLst/>
            <a:cxnLst/>
            <a:rect l="l" t="t" r="r" b="b"/>
            <a:pathLst>
              <a:path h="4676775">
                <a:moveTo>
                  <a:pt x="0" y="0"/>
                </a:moveTo>
                <a:lnTo>
                  <a:pt x="0" y="4676216"/>
                </a:lnTo>
              </a:path>
            </a:pathLst>
          </a:custGeom>
          <a:ln w="12700">
            <a:solidFill>
              <a:schemeClr val="bg1">
                <a:lumMod val="65000"/>
              </a:schemeClr>
            </a:solidFill>
            <a:prstDash val="dot"/>
          </a:ln>
        </p:spPr>
        <p:txBody>
          <a:bodyPr wrap="square" lIns="0" tIns="0" rIns="0" bIns="0" rtlCol="0"/>
          <a:lstStyle/>
          <a:p>
            <a:endParaRPr lang="en-IN" sz="1200"/>
          </a:p>
        </p:txBody>
      </p:sp>
      <p:sp>
        <p:nvSpPr>
          <p:cNvPr id="459" name="object 268">
            <a:extLst>
              <a:ext uri="{FF2B5EF4-FFF2-40B4-BE49-F238E27FC236}">
                <a16:creationId xmlns:a16="http://schemas.microsoft.com/office/drawing/2014/main" id="{2CF82DBD-2415-DC42-86DA-E165A7429254}"/>
              </a:ext>
            </a:extLst>
          </p:cNvPr>
          <p:cNvSpPr/>
          <p:nvPr/>
        </p:nvSpPr>
        <p:spPr>
          <a:xfrm flipH="1">
            <a:off x="2314321" y="508734"/>
            <a:ext cx="100233" cy="2771602"/>
          </a:xfrm>
          <a:custGeom>
            <a:avLst/>
            <a:gdLst/>
            <a:ahLst/>
            <a:cxnLst/>
            <a:rect l="l" t="t" r="r" b="b"/>
            <a:pathLst>
              <a:path h="4676775">
                <a:moveTo>
                  <a:pt x="0" y="0"/>
                </a:moveTo>
                <a:lnTo>
                  <a:pt x="0" y="4676216"/>
                </a:lnTo>
              </a:path>
            </a:pathLst>
          </a:custGeom>
          <a:ln w="12700">
            <a:solidFill>
              <a:schemeClr val="bg1">
                <a:lumMod val="65000"/>
              </a:schemeClr>
            </a:solidFill>
            <a:prstDash val="dot"/>
          </a:ln>
        </p:spPr>
        <p:txBody>
          <a:bodyPr wrap="square" lIns="0" tIns="0" rIns="0" bIns="0" rtlCol="0"/>
          <a:lstStyle/>
          <a:p>
            <a:endParaRPr lang="en-IN" sz="1200"/>
          </a:p>
        </p:txBody>
      </p:sp>
      <p:sp>
        <p:nvSpPr>
          <p:cNvPr id="461" name="object 270">
            <a:extLst>
              <a:ext uri="{FF2B5EF4-FFF2-40B4-BE49-F238E27FC236}">
                <a16:creationId xmlns:a16="http://schemas.microsoft.com/office/drawing/2014/main" id="{70BD32BF-593A-134B-B803-04881FC6B5D9}"/>
              </a:ext>
            </a:extLst>
          </p:cNvPr>
          <p:cNvSpPr/>
          <p:nvPr/>
        </p:nvSpPr>
        <p:spPr>
          <a:xfrm>
            <a:off x="3458633" y="508826"/>
            <a:ext cx="55881" cy="2754060"/>
          </a:xfrm>
          <a:custGeom>
            <a:avLst/>
            <a:gdLst/>
            <a:ahLst/>
            <a:cxnLst/>
            <a:rect l="l" t="t" r="r" b="b"/>
            <a:pathLst>
              <a:path h="6193790">
                <a:moveTo>
                  <a:pt x="0" y="0"/>
                </a:moveTo>
                <a:lnTo>
                  <a:pt x="0" y="6193561"/>
                </a:lnTo>
              </a:path>
            </a:pathLst>
          </a:custGeom>
          <a:ln w="12700">
            <a:solidFill>
              <a:schemeClr val="bg1">
                <a:lumMod val="65000"/>
              </a:schemeClr>
            </a:solidFill>
            <a:prstDash val="dot"/>
          </a:ln>
        </p:spPr>
        <p:txBody>
          <a:bodyPr wrap="square" lIns="0" tIns="0" rIns="0" bIns="0" rtlCol="0"/>
          <a:lstStyle/>
          <a:p>
            <a:endParaRPr lang="en-IN" sz="1200"/>
          </a:p>
        </p:txBody>
      </p:sp>
      <p:sp>
        <p:nvSpPr>
          <p:cNvPr id="463" name="object 272">
            <a:extLst>
              <a:ext uri="{FF2B5EF4-FFF2-40B4-BE49-F238E27FC236}">
                <a16:creationId xmlns:a16="http://schemas.microsoft.com/office/drawing/2014/main" id="{873CAD79-A6AD-E44F-8E6F-39548997BD7B}"/>
              </a:ext>
            </a:extLst>
          </p:cNvPr>
          <p:cNvSpPr/>
          <p:nvPr/>
        </p:nvSpPr>
        <p:spPr>
          <a:xfrm flipH="1">
            <a:off x="4492137" y="420201"/>
            <a:ext cx="60859" cy="2842684"/>
          </a:xfrm>
          <a:custGeom>
            <a:avLst/>
            <a:gdLst/>
            <a:ahLst/>
            <a:cxnLst/>
            <a:rect l="l" t="t" r="r" b="b"/>
            <a:pathLst>
              <a:path h="6193790">
                <a:moveTo>
                  <a:pt x="0" y="0"/>
                </a:moveTo>
                <a:lnTo>
                  <a:pt x="0" y="6193561"/>
                </a:lnTo>
              </a:path>
            </a:pathLst>
          </a:custGeom>
          <a:ln w="12700">
            <a:solidFill>
              <a:schemeClr val="bg1">
                <a:lumMod val="65000"/>
              </a:schemeClr>
            </a:solidFill>
            <a:prstDash val="dot"/>
          </a:ln>
        </p:spPr>
        <p:txBody>
          <a:bodyPr wrap="square" lIns="0" tIns="0" rIns="0" bIns="0" rtlCol="0"/>
          <a:lstStyle/>
          <a:p>
            <a:endParaRPr lang="en-IN" sz="1200"/>
          </a:p>
        </p:txBody>
      </p:sp>
      <p:grpSp>
        <p:nvGrpSpPr>
          <p:cNvPr id="28" name="Group 27">
            <a:extLst>
              <a:ext uri="{FF2B5EF4-FFF2-40B4-BE49-F238E27FC236}">
                <a16:creationId xmlns:a16="http://schemas.microsoft.com/office/drawing/2014/main" id="{52DADC1A-AE86-2DC1-FF02-BE6DDD23AC43}"/>
              </a:ext>
            </a:extLst>
          </p:cNvPr>
          <p:cNvGrpSpPr/>
          <p:nvPr/>
        </p:nvGrpSpPr>
        <p:grpSpPr>
          <a:xfrm>
            <a:off x="2379500" y="718137"/>
            <a:ext cx="979004" cy="684340"/>
            <a:chOff x="2414840" y="974555"/>
            <a:chExt cx="979004" cy="684340"/>
          </a:xfrm>
        </p:grpSpPr>
        <p:sp>
          <p:nvSpPr>
            <p:cNvPr id="286" name="object 59">
              <a:extLst>
                <a:ext uri="{FF2B5EF4-FFF2-40B4-BE49-F238E27FC236}">
                  <a16:creationId xmlns:a16="http://schemas.microsoft.com/office/drawing/2014/main" id="{8C13E02F-D0DC-774A-A105-F7BB6495DD26}"/>
                </a:ext>
              </a:extLst>
            </p:cNvPr>
            <p:cNvSpPr txBox="1"/>
            <p:nvPr/>
          </p:nvSpPr>
          <p:spPr>
            <a:xfrm>
              <a:off x="2414840" y="1461405"/>
              <a:ext cx="458677" cy="197490"/>
            </a:xfrm>
            <a:prstGeom prst="rect">
              <a:avLst/>
            </a:prstGeom>
            <a:ln>
              <a:solidFill>
                <a:schemeClr val="bg1">
                  <a:lumMod val="65000"/>
                </a:schemeClr>
              </a:solidFill>
            </a:ln>
          </p:spPr>
          <p:txBody>
            <a:bodyPr vert="horz" wrap="square" lIns="0" tIns="12700" rIns="0" bIns="0" rtlCol="0">
              <a:spAutoFit/>
            </a:bodyPr>
            <a:lstStyle/>
            <a:p>
              <a:pPr marL="12700">
                <a:lnSpc>
                  <a:spcPct val="100000"/>
                </a:lnSpc>
                <a:spcBef>
                  <a:spcPts val="100"/>
                </a:spcBef>
              </a:pPr>
              <a:r>
                <a:rPr sz="1200" spc="-20">
                  <a:solidFill>
                    <a:srgbClr val="4D4D4F"/>
                  </a:solidFill>
                  <a:cs typeface="Arial MT"/>
                </a:rPr>
                <a:t>UCC</a:t>
              </a:r>
              <a:endParaRPr sz="1200">
                <a:cs typeface="Arial MT"/>
              </a:endParaRPr>
            </a:p>
          </p:txBody>
        </p:sp>
        <p:grpSp>
          <p:nvGrpSpPr>
            <p:cNvPr id="27" name="Group 26">
              <a:extLst>
                <a:ext uri="{FF2B5EF4-FFF2-40B4-BE49-F238E27FC236}">
                  <a16:creationId xmlns:a16="http://schemas.microsoft.com/office/drawing/2014/main" id="{8F5CF5C6-2BBC-DD42-5A57-7F3812F05154}"/>
                </a:ext>
              </a:extLst>
            </p:cNvPr>
            <p:cNvGrpSpPr/>
            <p:nvPr/>
          </p:nvGrpSpPr>
          <p:grpSpPr>
            <a:xfrm>
              <a:off x="2728063" y="974555"/>
              <a:ext cx="665781" cy="474610"/>
              <a:chOff x="2728063" y="974555"/>
              <a:chExt cx="665781" cy="474610"/>
            </a:xfrm>
          </p:grpSpPr>
          <p:sp>
            <p:nvSpPr>
              <p:cNvPr id="341" name="object 115">
                <a:extLst>
                  <a:ext uri="{FF2B5EF4-FFF2-40B4-BE49-F238E27FC236}">
                    <a16:creationId xmlns:a16="http://schemas.microsoft.com/office/drawing/2014/main" id="{663D229C-9F6B-CD41-9BD5-417F4A5089AF}"/>
                  </a:ext>
                </a:extLst>
              </p:cNvPr>
              <p:cNvSpPr/>
              <p:nvPr/>
            </p:nvSpPr>
            <p:spPr>
              <a:xfrm>
                <a:off x="2728063" y="974555"/>
                <a:ext cx="371475" cy="436880"/>
              </a:xfrm>
              <a:custGeom>
                <a:avLst/>
                <a:gdLst/>
                <a:ahLst/>
                <a:cxnLst/>
                <a:rect l="l" t="t" r="r" b="b"/>
                <a:pathLst>
                  <a:path w="371475" h="436879">
                    <a:moveTo>
                      <a:pt x="370954" y="436829"/>
                    </a:moveTo>
                    <a:lnTo>
                      <a:pt x="370954" y="113423"/>
                    </a:lnTo>
                    <a:lnTo>
                      <a:pt x="240715" y="0"/>
                    </a:lnTo>
                    <a:lnTo>
                      <a:pt x="130251" y="0"/>
                    </a:lnTo>
                    <a:lnTo>
                      <a:pt x="0" y="113423"/>
                    </a:lnTo>
                    <a:lnTo>
                      <a:pt x="0" y="436829"/>
                    </a:lnTo>
                    <a:lnTo>
                      <a:pt x="370954" y="436829"/>
                    </a:lnTo>
                    <a:close/>
                  </a:path>
                </a:pathLst>
              </a:custGeom>
              <a:ln w="9525">
                <a:solidFill>
                  <a:schemeClr val="bg1">
                    <a:lumMod val="65000"/>
                  </a:schemeClr>
                </a:solidFill>
              </a:ln>
            </p:spPr>
            <p:txBody>
              <a:bodyPr wrap="square" lIns="0" tIns="0" rIns="0" bIns="0" rtlCol="0"/>
              <a:lstStyle/>
              <a:p>
                <a:endParaRPr sz="1200"/>
              </a:p>
            </p:txBody>
          </p:sp>
          <p:sp>
            <p:nvSpPr>
              <p:cNvPr id="342" name="object 116">
                <a:extLst>
                  <a:ext uri="{FF2B5EF4-FFF2-40B4-BE49-F238E27FC236}">
                    <a16:creationId xmlns:a16="http://schemas.microsoft.com/office/drawing/2014/main" id="{821A7A9F-BB99-9248-BF16-502CB28EE2F5}"/>
                  </a:ext>
                </a:extLst>
              </p:cNvPr>
              <p:cNvSpPr/>
              <p:nvPr/>
            </p:nvSpPr>
            <p:spPr>
              <a:xfrm>
                <a:off x="2823544" y="1375374"/>
                <a:ext cx="180340" cy="36195"/>
              </a:xfrm>
              <a:custGeom>
                <a:avLst/>
                <a:gdLst/>
                <a:ahLst/>
                <a:cxnLst/>
                <a:rect l="l" t="t" r="r" b="b"/>
                <a:pathLst>
                  <a:path w="180339" h="36195">
                    <a:moveTo>
                      <a:pt x="179997" y="0"/>
                    </a:moveTo>
                    <a:lnTo>
                      <a:pt x="0" y="0"/>
                    </a:lnTo>
                    <a:lnTo>
                      <a:pt x="0" y="36004"/>
                    </a:lnTo>
                    <a:lnTo>
                      <a:pt x="179997" y="36004"/>
                    </a:lnTo>
                    <a:lnTo>
                      <a:pt x="179997" y="0"/>
                    </a:lnTo>
                    <a:close/>
                  </a:path>
                </a:pathLst>
              </a:custGeom>
              <a:ln w="9525">
                <a:solidFill>
                  <a:schemeClr val="bg1">
                    <a:lumMod val="65000"/>
                  </a:schemeClr>
                </a:solidFill>
              </a:ln>
            </p:spPr>
            <p:txBody>
              <a:bodyPr wrap="square" lIns="0" tIns="0" rIns="0" bIns="0" rtlCol="0"/>
              <a:lstStyle/>
              <a:p>
                <a:endParaRPr sz="1200"/>
              </a:p>
            </p:txBody>
          </p:sp>
          <p:sp>
            <p:nvSpPr>
              <p:cNvPr id="343" name="object 117">
                <a:extLst>
                  <a:ext uri="{FF2B5EF4-FFF2-40B4-BE49-F238E27FC236}">
                    <a16:creationId xmlns:a16="http://schemas.microsoft.com/office/drawing/2014/main" id="{76A7E076-FFD0-AE44-990B-3EB5D1951940}"/>
                  </a:ext>
                </a:extLst>
              </p:cNvPr>
              <p:cNvSpPr/>
              <p:nvPr/>
            </p:nvSpPr>
            <p:spPr>
              <a:xfrm>
                <a:off x="2823544" y="1339395"/>
                <a:ext cx="180340" cy="36195"/>
              </a:xfrm>
              <a:custGeom>
                <a:avLst/>
                <a:gdLst/>
                <a:ahLst/>
                <a:cxnLst/>
                <a:rect l="l" t="t" r="r" b="b"/>
                <a:pathLst>
                  <a:path w="180339" h="36195">
                    <a:moveTo>
                      <a:pt x="179997" y="0"/>
                    </a:moveTo>
                    <a:lnTo>
                      <a:pt x="0" y="0"/>
                    </a:lnTo>
                    <a:lnTo>
                      <a:pt x="0" y="35991"/>
                    </a:lnTo>
                    <a:lnTo>
                      <a:pt x="179997" y="35991"/>
                    </a:lnTo>
                    <a:lnTo>
                      <a:pt x="179997" y="0"/>
                    </a:lnTo>
                    <a:close/>
                  </a:path>
                </a:pathLst>
              </a:custGeom>
              <a:ln w="9525">
                <a:solidFill>
                  <a:schemeClr val="bg1">
                    <a:lumMod val="65000"/>
                  </a:schemeClr>
                </a:solidFill>
              </a:ln>
            </p:spPr>
            <p:txBody>
              <a:bodyPr wrap="square" lIns="0" tIns="0" rIns="0" bIns="0" rtlCol="0"/>
              <a:lstStyle/>
              <a:p>
                <a:endParaRPr sz="1200"/>
              </a:p>
            </p:txBody>
          </p:sp>
          <p:sp>
            <p:nvSpPr>
              <p:cNvPr id="344" name="object 118">
                <a:extLst>
                  <a:ext uri="{FF2B5EF4-FFF2-40B4-BE49-F238E27FC236}">
                    <a16:creationId xmlns:a16="http://schemas.microsoft.com/office/drawing/2014/main" id="{57E7729C-FD00-A64A-9F1C-3A9C6BE77DA1}"/>
                  </a:ext>
                </a:extLst>
              </p:cNvPr>
              <p:cNvSpPr/>
              <p:nvPr/>
            </p:nvSpPr>
            <p:spPr>
              <a:xfrm>
                <a:off x="2823544" y="1303391"/>
                <a:ext cx="180340" cy="36195"/>
              </a:xfrm>
              <a:custGeom>
                <a:avLst/>
                <a:gdLst/>
                <a:ahLst/>
                <a:cxnLst/>
                <a:rect l="l" t="t" r="r" b="b"/>
                <a:pathLst>
                  <a:path w="180339" h="36195">
                    <a:moveTo>
                      <a:pt x="179997" y="0"/>
                    </a:moveTo>
                    <a:lnTo>
                      <a:pt x="0" y="0"/>
                    </a:lnTo>
                    <a:lnTo>
                      <a:pt x="0" y="36004"/>
                    </a:lnTo>
                    <a:lnTo>
                      <a:pt x="179997" y="36004"/>
                    </a:lnTo>
                    <a:lnTo>
                      <a:pt x="179997" y="0"/>
                    </a:lnTo>
                    <a:close/>
                  </a:path>
                </a:pathLst>
              </a:custGeom>
              <a:ln w="9525">
                <a:solidFill>
                  <a:schemeClr val="bg1">
                    <a:lumMod val="65000"/>
                  </a:schemeClr>
                </a:solidFill>
              </a:ln>
            </p:spPr>
            <p:txBody>
              <a:bodyPr wrap="square" lIns="0" tIns="0" rIns="0" bIns="0" rtlCol="0"/>
              <a:lstStyle/>
              <a:p>
                <a:endParaRPr sz="1200"/>
              </a:p>
            </p:txBody>
          </p:sp>
          <p:sp>
            <p:nvSpPr>
              <p:cNvPr id="345" name="object 119">
                <a:extLst>
                  <a:ext uri="{FF2B5EF4-FFF2-40B4-BE49-F238E27FC236}">
                    <a16:creationId xmlns:a16="http://schemas.microsoft.com/office/drawing/2014/main" id="{3C6A30DD-B0DC-F64D-8150-790848268364}"/>
                  </a:ext>
                </a:extLst>
              </p:cNvPr>
              <p:cNvSpPr/>
              <p:nvPr/>
            </p:nvSpPr>
            <p:spPr>
              <a:xfrm>
                <a:off x="2823544" y="1267386"/>
                <a:ext cx="180340" cy="36195"/>
              </a:xfrm>
              <a:custGeom>
                <a:avLst/>
                <a:gdLst/>
                <a:ahLst/>
                <a:cxnLst/>
                <a:rect l="l" t="t" r="r" b="b"/>
                <a:pathLst>
                  <a:path w="180339" h="36195">
                    <a:moveTo>
                      <a:pt x="179997" y="0"/>
                    </a:moveTo>
                    <a:lnTo>
                      <a:pt x="0" y="0"/>
                    </a:lnTo>
                    <a:lnTo>
                      <a:pt x="0" y="36004"/>
                    </a:lnTo>
                    <a:lnTo>
                      <a:pt x="179997" y="36004"/>
                    </a:lnTo>
                    <a:lnTo>
                      <a:pt x="179997" y="0"/>
                    </a:lnTo>
                    <a:close/>
                  </a:path>
                </a:pathLst>
              </a:custGeom>
              <a:ln w="9525">
                <a:solidFill>
                  <a:schemeClr val="bg1">
                    <a:lumMod val="65000"/>
                  </a:schemeClr>
                </a:solidFill>
              </a:ln>
            </p:spPr>
            <p:txBody>
              <a:bodyPr wrap="square" lIns="0" tIns="0" rIns="0" bIns="0" rtlCol="0"/>
              <a:lstStyle/>
              <a:p>
                <a:endParaRPr sz="1200"/>
              </a:p>
            </p:txBody>
          </p:sp>
          <p:sp>
            <p:nvSpPr>
              <p:cNvPr id="346" name="object 120">
                <a:extLst>
                  <a:ext uri="{FF2B5EF4-FFF2-40B4-BE49-F238E27FC236}">
                    <a16:creationId xmlns:a16="http://schemas.microsoft.com/office/drawing/2014/main" id="{BD892AE4-C18B-7340-8D0F-8E4B0C723BDF}"/>
                  </a:ext>
                </a:extLst>
              </p:cNvPr>
              <p:cNvSpPr/>
              <p:nvPr/>
            </p:nvSpPr>
            <p:spPr>
              <a:xfrm>
                <a:off x="2823544" y="1231381"/>
                <a:ext cx="180340" cy="36195"/>
              </a:xfrm>
              <a:custGeom>
                <a:avLst/>
                <a:gdLst/>
                <a:ahLst/>
                <a:cxnLst/>
                <a:rect l="l" t="t" r="r" b="b"/>
                <a:pathLst>
                  <a:path w="180339" h="36195">
                    <a:moveTo>
                      <a:pt x="179997" y="0"/>
                    </a:moveTo>
                    <a:lnTo>
                      <a:pt x="0" y="0"/>
                    </a:lnTo>
                    <a:lnTo>
                      <a:pt x="0" y="36004"/>
                    </a:lnTo>
                    <a:lnTo>
                      <a:pt x="179997" y="36004"/>
                    </a:lnTo>
                    <a:lnTo>
                      <a:pt x="179997" y="0"/>
                    </a:lnTo>
                    <a:close/>
                  </a:path>
                </a:pathLst>
              </a:custGeom>
              <a:ln w="9525">
                <a:solidFill>
                  <a:schemeClr val="bg1">
                    <a:lumMod val="65000"/>
                  </a:schemeClr>
                </a:solidFill>
              </a:ln>
            </p:spPr>
            <p:txBody>
              <a:bodyPr wrap="square" lIns="0" tIns="0" rIns="0" bIns="0" rtlCol="0"/>
              <a:lstStyle/>
              <a:p>
                <a:endParaRPr sz="1200"/>
              </a:p>
            </p:txBody>
          </p:sp>
          <p:sp>
            <p:nvSpPr>
              <p:cNvPr id="347" name="object 121">
                <a:extLst>
                  <a:ext uri="{FF2B5EF4-FFF2-40B4-BE49-F238E27FC236}">
                    <a16:creationId xmlns:a16="http://schemas.microsoft.com/office/drawing/2014/main" id="{EC8B52DE-6BAF-C34A-BC0A-6AB47CD56B16}"/>
                  </a:ext>
                </a:extLst>
              </p:cNvPr>
              <p:cNvSpPr/>
              <p:nvPr/>
            </p:nvSpPr>
            <p:spPr>
              <a:xfrm>
                <a:off x="2806930" y="1231376"/>
                <a:ext cx="212725" cy="0"/>
              </a:xfrm>
              <a:custGeom>
                <a:avLst/>
                <a:gdLst/>
                <a:ahLst/>
                <a:cxnLst/>
                <a:rect l="l" t="t" r="r" b="b"/>
                <a:pathLst>
                  <a:path w="212725">
                    <a:moveTo>
                      <a:pt x="0" y="0"/>
                    </a:moveTo>
                    <a:lnTo>
                      <a:pt x="212204" y="0"/>
                    </a:lnTo>
                  </a:path>
                </a:pathLst>
              </a:custGeom>
              <a:ln w="9525">
                <a:solidFill>
                  <a:schemeClr val="bg1">
                    <a:lumMod val="65000"/>
                  </a:schemeClr>
                </a:solidFill>
              </a:ln>
            </p:spPr>
            <p:txBody>
              <a:bodyPr wrap="square" lIns="0" tIns="0" rIns="0" bIns="0" rtlCol="0"/>
              <a:lstStyle/>
              <a:p>
                <a:endParaRPr sz="1200"/>
              </a:p>
            </p:txBody>
          </p:sp>
          <p:pic>
            <p:nvPicPr>
              <p:cNvPr id="466" name="object 275">
                <a:extLst>
                  <a:ext uri="{FF2B5EF4-FFF2-40B4-BE49-F238E27FC236}">
                    <a16:creationId xmlns:a16="http://schemas.microsoft.com/office/drawing/2014/main" id="{4EED76FC-A13F-DB47-A8A1-A693558EF351}"/>
                  </a:ext>
                </a:extLst>
              </p:cNvPr>
              <p:cNvPicPr/>
              <p:nvPr/>
            </p:nvPicPr>
            <p:blipFill>
              <a:blip r:embed="rId8" cstate="print"/>
              <a:stretch>
                <a:fillRect/>
              </a:stretch>
            </p:blipFill>
            <p:spPr>
              <a:xfrm>
                <a:off x="3285844" y="1341163"/>
                <a:ext cx="108000" cy="108002"/>
              </a:xfrm>
              <a:prstGeom prst="rect">
                <a:avLst/>
              </a:prstGeom>
              <a:ln>
                <a:solidFill>
                  <a:schemeClr val="bg1">
                    <a:lumMod val="65000"/>
                  </a:schemeClr>
                </a:solidFill>
              </a:ln>
            </p:spPr>
          </p:pic>
        </p:grpSp>
      </p:grpSp>
      <p:pic>
        <p:nvPicPr>
          <p:cNvPr id="468" name="object 277">
            <a:extLst>
              <a:ext uri="{FF2B5EF4-FFF2-40B4-BE49-F238E27FC236}">
                <a16:creationId xmlns:a16="http://schemas.microsoft.com/office/drawing/2014/main" id="{E441B770-0B02-6A4E-809C-F9C0D6850108}"/>
              </a:ext>
            </a:extLst>
          </p:cNvPr>
          <p:cNvPicPr/>
          <p:nvPr/>
        </p:nvPicPr>
        <p:blipFill>
          <a:blip r:embed="rId8" cstate="print"/>
          <a:stretch>
            <a:fillRect/>
          </a:stretch>
        </p:blipFill>
        <p:spPr>
          <a:xfrm>
            <a:off x="4368376" y="1271397"/>
            <a:ext cx="108000" cy="108000"/>
          </a:xfrm>
          <a:prstGeom prst="rect">
            <a:avLst/>
          </a:prstGeom>
          <a:ln>
            <a:solidFill>
              <a:schemeClr val="bg1">
                <a:lumMod val="65000"/>
              </a:schemeClr>
            </a:solidFill>
          </a:ln>
        </p:spPr>
      </p:pic>
      <p:grpSp>
        <p:nvGrpSpPr>
          <p:cNvPr id="536" name="Group 535">
            <a:extLst>
              <a:ext uri="{FF2B5EF4-FFF2-40B4-BE49-F238E27FC236}">
                <a16:creationId xmlns:a16="http://schemas.microsoft.com/office/drawing/2014/main" id="{39AA33A3-2A37-E887-CFE6-802C34C5808E}"/>
              </a:ext>
            </a:extLst>
          </p:cNvPr>
          <p:cNvGrpSpPr/>
          <p:nvPr/>
        </p:nvGrpSpPr>
        <p:grpSpPr>
          <a:xfrm>
            <a:off x="3484259" y="1728908"/>
            <a:ext cx="1013559" cy="997478"/>
            <a:chOff x="3462817" y="1926264"/>
            <a:chExt cx="1013559" cy="997478"/>
          </a:xfrm>
        </p:grpSpPr>
        <p:sp>
          <p:nvSpPr>
            <p:cNvPr id="276" name="object 45">
              <a:extLst>
                <a:ext uri="{FF2B5EF4-FFF2-40B4-BE49-F238E27FC236}">
                  <a16:creationId xmlns:a16="http://schemas.microsoft.com/office/drawing/2014/main" id="{EB99C27D-46F4-724A-84E2-49FA4BF579A4}"/>
                </a:ext>
              </a:extLst>
            </p:cNvPr>
            <p:cNvSpPr txBox="1"/>
            <p:nvPr/>
          </p:nvSpPr>
          <p:spPr>
            <a:xfrm>
              <a:off x="3462817" y="2403087"/>
              <a:ext cx="995044" cy="520655"/>
            </a:xfrm>
            <a:prstGeom prst="rect">
              <a:avLst/>
            </a:prstGeom>
            <a:ln>
              <a:solidFill>
                <a:schemeClr val="bg1">
                  <a:lumMod val="65000"/>
                </a:schemeClr>
              </a:solidFill>
            </a:ln>
          </p:spPr>
          <p:txBody>
            <a:bodyPr vert="horz" wrap="square" lIns="0" tIns="12700" rIns="0" bIns="0" rtlCol="0">
              <a:spAutoFit/>
            </a:bodyPr>
            <a:lstStyle/>
            <a:p>
              <a:pPr marL="12700" marR="5080">
                <a:lnSpc>
                  <a:spcPct val="100000"/>
                </a:lnSpc>
                <a:spcBef>
                  <a:spcPts val="100"/>
                </a:spcBef>
              </a:pPr>
              <a:r>
                <a:rPr sz="1100" spc="-15">
                  <a:solidFill>
                    <a:srgbClr val="4D4D4F"/>
                  </a:solidFill>
                  <a:cs typeface="Arial MT"/>
                </a:rPr>
                <a:t>Retrofitting</a:t>
              </a:r>
              <a:r>
                <a:rPr sz="1100" spc="-35">
                  <a:solidFill>
                    <a:srgbClr val="4D4D4F"/>
                  </a:solidFill>
                  <a:cs typeface="Arial MT"/>
                </a:rPr>
                <a:t> </a:t>
              </a:r>
              <a:r>
                <a:rPr sz="1100" spc="-10">
                  <a:solidFill>
                    <a:srgbClr val="4D4D4F"/>
                  </a:solidFill>
                  <a:cs typeface="Arial MT"/>
                </a:rPr>
                <a:t>of</a:t>
              </a:r>
              <a:r>
                <a:rPr sz="1100" spc="-35">
                  <a:solidFill>
                    <a:srgbClr val="4D4D4F"/>
                  </a:solidFill>
                  <a:cs typeface="Arial MT"/>
                </a:rPr>
                <a:t> </a:t>
              </a:r>
              <a:r>
                <a:rPr sz="1100" spc="-10">
                  <a:solidFill>
                    <a:srgbClr val="4D4D4F"/>
                  </a:solidFill>
                  <a:cs typeface="Arial MT"/>
                </a:rPr>
                <a:t>parking- </a:t>
              </a:r>
              <a:r>
                <a:rPr sz="1100" spc="-210">
                  <a:solidFill>
                    <a:srgbClr val="4D4D4F"/>
                  </a:solidFill>
                  <a:cs typeface="Arial MT"/>
                </a:rPr>
                <a:t> </a:t>
              </a:r>
              <a:r>
                <a:rPr sz="1100" spc="-10">
                  <a:solidFill>
                    <a:srgbClr val="4D4D4F"/>
                  </a:solidFill>
                  <a:cs typeface="Arial MT"/>
                </a:rPr>
                <a:t>based</a:t>
              </a:r>
              <a:r>
                <a:rPr sz="1100" spc="-15">
                  <a:solidFill>
                    <a:srgbClr val="4D4D4F"/>
                  </a:solidFill>
                  <a:cs typeface="Arial MT"/>
                </a:rPr>
                <a:t> infrastructure</a:t>
              </a:r>
              <a:endParaRPr sz="1100">
                <a:cs typeface="Arial MT"/>
              </a:endParaRPr>
            </a:p>
          </p:txBody>
        </p:sp>
        <p:grpSp>
          <p:nvGrpSpPr>
            <p:cNvPr id="535" name="Group 534">
              <a:extLst>
                <a:ext uri="{FF2B5EF4-FFF2-40B4-BE49-F238E27FC236}">
                  <a16:creationId xmlns:a16="http://schemas.microsoft.com/office/drawing/2014/main" id="{A100C708-8CCD-1A9B-6BDD-EE0DF51DF454}"/>
                </a:ext>
              </a:extLst>
            </p:cNvPr>
            <p:cNvGrpSpPr/>
            <p:nvPr/>
          </p:nvGrpSpPr>
          <p:grpSpPr>
            <a:xfrm>
              <a:off x="3856890" y="1926264"/>
              <a:ext cx="273050" cy="401840"/>
              <a:chOff x="3856890" y="1926264"/>
              <a:chExt cx="273050" cy="401840"/>
            </a:xfrm>
          </p:grpSpPr>
          <p:sp>
            <p:nvSpPr>
              <p:cNvPr id="407" name="object 181">
                <a:extLst>
                  <a:ext uri="{FF2B5EF4-FFF2-40B4-BE49-F238E27FC236}">
                    <a16:creationId xmlns:a16="http://schemas.microsoft.com/office/drawing/2014/main" id="{7AFA142C-CA09-1445-AC1E-702887583DAE}"/>
                  </a:ext>
                </a:extLst>
              </p:cNvPr>
              <p:cNvSpPr/>
              <p:nvPr/>
            </p:nvSpPr>
            <p:spPr>
              <a:xfrm>
                <a:off x="3856890" y="1926264"/>
                <a:ext cx="273050" cy="273050"/>
              </a:xfrm>
              <a:custGeom>
                <a:avLst/>
                <a:gdLst/>
                <a:ahLst/>
                <a:cxnLst/>
                <a:rect l="l" t="t" r="r" b="b"/>
                <a:pathLst>
                  <a:path w="273050" h="273050">
                    <a:moveTo>
                      <a:pt x="236943" y="272935"/>
                    </a:moveTo>
                    <a:lnTo>
                      <a:pt x="36004" y="272935"/>
                    </a:lnTo>
                    <a:lnTo>
                      <a:pt x="21988" y="270104"/>
                    </a:lnTo>
                    <a:lnTo>
                      <a:pt x="10544" y="262386"/>
                    </a:lnTo>
                    <a:lnTo>
                      <a:pt x="2828" y="250941"/>
                    </a:lnTo>
                    <a:lnTo>
                      <a:pt x="0" y="236931"/>
                    </a:lnTo>
                    <a:lnTo>
                      <a:pt x="0" y="35991"/>
                    </a:lnTo>
                    <a:lnTo>
                      <a:pt x="2828" y="21977"/>
                    </a:lnTo>
                    <a:lnTo>
                      <a:pt x="10544" y="10537"/>
                    </a:lnTo>
                    <a:lnTo>
                      <a:pt x="21988" y="2826"/>
                    </a:lnTo>
                    <a:lnTo>
                      <a:pt x="36004" y="0"/>
                    </a:lnTo>
                    <a:lnTo>
                      <a:pt x="236943" y="0"/>
                    </a:lnTo>
                    <a:lnTo>
                      <a:pt x="250954" y="2826"/>
                    </a:lnTo>
                    <a:lnTo>
                      <a:pt x="262399" y="10537"/>
                    </a:lnTo>
                    <a:lnTo>
                      <a:pt x="270117" y="21977"/>
                    </a:lnTo>
                    <a:lnTo>
                      <a:pt x="272948" y="35991"/>
                    </a:lnTo>
                    <a:lnTo>
                      <a:pt x="272948" y="236931"/>
                    </a:lnTo>
                    <a:lnTo>
                      <a:pt x="270117" y="250941"/>
                    </a:lnTo>
                    <a:lnTo>
                      <a:pt x="262399" y="262386"/>
                    </a:lnTo>
                    <a:lnTo>
                      <a:pt x="250954" y="270104"/>
                    </a:lnTo>
                    <a:lnTo>
                      <a:pt x="236943" y="272935"/>
                    </a:lnTo>
                    <a:close/>
                  </a:path>
                </a:pathLst>
              </a:custGeom>
              <a:ln w="9525">
                <a:solidFill>
                  <a:schemeClr val="bg1">
                    <a:lumMod val="65000"/>
                  </a:schemeClr>
                </a:solidFill>
              </a:ln>
            </p:spPr>
            <p:txBody>
              <a:bodyPr wrap="square" lIns="0" tIns="0" rIns="0" bIns="0" rtlCol="0"/>
              <a:lstStyle/>
              <a:p>
                <a:endParaRPr sz="1100"/>
              </a:p>
            </p:txBody>
          </p:sp>
          <p:sp>
            <p:nvSpPr>
              <p:cNvPr id="408" name="object 182">
                <a:extLst>
                  <a:ext uri="{FF2B5EF4-FFF2-40B4-BE49-F238E27FC236}">
                    <a16:creationId xmlns:a16="http://schemas.microsoft.com/office/drawing/2014/main" id="{B5E221CB-2209-FE44-85C5-F9691CA0082F}"/>
                  </a:ext>
                </a:extLst>
              </p:cNvPr>
              <p:cNvSpPr/>
              <p:nvPr/>
            </p:nvSpPr>
            <p:spPr>
              <a:xfrm>
                <a:off x="3993363" y="2199199"/>
                <a:ext cx="0" cy="128905"/>
              </a:xfrm>
              <a:custGeom>
                <a:avLst/>
                <a:gdLst/>
                <a:ahLst/>
                <a:cxnLst/>
                <a:rect l="l" t="t" r="r" b="b"/>
                <a:pathLst>
                  <a:path h="128904">
                    <a:moveTo>
                      <a:pt x="0" y="0"/>
                    </a:moveTo>
                    <a:lnTo>
                      <a:pt x="0" y="128600"/>
                    </a:lnTo>
                  </a:path>
                </a:pathLst>
              </a:custGeom>
              <a:ln w="9525">
                <a:solidFill>
                  <a:schemeClr val="bg1">
                    <a:lumMod val="65000"/>
                  </a:schemeClr>
                </a:solidFill>
              </a:ln>
            </p:spPr>
            <p:txBody>
              <a:bodyPr wrap="square" lIns="0" tIns="0" rIns="0" bIns="0" rtlCol="0"/>
              <a:lstStyle/>
              <a:p>
                <a:endParaRPr sz="1100"/>
              </a:p>
            </p:txBody>
          </p:sp>
          <p:pic>
            <p:nvPicPr>
              <p:cNvPr id="409" name="object 183">
                <a:extLst>
                  <a:ext uri="{FF2B5EF4-FFF2-40B4-BE49-F238E27FC236}">
                    <a16:creationId xmlns:a16="http://schemas.microsoft.com/office/drawing/2014/main" id="{4435E761-5F94-AF43-92CB-0205F246AAEA}"/>
                  </a:ext>
                </a:extLst>
              </p:cNvPr>
              <p:cNvPicPr/>
              <p:nvPr/>
            </p:nvPicPr>
            <p:blipFill>
              <a:blip r:embed="rId15" cstate="print"/>
              <a:stretch>
                <a:fillRect/>
              </a:stretch>
            </p:blipFill>
            <p:spPr>
              <a:xfrm>
                <a:off x="3941269" y="1992424"/>
                <a:ext cx="104178" cy="140601"/>
              </a:xfrm>
              <a:prstGeom prst="rect">
                <a:avLst/>
              </a:prstGeom>
              <a:ln>
                <a:solidFill>
                  <a:schemeClr val="bg1">
                    <a:lumMod val="65000"/>
                  </a:schemeClr>
                </a:solidFill>
              </a:ln>
            </p:spPr>
          </p:pic>
        </p:grpSp>
        <p:pic>
          <p:nvPicPr>
            <p:cNvPr id="469" name="object 278">
              <a:extLst>
                <a:ext uri="{FF2B5EF4-FFF2-40B4-BE49-F238E27FC236}">
                  <a16:creationId xmlns:a16="http://schemas.microsoft.com/office/drawing/2014/main" id="{285D47D8-9CF1-804B-944F-493AA59A8CB6}"/>
                </a:ext>
              </a:extLst>
            </p:cNvPr>
            <p:cNvPicPr/>
            <p:nvPr/>
          </p:nvPicPr>
          <p:blipFill>
            <a:blip r:embed="rId8" cstate="print"/>
            <a:stretch>
              <a:fillRect/>
            </a:stretch>
          </p:blipFill>
          <p:spPr>
            <a:xfrm>
              <a:off x="4368376" y="2275229"/>
              <a:ext cx="108000" cy="108002"/>
            </a:xfrm>
            <a:prstGeom prst="rect">
              <a:avLst/>
            </a:prstGeom>
            <a:ln>
              <a:solidFill>
                <a:schemeClr val="bg1">
                  <a:lumMod val="65000"/>
                </a:schemeClr>
              </a:solidFill>
            </a:ln>
          </p:spPr>
        </p:pic>
      </p:grpSp>
      <p:grpSp>
        <p:nvGrpSpPr>
          <p:cNvPr id="5" name="Group 4">
            <a:extLst>
              <a:ext uri="{FF2B5EF4-FFF2-40B4-BE49-F238E27FC236}">
                <a16:creationId xmlns:a16="http://schemas.microsoft.com/office/drawing/2014/main" id="{C751D962-AB46-737F-7395-201D92843B30}"/>
              </a:ext>
            </a:extLst>
          </p:cNvPr>
          <p:cNvGrpSpPr/>
          <p:nvPr/>
        </p:nvGrpSpPr>
        <p:grpSpPr>
          <a:xfrm>
            <a:off x="4543207" y="2937818"/>
            <a:ext cx="1184339" cy="842185"/>
            <a:chOff x="5501795" y="4347916"/>
            <a:chExt cx="1184339" cy="842185"/>
          </a:xfrm>
        </p:grpSpPr>
        <p:sp>
          <p:nvSpPr>
            <p:cNvPr id="278" name="object 47">
              <a:extLst>
                <a:ext uri="{FF2B5EF4-FFF2-40B4-BE49-F238E27FC236}">
                  <a16:creationId xmlns:a16="http://schemas.microsoft.com/office/drawing/2014/main" id="{46670B60-9E0E-BC43-B97D-A402C5A3B583}"/>
                </a:ext>
              </a:extLst>
            </p:cNvPr>
            <p:cNvSpPr txBox="1"/>
            <p:nvPr/>
          </p:nvSpPr>
          <p:spPr>
            <a:xfrm>
              <a:off x="5501795" y="4838723"/>
              <a:ext cx="1184339" cy="351378"/>
            </a:xfrm>
            <a:prstGeom prst="rect">
              <a:avLst/>
            </a:prstGeom>
            <a:ln>
              <a:solidFill>
                <a:schemeClr val="bg1">
                  <a:lumMod val="65000"/>
                </a:schemeClr>
              </a:solidFill>
            </a:ln>
          </p:spPr>
          <p:txBody>
            <a:bodyPr vert="horz" wrap="square" lIns="0" tIns="12700" rIns="0" bIns="0" rtlCol="0">
              <a:spAutoFit/>
            </a:bodyPr>
            <a:lstStyle/>
            <a:p>
              <a:pPr marL="12700">
                <a:lnSpc>
                  <a:spcPct val="100000"/>
                </a:lnSpc>
                <a:spcBef>
                  <a:spcPts val="100"/>
                </a:spcBef>
              </a:pPr>
              <a:r>
                <a:rPr sz="1100" spc="-20">
                  <a:solidFill>
                    <a:srgbClr val="4D4D4F"/>
                  </a:solidFill>
                  <a:cs typeface="Arial MT"/>
                </a:rPr>
                <a:t>Real-time </a:t>
              </a:r>
              <a:r>
                <a:rPr sz="1100" spc="-15">
                  <a:solidFill>
                    <a:srgbClr val="4D4D4F"/>
                  </a:solidFill>
                  <a:cs typeface="Arial MT"/>
                </a:rPr>
                <a:t>traffic lights</a:t>
              </a:r>
              <a:endParaRPr sz="1100">
                <a:cs typeface="Arial MT"/>
              </a:endParaRPr>
            </a:p>
          </p:txBody>
        </p:sp>
        <p:sp>
          <p:nvSpPr>
            <p:cNvPr id="375" name="object 149">
              <a:extLst>
                <a:ext uri="{FF2B5EF4-FFF2-40B4-BE49-F238E27FC236}">
                  <a16:creationId xmlns:a16="http://schemas.microsoft.com/office/drawing/2014/main" id="{502EBB0E-4A6A-0543-952A-601F2670D0C7}"/>
                </a:ext>
              </a:extLst>
            </p:cNvPr>
            <p:cNvSpPr/>
            <p:nvPr/>
          </p:nvSpPr>
          <p:spPr>
            <a:xfrm>
              <a:off x="5660848" y="4461420"/>
              <a:ext cx="318135" cy="289560"/>
            </a:xfrm>
            <a:custGeom>
              <a:avLst/>
              <a:gdLst/>
              <a:ahLst/>
              <a:cxnLst/>
              <a:rect l="l" t="t" r="r" b="b"/>
              <a:pathLst>
                <a:path w="318135" h="289559">
                  <a:moveTo>
                    <a:pt x="18910" y="289128"/>
                  </a:moveTo>
                  <a:lnTo>
                    <a:pt x="0" y="289128"/>
                  </a:lnTo>
                  <a:lnTo>
                    <a:pt x="0" y="0"/>
                  </a:lnTo>
                  <a:lnTo>
                    <a:pt x="317766" y="0"/>
                  </a:lnTo>
                  <a:lnTo>
                    <a:pt x="317766" y="289128"/>
                  </a:lnTo>
                  <a:lnTo>
                    <a:pt x="95961" y="289128"/>
                  </a:lnTo>
                </a:path>
              </a:pathLst>
            </a:custGeom>
            <a:ln w="9525">
              <a:solidFill>
                <a:schemeClr val="bg1">
                  <a:lumMod val="65000"/>
                </a:schemeClr>
              </a:solidFill>
            </a:ln>
          </p:spPr>
          <p:txBody>
            <a:bodyPr wrap="square" lIns="0" tIns="0" rIns="0" bIns="0" rtlCol="0"/>
            <a:lstStyle/>
            <a:p>
              <a:endParaRPr sz="1100"/>
            </a:p>
          </p:txBody>
        </p:sp>
        <p:sp>
          <p:nvSpPr>
            <p:cNvPr id="376" name="object 150">
              <a:extLst>
                <a:ext uri="{FF2B5EF4-FFF2-40B4-BE49-F238E27FC236}">
                  <a16:creationId xmlns:a16="http://schemas.microsoft.com/office/drawing/2014/main" id="{0A9505F4-6AA0-8240-B87D-0F293A7AD0FE}"/>
                </a:ext>
              </a:extLst>
            </p:cNvPr>
            <p:cNvSpPr/>
            <p:nvPr/>
          </p:nvSpPr>
          <p:spPr>
            <a:xfrm>
              <a:off x="6073421" y="4627485"/>
              <a:ext cx="34925" cy="123189"/>
            </a:xfrm>
            <a:custGeom>
              <a:avLst/>
              <a:gdLst/>
              <a:ahLst/>
              <a:cxnLst/>
              <a:rect l="l" t="t" r="r" b="b"/>
              <a:pathLst>
                <a:path w="34925" h="123190">
                  <a:moveTo>
                    <a:pt x="0" y="123062"/>
                  </a:moveTo>
                  <a:lnTo>
                    <a:pt x="13081" y="123062"/>
                  </a:lnTo>
                  <a:lnTo>
                    <a:pt x="34785" y="103530"/>
                  </a:lnTo>
                  <a:lnTo>
                    <a:pt x="34785" y="0"/>
                  </a:lnTo>
                </a:path>
              </a:pathLst>
            </a:custGeom>
            <a:ln w="9525">
              <a:solidFill>
                <a:schemeClr val="bg1">
                  <a:lumMod val="65000"/>
                </a:schemeClr>
              </a:solidFill>
            </a:ln>
          </p:spPr>
          <p:txBody>
            <a:bodyPr wrap="square" lIns="0" tIns="0" rIns="0" bIns="0" rtlCol="0"/>
            <a:lstStyle/>
            <a:p>
              <a:endParaRPr sz="1100"/>
            </a:p>
          </p:txBody>
        </p:sp>
        <p:sp>
          <p:nvSpPr>
            <p:cNvPr id="377" name="object 151">
              <a:extLst>
                <a:ext uri="{FF2B5EF4-FFF2-40B4-BE49-F238E27FC236}">
                  <a16:creationId xmlns:a16="http://schemas.microsoft.com/office/drawing/2014/main" id="{F4B8C276-4EDE-2A40-A0E4-2EC9E6E657FF}"/>
                </a:ext>
              </a:extLst>
            </p:cNvPr>
            <p:cNvSpPr/>
            <p:nvPr/>
          </p:nvSpPr>
          <p:spPr>
            <a:xfrm>
              <a:off x="5978618" y="4750548"/>
              <a:ext cx="18415" cy="0"/>
            </a:xfrm>
            <a:custGeom>
              <a:avLst/>
              <a:gdLst/>
              <a:ahLst/>
              <a:cxnLst/>
              <a:rect l="l" t="t" r="r" b="b"/>
              <a:pathLst>
                <a:path w="18414">
                  <a:moveTo>
                    <a:pt x="0" y="0"/>
                  </a:moveTo>
                  <a:lnTo>
                    <a:pt x="18135" y="0"/>
                  </a:lnTo>
                </a:path>
              </a:pathLst>
            </a:custGeom>
            <a:ln w="9525">
              <a:solidFill>
                <a:schemeClr val="bg1">
                  <a:lumMod val="65000"/>
                </a:schemeClr>
              </a:solidFill>
            </a:ln>
          </p:spPr>
          <p:txBody>
            <a:bodyPr wrap="square" lIns="0" tIns="0" rIns="0" bIns="0" rtlCol="0"/>
            <a:lstStyle/>
            <a:p>
              <a:endParaRPr sz="1100"/>
            </a:p>
          </p:txBody>
        </p:sp>
        <p:sp>
          <p:nvSpPr>
            <p:cNvPr id="378" name="object 152">
              <a:extLst>
                <a:ext uri="{FF2B5EF4-FFF2-40B4-BE49-F238E27FC236}">
                  <a16:creationId xmlns:a16="http://schemas.microsoft.com/office/drawing/2014/main" id="{1399EA45-4C4A-7545-BE72-35565E11C631}"/>
                </a:ext>
              </a:extLst>
            </p:cNvPr>
            <p:cNvSpPr/>
            <p:nvPr/>
          </p:nvSpPr>
          <p:spPr>
            <a:xfrm>
              <a:off x="5978621" y="4526834"/>
              <a:ext cx="130175" cy="180975"/>
            </a:xfrm>
            <a:custGeom>
              <a:avLst/>
              <a:gdLst/>
              <a:ahLst/>
              <a:cxnLst/>
              <a:rect l="l" t="t" r="r" b="b"/>
              <a:pathLst>
                <a:path w="130175" h="180975">
                  <a:moveTo>
                    <a:pt x="76073" y="0"/>
                  </a:moveTo>
                  <a:lnTo>
                    <a:pt x="0" y="0"/>
                  </a:lnTo>
                  <a:lnTo>
                    <a:pt x="0" y="100647"/>
                  </a:lnTo>
                  <a:lnTo>
                    <a:pt x="76200" y="100647"/>
                  </a:lnTo>
                  <a:lnTo>
                    <a:pt x="104851" y="180733"/>
                  </a:lnTo>
                  <a:lnTo>
                    <a:pt x="129590" y="180733"/>
                  </a:lnTo>
                  <a:lnTo>
                    <a:pt x="129590" y="53517"/>
                  </a:lnTo>
                  <a:lnTo>
                    <a:pt x="125384" y="32688"/>
                  </a:lnTo>
                  <a:lnTo>
                    <a:pt x="113914" y="15676"/>
                  </a:lnTo>
                  <a:lnTo>
                    <a:pt x="96902" y="4206"/>
                  </a:lnTo>
                  <a:lnTo>
                    <a:pt x="76073" y="0"/>
                  </a:lnTo>
                  <a:close/>
                </a:path>
              </a:pathLst>
            </a:custGeom>
            <a:ln w="9524">
              <a:solidFill>
                <a:schemeClr val="bg1">
                  <a:lumMod val="65000"/>
                </a:schemeClr>
              </a:solidFill>
            </a:ln>
          </p:spPr>
          <p:txBody>
            <a:bodyPr wrap="square" lIns="0" tIns="0" rIns="0" bIns="0" rtlCol="0"/>
            <a:lstStyle/>
            <a:p>
              <a:endParaRPr sz="1100"/>
            </a:p>
          </p:txBody>
        </p:sp>
        <p:sp>
          <p:nvSpPr>
            <p:cNvPr id="379" name="object 153">
              <a:extLst>
                <a:ext uri="{FF2B5EF4-FFF2-40B4-BE49-F238E27FC236}">
                  <a16:creationId xmlns:a16="http://schemas.microsoft.com/office/drawing/2014/main" id="{9B54E724-0BEA-9D44-8017-EC1F0B2C9B30}"/>
                </a:ext>
              </a:extLst>
            </p:cNvPr>
            <p:cNvSpPr/>
            <p:nvPr/>
          </p:nvSpPr>
          <p:spPr>
            <a:xfrm>
              <a:off x="5998809" y="4667626"/>
              <a:ext cx="24765" cy="0"/>
            </a:xfrm>
            <a:custGeom>
              <a:avLst/>
              <a:gdLst/>
              <a:ahLst/>
              <a:cxnLst/>
              <a:rect l="l" t="t" r="r" b="b"/>
              <a:pathLst>
                <a:path w="24764">
                  <a:moveTo>
                    <a:pt x="0" y="0"/>
                  </a:moveTo>
                  <a:lnTo>
                    <a:pt x="24739" y="0"/>
                  </a:lnTo>
                </a:path>
              </a:pathLst>
            </a:custGeom>
            <a:ln w="9525">
              <a:solidFill>
                <a:schemeClr val="bg1">
                  <a:lumMod val="65000"/>
                </a:schemeClr>
              </a:solidFill>
            </a:ln>
          </p:spPr>
          <p:txBody>
            <a:bodyPr wrap="square" lIns="0" tIns="0" rIns="0" bIns="0" rtlCol="0"/>
            <a:lstStyle/>
            <a:p>
              <a:endParaRPr sz="1100"/>
            </a:p>
          </p:txBody>
        </p:sp>
        <p:pic>
          <p:nvPicPr>
            <p:cNvPr id="380" name="object 154">
              <a:extLst>
                <a:ext uri="{FF2B5EF4-FFF2-40B4-BE49-F238E27FC236}">
                  <a16:creationId xmlns:a16="http://schemas.microsoft.com/office/drawing/2014/main" id="{D6F10F4B-F3BE-B349-86FA-DFD8C1066507}"/>
                </a:ext>
              </a:extLst>
            </p:cNvPr>
            <p:cNvPicPr/>
            <p:nvPr/>
          </p:nvPicPr>
          <p:blipFill>
            <a:blip r:embed="rId16" cstate="print"/>
            <a:stretch>
              <a:fillRect/>
            </a:stretch>
          </p:blipFill>
          <p:spPr>
            <a:xfrm>
              <a:off x="5675001" y="4707266"/>
              <a:ext cx="86575" cy="86575"/>
            </a:xfrm>
            <a:prstGeom prst="rect">
              <a:avLst/>
            </a:prstGeom>
            <a:ln>
              <a:solidFill>
                <a:schemeClr val="bg1">
                  <a:lumMod val="65000"/>
                </a:schemeClr>
              </a:solidFill>
            </a:ln>
          </p:spPr>
        </p:pic>
        <p:sp>
          <p:nvSpPr>
            <p:cNvPr id="381" name="object 155">
              <a:extLst>
                <a:ext uri="{FF2B5EF4-FFF2-40B4-BE49-F238E27FC236}">
                  <a16:creationId xmlns:a16="http://schemas.microsoft.com/office/drawing/2014/main" id="{1A0C3CC3-3776-2842-8F8A-F0A61299C655}"/>
                </a:ext>
              </a:extLst>
            </p:cNvPr>
            <p:cNvSpPr/>
            <p:nvPr/>
          </p:nvSpPr>
          <p:spPr>
            <a:xfrm>
              <a:off x="5996371" y="4712029"/>
              <a:ext cx="77470" cy="77470"/>
            </a:xfrm>
            <a:custGeom>
              <a:avLst/>
              <a:gdLst/>
              <a:ahLst/>
              <a:cxnLst/>
              <a:rect l="l" t="t" r="r" b="b"/>
              <a:pathLst>
                <a:path w="77470" h="77470">
                  <a:moveTo>
                    <a:pt x="77050" y="38519"/>
                  </a:moveTo>
                  <a:lnTo>
                    <a:pt x="74023" y="53519"/>
                  </a:lnTo>
                  <a:lnTo>
                    <a:pt x="65768" y="65766"/>
                  </a:lnTo>
                  <a:lnTo>
                    <a:pt x="53524" y="74023"/>
                  </a:lnTo>
                  <a:lnTo>
                    <a:pt x="38531" y="77050"/>
                  </a:lnTo>
                  <a:lnTo>
                    <a:pt x="23531" y="74023"/>
                  </a:lnTo>
                  <a:lnTo>
                    <a:pt x="11283" y="65766"/>
                  </a:lnTo>
                  <a:lnTo>
                    <a:pt x="3027" y="53519"/>
                  </a:lnTo>
                  <a:lnTo>
                    <a:pt x="0" y="38519"/>
                  </a:lnTo>
                  <a:lnTo>
                    <a:pt x="3027" y="23520"/>
                  </a:lnTo>
                  <a:lnTo>
                    <a:pt x="11283" y="11277"/>
                  </a:lnTo>
                  <a:lnTo>
                    <a:pt x="23531" y="3025"/>
                  </a:lnTo>
                  <a:lnTo>
                    <a:pt x="38531" y="0"/>
                  </a:lnTo>
                  <a:lnTo>
                    <a:pt x="53524" y="3025"/>
                  </a:lnTo>
                  <a:lnTo>
                    <a:pt x="65768" y="11277"/>
                  </a:lnTo>
                  <a:lnTo>
                    <a:pt x="74023" y="23520"/>
                  </a:lnTo>
                  <a:lnTo>
                    <a:pt x="77050" y="38519"/>
                  </a:lnTo>
                  <a:close/>
                </a:path>
              </a:pathLst>
            </a:custGeom>
            <a:ln w="9525">
              <a:solidFill>
                <a:schemeClr val="bg1">
                  <a:lumMod val="65000"/>
                </a:schemeClr>
              </a:solidFill>
            </a:ln>
          </p:spPr>
          <p:txBody>
            <a:bodyPr wrap="square" lIns="0" tIns="0" rIns="0" bIns="0" rtlCol="0"/>
            <a:lstStyle/>
            <a:p>
              <a:endParaRPr sz="1100"/>
            </a:p>
          </p:txBody>
        </p:sp>
        <p:pic>
          <p:nvPicPr>
            <p:cNvPr id="382" name="object 156">
              <a:extLst>
                <a:ext uri="{FF2B5EF4-FFF2-40B4-BE49-F238E27FC236}">
                  <a16:creationId xmlns:a16="http://schemas.microsoft.com/office/drawing/2014/main" id="{6AC43528-7DF5-5F4C-B7FE-E55462797600}"/>
                </a:ext>
              </a:extLst>
            </p:cNvPr>
            <p:cNvPicPr/>
            <p:nvPr/>
          </p:nvPicPr>
          <p:blipFill>
            <a:blip r:embed="rId17" cstate="print"/>
            <a:stretch>
              <a:fillRect/>
            </a:stretch>
          </p:blipFill>
          <p:spPr>
            <a:xfrm>
              <a:off x="6221319" y="4347916"/>
              <a:ext cx="123583" cy="441167"/>
            </a:xfrm>
            <a:prstGeom prst="rect">
              <a:avLst/>
            </a:prstGeom>
            <a:ln>
              <a:solidFill>
                <a:schemeClr val="bg1">
                  <a:lumMod val="65000"/>
                </a:schemeClr>
              </a:solidFill>
            </a:ln>
          </p:spPr>
        </p:pic>
        <p:pic>
          <p:nvPicPr>
            <p:cNvPr id="471" name="object 280">
              <a:extLst>
                <a:ext uri="{FF2B5EF4-FFF2-40B4-BE49-F238E27FC236}">
                  <a16:creationId xmlns:a16="http://schemas.microsoft.com/office/drawing/2014/main" id="{7EF3F279-2AA5-6646-BA9A-8B64E7156836}"/>
                </a:ext>
              </a:extLst>
            </p:cNvPr>
            <p:cNvPicPr/>
            <p:nvPr/>
          </p:nvPicPr>
          <p:blipFill>
            <a:blip r:embed="rId18" cstate="print"/>
            <a:stretch>
              <a:fillRect/>
            </a:stretch>
          </p:blipFill>
          <p:spPr>
            <a:xfrm>
              <a:off x="6375506" y="4719076"/>
              <a:ext cx="108000" cy="108002"/>
            </a:xfrm>
            <a:prstGeom prst="rect">
              <a:avLst/>
            </a:prstGeom>
            <a:ln>
              <a:solidFill>
                <a:schemeClr val="bg1">
                  <a:lumMod val="65000"/>
                </a:schemeClr>
              </a:solidFill>
            </a:ln>
          </p:spPr>
        </p:pic>
      </p:grpSp>
      <p:grpSp>
        <p:nvGrpSpPr>
          <p:cNvPr id="44" name="Group 43">
            <a:extLst>
              <a:ext uri="{FF2B5EF4-FFF2-40B4-BE49-F238E27FC236}">
                <a16:creationId xmlns:a16="http://schemas.microsoft.com/office/drawing/2014/main" id="{4848585A-FBA9-E69F-7F8C-0FA13977A2D5}"/>
              </a:ext>
            </a:extLst>
          </p:cNvPr>
          <p:cNvGrpSpPr/>
          <p:nvPr/>
        </p:nvGrpSpPr>
        <p:grpSpPr>
          <a:xfrm>
            <a:off x="4570153" y="1923056"/>
            <a:ext cx="1165889" cy="711924"/>
            <a:chOff x="4534314" y="1733940"/>
            <a:chExt cx="1165889" cy="711924"/>
          </a:xfrm>
        </p:grpSpPr>
        <p:sp>
          <p:nvSpPr>
            <p:cNvPr id="281" name="object 50">
              <a:extLst>
                <a:ext uri="{FF2B5EF4-FFF2-40B4-BE49-F238E27FC236}">
                  <a16:creationId xmlns:a16="http://schemas.microsoft.com/office/drawing/2014/main" id="{D3538900-8312-8A48-B663-980700095F4F}"/>
                </a:ext>
              </a:extLst>
            </p:cNvPr>
            <p:cNvSpPr txBox="1"/>
            <p:nvPr/>
          </p:nvSpPr>
          <p:spPr>
            <a:xfrm>
              <a:off x="4534314" y="2263763"/>
              <a:ext cx="1165889" cy="182101"/>
            </a:xfrm>
            <a:prstGeom prst="rect">
              <a:avLst/>
            </a:prstGeom>
            <a:ln>
              <a:solidFill>
                <a:schemeClr val="bg1">
                  <a:lumMod val="65000"/>
                </a:schemeClr>
              </a:solidFill>
            </a:ln>
          </p:spPr>
          <p:txBody>
            <a:bodyPr vert="horz" wrap="square" lIns="0" tIns="12700" rIns="0" bIns="0" rtlCol="0">
              <a:spAutoFit/>
            </a:bodyPr>
            <a:lstStyle/>
            <a:p>
              <a:pPr marL="12700" marR="5080">
                <a:lnSpc>
                  <a:spcPct val="100000"/>
                </a:lnSpc>
                <a:spcBef>
                  <a:spcPts val="100"/>
                </a:spcBef>
              </a:pPr>
              <a:r>
                <a:rPr lang="en-IN" sz="1100">
                  <a:cs typeface="Arial MT"/>
                </a:rPr>
                <a:t>Night Time Delivery</a:t>
              </a:r>
              <a:endParaRPr sz="1100">
                <a:cs typeface="Arial MT"/>
              </a:endParaRPr>
            </a:p>
          </p:txBody>
        </p:sp>
        <p:sp>
          <p:nvSpPr>
            <p:cNvPr id="389" name="object 163">
              <a:extLst>
                <a:ext uri="{FF2B5EF4-FFF2-40B4-BE49-F238E27FC236}">
                  <a16:creationId xmlns:a16="http://schemas.microsoft.com/office/drawing/2014/main" id="{3C6C59EE-8002-4141-9F09-2EAE2C4F0B66}"/>
                </a:ext>
              </a:extLst>
            </p:cNvPr>
            <p:cNvSpPr/>
            <p:nvPr/>
          </p:nvSpPr>
          <p:spPr>
            <a:xfrm>
              <a:off x="4661826" y="1826558"/>
              <a:ext cx="318135" cy="289560"/>
            </a:xfrm>
            <a:custGeom>
              <a:avLst/>
              <a:gdLst/>
              <a:ahLst/>
              <a:cxnLst/>
              <a:rect l="l" t="t" r="r" b="b"/>
              <a:pathLst>
                <a:path w="318135" h="289559">
                  <a:moveTo>
                    <a:pt x="18910" y="289128"/>
                  </a:moveTo>
                  <a:lnTo>
                    <a:pt x="0" y="289128"/>
                  </a:lnTo>
                  <a:lnTo>
                    <a:pt x="0" y="0"/>
                  </a:lnTo>
                  <a:lnTo>
                    <a:pt x="317766" y="0"/>
                  </a:lnTo>
                  <a:lnTo>
                    <a:pt x="317766" y="289128"/>
                  </a:lnTo>
                  <a:lnTo>
                    <a:pt x="95961" y="289128"/>
                  </a:lnTo>
                </a:path>
              </a:pathLst>
            </a:custGeom>
            <a:ln w="9525">
              <a:solidFill>
                <a:schemeClr val="bg1">
                  <a:lumMod val="65000"/>
                </a:schemeClr>
              </a:solidFill>
            </a:ln>
          </p:spPr>
          <p:txBody>
            <a:bodyPr wrap="square" lIns="0" tIns="0" rIns="0" bIns="0" rtlCol="0"/>
            <a:lstStyle/>
            <a:p>
              <a:endParaRPr sz="1100"/>
            </a:p>
          </p:txBody>
        </p:sp>
        <p:sp>
          <p:nvSpPr>
            <p:cNvPr id="390" name="object 164">
              <a:extLst>
                <a:ext uri="{FF2B5EF4-FFF2-40B4-BE49-F238E27FC236}">
                  <a16:creationId xmlns:a16="http://schemas.microsoft.com/office/drawing/2014/main" id="{21118A93-6120-9240-B14D-D8686FA073CB}"/>
                </a:ext>
              </a:extLst>
            </p:cNvPr>
            <p:cNvSpPr/>
            <p:nvPr/>
          </p:nvSpPr>
          <p:spPr>
            <a:xfrm>
              <a:off x="5074397" y="1992611"/>
              <a:ext cx="34925" cy="123189"/>
            </a:xfrm>
            <a:custGeom>
              <a:avLst/>
              <a:gdLst/>
              <a:ahLst/>
              <a:cxnLst/>
              <a:rect l="l" t="t" r="r" b="b"/>
              <a:pathLst>
                <a:path w="34925" h="123190">
                  <a:moveTo>
                    <a:pt x="0" y="123075"/>
                  </a:moveTo>
                  <a:lnTo>
                    <a:pt x="13081" y="123075"/>
                  </a:lnTo>
                  <a:lnTo>
                    <a:pt x="34785" y="103543"/>
                  </a:lnTo>
                  <a:lnTo>
                    <a:pt x="34785" y="0"/>
                  </a:lnTo>
                </a:path>
              </a:pathLst>
            </a:custGeom>
            <a:ln w="9525">
              <a:solidFill>
                <a:schemeClr val="bg1">
                  <a:lumMod val="65000"/>
                </a:schemeClr>
              </a:solidFill>
            </a:ln>
          </p:spPr>
          <p:txBody>
            <a:bodyPr wrap="square" lIns="0" tIns="0" rIns="0" bIns="0" rtlCol="0"/>
            <a:lstStyle/>
            <a:p>
              <a:endParaRPr sz="1100"/>
            </a:p>
          </p:txBody>
        </p:sp>
        <p:sp>
          <p:nvSpPr>
            <p:cNvPr id="391" name="object 165">
              <a:extLst>
                <a:ext uri="{FF2B5EF4-FFF2-40B4-BE49-F238E27FC236}">
                  <a16:creationId xmlns:a16="http://schemas.microsoft.com/office/drawing/2014/main" id="{E1DD2EE9-F3B7-F748-8932-529783BE7F1C}"/>
                </a:ext>
              </a:extLst>
            </p:cNvPr>
            <p:cNvSpPr/>
            <p:nvPr/>
          </p:nvSpPr>
          <p:spPr>
            <a:xfrm>
              <a:off x="4979595" y="2115686"/>
              <a:ext cx="18415" cy="0"/>
            </a:xfrm>
            <a:custGeom>
              <a:avLst/>
              <a:gdLst/>
              <a:ahLst/>
              <a:cxnLst/>
              <a:rect l="l" t="t" r="r" b="b"/>
              <a:pathLst>
                <a:path w="18414">
                  <a:moveTo>
                    <a:pt x="0" y="0"/>
                  </a:moveTo>
                  <a:lnTo>
                    <a:pt x="18135" y="0"/>
                  </a:lnTo>
                </a:path>
              </a:pathLst>
            </a:custGeom>
            <a:ln w="9525">
              <a:solidFill>
                <a:schemeClr val="bg1">
                  <a:lumMod val="65000"/>
                </a:schemeClr>
              </a:solidFill>
            </a:ln>
          </p:spPr>
          <p:txBody>
            <a:bodyPr wrap="square" lIns="0" tIns="0" rIns="0" bIns="0" rtlCol="0"/>
            <a:lstStyle/>
            <a:p>
              <a:endParaRPr sz="1100"/>
            </a:p>
          </p:txBody>
        </p:sp>
        <p:sp>
          <p:nvSpPr>
            <p:cNvPr id="392" name="object 166">
              <a:extLst>
                <a:ext uri="{FF2B5EF4-FFF2-40B4-BE49-F238E27FC236}">
                  <a16:creationId xmlns:a16="http://schemas.microsoft.com/office/drawing/2014/main" id="{580013D6-6814-814A-86FD-82DC1AE8A36C}"/>
                </a:ext>
              </a:extLst>
            </p:cNvPr>
            <p:cNvSpPr/>
            <p:nvPr/>
          </p:nvSpPr>
          <p:spPr>
            <a:xfrm>
              <a:off x="4979598" y="1891975"/>
              <a:ext cx="130175" cy="180975"/>
            </a:xfrm>
            <a:custGeom>
              <a:avLst/>
              <a:gdLst/>
              <a:ahLst/>
              <a:cxnLst/>
              <a:rect l="l" t="t" r="r" b="b"/>
              <a:pathLst>
                <a:path w="130175" h="180975">
                  <a:moveTo>
                    <a:pt x="76073" y="0"/>
                  </a:moveTo>
                  <a:lnTo>
                    <a:pt x="0" y="0"/>
                  </a:lnTo>
                  <a:lnTo>
                    <a:pt x="0" y="100634"/>
                  </a:lnTo>
                  <a:lnTo>
                    <a:pt x="76200" y="100634"/>
                  </a:lnTo>
                  <a:lnTo>
                    <a:pt x="104851" y="180733"/>
                  </a:lnTo>
                  <a:lnTo>
                    <a:pt x="129590" y="180733"/>
                  </a:lnTo>
                  <a:lnTo>
                    <a:pt x="129590" y="53517"/>
                  </a:lnTo>
                  <a:lnTo>
                    <a:pt x="125384" y="32688"/>
                  </a:lnTo>
                  <a:lnTo>
                    <a:pt x="113914" y="15676"/>
                  </a:lnTo>
                  <a:lnTo>
                    <a:pt x="96902" y="4206"/>
                  </a:lnTo>
                  <a:lnTo>
                    <a:pt x="76073" y="0"/>
                  </a:lnTo>
                  <a:close/>
                </a:path>
              </a:pathLst>
            </a:custGeom>
            <a:ln w="9525">
              <a:solidFill>
                <a:schemeClr val="bg1">
                  <a:lumMod val="65000"/>
                </a:schemeClr>
              </a:solidFill>
            </a:ln>
          </p:spPr>
          <p:txBody>
            <a:bodyPr wrap="square" lIns="0" tIns="0" rIns="0" bIns="0" rtlCol="0"/>
            <a:lstStyle/>
            <a:p>
              <a:endParaRPr sz="1100"/>
            </a:p>
          </p:txBody>
        </p:sp>
        <p:sp>
          <p:nvSpPr>
            <p:cNvPr id="393" name="object 167">
              <a:extLst>
                <a:ext uri="{FF2B5EF4-FFF2-40B4-BE49-F238E27FC236}">
                  <a16:creationId xmlns:a16="http://schemas.microsoft.com/office/drawing/2014/main" id="{255DBE96-7F2F-B344-8B45-C316DCA040CA}"/>
                </a:ext>
              </a:extLst>
            </p:cNvPr>
            <p:cNvSpPr/>
            <p:nvPr/>
          </p:nvSpPr>
          <p:spPr>
            <a:xfrm>
              <a:off x="4999784" y="2032764"/>
              <a:ext cx="24765" cy="0"/>
            </a:xfrm>
            <a:custGeom>
              <a:avLst/>
              <a:gdLst/>
              <a:ahLst/>
              <a:cxnLst/>
              <a:rect l="l" t="t" r="r" b="b"/>
              <a:pathLst>
                <a:path w="24764">
                  <a:moveTo>
                    <a:pt x="0" y="0"/>
                  </a:moveTo>
                  <a:lnTo>
                    <a:pt x="24739" y="0"/>
                  </a:lnTo>
                </a:path>
              </a:pathLst>
            </a:custGeom>
            <a:ln w="9525">
              <a:solidFill>
                <a:schemeClr val="bg1">
                  <a:lumMod val="65000"/>
                </a:schemeClr>
              </a:solidFill>
            </a:ln>
          </p:spPr>
          <p:txBody>
            <a:bodyPr wrap="square" lIns="0" tIns="0" rIns="0" bIns="0" rtlCol="0"/>
            <a:lstStyle/>
            <a:p>
              <a:endParaRPr sz="1100"/>
            </a:p>
          </p:txBody>
        </p:sp>
        <p:pic>
          <p:nvPicPr>
            <p:cNvPr id="394" name="object 168">
              <a:extLst>
                <a:ext uri="{FF2B5EF4-FFF2-40B4-BE49-F238E27FC236}">
                  <a16:creationId xmlns:a16="http://schemas.microsoft.com/office/drawing/2014/main" id="{521BEF19-389D-064F-92B7-5B416DC2A531}"/>
                </a:ext>
              </a:extLst>
            </p:cNvPr>
            <p:cNvPicPr/>
            <p:nvPr/>
          </p:nvPicPr>
          <p:blipFill>
            <a:blip r:embed="rId19" cstate="print"/>
            <a:stretch>
              <a:fillRect/>
            </a:stretch>
          </p:blipFill>
          <p:spPr>
            <a:xfrm>
              <a:off x="4675978" y="2072392"/>
              <a:ext cx="86575" cy="86588"/>
            </a:xfrm>
            <a:prstGeom prst="rect">
              <a:avLst/>
            </a:prstGeom>
            <a:ln>
              <a:solidFill>
                <a:schemeClr val="bg1">
                  <a:lumMod val="65000"/>
                </a:schemeClr>
              </a:solidFill>
            </a:ln>
          </p:spPr>
        </p:pic>
        <p:sp>
          <p:nvSpPr>
            <p:cNvPr id="395" name="object 169">
              <a:extLst>
                <a:ext uri="{FF2B5EF4-FFF2-40B4-BE49-F238E27FC236}">
                  <a16:creationId xmlns:a16="http://schemas.microsoft.com/office/drawing/2014/main" id="{FF7C1764-2FB0-524F-A4C3-262D9472BBB1}"/>
                </a:ext>
              </a:extLst>
            </p:cNvPr>
            <p:cNvSpPr/>
            <p:nvPr/>
          </p:nvSpPr>
          <p:spPr>
            <a:xfrm>
              <a:off x="4997346" y="2077155"/>
              <a:ext cx="77470" cy="77470"/>
            </a:xfrm>
            <a:custGeom>
              <a:avLst/>
              <a:gdLst/>
              <a:ahLst/>
              <a:cxnLst/>
              <a:rect l="l" t="t" r="r" b="b"/>
              <a:pathLst>
                <a:path w="77470" h="77470">
                  <a:moveTo>
                    <a:pt x="77050" y="38531"/>
                  </a:moveTo>
                  <a:lnTo>
                    <a:pt x="74023" y="53532"/>
                  </a:lnTo>
                  <a:lnTo>
                    <a:pt x="65768" y="65779"/>
                  </a:lnTo>
                  <a:lnTo>
                    <a:pt x="53524" y="74036"/>
                  </a:lnTo>
                  <a:lnTo>
                    <a:pt x="38531" y="77063"/>
                  </a:lnTo>
                  <a:lnTo>
                    <a:pt x="23531" y="74036"/>
                  </a:lnTo>
                  <a:lnTo>
                    <a:pt x="11283" y="65779"/>
                  </a:lnTo>
                  <a:lnTo>
                    <a:pt x="3027" y="53532"/>
                  </a:lnTo>
                  <a:lnTo>
                    <a:pt x="0" y="38531"/>
                  </a:lnTo>
                  <a:lnTo>
                    <a:pt x="3027" y="23531"/>
                  </a:lnTo>
                  <a:lnTo>
                    <a:pt x="11283" y="11283"/>
                  </a:lnTo>
                  <a:lnTo>
                    <a:pt x="23531" y="3027"/>
                  </a:lnTo>
                  <a:lnTo>
                    <a:pt x="38531" y="0"/>
                  </a:lnTo>
                  <a:lnTo>
                    <a:pt x="53524" y="3027"/>
                  </a:lnTo>
                  <a:lnTo>
                    <a:pt x="65768" y="11283"/>
                  </a:lnTo>
                  <a:lnTo>
                    <a:pt x="74023" y="23531"/>
                  </a:lnTo>
                  <a:lnTo>
                    <a:pt x="77050" y="38531"/>
                  </a:lnTo>
                  <a:close/>
                </a:path>
              </a:pathLst>
            </a:custGeom>
            <a:ln w="9525">
              <a:solidFill>
                <a:schemeClr val="bg1">
                  <a:lumMod val="65000"/>
                </a:schemeClr>
              </a:solidFill>
            </a:ln>
          </p:spPr>
          <p:txBody>
            <a:bodyPr wrap="square" lIns="0" tIns="0" rIns="0" bIns="0" rtlCol="0"/>
            <a:lstStyle/>
            <a:p>
              <a:endParaRPr sz="1100"/>
            </a:p>
          </p:txBody>
        </p:sp>
        <p:sp>
          <p:nvSpPr>
            <p:cNvPr id="396" name="object 170">
              <a:extLst>
                <a:ext uri="{FF2B5EF4-FFF2-40B4-BE49-F238E27FC236}">
                  <a16:creationId xmlns:a16="http://schemas.microsoft.com/office/drawing/2014/main" id="{1196C6B3-157E-744F-85EF-F0ADA539B99A}"/>
                </a:ext>
              </a:extLst>
            </p:cNvPr>
            <p:cNvSpPr/>
            <p:nvPr/>
          </p:nvSpPr>
          <p:spPr>
            <a:xfrm>
              <a:off x="5261382" y="1776557"/>
              <a:ext cx="76835" cy="73025"/>
            </a:xfrm>
            <a:custGeom>
              <a:avLst/>
              <a:gdLst/>
              <a:ahLst/>
              <a:cxnLst/>
              <a:rect l="l" t="t" r="r" b="b"/>
              <a:pathLst>
                <a:path w="76834" h="73025">
                  <a:moveTo>
                    <a:pt x="38392" y="0"/>
                  </a:moveTo>
                  <a:lnTo>
                    <a:pt x="50253" y="24041"/>
                  </a:lnTo>
                  <a:lnTo>
                    <a:pt x="76784" y="27889"/>
                  </a:lnTo>
                  <a:lnTo>
                    <a:pt x="57594" y="46609"/>
                  </a:lnTo>
                  <a:lnTo>
                    <a:pt x="62115" y="73025"/>
                  </a:lnTo>
                  <a:lnTo>
                    <a:pt x="38392" y="60553"/>
                  </a:lnTo>
                  <a:lnTo>
                    <a:pt x="14655" y="73025"/>
                  </a:lnTo>
                  <a:lnTo>
                    <a:pt x="19189" y="46609"/>
                  </a:lnTo>
                  <a:lnTo>
                    <a:pt x="0" y="27889"/>
                  </a:lnTo>
                  <a:lnTo>
                    <a:pt x="26517" y="24041"/>
                  </a:lnTo>
                  <a:lnTo>
                    <a:pt x="38392" y="0"/>
                  </a:lnTo>
                  <a:close/>
                </a:path>
              </a:pathLst>
            </a:custGeom>
            <a:ln w="9525">
              <a:solidFill>
                <a:schemeClr val="bg1">
                  <a:lumMod val="65000"/>
                </a:schemeClr>
              </a:solidFill>
            </a:ln>
          </p:spPr>
          <p:txBody>
            <a:bodyPr wrap="square" lIns="0" tIns="0" rIns="0" bIns="0" rtlCol="0"/>
            <a:lstStyle/>
            <a:p>
              <a:endParaRPr sz="1100"/>
            </a:p>
          </p:txBody>
        </p:sp>
        <p:sp>
          <p:nvSpPr>
            <p:cNvPr id="397" name="object 171">
              <a:extLst>
                <a:ext uri="{FF2B5EF4-FFF2-40B4-BE49-F238E27FC236}">
                  <a16:creationId xmlns:a16="http://schemas.microsoft.com/office/drawing/2014/main" id="{9E7CF6B8-B5C7-3F4A-919B-1487265E4E19}"/>
                </a:ext>
              </a:extLst>
            </p:cNvPr>
            <p:cNvSpPr/>
            <p:nvPr/>
          </p:nvSpPr>
          <p:spPr>
            <a:xfrm>
              <a:off x="5321032" y="1857396"/>
              <a:ext cx="111125" cy="106045"/>
            </a:xfrm>
            <a:custGeom>
              <a:avLst/>
              <a:gdLst/>
              <a:ahLst/>
              <a:cxnLst/>
              <a:rect l="l" t="t" r="r" b="b"/>
              <a:pathLst>
                <a:path w="111125" h="106045">
                  <a:moveTo>
                    <a:pt x="55524" y="0"/>
                  </a:moveTo>
                  <a:lnTo>
                    <a:pt x="72694" y="34759"/>
                  </a:lnTo>
                  <a:lnTo>
                    <a:pt x="111048" y="40347"/>
                  </a:lnTo>
                  <a:lnTo>
                    <a:pt x="83299" y="67411"/>
                  </a:lnTo>
                  <a:lnTo>
                    <a:pt x="89839" y="105613"/>
                  </a:lnTo>
                  <a:lnTo>
                    <a:pt x="55524" y="87579"/>
                  </a:lnTo>
                  <a:lnTo>
                    <a:pt x="21208" y="105613"/>
                  </a:lnTo>
                  <a:lnTo>
                    <a:pt x="27762" y="67411"/>
                  </a:lnTo>
                  <a:lnTo>
                    <a:pt x="0" y="40347"/>
                  </a:lnTo>
                  <a:lnTo>
                    <a:pt x="38366" y="34759"/>
                  </a:lnTo>
                  <a:lnTo>
                    <a:pt x="55524" y="0"/>
                  </a:lnTo>
                  <a:close/>
                </a:path>
              </a:pathLst>
            </a:custGeom>
            <a:ln w="9525">
              <a:solidFill>
                <a:schemeClr val="bg1">
                  <a:lumMod val="65000"/>
                </a:schemeClr>
              </a:solidFill>
            </a:ln>
          </p:spPr>
          <p:txBody>
            <a:bodyPr wrap="square" lIns="0" tIns="0" rIns="0" bIns="0" rtlCol="0"/>
            <a:lstStyle/>
            <a:p>
              <a:endParaRPr sz="1100"/>
            </a:p>
          </p:txBody>
        </p:sp>
        <p:sp>
          <p:nvSpPr>
            <p:cNvPr id="398" name="object 172">
              <a:extLst>
                <a:ext uri="{FF2B5EF4-FFF2-40B4-BE49-F238E27FC236}">
                  <a16:creationId xmlns:a16="http://schemas.microsoft.com/office/drawing/2014/main" id="{70468B40-CA00-D641-9695-AE5B391EB1AF}"/>
                </a:ext>
              </a:extLst>
            </p:cNvPr>
            <p:cNvSpPr/>
            <p:nvPr/>
          </p:nvSpPr>
          <p:spPr>
            <a:xfrm>
              <a:off x="5135256" y="1733940"/>
              <a:ext cx="102870" cy="146685"/>
            </a:xfrm>
            <a:custGeom>
              <a:avLst/>
              <a:gdLst/>
              <a:ahLst/>
              <a:cxnLst/>
              <a:rect l="l" t="t" r="r" b="b"/>
              <a:pathLst>
                <a:path w="102870" h="146684">
                  <a:moveTo>
                    <a:pt x="102679" y="146202"/>
                  </a:moveTo>
                  <a:lnTo>
                    <a:pt x="74224" y="140457"/>
                  </a:lnTo>
                  <a:lnTo>
                    <a:pt x="50988" y="124791"/>
                  </a:lnTo>
                  <a:lnTo>
                    <a:pt x="35322" y="101555"/>
                  </a:lnTo>
                  <a:lnTo>
                    <a:pt x="29578" y="73101"/>
                  </a:lnTo>
                  <a:lnTo>
                    <a:pt x="35322" y="44646"/>
                  </a:lnTo>
                  <a:lnTo>
                    <a:pt x="50988" y="21410"/>
                  </a:lnTo>
                  <a:lnTo>
                    <a:pt x="74224" y="5744"/>
                  </a:lnTo>
                  <a:lnTo>
                    <a:pt x="102679" y="0"/>
                  </a:lnTo>
                  <a:lnTo>
                    <a:pt x="73101" y="0"/>
                  </a:lnTo>
                  <a:lnTo>
                    <a:pt x="44646" y="5744"/>
                  </a:lnTo>
                  <a:lnTo>
                    <a:pt x="21410" y="21410"/>
                  </a:lnTo>
                  <a:lnTo>
                    <a:pt x="5744" y="44646"/>
                  </a:lnTo>
                  <a:lnTo>
                    <a:pt x="0" y="73101"/>
                  </a:lnTo>
                  <a:lnTo>
                    <a:pt x="5744" y="101555"/>
                  </a:lnTo>
                  <a:lnTo>
                    <a:pt x="21410" y="124791"/>
                  </a:lnTo>
                  <a:lnTo>
                    <a:pt x="44646" y="140457"/>
                  </a:lnTo>
                  <a:lnTo>
                    <a:pt x="73101" y="146202"/>
                  </a:lnTo>
                  <a:lnTo>
                    <a:pt x="102679" y="146202"/>
                  </a:lnTo>
                  <a:close/>
                </a:path>
              </a:pathLst>
            </a:custGeom>
            <a:ln w="9525">
              <a:solidFill>
                <a:schemeClr val="bg1">
                  <a:lumMod val="65000"/>
                </a:schemeClr>
              </a:solidFill>
            </a:ln>
          </p:spPr>
          <p:txBody>
            <a:bodyPr wrap="square" lIns="0" tIns="0" rIns="0" bIns="0" rtlCol="0"/>
            <a:lstStyle/>
            <a:p>
              <a:endParaRPr sz="1100"/>
            </a:p>
          </p:txBody>
        </p:sp>
        <p:pic>
          <p:nvPicPr>
            <p:cNvPr id="473" name="object 282">
              <a:extLst>
                <a:ext uri="{FF2B5EF4-FFF2-40B4-BE49-F238E27FC236}">
                  <a16:creationId xmlns:a16="http://schemas.microsoft.com/office/drawing/2014/main" id="{6C46A770-E2D1-AD42-99FC-B658EEC73CCA}"/>
                </a:ext>
              </a:extLst>
            </p:cNvPr>
            <p:cNvPicPr/>
            <p:nvPr/>
          </p:nvPicPr>
          <p:blipFill>
            <a:blip r:embed="rId18" cstate="print"/>
            <a:stretch>
              <a:fillRect/>
            </a:stretch>
          </p:blipFill>
          <p:spPr>
            <a:xfrm>
              <a:off x="5421964" y="2096446"/>
              <a:ext cx="108000" cy="108002"/>
            </a:xfrm>
            <a:prstGeom prst="rect">
              <a:avLst/>
            </a:prstGeom>
            <a:ln>
              <a:solidFill>
                <a:schemeClr val="bg1">
                  <a:lumMod val="65000"/>
                </a:schemeClr>
              </a:solidFill>
            </a:ln>
          </p:spPr>
        </p:pic>
      </p:grpSp>
      <p:grpSp>
        <p:nvGrpSpPr>
          <p:cNvPr id="43" name="Group 42">
            <a:extLst>
              <a:ext uri="{FF2B5EF4-FFF2-40B4-BE49-F238E27FC236}">
                <a16:creationId xmlns:a16="http://schemas.microsoft.com/office/drawing/2014/main" id="{C802C086-B156-4133-0BD2-11A5B688ADE1}"/>
              </a:ext>
            </a:extLst>
          </p:cNvPr>
          <p:cNvGrpSpPr/>
          <p:nvPr/>
        </p:nvGrpSpPr>
        <p:grpSpPr>
          <a:xfrm>
            <a:off x="2412595" y="1663096"/>
            <a:ext cx="979004" cy="645826"/>
            <a:chOff x="2414840" y="2002685"/>
            <a:chExt cx="979004" cy="645826"/>
          </a:xfrm>
        </p:grpSpPr>
        <p:sp>
          <p:nvSpPr>
            <p:cNvPr id="274" name="object 43">
              <a:extLst>
                <a:ext uri="{FF2B5EF4-FFF2-40B4-BE49-F238E27FC236}">
                  <a16:creationId xmlns:a16="http://schemas.microsoft.com/office/drawing/2014/main" id="{C24E81AE-EBF7-3E4B-8EAB-CEFBB22A7E27}"/>
                </a:ext>
              </a:extLst>
            </p:cNvPr>
            <p:cNvSpPr txBox="1"/>
            <p:nvPr/>
          </p:nvSpPr>
          <p:spPr>
            <a:xfrm>
              <a:off x="2414840" y="2466410"/>
              <a:ext cx="914451" cy="182101"/>
            </a:xfrm>
            <a:prstGeom prst="rect">
              <a:avLst/>
            </a:prstGeom>
            <a:ln>
              <a:solidFill>
                <a:schemeClr val="bg1">
                  <a:lumMod val="65000"/>
                </a:schemeClr>
              </a:solidFill>
            </a:ln>
          </p:spPr>
          <p:txBody>
            <a:bodyPr vert="horz" wrap="square" lIns="0" tIns="12700" rIns="0" bIns="0" rtlCol="0">
              <a:spAutoFit/>
            </a:bodyPr>
            <a:lstStyle/>
            <a:p>
              <a:pPr marL="12700">
                <a:lnSpc>
                  <a:spcPct val="100000"/>
                </a:lnSpc>
                <a:spcBef>
                  <a:spcPts val="100"/>
                </a:spcBef>
              </a:pPr>
              <a:r>
                <a:rPr sz="1100" spc="-10">
                  <a:solidFill>
                    <a:srgbClr val="4D4D4F"/>
                  </a:solidFill>
                  <a:cs typeface="Arial MT"/>
                </a:rPr>
                <a:t>Load-pooling</a:t>
              </a:r>
              <a:endParaRPr sz="1100">
                <a:cs typeface="Arial MT"/>
              </a:endParaRPr>
            </a:p>
          </p:txBody>
        </p:sp>
        <p:grpSp>
          <p:nvGrpSpPr>
            <p:cNvPr id="29" name="Group 28">
              <a:extLst>
                <a:ext uri="{FF2B5EF4-FFF2-40B4-BE49-F238E27FC236}">
                  <a16:creationId xmlns:a16="http://schemas.microsoft.com/office/drawing/2014/main" id="{FAB48231-0FFB-3CBA-D7FD-EA67DF7150DD}"/>
                </a:ext>
              </a:extLst>
            </p:cNvPr>
            <p:cNvGrpSpPr/>
            <p:nvPr/>
          </p:nvGrpSpPr>
          <p:grpSpPr>
            <a:xfrm>
              <a:off x="2628692" y="2002685"/>
              <a:ext cx="765152" cy="451478"/>
              <a:chOff x="2628692" y="2002685"/>
              <a:chExt cx="765152" cy="451478"/>
            </a:xfrm>
          </p:grpSpPr>
          <p:sp>
            <p:nvSpPr>
              <p:cNvPr id="410" name="object 191">
                <a:extLst>
                  <a:ext uri="{FF2B5EF4-FFF2-40B4-BE49-F238E27FC236}">
                    <a16:creationId xmlns:a16="http://schemas.microsoft.com/office/drawing/2014/main" id="{883690CC-1CB0-724E-BD0C-F5C0FB9DD23E}"/>
                  </a:ext>
                </a:extLst>
              </p:cNvPr>
              <p:cNvSpPr/>
              <p:nvPr/>
            </p:nvSpPr>
            <p:spPr>
              <a:xfrm>
                <a:off x="2628692" y="2037870"/>
                <a:ext cx="277495" cy="246379"/>
              </a:xfrm>
              <a:custGeom>
                <a:avLst/>
                <a:gdLst/>
                <a:ahLst/>
                <a:cxnLst/>
                <a:rect l="l" t="t" r="r" b="b"/>
                <a:pathLst>
                  <a:path w="277495" h="246379">
                    <a:moveTo>
                      <a:pt x="241109" y="246316"/>
                    </a:moveTo>
                    <a:lnTo>
                      <a:pt x="36004" y="246316"/>
                    </a:lnTo>
                    <a:lnTo>
                      <a:pt x="21988" y="243487"/>
                    </a:lnTo>
                    <a:lnTo>
                      <a:pt x="10544" y="235773"/>
                    </a:lnTo>
                    <a:lnTo>
                      <a:pt x="2828" y="224333"/>
                    </a:lnTo>
                    <a:lnTo>
                      <a:pt x="0" y="210324"/>
                    </a:lnTo>
                    <a:lnTo>
                      <a:pt x="0" y="35991"/>
                    </a:lnTo>
                    <a:lnTo>
                      <a:pt x="2828" y="21983"/>
                    </a:lnTo>
                    <a:lnTo>
                      <a:pt x="10544" y="10542"/>
                    </a:lnTo>
                    <a:lnTo>
                      <a:pt x="21988" y="2828"/>
                    </a:lnTo>
                    <a:lnTo>
                      <a:pt x="36004" y="0"/>
                    </a:lnTo>
                    <a:lnTo>
                      <a:pt x="241109" y="0"/>
                    </a:lnTo>
                    <a:lnTo>
                      <a:pt x="255118" y="2828"/>
                    </a:lnTo>
                    <a:lnTo>
                      <a:pt x="266558" y="10542"/>
                    </a:lnTo>
                    <a:lnTo>
                      <a:pt x="274272" y="21983"/>
                    </a:lnTo>
                    <a:lnTo>
                      <a:pt x="277101" y="35991"/>
                    </a:lnTo>
                    <a:lnTo>
                      <a:pt x="277101" y="210324"/>
                    </a:lnTo>
                    <a:lnTo>
                      <a:pt x="274272" y="224333"/>
                    </a:lnTo>
                    <a:lnTo>
                      <a:pt x="266558" y="235773"/>
                    </a:lnTo>
                    <a:lnTo>
                      <a:pt x="255118" y="243487"/>
                    </a:lnTo>
                    <a:lnTo>
                      <a:pt x="241109" y="246316"/>
                    </a:lnTo>
                    <a:close/>
                  </a:path>
                </a:pathLst>
              </a:custGeom>
              <a:ln w="9524">
                <a:solidFill>
                  <a:schemeClr val="bg1">
                    <a:lumMod val="65000"/>
                  </a:schemeClr>
                </a:solidFill>
              </a:ln>
            </p:spPr>
            <p:txBody>
              <a:bodyPr wrap="square" lIns="0" tIns="0" rIns="0" bIns="0" rtlCol="0"/>
              <a:lstStyle/>
              <a:p>
                <a:endParaRPr sz="1100"/>
              </a:p>
            </p:txBody>
          </p:sp>
          <p:sp>
            <p:nvSpPr>
              <p:cNvPr id="411" name="object 192">
                <a:extLst>
                  <a:ext uri="{FF2B5EF4-FFF2-40B4-BE49-F238E27FC236}">
                    <a16:creationId xmlns:a16="http://schemas.microsoft.com/office/drawing/2014/main" id="{3AC5A8BE-1F1A-C54E-8FEF-09DAD41D303A}"/>
                  </a:ext>
                </a:extLst>
              </p:cNvPr>
              <p:cNvSpPr/>
              <p:nvPr/>
            </p:nvSpPr>
            <p:spPr>
              <a:xfrm>
                <a:off x="2743894" y="2037867"/>
                <a:ext cx="46355" cy="61594"/>
              </a:xfrm>
              <a:custGeom>
                <a:avLst/>
                <a:gdLst/>
                <a:ahLst/>
                <a:cxnLst/>
                <a:rect l="l" t="t" r="r" b="b"/>
                <a:pathLst>
                  <a:path w="46354" h="61595">
                    <a:moveTo>
                      <a:pt x="46189" y="61582"/>
                    </a:moveTo>
                    <a:lnTo>
                      <a:pt x="0" y="61582"/>
                    </a:lnTo>
                    <a:lnTo>
                      <a:pt x="0" y="0"/>
                    </a:lnTo>
                    <a:lnTo>
                      <a:pt x="46189" y="0"/>
                    </a:lnTo>
                    <a:lnTo>
                      <a:pt x="46189" y="61582"/>
                    </a:lnTo>
                    <a:close/>
                  </a:path>
                </a:pathLst>
              </a:custGeom>
              <a:ln w="9525">
                <a:solidFill>
                  <a:schemeClr val="bg1">
                    <a:lumMod val="65000"/>
                  </a:schemeClr>
                </a:solidFill>
              </a:ln>
            </p:spPr>
            <p:txBody>
              <a:bodyPr wrap="square" lIns="0" tIns="0" rIns="0" bIns="0" rtlCol="0"/>
              <a:lstStyle/>
              <a:p>
                <a:endParaRPr sz="1100"/>
              </a:p>
            </p:txBody>
          </p:sp>
          <p:sp>
            <p:nvSpPr>
              <p:cNvPr id="412" name="object 193">
                <a:extLst>
                  <a:ext uri="{FF2B5EF4-FFF2-40B4-BE49-F238E27FC236}">
                    <a16:creationId xmlns:a16="http://schemas.microsoft.com/office/drawing/2014/main" id="{FA0CF03F-057B-AA45-8659-3FC4111D62A4}"/>
                  </a:ext>
                </a:extLst>
              </p:cNvPr>
              <p:cNvSpPr/>
              <p:nvPr/>
            </p:nvSpPr>
            <p:spPr>
              <a:xfrm>
                <a:off x="2877304" y="2241078"/>
                <a:ext cx="0" cy="27305"/>
              </a:xfrm>
              <a:custGeom>
                <a:avLst/>
                <a:gdLst/>
                <a:ahLst/>
                <a:cxnLst/>
                <a:rect l="l" t="t" r="r" b="b"/>
                <a:pathLst>
                  <a:path h="27304">
                    <a:moveTo>
                      <a:pt x="0" y="0"/>
                    </a:moveTo>
                    <a:lnTo>
                      <a:pt x="0" y="26898"/>
                    </a:lnTo>
                  </a:path>
                </a:pathLst>
              </a:custGeom>
              <a:ln w="9525">
                <a:solidFill>
                  <a:schemeClr val="bg1">
                    <a:lumMod val="65000"/>
                  </a:schemeClr>
                </a:solidFill>
              </a:ln>
            </p:spPr>
            <p:txBody>
              <a:bodyPr wrap="square" lIns="0" tIns="0" rIns="0" bIns="0" rtlCol="0"/>
              <a:lstStyle/>
              <a:p>
                <a:endParaRPr sz="1100"/>
              </a:p>
            </p:txBody>
          </p:sp>
          <p:sp>
            <p:nvSpPr>
              <p:cNvPr id="413" name="object 194">
                <a:extLst>
                  <a:ext uri="{FF2B5EF4-FFF2-40B4-BE49-F238E27FC236}">
                    <a16:creationId xmlns:a16="http://schemas.microsoft.com/office/drawing/2014/main" id="{F33E1884-17BE-3E4B-820F-3C52684E03ED}"/>
                  </a:ext>
                </a:extLst>
              </p:cNvPr>
              <p:cNvSpPr/>
              <p:nvPr/>
            </p:nvSpPr>
            <p:spPr>
              <a:xfrm>
                <a:off x="2865026" y="2241076"/>
                <a:ext cx="24765" cy="12700"/>
              </a:xfrm>
              <a:custGeom>
                <a:avLst/>
                <a:gdLst/>
                <a:ahLst/>
                <a:cxnLst/>
                <a:rect l="l" t="t" r="r" b="b"/>
                <a:pathLst>
                  <a:path w="24764" h="12700">
                    <a:moveTo>
                      <a:pt x="0" y="12280"/>
                    </a:moveTo>
                    <a:lnTo>
                      <a:pt x="12280" y="0"/>
                    </a:lnTo>
                    <a:lnTo>
                      <a:pt x="24561" y="12280"/>
                    </a:lnTo>
                  </a:path>
                </a:pathLst>
              </a:custGeom>
              <a:ln w="9525">
                <a:solidFill>
                  <a:schemeClr val="bg1">
                    <a:lumMod val="65000"/>
                  </a:schemeClr>
                </a:solidFill>
              </a:ln>
            </p:spPr>
            <p:txBody>
              <a:bodyPr wrap="square" lIns="0" tIns="0" rIns="0" bIns="0" rtlCol="0"/>
              <a:lstStyle/>
              <a:p>
                <a:endParaRPr sz="1100"/>
              </a:p>
            </p:txBody>
          </p:sp>
          <p:sp>
            <p:nvSpPr>
              <p:cNvPr id="414" name="object 195">
                <a:extLst>
                  <a:ext uri="{FF2B5EF4-FFF2-40B4-BE49-F238E27FC236}">
                    <a16:creationId xmlns:a16="http://schemas.microsoft.com/office/drawing/2014/main" id="{04B005FE-BFB5-1443-9CED-025B20591424}"/>
                  </a:ext>
                </a:extLst>
              </p:cNvPr>
              <p:cNvSpPr/>
              <p:nvPr/>
            </p:nvSpPr>
            <p:spPr>
              <a:xfrm>
                <a:off x="2845443" y="2241078"/>
                <a:ext cx="0" cy="27305"/>
              </a:xfrm>
              <a:custGeom>
                <a:avLst/>
                <a:gdLst/>
                <a:ahLst/>
                <a:cxnLst/>
                <a:rect l="l" t="t" r="r" b="b"/>
                <a:pathLst>
                  <a:path h="27304">
                    <a:moveTo>
                      <a:pt x="0" y="0"/>
                    </a:moveTo>
                    <a:lnTo>
                      <a:pt x="0" y="26898"/>
                    </a:lnTo>
                  </a:path>
                </a:pathLst>
              </a:custGeom>
              <a:ln w="9525">
                <a:solidFill>
                  <a:schemeClr val="bg1">
                    <a:lumMod val="65000"/>
                  </a:schemeClr>
                </a:solidFill>
              </a:ln>
            </p:spPr>
            <p:txBody>
              <a:bodyPr wrap="square" lIns="0" tIns="0" rIns="0" bIns="0" rtlCol="0"/>
              <a:lstStyle/>
              <a:p>
                <a:endParaRPr sz="1100"/>
              </a:p>
            </p:txBody>
          </p:sp>
          <p:sp>
            <p:nvSpPr>
              <p:cNvPr id="415" name="object 196">
                <a:extLst>
                  <a:ext uri="{FF2B5EF4-FFF2-40B4-BE49-F238E27FC236}">
                    <a16:creationId xmlns:a16="http://schemas.microsoft.com/office/drawing/2014/main" id="{7D902D0F-D806-F349-B1FC-86DD353E645C}"/>
                  </a:ext>
                </a:extLst>
              </p:cNvPr>
              <p:cNvSpPr/>
              <p:nvPr/>
            </p:nvSpPr>
            <p:spPr>
              <a:xfrm>
                <a:off x="2833164" y="2241076"/>
                <a:ext cx="24765" cy="12700"/>
              </a:xfrm>
              <a:custGeom>
                <a:avLst/>
                <a:gdLst/>
                <a:ahLst/>
                <a:cxnLst/>
                <a:rect l="l" t="t" r="r" b="b"/>
                <a:pathLst>
                  <a:path w="24764" h="12700">
                    <a:moveTo>
                      <a:pt x="0" y="12280"/>
                    </a:moveTo>
                    <a:lnTo>
                      <a:pt x="12280" y="0"/>
                    </a:lnTo>
                    <a:lnTo>
                      <a:pt x="24561" y="12280"/>
                    </a:lnTo>
                  </a:path>
                </a:pathLst>
              </a:custGeom>
              <a:ln w="9525">
                <a:solidFill>
                  <a:schemeClr val="bg1">
                    <a:lumMod val="65000"/>
                  </a:schemeClr>
                </a:solidFill>
              </a:ln>
            </p:spPr>
            <p:txBody>
              <a:bodyPr wrap="square" lIns="0" tIns="0" rIns="0" bIns="0" rtlCol="0"/>
              <a:lstStyle/>
              <a:p>
                <a:endParaRPr sz="1100"/>
              </a:p>
            </p:txBody>
          </p:sp>
          <p:sp>
            <p:nvSpPr>
              <p:cNvPr id="416" name="object 197">
                <a:extLst>
                  <a:ext uri="{FF2B5EF4-FFF2-40B4-BE49-F238E27FC236}">
                    <a16:creationId xmlns:a16="http://schemas.microsoft.com/office/drawing/2014/main" id="{E7B39245-BC77-2345-8F52-1F3C1838C913}"/>
                  </a:ext>
                </a:extLst>
              </p:cNvPr>
              <p:cNvSpPr/>
              <p:nvPr/>
            </p:nvSpPr>
            <p:spPr>
              <a:xfrm>
                <a:off x="2654074" y="2161031"/>
                <a:ext cx="66675" cy="0"/>
              </a:xfrm>
              <a:custGeom>
                <a:avLst/>
                <a:gdLst/>
                <a:ahLst/>
                <a:cxnLst/>
                <a:rect l="l" t="t" r="r" b="b"/>
                <a:pathLst>
                  <a:path w="66675">
                    <a:moveTo>
                      <a:pt x="0" y="0"/>
                    </a:moveTo>
                    <a:lnTo>
                      <a:pt x="66179" y="0"/>
                    </a:lnTo>
                  </a:path>
                </a:pathLst>
              </a:custGeom>
              <a:ln w="9525">
                <a:solidFill>
                  <a:schemeClr val="bg1">
                    <a:lumMod val="65000"/>
                  </a:schemeClr>
                </a:solidFill>
              </a:ln>
            </p:spPr>
            <p:txBody>
              <a:bodyPr wrap="square" lIns="0" tIns="0" rIns="0" bIns="0" rtlCol="0"/>
              <a:lstStyle/>
              <a:p>
                <a:endParaRPr sz="1100"/>
              </a:p>
            </p:txBody>
          </p:sp>
          <p:sp>
            <p:nvSpPr>
              <p:cNvPr id="417" name="object 198">
                <a:extLst>
                  <a:ext uri="{FF2B5EF4-FFF2-40B4-BE49-F238E27FC236}">
                    <a16:creationId xmlns:a16="http://schemas.microsoft.com/office/drawing/2014/main" id="{D172A1D2-5BB9-5941-9976-E0E97D4D6FD4}"/>
                  </a:ext>
                </a:extLst>
              </p:cNvPr>
              <p:cNvSpPr/>
              <p:nvPr/>
            </p:nvSpPr>
            <p:spPr>
              <a:xfrm>
                <a:off x="2654074" y="2174924"/>
                <a:ext cx="33655" cy="0"/>
              </a:xfrm>
              <a:custGeom>
                <a:avLst/>
                <a:gdLst/>
                <a:ahLst/>
                <a:cxnLst/>
                <a:rect l="l" t="t" r="r" b="b"/>
                <a:pathLst>
                  <a:path w="33654">
                    <a:moveTo>
                      <a:pt x="0" y="0"/>
                    </a:moveTo>
                    <a:lnTo>
                      <a:pt x="33083" y="0"/>
                    </a:lnTo>
                  </a:path>
                </a:pathLst>
              </a:custGeom>
              <a:ln w="9525">
                <a:solidFill>
                  <a:schemeClr val="bg1">
                    <a:lumMod val="65000"/>
                  </a:schemeClr>
                </a:solidFill>
              </a:ln>
            </p:spPr>
            <p:txBody>
              <a:bodyPr wrap="square" lIns="0" tIns="0" rIns="0" bIns="0" rtlCol="0"/>
              <a:lstStyle/>
              <a:p>
                <a:endParaRPr sz="1100"/>
              </a:p>
            </p:txBody>
          </p:sp>
          <p:pic>
            <p:nvPicPr>
              <p:cNvPr id="418" name="object 199">
                <a:extLst>
                  <a:ext uri="{FF2B5EF4-FFF2-40B4-BE49-F238E27FC236}">
                    <a16:creationId xmlns:a16="http://schemas.microsoft.com/office/drawing/2014/main" id="{9D7EC346-F96F-374C-9A05-4109ECB14F7C}"/>
                  </a:ext>
                </a:extLst>
              </p:cNvPr>
              <p:cNvPicPr/>
              <p:nvPr/>
            </p:nvPicPr>
            <p:blipFill>
              <a:blip r:embed="rId20" cstate="print"/>
              <a:stretch>
                <a:fillRect/>
              </a:stretch>
            </p:blipFill>
            <p:spPr>
              <a:xfrm>
                <a:off x="2961650" y="2002685"/>
                <a:ext cx="241500" cy="390569"/>
              </a:xfrm>
              <a:prstGeom prst="rect">
                <a:avLst/>
              </a:prstGeom>
              <a:ln>
                <a:solidFill>
                  <a:schemeClr val="bg1">
                    <a:lumMod val="65000"/>
                  </a:schemeClr>
                </a:solidFill>
              </a:ln>
            </p:spPr>
          </p:pic>
          <p:pic>
            <p:nvPicPr>
              <p:cNvPr id="474" name="object 283">
                <a:extLst>
                  <a:ext uri="{FF2B5EF4-FFF2-40B4-BE49-F238E27FC236}">
                    <a16:creationId xmlns:a16="http://schemas.microsoft.com/office/drawing/2014/main" id="{4B4CF97B-BB57-F742-8A81-FE55852A44BE}"/>
                  </a:ext>
                </a:extLst>
              </p:cNvPr>
              <p:cNvPicPr/>
              <p:nvPr/>
            </p:nvPicPr>
            <p:blipFill>
              <a:blip r:embed="rId8" cstate="print"/>
              <a:stretch>
                <a:fillRect/>
              </a:stretch>
            </p:blipFill>
            <p:spPr>
              <a:xfrm>
                <a:off x="3285844" y="2346163"/>
                <a:ext cx="108000" cy="108000"/>
              </a:xfrm>
              <a:prstGeom prst="rect">
                <a:avLst/>
              </a:prstGeom>
              <a:ln>
                <a:solidFill>
                  <a:schemeClr val="bg1">
                    <a:lumMod val="65000"/>
                  </a:schemeClr>
                </a:solidFill>
              </a:ln>
            </p:spPr>
          </p:pic>
        </p:grpSp>
      </p:grpSp>
      <p:sp>
        <p:nvSpPr>
          <p:cNvPr id="477" name="object 11">
            <a:extLst>
              <a:ext uri="{FF2B5EF4-FFF2-40B4-BE49-F238E27FC236}">
                <a16:creationId xmlns:a16="http://schemas.microsoft.com/office/drawing/2014/main" id="{FB206968-038D-AE43-8FC0-121A0448E5A0}"/>
              </a:ext>
            </a:extLst>
          </p:cNvPr>
          <p:cNvSpPr txBox="1"/>
          <p:nvPr/>
        </p:nvSpPr>
        <p:spPr>
          <a:xfrm>
            <a:off x="89664" y="5875958"/>
            <a:ext cx="5171440" cy="132080"/>
          </a:xfrm>
          <a:prstGeom prst="rect">
            <a:avLst/>
          </a:prstGeom>
        </p:spPr>
        <p:txBody>
          <a:bodyPr vert="horz" wrap="square" lIns="0" tIns="12700" rIns="0" bIns="0" rtlCol="0">
            <a:spAutoFit/>
          </a:bodyPr>
          <a:lstStyle/>
          <a:p>
            <a:pPr>
              <a:lnSpc>
                <a:spcPct val="100000"/>
              </a:lnSpc>
              <a:spcBef>
                <a:spcPts val="100"/>
              </a:spcBef>
            </a:pPr>
            <a:r>
              <a:rPr sz="700" spc="-30">
                <a:solidFill>
                  <a:srgbClr val="4D4D4F"/>
                </a:solidFill>
                <a:latin typeface="Arial MT"/>
                <a:cs typeface="Arial MT"/>
              </a:rPr>
              <a:t>*</a:t>
            </a:r>
            <a:r>
              <a:rPr sz="700" spc="5">
                <a:solidFill>
                  <a:srgbClr val="4D4D4F"/>
                </a:solidFill>
                <a:latin typeface="Arial MT"/>
                <a:cs typeface="Arial MT"/>
              </a:rPr>
              <a:t> </a:t>
            </a:r>
            <a:r>
              <a:rPr sz="700" spc="-15">
                <a:solidFill>
                  <a:srgbClr val="4D4D4F"/>
                </a:solidFill>
                <a:latin typeface="Arial MT"/>
                <a:cs typeface="Arial MT"/>
              </a:rPr>
              <a:t>Disruption</a:t>
            </a:r>
            <a:r>
              <a:rPr sz="700" spc="10">
                <a:solidFill>
                  <a:srgbClr val="4D4D4F"/>
                </a:solidFill>
                <a:latin typeface="Arial MT"/>
                <a:cs typeface="Arial MT"/>
              </a:rPr>
              <a:t> </a:t>
            </a:r>
            <a:r>
              <a:rPr sz="700" spc="-20">
                <a:solidFill>
                  <a:srgbClr val="4D4D4F"/>
                </a:solidFill>
                <a:latin typeface="Arial MT"/>
                <a:cs typeface="Arial MT"/>
              </a:rPr>
              <a:t>referring</a:t>
            </a:r>
            <a:r>
              <a:rPr sz="700" spc="5">
                <a:solidFill>
                  <a:srgbClr val="4D4D4F"/>
                </a:solidFill>
                <a:latin typeface="Arial MT"/>
                <a:cs typeface="Arial MT"/>
              </a:rPr>
              <a:t> to</a:t>
            </a:r>
            <a:r>
              <a:rPr sz="700" spc="10">
                <a:solidFill>
                  <a:srgbClr val="4D4D4F"/>
                </a:solidFill>
                <a:latin typeface="Arial MT"/>
                <a:cs typeface="Arial MT"/>
              </a:rPr>
              <a:t> </a:t>
            </a:r>
            <a:r>
              <a:rPr sz="700" spc="-50">
                <a:solidFill>
                  <a:srgbClr val="4D4D4F"/>
                </a:solidFill>
                <a:latin typeface="Arial MT"/>
                <a:cs typeface="Arial MT"/>
              </a:rPr>
              <a:t>a)</a:t>
            </a:r>
            <a:r>
              <a:rPr sz="700" spc="10">
                <a:solidFill>
                  <a:srgbClr val="4D4D4F"/>
                </a:solidFill>
                <a:latin typeface="Arial MT"/>
                <a:cs typeface="Arial MT"/>
              </a:rPr>
              <a:t> </a:t>
            </a:r>
            <a:r>
              <a:rPr sz="700" spc="-10">
                <a:solidFill>
                  <a:srgbClr val="4D4D4F"/>
                </a:solidFill>
                <a:latin typeface="Arial MT"/>
                <a:cs typeface="Arial MT"/>
              </a:rPr>
              <a:t>disruption</a:t>
            </a:r>
            <a:r>
              <a:rPr sz="700" spc="5">
                <a:solidFill>
                  <a:srgbClr val="4D4D4F"/>
                </a:solidFill>
                <a:latin typeface="Arial MT"/>
                <a:cs typeface="Arial MT"/>
              </a:rPr>
              <a:t> </a:t>
            </a:r>
            <a:r>
              <a:rPr sz="700" spc="-10">
                <a:solidFill>
                  <a:srgbClr val="4D4D4F"/>
                </a:solidFill>
                <a:latin typeface="Arial MT"/>
                <a:cs typeface="Arial MT"/>
              </a:rPr>
              <a:t>of</a:t>
            </a:r>
            <a:r>
              <a:rPr sz="700" spc="10">
                <a:solidFill>
                  <a:srgbClr val="4D4D4F"/>
                </a:solidFill>
                <a:latin typeface="Arial MT"/>
                <a:cs typeface="Arial MT"/>
              </a:rPr>
              <a:t> </a:t>
            </a:r>
            <a:r>
              <a:rPr sz="700" spc="-5">
                <a:solidFill>
                  <a:srgbClr val="4D4D4F"/>
                </a:solidFill>
                <a:latin typeface="Arial MT"/>
                <a:cs typeface="Arial MT"/>
              </a:rPr>
              <a:t>customer</a:t>
            </a:r>
            <a:r>
              <a:rPr sz="700" spc="10">
                <a:solidFill>
                  <a:srgbClr val="4D4D4F"/>
                </a:solidFill>
                <a:latin typeface="Arial MT"/>
                <a:cs typeface="Arial MT"/>
              </a:rPr>
              <a:t> </a:t>
            </a:r>
            <a:r>
              <a:rPr sz="700" spc="-10" err="1">
                <a:solidFill>
                  <a:srgbClr val="4D4D4F"/>
                </a:solidFill>
                <a:latin typeface="Arial MT"/>
                <a:cs typeface="Arial MT"/>
              </a:rPr>
              <a:t>behaviour</a:t>
            </a:r>
            <a:r>
              <a:rPr sz="700" spc="-10">
                <a:solidFill>
                  <a:srgbClr val="4D4D4F"/>
                </a:solidFill>
                <a:latin typeface="Arial MT"/>
                <a:cs typeface="Arial MT"/>
              </a:rPr>
              <a:t>/processes,</a:t>
            </a:r>
            <a:r>
              <a:rPr sz="700" spc="5">
                <a:solidFill>
                  <a:srgbClr val="4D4D4F"/>
                </a:solidFill>
                <a:latin typeface="Arial MT"/>
                <a:cs typeface="Arial MT"/>
              </a:rPr>
              <a:t> </a:t>
            </a:r>
            <a:r>
              <a:rPr sz="700" spc="-10">
                <a:solidFill>
                  <a:srgbClr val="4D4D4F"/>
                </a:solidFill>
                <a:latin typeface="Arial MT"/>
                <a:cs typeface="Arial MT"/>
              </a:rPr>
              <a:t>and</a:t>
            </a:r>
            <a:r>
              <a:rPr sz="700" spc="10">
                <a:solidFill>
                  <a:srgbClr val="4D4D4F"/>
                </a:solidFill>
                <a:latin typeface="Arial MT"/>
                <a:cs typeface="Arial MT"/>
              </a:rPr>
              <a:t> </a:t>
            </a:r>
            <a:r>
              <a:rPr sz="700" spc="-30">
                <a:solidFill>
                  <a:srgbClr val="4D4D4F"/>
                </a:solidFill>
                <a:latin typeface="Arial MT"/>
                <a:cs typeface="Arial MT"/>
              </a:rPr>
              <a:t>b)</a:t>
            </a:r>
            <a:r>
              <a:rPr sz="700" spc="10">
                <a:solidFill>
                  <a:srgbClr val="4D4D4F"/>
                </a:solidFill>
                <a:latin typeface="Arial MT"/>
                <a:cs typeface="Arial MT"/>
              </a:rPr>
              <a:t> </a:t>
            </a:r>
            <a:r>
              <a:rPr sz="700" spc="-10">
                <a:solidFill>
                  <a:srgbClr val="4D4D4F"/>
                </a:solidFill>
                <a:latin typeface="Arial MT"/>
                <a:cs typeface="Arial MT"/>
              </a:rPr>
              <a:t>disruption</a:t>
            </a:r>
            <a:r>
              <a:rPr sz="700" spc="5">
                <a:solidFill>
                  <a:srgbClr val="4D4D4F"/>
                </a:solidFill>
                <a:latin typeface="Arial MT"/>
                <a:cs typeface="Arial MT"/>
              </a:rPr>
              <a:t> </a:t>
            </a:r>
            <a:r>
              <a:rPr sz="700" spc="-10">
                <a:solidFill>
                  <a:srgbClr val="4D4D4F"/>
                </a:solidFill>
                <a:latin typeface="Arial MT"/>
                <a:cs typeface="Arial MT"/>
              </a:rPr>
              <a:t>of</a:t>
            </a:r>
            <a:r>
              <a:rPr sz="700" spc="10">
                <a:solidFill>
                  <a:srgbClr val="4D4D4F"/>
                </a:solidFill>
                <a:latin typeface="Arial MT"/>
                <a:cs typeface="Arial MT"/>
              </a:rPr>
              <a:t> </a:t>
            </a:r>
            <a:r>
              <a:rPr sz="700" spc="-10">
                <a:solidFill>
                  <a:srgbClr val="4D4D4F"/>
                </a:solidFill>
                <a:latin typeface="Arial MT"/>
                <a:cs typeface="Arial MT"/>
              </a:rPr>
              <a:t>competitive</a:t>
            </a:r>
            <a:r>
              <a:rPr sz="700" spc="5">
                <a:solidFill>
                  <a:srgbClr val="4D4D4F"/>
                </a:solidFill>
                <a:latin typeface="Arial MT"/>
                <a:cs typeface="Arial MT"/>
              </a:rPr>
              <a:t> </a:t>
            </a:r>
            <a:r>
              <a:rPr sz="700" spc="-10">
                <a:solidFill>
                  <a:srgbClr val="4D4D4F"/>
                </a:solidFill>
                <a:latin typeface="Arial MT"/>
                <a:cs typeface="Arial MT"/>
              </a:rPr>
              <a:t>dynamics</a:t>
            </a:r>
            <a:r>
              <a:rPr sz="700" spc="10">
                <a:solidFill>
                  <a:srgbClr val="4D4D4F"/>
                </a:solidFill>
                <a:latin typeface="Arial MT"/>
                <a:cs typeface="Arial MT"/>
              </a:rPr>
              <a:t> </a:t>
            </a:r>
            <a:r>
              <a:rPr sz="700" spc="-10">
                <a:solidFill>
                  <a:srgbClr val="4D4D4F"/>
                </a:solidFill>
                <a:latin typeface="Arial MT"/>
                <a:cs typeface="Arial MT"/>
              </a:rPr>
              <a:t>and</a:t>
            </a:r>
            <a:r>
              <a:rPr sz="700" spc="10">
                <a:solidFill>
                  <a:srgbClr val="4D4D4F"/>
                </a:solidFill>
                <a:latin typeface="Arial MT"/>
                <a:cs typeface="Arial MT"/>
              </a:rPr>
              <a:t> </a:t>
            </a:r>
            <a:r>
              <a:rPr sz="700" spc="-15">
                <a:solidFill>
                  <a:srgbClr val="4D4D4F"/>
                </a:solidFill>
                <a:latin typeface="Arial MT"/>
                <a:cs typeface="Arial MT"/>
              </a:rPr>
              <a:t>business</a:t>
            </a:r>
            <a:r>
              <a:rPr sz="700" spc="5">
                <a:solidFill>
                  <a:srgbClr val="4D4D4F"/>
                </a:solidFill>
                <a:latin typeface="Arial MT"/>
                <a:cs typeface="Arial MT"/>
              </a:rPr>
              <a:t> </a:t>
            </a:r>
            <a:r>
              <a:rPr sz="700" spc="-10">
                <a:solidFill>
                  <a:srgbClr val="4D4D4F"/>
                </a:solidFill>
                <a:latin typeface="Arial MT"/>
                <a:cs typeface="Arial MT"/>
              </a:rPr>
              <a:t>models</a:t>
            </a:r>
            <a:endParaRPr sz="700">
              <a:latin typeface="Arial MT"/>
              <a:cs typeface="Arial MT"/>
            </a:endParaRPr>
          </a:p>
        </p:txBody>
      </p:sp>
      <p:grpSp>
        <p:nvGrpSpPr>
          <p:cNvPr id="36" name="Group 35">
            <a:extLst>
              <a:ext uri="{FF2B5EF4-FFF2-40B4-BE49-F238E27FC236}">
                <a16:creationId xmlns:a16="http://schemas.microsoft.com/office/drawing/2014/main" id="{20FA6A7C-86B7-6689-9864-429F231CB533}"/>
              </a:ext>
            </a:extLst>
          </p:cNvPr>
          <p:cNvGrpSpPr/>
          <p:nvPr/>
        </p:nvGrpSpPr>
        <p:grpSpPr>
          <a:xfrm>
            <a:off x="197451" y="3440361"/>
            <a:ext cx="3709668" cy="635880"/>
            <a:chOff x="148837" y="3302242"/>
            <a:chExt cx="3680796" cy="635880"/>
          </a:xfrm>
        </p:grpSpPr>
        <p:grpSp>
          <p:nvGrpSpPr>
            <p:cNvPr id="532" name="Group 531">
              <a:extLst>
                <a:ext uri="{FF2B5EF4-FFF2-40B4-BE49-F238E27FC236}">
                  <a16:creationId xmlns:a16="http://schemas.microsoft.com/office/drawing/2014/main" id="{CA7A5BEF-2DAB-3EE3-54D8-F32999B218C6}"/>
                </a:ext>
              </a:extLst>
            </p:cNvPr>
            <p:cNvGrpSpPr/>
            <p:nvPr/>
          </p:nvGrpSpPr>
          <p:grpSpPr>
            <a:xfrm>
              <a:off x="205806" y="3425839"/>
              <a:ext cx="108000" cy="363183"/>
              <a:chOff x="163815" y="5440021"/>
              <a:chExt cx="108000" cy="363183"/>
            </a:xfrm>
          </p:grpSpPr>
          <p:pic>
            <p:nvPicPr>
              <p:cNvPr id="257" name="object 23">
                <a:extLst>
                  <a:ext uri="{FF2B5EF4-FFF2-40B4-BE49-F238E27FC236}">
                    <a16:creationId xmlns:a16="http://schemas.microsoft.com/office/drawing/2014/main" id="{3C41D570-8B4B-6247-8C68-DAF0DD743D3B}"/>
                  </a:ext>
                </a:extLst>
              </p:cNvPr>
              <p:cNvPicPr/>
              <p:nvPr/>
            </p:nvPicPr>
            <p:blipFill>
              <a:blip r:embed="rId5" cstate="print"/>
              <a:stretch>
                <a:fillRect/>
              </a:stretch>
            </p:blipFill>
            <p:spPr>
              <a:xfrm>
                <a:off x="163815" y="5695204"/>
                <a:ext cx="108000" cy="108000"/>
              </a:xfrm>
              <a:prstGeom prst="rect">
                <a:avLst/>
              </a:prstGeom>
              <a:ln>
                <a:solidFill>
                  <a:schemeClr val="bg1">
                    <a:lumMod val="65000"/>
                  </a:schemeClr>
                </a:solidFill>
              </a:ln>
            </p:spPr>
          </p:pic>
          <p:pic>
            <p:nvPicPr>
              <p:cNvPr id="465" name="object 274">
                <a:extLst>
                  <a:ext uri="{FF2B5EF4-FFF2-40B4-BE49-F238E27FC236}">
                    <a16:creationId xmlns:a16="http://schemas.microsoft.com/office/drawing/2014/main" id="{D9401316-F451-FB41-9C32-2A29B7CED1AA}"/>
                  </a:ext>
                </a:extLst>
              </p:cNvPr>
              <p:cNvPicPr/>
              <p:nvPr/>
            </p:nvPicPr>
            <p:blipFill>
              <a:blip r:embed="rId8" cstate="print"/>
              <a:stretch>
                <a:fillRect/>
              </a:stretch>
            </p:blipFill>
            <p:spPr>
              <a:xfrm>
                <a:off x="163815" y="5440021"/>
                <a:ext cx="108000" cy="108002"/>
              </a:xfrm>
              <a:prstGeom prst="rect">
                <a:avLst/>
              </a:prstGeom>
              <a:ln>
                <a:solidFill>
                  <a:schemeClr val="bg1">
                    <a:lumMod val="65000"/>
                  </a:schemeClr>
                </a:solidFill>
              </a:ln>
            </p:spPr>
          </p:pic>
        </p:grpSp>
        <p:sp>
          <p:nvSpPr>
            <p:cNvPr id="4" name="TextBox 3">
              <a:extLst>
                <a:ext uri="{FF2B5EF4-FFF2-40B4-BE49-F238E27FC236}">
                  <a16:creationId xmlns:a16="http://schemas.microsoft.com/office/drawing/2014/main" id="{EE1E408C-82C6-8047-D0D3-3D742154EF8B}"/>
                </a:ext>
              </a:extLst>
            </p:cNvPr>
            <p:cNvSpPr txBox="1"/>
            <p:nvPr/>
          </p:nvSpPr>
          <p:spPr>
            <a:xfrm>
              <a:off x="148837" y="3302242"/>
              <a:ext cx="3680796" cy="635880"/>
            </a:xfrm>
            <a:prstGeom prst="rect">
              <a:avLst/>
            </a:prstGeom>
            <a:noFill/>
            <a:ln>
              <a:solidFill>
                <a:schemeClr val="bg1">
                  <a:lumMod val="65000"/>
                </a:schemeClr>
              </a:solidFill>
            </a:ln>
          </p:spPr>
          <p:txBody>
            <a:bodyPr wrap="square">
              <a:spAutoFit/>
            </a:bodyPr>
            <a:lstStyle/>
            <a:p>
              <a:pPr marL="192405" marR="833755">
                <a:lnSpc>
                  <a:spcPct val="190500"/>
                </a:lnSpc>
                <a:spcBef>
                  <a:spcPts val="1060"/>
                </a:spcBef>
              </a:pPr>
              <a:r>
                <a:rPr lang="en-US" sz="1000" spc="-20">
                  <a:solidFill>
                    <a:srgbClr val="4D4D4F"/>
                  </a:solidFill>
                  <a:latin typeface="Arial MT"/>
                  <a:cs typeface="Arial MT"/>
                </a:rPr>
                <a:t>Can </a:t>
              </a:r>
              <a:r>
                <a:rPr lang="en-US" sz="1000" spc="-10">
                  <a:solidFill>
                    <a:srgbClr val="4D4D4F"/>
                  </a:solidFill>
                  <a:latin typeface="Arial MT"/>
                  <a:cs typeface="Arial MT"/>
                </a:rPr>
                <a:t>be</a:t>
              </a:r>
              <a:r>
                <a:rPr lang="en-US" sz="1000">
                  <a:solidFill>
                    <a:srgbClr val="4D4D4F"/>
                  </a:solidFill>
                  <a:latin typeface="Arial MT"/>
                  <a:cs typeface="Arial MT"/>
                </a:rPr>
                <a:t> </a:t>
              </a:r>
              <a:r>
                <a:rPr lang="en-US" sz="1000" spc="-25">
                  <a:solidFill>
                    <a:srgbClr val="4D4D4F"/>
                  </a:solidFill>
                  <a:latin typeface="Arial MT"/>
                  <a:cs typeface="Arial MT"/>
                </a:rPr>
                <a:t>in</a:t>
              </a:r>
              <a:r>
                <a:rPr lang="en-US" sz="1000">
                  <a:solidFill>
                    <a:srgbClr val="4D4D4F"/>
                  </a:solidFill>
                  <a:latin typeface="Arial MT"/>
                  <a:cs typeface="Arial MT"/>
                </a:rPr>
                <a:t> </a:t>
              </a:r>
              <a:r>
                <a:rPr lang="en-US" sz="1000" spc="-25">
                  <a:solidFill>
                    <a:srgbClr val="4D4D4F"/>
                  </a:solidFill>
                  <a:latin typeface="Arial MT"/>
                  <a:cs typeface="Arial MT"/>
                </a:rPr>
                <a:t>use</a:t>
              </a:r>
              <a:r>
                <a:rPr lang="en-US" sz="1000">
                  <a:solidFill>
                    <a:srgbClr val="4D4D4F"/>
                  </a:solidFill>
                  <a:latin typeface="Arial MT"/>
                  <a:cs typeface="Arial MT"/>
                </a:rPr>
                <a:t> </a:t>
              </a:r>
              <a:r>
                <a:rPr lang="en-US" sz="1000" spc="-10">
                  <a:solidFill>
                    <a:srgbClr val="4D4D4F"/>
                  </a:solidFill>
                  <a:latin typeface="Arial MT"/>
                  <a:cs typeface="Arial MT"/>
                </a:rPr>
                <a:t>at</a:t>
              </a:r>
              <a:r>
                <a:rPr lang="en-US" sz="1000">
                  <a:solidFill>
                    <a:srgbClr val="4D4D4F"/>
                  </a:solidFill>
                  <a:latin typeface="Arial MT"/>
                  <a:cs typeface="Arial MT"/>
                </a:rPr>
                <a:t> </a:t>
              </a:r>
              <a:r>
                <a:rPr lang="en-US" sz="1000" spc="-20">
                  <a:solidFill>
                    <a:srgbClr val="4D4D4F"/>
                  </a:solidFill>
                  <a:latin typeface="Arial MT"/>
                  <a:cs typeface="Arial MT"/>
                </a:rPr>
                <a:t>scale</a:t>
              </a:r>
              <a:r>
                <a:rPr lang="en-US" sz="1000">
                  <a:solidFill>
                    <a:srgbClr val="4D4D4F"/>
                  </a:solidFill>
                  <a:latin typeface="Arial MT"/>
                  <a:cs typeface="Arial MT"/>
                </a:rPr>
                <a:t> </a:t>
              </a:r>
              <a:r>
                <a:rPr lang="en-US" sz="1000" spc="-25">
                  <a:solidFill>
                    <a:srgbClr val="4D4D4F"/>
                  </a:solidFill>
                  <a:latin typeface="Arial MT"/>
                  <a:cs typeface="Arial MT"/>
                </a:rPr>
                <a:t>in</a:t>
              </a:r>
              <a:r>
                <a:rPr lang="en-US" sz="1000">
                  <a:solidFill>
                    <a:srgbClr val="4D4D4F"/>
                  </a:solidFill>
                  <a:latin typeface="Arial MT"/>
                  <a:cs typeface="Arial MT"/>
                </a:rPr>
                <a:t> </a:t>
              </a:r>
              <a:r>
                <a:rPr lang="en-US" sz="1000" spc="-15">
                  <a:solidFill>
                    <a:srgbClr val="4D4D4F"/>
                  </a:solidFill>
                  <a:latin typeface="Arial MT"/>
                  <a:cs typeface="Arial MT"/>
                </a:rPr>
                <a:t>the</a:t>
              </a:r>
              <a:r>
                <a:rPr lang="en-US" sz="1000" spc="5">
                  <a:solidFill>
                    <a:srgbClr val="4D4D4F"/>
                  </a:solidFill>
                  <a:latin typeface="Arial MT"/>
                  <a:cs typeface="Arial MT"/>
                </a:rPr>
                <a:t> </a:t>
              </a:r>
              <a:r>
                <a:rPr lang="en-US" sz="1000" spc="-15">
                  <a:solidFill>
                    <a:srgbClr val="4D4D4F"/>
                  </a:solidFill>
                  <a:latin typeface="Arial MT"/>
                  <a:cs typeface="Arial MT"/>
                </a:rPr>
                <a:t>next</a:t>
              </a:r>
              <a:r>
                <a:rPr lang="en-US" sz="1000">
                  <a:solidFill>
                    <a:srgbClr val="4D4D4F"/>
                  </a:solidFill>
                  <a:latin typeface="Arial MT"/>
                  <a:cs typeface="Arial MT"/>
                </a:rPr>
                <a:t> </a:t>
              </a:r>
              <a:r>
                <a:rPr lang="en-US" sz="1000" spc="-20">
                  <a:solidFill>
                    <a:srgbClr val="4D4D4F"/>
                  </a:solidFill>
                  <a:latin typeface="Arial MT"/>
                  <a:cs typeface="Arial MT"/>
                </a:rPr>
                <a:t>3-5</a:t>
              </a:r>
              <a:r>
                <a:rPr lang="en-US" sz="1000">
                  <a:solidFill>
                    <a:srgbClr val="4D4D4F"/>
                  </a:solidFill>
                  <a:latin typeface="Arial MT"/>
                  <a:cs typeface="Arial MT"/>
                </a:rPr>
                <a:t> </a:t>
              </a:r>
              <a:r>
                <a:rPr lang="en-US" sz="1000" spc="-25">
                  <a:solidFill>
                    <a:srgbClr val="4D4D4F"/>
                  </a:solidFill>
                  <a:latin typeface="Arial MT"/>
                  <a:cs typeface="Arial MT"/>
                </a:rPr>
                <a:t>years</a:t>
              </a:r>
              <a:br>
                <a:rPr lang="en-US" sz="1000">
                  <a:latin typeface="Arial MT"/>
                  <a:cs typeface="Arial MT"/>
                </a:rPr>
              </a:br>
              <a:r>
                <a:rPr lang="en-US" sz="1000" spc="-30">
                  <a:solidFill>
                    <a:srgbClr val="4D4D4F"/>
                  </a:solidFill>
                  <a:latin typeface="Arial MT"/>
                  <a:cs typeface="Arial MT"/>
                </a:rPr>
                <a:t>In</a:t>
              </a:r>
              <a:r>
                <a:rPr lang="en-US" sz="1000" spc="-25">
                  <a:solidFill>
                    <a:srgbClr val="4D4D4F"/>
                  </a:solidFill>
                  <a:latin typeface="Arial MT"/>
                  <a:cs typeface="Arial MT"/>
                </a:rPr>
                <a:t> use</a:t>
              </a:r>
              <a:r>
                <a:rPr lang="en-US" sz="1000" spc="-20">
                  <a:solidFill>
                    <a:srgbClr val="4D4D4F"/>
                  </a:solidFill>
                  <a:latin typeface="Arial MT"/>
                  <a:cs typeface="Arial MT"/>
                </a:rPr>
                <a:t> </a:t>
              </a:r>
              <a:r>
                <a:rPr lang="en-US" sz="1000" spc="-10">
                  <a:solidFill>
                    <a:srgbClr val="4D4D4F"/>
                  </a:solidFill>
                  <a:latin typeface="Arial MT"/>
                  <a:cs typeface="Arial MT"/>
                </a:rPr>
                <a:t>today</a:t>
              </a:r>
              <a:endParaRPr lang="en-US" sz="1000">
                <a:latin typeface="Arial MT"/>
                <a:cs typeface="Arial MT"/>
              </a:endParaRPr>
            </a:p>
          </p:txBody>
        </p:sp>
      </p:grpSp>
      <p:cxnSp>
        <p:nvCxnSpPr>
          <p:cNvPr id="72" name="Straight Connector 71">
            <a:extLst>
              <a:ext uri="{FF2B5EF4-FFF2-40B4-BE49-F238E27FC236}">
                <a16:creationId xmlns:a16="http://schemas.microsoft.com/office/drawing/2014/main" id="{975B756B-E24B-E378-10E1-2CD540C3F237}"/>
              </a:ext>
            </a:extLst>
          </p:cNvPr>
          <p:cNvCxnSpPr>
            <a:cxnSpLocks/>
          </p:cNvCxnSpPr>
          <p:nvPr/>
        </p:nvCxnSpPr>
        <p:spPr>
          <a:xfrm>
            <a:off x="5823656" y="318217"/>
            <a:ext cx="61887" cy="4050583"/>
          </a:xfrm>
          <a:prstGeom prst="line">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D5016FFA-1A27-C0DC-5B7B-D8AF1AA59AB6}"/>
              </a:ext>
            </a:extLst>
          </p:cNvPr>
          <p:cNvSpPr/>
          <p:nvPr/>
        </p:nvSpPr>
        <p:spPr>
          <a:xfrm rot="16200000">
            <a:off x="-1129810" y="1646283"/>
            <a:ext cx="2029084" cy="359872"/>
          </a:xfrm>
          <a:prstGeom prst="rect">
            <a:avLst/>
          </a:prstGeom>
          <a:solidFill>
            <a:schemeClr val="tx1"/>
          </a:solidFill>
          <a:ln>
            <a:solidFill>
              <a:schemeClr val="bg1">
                <a:lumMod val="65000"/>
              </a:schemeClr>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cs typeface="Calibri" panose="020F0502020204030204" pitchFamily="34" charset="0"/>
              </a:rPr>
              <a:t>Physical intervention</a:t>
            </a:r>
          </a:p>
        </p:txBody>
      </p:sp>
      <p:grpSp>
        <p:nvGrpSpPr>
          <p:cNvPr id="493" name="Group 492">
            <a:extLst>
              <a:ext uri="{FF2B5EF4-FFF2-40B4-BE49-F238E27FC236}">
                <a16:creationId xmlns:a16="http://schemas.microsoft.com/office/drawing/2014/main" id="{21C48D8A-CB10-EA47-D31F-6C15346A2800}"/>
              </a:ext>
            </a:extLst>
          </p:cNvPr>
          <p:cNvGrpSpPr/>
          <p:nvPr/>
        </p:nvGrpSpPr>
        <p:grpSpPr>
          <a:xfrm>
            <a:off x="6083431" y="512374"/>
            <a:ext cx="5812750" cy="1716165"/>
            <a:chOff x="-288838" y="3422279"/>
            <a:chExt cx="5812750" cy="1716165"/>
          </a:xfrm>
        </p:grpSpPr>
        <p:grpSp>
          <p:nvGrpSpPr>
            <p:cNvPr id="492" name="Group 491">
              <a:extLst>
                <a:ext uri="{FF2B5EF4-FFF2-40B4-BE49-F238E27FC236}">
                  <a16:creationId xmlns:a16="http://schemas.microsoft.com/office/drawing/2014/main" id="{60C3EF63-021C-A11A-F5F1-A974A8FA51B1}"/>
                </a:ext>
              </a:extLst>
            </p:cNvPr>
            <p:cNvGrpSpPr/>
            <p:nvPr/>
          </p:nvGrpSpPr>
          <p:grpSpPr>
            <a:xfrm>
              <a:off x="32405" y="3634254"/>
              <a:ext cx="5491507" cy="1136230"/>
              <a:chOff x="32405" y="3634254"/>
              <a:chExt cx="5491507" cy="1136230"/>
            </a:xfrm>
          </p:grpSpPr>
          <p:sp>
            <p:nvSpPr>
              <p:cNvPr id="10" name="Rectangle 9">
                <a:extLst>
                  <a:ext uri="{FF2B5EF4-FFF2-40B4-BE49-F238E27FC236}">
                    <a16:creationId xmlns:a16="http://schemas.microsoft.com/office/drawing/2014/main" id="{788C7C40-8CE8-2579-14DA-B7DF5A410E84}"/>
                  </a:ext>
                </a:extLst>
              </p:cNvPr>
              <p:cNvSpPr/>
              <p:nvPr/>
            </p:nvSpPr>
            <p:spPr>
              <a:xfrm>
                <a:off x="86074" y="3656545"/>
                <a:ext cx="1452758" cy="315054"/>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rPr>
                  <a:t>Optimized packing</a:t>
                </a:r>
                <a:endParaRPr lang="en-US" sz="1200">
                  <a:solidFill>
                    <a:schemeClr val="tx1"/>
                  </a:solidFill>
                </a:endParaRPr>
              </a:p>
            </p:txBody>
          </p:sp>
          <p:sp>
            <p:nvSpPr>
              <p:cNvPr id="18" name="Rectangle 17">
                <a:extLst>
                  <a:ext uri="{FF2B5EF4-FFF2-40B4-BE49-F238E27FC236}">
                    <a16:creationId xmlns:a16="http://schemas.microsoft.com/office/drawing/2014/main" id="{F5D66703-3FB7-6554-80A3-7DE5A4A91285}"/>
                  </a:ext>
                </a:extLst>
              </p:cNvPr>
              <p:cNvSpPr/>
              <p:nvPr/>
            </p:nvSpPr>
            <p:spPr>
              <a:xfrm>
                <a:off x="1669769" y="3634254"/>
                <a:ext cx="1452758" cy="33734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1113" marR="5080" indent="-11113" algn="ctr">
                  <a:lnSpc>
                    <a:spcPts val="1190"/>
                  </a:lnSpc>
                  <a:spcBef>
                    <a:spcPts val="145"/>
                  </a:spcBef>
                </a:pPr>
                <a:r>
                  <a:rPr lang="en-IN" sz="1200" b="1" spc="-5">
                    <a:solidFill>
                      <a:schemeClr val="tx1"/>
                    </a:solidFill>
                    <a:latin typeface="Calibri" panose="020F0502020204030204" pitchFamily="34" charset="0"/>
                    <a:cs typeface="Calibri" panose="020F0502020204030204" pitchFamily="34" charset="0"/>
                  </a:rPr>
                  <a:t>Linehaul</a:t>
                </a:r>
                <a:r>
                  <a:rPr lang="en-IN" sz="1200" b="1">
                    <a:solidFill>
                      <a:schemeClr val="tx1"/>
                    </a:solidFill>
                    <a:latin typeface="Calibri" panose="020F0502020204030204" pitchFamily="34" charset="0"/>
                    <a:cs typeface="Calibri" panose="020F0502020204030204" pitchFamily="34" charset="0"/>
                  </a:rPr>
                  <a:t> </a:t>
                </a:r>
                <a:r>
                  <a:rPr lang="en-IN" sz="1200" b="1" spc="-5">
                    <a:solidFill>
                      <a:schemeClr val="tx1"/>
                    </a:solidFill>
                    <a:latin typeface="Calibri" panose="020F0502020204030204" pitchFamily="34" charset="0"/>
                    <a:cs typeface="Calibri" panose="020F0502020204030204" pitchFamily="34" charset="0"/>
                  </a:rPr>
                  <a:t>optimisation</a:t>
                </a:r>
                <a:endParaRPr lang="en-IN" sz="1200">
                  <a:solidFill>
                    <a:schemeClr val="tx1"/>
                  </a:solidFill>
                  <a:latin typeface="Calibri" panose="020F0502020204030204" pitchFamily="34" charset="0"/>
                  <a:cs typeface="Calibri" panose="020F0502020204030204" pitchFamily="34" charset="0"/>
                </a:endParaRPr>
              </a:p>
            </p:txBody>
          </p:sp>
          <p:sp>
            <p:nvSpPr>
              <p:cNvPr id="30" name="Rectangle 29">
                <a:extLst>
                  <a:ext uri="{FF2B5EF4-FFF2-40B4-BE49-F238E27FC236}">
                    <a16:creationId xmlns:a16="http://schemas.microsoft.com/office/drawing/2014/main" id="{D9457E68-F122-0C53-84EB-7DC74CC7CEB1}"/>
                  </a:ext>
                </a:extLst>
              </p:cNvPr>
              <p:cNvSpPr/>
              <p:nvPr/>
            </p:nvSpPr>
            <p:spPr>
              <a:xfrm>
                <a:off x="3488479" y="3637467"/>
                <a:ext cx="2035433" cy="418030"/>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2065" marR="5080" algn="ctr">
                  <a:lnSpc>
                    <a:spcPct val="99700"/>
                  </a:lnSpc>
                  <a:spcBef>
                    <a:spcPts val="100"/>
                  </a:spcBef>
                </a:pPr>
                <a:r>
                  <a:rPr lang="en-US" sz="1200">
                    <a:solidFill>
                      <a:schemeClr val="tx1"/>
                    </a:solidFill>
                    <a:latin typeface="Calibri" panose="020F0502020204030204" pitchFamily="34" charset="0"/>
                    <a:cs typeface="Calibri" panose="020F0502020204030204" pitchFamily="34" charset="0"/>
                  </a:rPr>
                  <a:t>Locker System</a:t>
                </a:r>
              </a:p>
              <a:p>
                <a:pPr marL="12065" marR="5080" algn="ctr">
                  <a:lnSpc>
                    <a:spcPct val="99700"/>
                  </a:lnSpc>
                  <a:spcBef>
                    <a:spcPts val="100"/>
                  </a:spcBef>
                </a:pPr>
                <a:r>
                  <a:rPr lang="en-US" sz="1200" b="1" spc="-5">
                    <a:solidFill>
                      <a:schemeClr val="tx1"/>
                    </a:solidFill>
                    <a:latin typeface="Calibri" panose="020F0502020204030204" pitchFamily="34" charset="0"/>
                    <a:cs typeface="Calibri" panose="020F0502020204030204" pitchFamily="34" charset="0"/>
                  </a:rPr>
                  <a:t>Order</a:t>
                </a:r>
                <a:r>
                  <a:rPr lang="en-US" sz="1200" b="1" spc="-15">
                    <a:solidFill>
                      <a:schemeClr val="tx1"/>
                    </a:solidFill>
                    <a:latin typeface="Calibri" panose="020F0502020204030204" pitchFamily="34" charset="0"/>
                    <a:cs typeface="Calibri" panose="020F0502020204030204" pitchFamily="34" charset="0"/>
                  </a:rPr>
                  <a:t> </a:t>
                </a:r>
                <a:r>
                  <a:rPr lang="en-US" sz="1200" b="1" spc="-5">
                    <a:solidFill>
                      <a:schemeClr val="tx1"/>
                    </a:solidFill>
                    <a:latin typeface="Calibri" panose="020F0502020204030204" pitchFamily="34" charset="0"/>
                    <a:cs typeface="Calibri" panose="020F0502020204030204" pitchFamily="34" charset="0"/>
                  </a:rPr>
                  <a:t>management</a:t>
                </a:r>
                <a:r>
                  <a:rPr lang="en-US" sz="1200" b="1" spc="-35">
                    <a:solidFill>
                      <a:schemeClr val="tx1"/>
                    </a:solidFill>
                    <a:latin typeface="Calibri" panose="020F0502020204030204" pitchFamily="34" charset="0"/>
                    <a:cs typeface="Calibri" panose="020F0502020204030204" pitchFamily="34" charset="0"/>
                  </a:rPr>
                  <a:t> </a:t>
                </a:r>
                <a:r>
                  <a:rPr lang="en-US" sz="1200" b="1" spc="-10">
                    <a:solidFill>
                      <a:schemeClr val="tx1"/>
                    </a:solidFill>
                    <a:latin typeface="Calibri" panose="020F0502020204030204" pitchFamily="34" charset="0"/>
                    <a:cs typeface="Calibri" panose="020F0502020204030204" pitchFamily="34" charset="0"/>
                  </a:rPr>
                  <a:t>system</a:t>
                </a:r>
                <a:endParaRPr lang="en-US" sz="1200">
                  <a:solidFill>
                    <a:schemeClr val="tx1"/>
                  </a:solidFill>
                  <a:latin typeface="Calibri" panose="020F0502020204030204" pitchFamily="34" charset="0"/>
                  <a:cs typeface="Calibri" panose="020F0502020204030204" pitchFamily="34" charset="0"/>
                </a:endParaRPr>
              </a:p>
            </p:txBody>
          </p:sp>
          <p:sp>
            <p:nvSpPr>
              <p:cNvPr id="31" name="Rectangle 30">
                <a:extLst>
                  <a:ext uri="{FF2B5EF4-FFF2-40B4-BE49-F238E27FC236}">
                    <a16:creationId xmlns:a16="http://schemas.microsoft.com/office/drawing/2014/main" id="{A4CB2B85-57B7-1792-2008-932C5863970E}"/>
                  </a:ext>
                </a:extLst>
              </p:cNvPr>
              <p:cNvSpPr/>
              <p:nvPr/>
            </p:nvSpPr>
            <p:spPr>
              <a:xfrm>
                <a:off x="32405" y="4455430"/>
                <a:ext cx="1498890" cy="315054"/>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2065" marR="5080" algn="ctr">
                  <a:lnSpc>
                    <a:spcPct val="99700"/>
                  </a:lnSpc>
                  <a:spcBef>
                    <a:spcPts val="100"/>
                  </a:spcBef>
                </a:pPr>
                <a:r>
                  <a:rPr lang="en-IN" sz="1200" b="1" spc="-5">
                    <a:solidFill>
                      <a:schemeClr val="tx1"/>
                    </a:solidFill>
                    <a:latin typeface="Calibri" panose="020F0502020204030204" pitchFamily="34" charset="0"/>
                    <a:cs typeface="Calibri" panose="020F0502020204030204" pitchFamily="34" charset="0"/>
                  </a:rPr>
                  <a:t>Dynamic</a:t>
                </a:r>
                <a:r>
                  <a:rPr lang="en-IN" sz="1200" b="1" spc="-10">
                    <a:solidFill>
                      <a:schemeClr val="tx1"/>
                    </a:solidFill>
                    <a:latin typeface="Calibri" panose="020F0502020204030204" pitchFamily="34" charset="0"/>
                    <a:cs typeface="Calibri" panose="020F0502020204030204" pitchFamily="34" charset="0"/>
                  </a:rPr>
                  <a:t> </a:t>
                </a:r>
                <a:r>
                  <a:rPr lang="en-IN" sz="1200" b="1" spc="-5">
                    <a:solidFill>
                      <a:schemeClr val="tx1"/>
                    </a:solidFill>
                    <a:latin typeface="Calibri" panose="020F0502020204030204" pitchFamily="34" charset="0"/>
                    <a:cs typeface="Calibri" panose="020F0502020204030204" pitchFamily="34" charset="0"/>
                  </a:rPr>
                  <a:t>routing</a:t>
                </a:r>
                <a:endParaRPr lang="en-IN" sz="1200" spc="-10">
                  <a:solidFill>
                    <a:schemeClr val="tx1"/>
                  </a:solidFill>
                  <a:latin typeface="Calibri" panose="020F0502020204030204" pitchFamily="34" charset="0"/>
                  <a:cs typeface="Calibri" panose="020F0502020204030204" pitchFamily="34" charset="0"/>
                </a:endParaRPr>
              </a:p>
            </p:txBody>
          </p:sp>
          <p:sp>
            <p:nvSpPr>
              <p:cNvPr id="32" name="Rectangle 31">
                <a:extLst>
                  <a:ext uri="{FF2B5EF4-FFF2-40B4-BE49-F238E27FC236}">
                    <a16:creationId xmlns:a16="http://schemas.microsoft.com/office/drawing/2014/main" id="{E3D6FF91-4CCF-45FF-C384-E7A9203C6486}"/>
                  </a:ext>
                </a:extLst>
              </p:cNvPr>
              <p:cNvSpPr/>
              <p:nvPr/>
            </p:nvSpPr>
            <p:spPr>
              <a:xfrm>
                <a:off x="1664413" y="4405664"/>
                <a:ext cx="1671193" cy="35769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2065" marR="5080" algn="ctr">
                  <a:lnSpc>
                    <a:spcPct val="99700"/>
                  </a:lnSpc>
                  <a:spcBef>
                    <a:spcPts val="100"/>
                  </a:spcBef>
                </a:pPr>
                <a:r>
                  <a:rPr lang="en-US" sz="1200" b="1">
                    <a:solidFill>
                      <a:schemeClr val="tx1"/>
                    </a:solidFill>
                  </a:rPr>
                  <a:t>Driver app</a:t>
                </a:r>
                <a:r>
                  <a:rPr lang="en-US" sz="1200" b="1" spc="-5">
                    <a:solidFill>
                      <a:schemeClr val="tx1"/>
                    </a:solidFill>
                    <a:latin typeface="Calibri" panose="020F0502020204030204" pitchFamily="34" charset="0"/>
                    <a:cs typeface="Calibri" panose="020F0502020204030204" pitchFamily="34" charset="0"/>
                  </a:rPr>
                  <a:t>: Tracking Drivers</a:t>
                </a:r>
                <a:endParaRPr lang="en-IN" sz="1200" spc="-5">
                  <a:solidFill>
                    <a:schemeClr val="tx1"/>
                  </a:solidFill>
                  <a:latin typeface="Calibri" panose="020F0502020204030204" pitchFamily="34" charset="0"/>
                  <a:cs typeface="Calibri" panose="020F0502020204030204" pitchFamily="34" charset="0"/>
                </a:endParaRPr>
              </a:p>
            </p:txBody>
          </p:sp>
        </p:grpSp>
        <p:sp>
          <p:nvSpPr>
            <p:cNvPr id="37" name="Rectangle 36">
              <a:extLst>
                <a:ext uri="{FF2B5EF4-FFF2-40B4-BE49-F238E27FC236}">
                  <a16:creationId xmlns:a16="http://schemas.microsoft.com/office/drawing/2014/main" id="{966ABBA3-0595-FAFE-A421-AD565F0BD4B9}"/>
                </a:ext>
              </a:extLst>
            </p:cNvPr>
            <p:cNvSpPr/>
            <p:nvPr/>
          </p:nvSpPr>
          <p:spPr>
            <a:xfrm rot="16200000">
              <a:off x="-1011298" y="4144739"/>
              <a:ext cx="1716165" cy="271246"/>
            </a:xfrm>
            <a:prstGeom prst="rect">
              <a:avLst/>
            </a:prstGeom>
            <a:solidFill>
              <a:schemeClr val="tx1"/>
            </a:solidFill>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a:latin typeface="Calibri" panose="020F0502020204030204" pitchFamily="34" charset="0"/>
                  <a:cs typeface="Calibri" panose="020F0502020204030204" pitchFamily="34" charset="0"/>
                </a:rPr>
                <a:t>Tech intervention</a:t>
              </a:r>
            </a:p>
          </p:txBody>
        </p:sp>
      </p:grpSp>
      <p:grpSp>
        <p:nvGrpSpPr>
          <p:cNvPr id="57" name="Group 56">
            <a:extLst>
              <a:ext uri="{FF2B5EF4-FFF2-40B4-BE49-F238E27FC236}">
                <a16:creationId xmlns:a16="http://schemas.microsoft.com/office/drawing/2014/main" id="{9708FE75-74A8-7281-92CC-6BB5343CB463}"/>
              </a:ext>
            </a:extLst>
          </p:cNvPr>
          <p:cNvGrpSpPr/>
          <p:nvPr/>
        </p:nvGrpSpPr>
        <p:grpSpPr>
          <a:xfrm>
            <a:off x="167614" y="4565311"/>
            <a:ext cx="7118330" cy="1270382"/>
            <a:chOff x="6839067" y="1571461"/>
            <a:chExt cx="6407615" cy="1294160"/>
          </a:xfrm>
        </p:grpSpPr>
        <p:sp>
          <p:nvSpPr>
            <p:cNvPr id="58" name="object 22">
              <a:extLst>
                <a:ext uri="{FF2B5EF4-FFF2-40B4-BE49-F238E27FC236}">
                  <a16:creationId xmlns:a16="http://schemas.microsoft.com/office/drawing/2014/main" id="{E0C61157-1176-1498-C8EA-940F4E80C9BB}"/>
                </a:ext>
              </a:extLst>
            </p:cNvPr>
            <p:cNvSpPr txBox="1"/>
            <p:nvPr/>
          </p:nvSpPr>
          <p:spPr>
            <a:xfrm>
              <a:off x="6850526" y="1571461"/>
              <a:ext cx="4731536" cy="166712"/>
            </a:xfrm>
            <a:prstGeom prst="rect">
              <a:avLst/>
            </a:prstGeom>
          </p:spPr>
          <p:txBody>
            <a:bodyPr vert="horz" wrap="square" lIns="0" tIns="12700" rIns="0" bIns="0" rtlCol="0">
              <a:spAutoFit/>
            </a:bodyPr>
            <a:lstStyle/>
            <a:p>
              <a:pPr marL="450215" marR="5080" indent="-450850">
                <a:lnSpc>
                  <a:spcPct val="100000"/>
                </a:lnSpc>
                <a:spcBef>
                  <a:spcPts val="100"/>
                </a:spcBef>
              </a:pPr>
              <a:r>
                <a:rPr sz="1000" spc="-5">
                  <a:solidFill>
                    <a:srgbClr val="00539B"/>
                  </a:solidFill>
                  <a:latin typeface="Arial MT"/>
                  <a:cs typeface="Arial MT"/>
                </a:rPr>
                <a:t>2030</a:t>
              </a:r>
              <a:r>
                <a:rPr sz="1000">
                  <a:solidFill>
                    <a:srgbClr val="00539B"/>
                  </a:solidFill>
                  <a:latin typeface="Arial MT"/>
                  <a:cs typeface="Arial MT"/>
                </a:rPr>
                <a:t> </a:t>
              </a:r>
              <a:r>
                <a:rPr sz="1000" spc="25">
                  <a:solidFill>
                    <a:srgbClr val="00539B"/>
                  </a:solidFill>
                  <a:latin typeface="Arial MT"/>
                  <a:cs typeface="Arial MT"/>
                </a:rPr>
                <a:t>potential</a:t>
              </a:r>
              <a:r>
                <a:rPr sz="1000">
                  <a:solidFill>
                    <a:srgbClr val="00539B"/>
                  </a:solidFill>
                  <a:latin typeface="Arial MT"/>
                  <a:cs typeface="Arial MT"/>
                </a:rPr>
                <a:t> </a:t>
              </a:r>
              <a:r>
                <a:rPr sz="1000" spc="35">
                  <a:solidFill>
                    <a:srgbClr val="00539B"/>
                  </a:solidFill>
                  <a:latin typeface="Arial MT"/>
                  <a:cs typeface="Arial MT"/>
                </a:rPr>
                <a:t>impact</a:t>
              </a:r>
              <a:r>
                <a:rPr sz="1000">
                  <a:solidFill>
                    <a:srgbClr val="00539B"/>
                  </a:solidFill>
                  <a:latin typeface="Arial MT"/>
                  <a:cs typeface="Arial MT"/>
                </a:rPr>
                <a:t> </a:t>
              </a:r>
              <a:r>
                <a:rPr sz="1000" spc="20">
                  <a:solidFill>
                    <a:srgbClr val="00539B"/>
                  </a:solidFill>
                  <a:latin typeface="Arial MT"/>
                  <a:cs typeface="Arial MT"/>
                </a:rPr>
                <a:t>across</a:t>
              </a:r>
              <a:r>
                <a:rPr sz="1000">
                  <a:solidFill>
                    <a:srgbClr val="00539B"/>
                  </a:solidFill>
                  <a:latin typeface="Arial MT"/>
                  <a:cs typeface="Arial MT"/>
                </a:rPr>
                <a:t> </a:t>
              </a:r>
              <a:r>
                <a:rPr sz="1000" spc="15">
                  <a:solidFill>
                    <a:srgbClr val="00539B"/>
                  </a:solidFill>
                  <a:latin typeface="Arial MT"/>
                  <a:cs typeface="Arial MT"/>
                </a:rPr>
                <a:t>entire</a:t>
              </a:r>
              <a:r>
                <a:rPr sz="1000">
                  <a:solidFill>
                    <a:srgbClr val="00539B"/>
                  </a:solidFill>
                  <a:latin typeface="Arial MT"/>
                  <a:cs typeface="Arial MT"/>
                </a:rPr>
                <a:t> </a:t>
              </a:r>
              <a:r>
                <a:rPr sz="1000" spc="15">
                  <a:solidFill>
                    <a:srgbClr val="00539B"/>
                  </a:solidFill>
                  <a:latin typeface="Arial MT"/>
                  <a:cs typeface="Arial MT"/>
                </a:rPr>
                <a:t>delivery </a:t>
              </a:r>
              <a:r>
                <a:rPr sz="1000" spc="-265">
                  <a:solidFill>
                    <a:srgbClr val="00539B"/>
                  </a:solidFill>
                  <a:latin typeface="Arial MT"/>
                  <a:cs typeface="Arial MT"/>
                </a:rPr>
                <a:t> </a:t>
              </a:r>
              <a:r>
                <a:rPr sz="1000" spc="20">
                  <a:solidFill>
                    <a:srgbClr val="00539B"/>
                  </a:solidFill>
                  <a:latin typeface="Arial MT"/>
                  <a:cs typeface="Arial MT"/>
                </a:rPr>
                <a:t>fleet</a:t>
              </a:r>
              <a:r>
                <a:rPr sz="1000" spc="-5">
                  <a:solidFill>
                    <a:srgbClr val="00539B"/>
                  </a:solidFill>
                  <a:latin typeface="Arial MT"/>
                  <a:cs typeface="Arial MT"/>
                </a:rPr>
                <a:t> </a:t>
              </a:r>
              <a:r>
                <a:rPr sz="1000" spc="15">
                  <a:solidFill>
                    <a:srgbClr val="00539B"/>
                  </a:solidFill>
                  <a:latin typeface="Arial MT"/>
                  <a:cs typeface="Arial MT"/>
                </a:rPr>
                <a:t>versus</a:t>
              </a:r>
              <a:r>
                <a:rPr sz="1000" spc="-5">
                  <a:solidFill>
                    <a:srgbClr val="00539B"/>
                  </a:solidFill>
                  <a:latin typeface="Arial MT"/>
                  <a:cs typeface="Arial MT"/>
                </a:rPr>
                <a:t> 2030</a:t>
              </a:r>
              <a:r>
                <a:rPr sz="1000">
                  <a:solidFill>
                    <a:srgbClr val="00539B"/>
                  </a:solidFill>
                  <a:latin typeface="Arial MT"/>
                  <a:cs typeface="Arial MT"/>
                </a:rPr>
                <a:t> </a:t>
              </a:r>
              <a:r>
                <a:rPr sz="1000" spc="25">
                  <a:solidFill>
                    <a:srgbClr val="00539B"/>
                  </a:solidFill>
                  <a:latin typeface="Arial MT"/>
                  <a:cs typeface="Arial MT"/>
                </a:rPr>
                <a:t>status</a:t>
              </a:r>
              <a:r>
                <a:rPr sz="1000" spc="-5">
                  <a:solidFill>
                    <a:srgbClr val="00539B"/>
                  </a:solidFill>
                  <a:latin typeface="Arial MT"/>
                  <a:cs typeface="Arial MT"/>
                </a:rPr>
                <a:t> </a:t>
              </a:r>
              <a:r>
                <a:rPr sz="1000" spc="35">
                  <a:solidFill>
                    <a:srgbClr val="00539B"/>
                  </a:solidFill>
                  <a:latin typeface="Arial MT"/>
                  <a:cs typeface="Arial MT"/>
                </a:rPr>
                <a:t>quo</a:t>
              </a:r>
              <a:endParaRPr sz="1000">
                <a:latin typeface="Arial MT"/>
                <a:cs typeface="Arial MT"/>
              </a:endParaRPr>
            </a:p>
          </p:txBody>
        </p:sp>
        <p:sp>
          <p:nvSpPr>
            <p:cNvPr id="59" name="object 24">
              <a:extLst>
                <a:ext uri="{FF2B5EF4-FFF2-40B4-BE49-F238E27FC236}">
                  <a16:creationId xmlns:a16="http://schemas.microsoft.com/office/drawing/2014/main" id="{F4E9BCFA-030A-F10C-287E-7C54EDB085B4}"/>
                </a:ext>
              </a:extLst>
            </p:cNvPr>
            <p:cNvSpPr txBox="1"/>
            <p:nvPr/>
          </p:nvSpPr>
          <p:spPr>
            <a:xfrm>
              <a:off x="10782654" y="2071425"/>
              <a:ext cx="445770" cy="269240"/>
            </a:xfrm>
            <a:prstGeom prst="rect">
              <a:avLst/>
            </a:prstGeom>
          </p:spPr>
          <p:txBody>
            <a:bodyPr vert="horz" wrap="square" lIns="0" tIns="12700" rIns="0" bIns="0" rtlCol="0">
              <a:spAutoFit/>
            </a:bodyPr>
            <a:lstStyle/>
            <a:p>
              <a:pPr marR="5080" indent="98425">
                <a:lnSpc>
                  <a:spcPct val="100000"/>
                </a:lnSpc>
                <a:spcBef>
                  <a:spcPts val="100"/>
                </a:spcBef>
              </a:pPr>
              <a:r>
                <a:rPr sz="800" spc="-15">
                  <a:solidFill>
                    <a:srgbClr val="4D4D4F"/>
                  </a:solidFill>
                  <a:latin typeface="Arial MT"/>
                  <a:cs typeface="Arial MT"/>
                </a:rPr>
                <a:t>Local </a:t>
              </a:r>
              <a:r>
                <a:rPr sz="800" spc="-10">
                  <a:solidFill>
                    <a:srgbClr val="4D4D4F"/>
                  </a:solidFill>
                  <a:latin typeface="Arial MT"/>
                  <a:cs typeface="Arial MT"/>
                </a:rPr>
                <a:t> </a:t>
              </a:r>
              <a:r>
                <a:rPr sz="800" spc="-20">
                  <a:solidFill>
                    <a:srgbClr val="4D4D4F"/>
                  </a:solidFill>
                  <a:latin typeface="Arial MT"/>
                  <a:cs typeface="Arial MT"/>
                </a:rPr>
                <a:t>emissions</a:t>
              </a:r>
              <a:endParaRPr sz="800">
                <a:latin typeface="Arial MT"/>
                <a:cs typeface="Arial MT"/>
              </a:endParaRPr>
            </a:p>
          </p:txBody>
        </p:sp>
        <p:sp>
          <p:nvSpPr>
            <p:cNvPr id="60" name="object 26">
              <a:extLst>
                <a:ext uri="{FF2B5EF4-FFF2-40B4-BE49-F238E27FC236}">
                  <a16:creationId xmlns:a16="http://schemas.microsoft.com/office/drawing/2014/main" id="{F3D283C3-98FA-4EDA-6A96-871324C01578}"/>
                </a:ext>
              </a:extLst>
            </p:cNvPr>
            <p:cNvSpPr txBox="1"/>
            <p:nvPr/>
          </p:nvSpPr>
          <p:spPr>
            <a:xfrm>
              <a:off x="11468931" y="2071425"/>
              <a:ext cx="402590" cy="147320"/>
            </a:xfrm>
            <a:prstGeom prst="rect">
              <a:avLst/>
            </a:prstGeom>
          </p:spPr>
          <p:txBody>
            <a:bodyPr vert="horz" wrap="square" lIns="0" tIns="12700" rIns="0" bIns="0" rtlCol="0">
              <a:spAutoFit/>
            </a:bodyPr>
            <a:lstStyle/>
            <a:p>
              <a:pPr>
                <a:lnSpc>
                  <a:spcPct val="100000"/>
                </a:lnSpc>
                <a:spcBef>
                  <a:spcPts val="100"/>
                </a:spcBef>
              </a:pPr>
              <a:r>
                <a:rPr sz="800" spc="-20">
                  <a:solidFill>
                    <a:srgbClr val="4D4D4F"/>
                  </a:solidFill>
                  <a:latin typeface="Arial MT"/>
                  <a:cs typeface="Arial MT"/>
                </a:rPr>
                <a:t>Unit </a:t>
              </a:r>
              <a:r>
                <a:rPr sz="800">
                  <a:solidFill>
                    <a:srgbClr val="4D4D4F"/>
                  </a:solidFill>
                  <a:latin typeface="Arial MT"/>
                  <a:cs typeface="Arial MT"/>
                </a:rPr>
                <a:t>cost</a:t>
              </a:r>
              <a:endParaRPr sz="800">
                <a:latin typeface="Arial MT"/>
                <a:cs typeface="Arial MT"/>
              </a:endParaRPr>
            </a:p>
          </p:txBody>
        </p:sp>
        <p:sp>
          <p:nvSpPr>
            <p:cNvPr id="61" name="object 29">
              <a:extLst>
                <a:ext uri="{FF2B5EF4-FFF2-40B4-BE49-F238E27FC236}">
                  <a16:creationId xmlns:a16="http://schemas.microsoft.com/office/drawing/2014/main" id="{D2E4138D-9B16-3FBB-43CE-CA57A99A46D6}"/>
                </a:ext>
              </a:extLst>
            </p:cNvPr>
            <p:cNvSpPr txBox="1"/>
            <p:nvPr/>
          </p:nvSpPr>
          <p:spPr>
            <a:xfrm>
              <a:off x="12078044" y="2071425"/>
              <a:ext cx="1167130" cy="147320"/>
            </a:xfrm>
            <a:prstGeom prst="rect">
              <a:avLst/>
            </a:prstGeom>
          </p:spPr>
          <p:txBody>
            <a:bodyPr vert="horz" wrap="square" lIns="0" tIns="12700" rIns="0" bIns="0" rtlCol="0">
              <a:spAutoFit/>
            </a:bodyPr>
            <a:lstStyle/>
            <a:p>
              <a:pPr>
                <a:lnSpc>
                  <a:spcPct val="100000"/>
                </a:lnSpc>
                <a:spcBef>
                  <a:spcPts val="100"/>
                </a:spcBef>
                <a:tabLst>
                  <a:tab pos="675640" algn="l"/>
                </a:tabLst>
              </a:pPr>
              <a:r>
                <a:rPr sz="800" spc="-15">
                  <a:solidFill>
                    <a:srgbClr val="4D4D4F"/>
                  </a:solidFill>
                  <a:latin typeface="Arial MT"/>
                  <a:cs typeface="Arial MT"/>
                </a:rPr>
                <a:t>Congestion	Disruption*</a:t>
              </a:r>
              <a:endParaRPr sz="800">
                <a:latin typeface="Arial MT"/>
                <a:cs typeface="Arial MT"/>
              </a:endParaRPr>
            </a:p>
          </p:txBody>
        </p:sp>
        <p:sp>
          <p:nvSpPr>
            <p:cNvPr id="62" name="object 38">
              <a:extLst>
                <a:ext uri="{FF2B5EF4-FFF2-40B4-BE49-F238E27FC236}">
                  <a16:creationId xmlns:a16="http://schemas.microsoft.com/office/drawing/2014/main" id="{7A202A2C-4E3D-84B2-2BC1-258D0FE5CB34}"/>
                </a:ext>
              </a:extLst>
            </p:cNvPr>
            <p:cNvSpPr/>
            <p:nvPr/>
          </p:nvSpPr>
          <p:spPr>
            <a:xfrm>
              <a:off x="10420016" y="2115686"/>
              <a:ext cx="222885" cy="374650"/>
            </a:xfrm>
            <a:custGeom>
              <a:avLst/>
              <a:gdLst/>
              <a:ahLst/>
              <a:cxnLst/>
              <a:rect l="l" t="t" r="r" b="b"/>
              <a:pathLst>
                <a:path w="222885" h="374650">
                  <a:moveTo>
                    <a:pt x="222300" y="0"/>
                  </a:moveTo>
                  <a:lnTo>
                    <a:pt x="170662" y="21047"/>
                  </a:lnTo>
                  <a:lnTo>
                    <a:pt x="149275" y="71869"/>
                  </a:lnTo>
                  <a:lnTo>
                    <a:pt x="149246" y="199198"/>
                  </a:lnTo>
                  <a:lnTo>
                    <a:pt x="149231" y="265682"/>
                  </a:lnTo>
                  <a:lnTo>
                    <a:pt x="149225" y="302666"/>
                  </a:lnTo>
                  <a:lnTo>
                    <a:pt x="143486" y="330639"/>
                  </a:lnTo>
                  <a:lnTo>
                    <a:pt x="127838" y="353483"/>
                  </a:lnTo>
                  <a:lnTo>
                    <a:pt x="104626" y="368887"/>
                  </a:lnTo>
                  <a:lnTo>
                    <a:pt x="76200" y="374535"/>
                  </a:lnTo>
                  <a:lnTo>
                    <a:pt x="0" y="374535"/>
                  </a:lnTo>
                </a:path>
              </a:pathLst>
            </a:custGeom>
            <a:ln w="6350">
              <a:solidFill>
                <a:srgbClr val="3777BC"/>
              </a:solidFill>
            </a:ln>
          </p:spPr>
          <p:txBody>
            <a:bodyPr wrap="square" lIns="0" tIns="0" rIns="0" bIns="0" rtlCol="0"/>
            <a:lstStyle/>
            <a:p>
              <a:endParaRPr/>
            </a:p>
          </p:txBody>
        </p:sp>
        <p:sp>
          <p:nvSpPr>
            <p:cNvPr id="63" name="object 39">
              <a:extLst>
                <a:ext uri="{FF2B5EF4-FFF2-40B4-BE49-F238E27FC236}">
                  <a16:creationId xmlns:a16="http://schemas.microsoft.com/office/drawing/2014/main" id="{75063A10-914A-719F-0C64-7CB590296F9F}"/>
                </a:ext>
              </a:extLst>
            </p:cNvPr>
            <p:cNvSpPr/>
            <p:nvPr/>
          </p:nvSpPr>
          <p:spPr>
            <a:xfrm>
              <a:off x="10214073" y="2490798"/>
              <a:ext cx="428625" cy="374650"/>
            </a:xfrm>
            <a:custGeom>
              <a:avLst/>
              <a:gdLst/>
              <a:ahLst/>
              <a:cxnLst/>
              <a:rect l="l" t="t" r="r" b="b"/>
              <a:pathLst>
                <a:path w="428625" h="374650">
                  <a:moveTo>
                    <a:pt x="428244" y="374535"/>
                  </a:moveTo>
                  <a:lnTo>
                    <a:pt x="376605" y="353483"/>
                  </a:lnTo>
                  <a:lnTo>
                    <a:pt x="355219" y="302666"/>
                  </a:lnTo>
                  <a:lnTo>
                    <a:pt x="355189" y="175337"/>
                  </a:lnTo>
                  <a:lnTo>
                    <a:pt x="355174" y="108853"/>
                  </a:lnTo>
                  <a:lnTo>
                    <a:pt x="355168" y="71869"/>
                  </a:lnTo>
                  <a:lnTo>
                    <a:pt x="349430" y="43891"/>
                  </a:lnTo>
                  <a:lnTo>
                    <a:pt x="333781" y="21047"/>
                  </a:lnTo>
                  <a:lnTo>
                    <a:pt x="310569" y="5646"/>
                  </a:lnTo>
                  <a:lnTo>
                    <a:pt x="282143" y="0"/>
                  </a:lnTo>
                  <a:lnTo>
                    <a:pt x="0" y="0"/>
                  </a:lnTo>
                </a:path>
              </a:pathLst>
            </a:custGeom>
            <a:ln w="6350">
              <a:solidFill>
                <a:srgbClr val="3777BC"/>
              </a:solidFill>
            </a:ln>
          </p:spPr>
          <p:txBody>
            <a:bodyPr wrap="square" lIns="0" tIns="0" rIns="0" bIns="0" rtlCol="0"/>
            <a:lstStyle/>
            <a:p>
              <a:endParaRPr/>
            </a:p>
          </p:txBody>
        </p:sp>
        <p:sp>
          <p:nvSpPr>
            <p:cNvPr id="448" name="object 40">
              <a:extLst>
                <a:ext uri="{FF2B5EF4-FFF2-40B4-BE49-F238E27FC236}">
                  <a16:creationId xmlns:a16="http://schemas.microsoft.com/office/drawing/2014/main" id="{49E80200-691A-1234-AA5D-E3C035F6F570}"/>
                </a:ext>
              </a:extLst>
            </p:cNvPr>
            <p:cNvSpPr/>
            <p:nvPr/>
          </p:nvSpPr>
          <p:spPr>
            <a:xfrm>
              <a:off x="10848114" y="1811020"/>
              <a:ext cx="302260" cy="172720"/>
            </a:xfrm>
            <a:custGeom>
              <a:avLst/>
              <a:gdLst/>
              <a:ahLst/>
              <a:cxnLst/>
              <a:rect l="l" t="t" r="r" b="b"/>
              <a:pathLst>
                <a:path w="302260" h="172719">
                  <a:moveTo>
                    <a:pt x="235305" y="172326"/>
                  </a:moveTo>
                  <a:lnTo>
                    <a:pt x="261167" y="167101"/>
                  </a:lnTo>
                  <a:lnTo>
                    <a:pt x="282265" y="152860"/>
                  </a:lnTo>
                  <a:lnTo>
                    <a:pt x="296479" y="131756"/>
                  </a:lnTo>
                  <a:lnTo>
                    <a:pt x="301688" y="105943"/>
                  </a:lnTo>
                  <a:lnTo>
                    <a:pt x="296479" y="80129"/>
                  </a:lnTo>
                  <a:lnTo>
                    <a:pt x="282265" y="59026"/>
                  </a:lnTo>
                  <a:lnTo>
                    <a:pt x="261167" y="44785"/>
                  </a:lnTo>
                  <a:lnTo>
                    <a:pt x="235305" y="39560"/>
                  </a:lnTo>
                  <a:lnTo>
                    <a:pt x="231330" y="39560"/>
                  </a:lnTo>
                  <a:lnTo>
                    <a:pt x="227457" y="39903"/>
                  </a:lnTo>
                  <a:lnTo>
                    <a:pt x="223710" y="40589"/>
                  </a:lnTo>
                  <a:lnTo>
                    <a:pt x="210257" y="23933"/>
                  </a:lnTo>
                  <a:lnTo>
                    <a:pt x="193098" y="11126"/>
                  </a:lnTo>
                  <a:lnTo>
                    <a:pt x="172998" y="2904"/>
                  </a:lnTo>
                  <a:lnTo>
                    <a:pt x="150723" y="0"/>
                  </a:lnTo>
                  <a:lnTo>
                    <a:pt x="117218" y="6766"/>
                  </a:lnTo>
                  <a:lnTo>
                    <a:pt x="89828" y="25225"/>
                  </a:lnTo>
                  <a:lnTo>
                    <a:pt x="71347" y="52613"/>
                  </a:lnTo>
                  <a:lnTo>
                    <a:pt x="64566" y="86169"/>
                  </a:lnTo>
                  <a:lnTo>
                    <a:pt x="64566" y="88214"/>
                  </a:lnTo>
                  <a:lnTo>
                    <a:pt x="64681" y="90144"/>
                  </a:lnTo>
                  <a:lnTo>
                    <a:pt x="64909" y="92189"/>
                  </a:lnTo>
                  <a:lnTo>
                    <a:pt x="58547" y="88328"/>
                  </a:lnTo>
                  <a:lnTo>
                    <a:pt x="51041" y="86169"/>
                  </a:lnTo>
                  <a:lnTo>
                    <a:pt x="43078" y="86169"/>
                  </a:lnTo>
                  <a:lnTo>
                    <a:pt x="26322" y="89544"/>
                  </a:lnTo>
                  <a:lnTo>
                    <a:pt x="12628" y="98759"/>
                  </a:lnTo>
                  <a:lnTo>
                    <a:pt x="3389" y="112449"/>
                  </a:lnTo>
                  <a:lnTo>
                    <a:pt x="0" y="129247"/>
                  </a:lnTo>
                  <a:lnTo>
                    <a:pt x="3389" y="146003"/>
                  </a:lnTo>
                  <a:lnTo>
                    <a:pt x="12628" y="159697"/>
                  </a:lnTo>
                  <a:lnTo>
                    <a:pt x="26322" y="168936"/>
                  </a:lnTo>
                  <a:lnTo>
                    <a:pt x="43078" y="172326"/>
                  </a:lnTo>
                  <a:lnTo>
                    <a:pt x="235305" y="172326"/>
                  </a:lnTo>
                  <a:close/>
                </a:path>
              </a:pathLst>
            </a:custGeom>
            <a:ln w="12700">
              <a:solidFill>
                <a:srgbClr val="00539B"/>
              </a:solidFill>
            </a:ln>
          </p:spPr>
          <p:txBody>
            <a:bodyPr wrap="square" lIns="0" tIns="0" rIns="0" bIns="0" rtlCol="0"/>
            <a:lstStyle/>
            <a:p>
              <a:endParaRPr/>
            </a:p>
          </p:txBody>
        </p:sp>
        <p:pic>
          <p:nvPicPr>
            <p:cNvPr id="449" name="object 41">
              <a:extLst>
                <a:ext uri="{FF2B5EF4-FFF2-40B4-BE49-F238E27FC236}">
                  <a16:creationId xmlns:a16="http://schemas.microsoft.com/office/drawing/2014/main" id="{13F158BF-3BA9-7A36-5680-1625EF681E2F}"/>
                </a:ext>
              </a:extLst>
            </p:cNvPr>
            <p:cNvPicPr/>
            <p:nvPr/>
          </p:nvPicPr>
          <p:blipFill>
            <a:blip r:embed="rId21" cstate="print"/>
            <a:stretch>
              <a:fillRect/>
            </a:stretch>
          </p:blipFill>
          <p:spPr>
            <a:xfrm>
              <a:off x="11507054" y="1805422"/>
              <a:ext cx="313175" cy="209999"/>
            </a:xfrm>
            <a:prstGeom prst="rect">
              <a:avLst/>
            </a:prstGeom>
          </p:spPr>
        </p:pic>
        <p:pic>
          <p:nvPicPr>
            <p:cNvPr id="450" name="object 42">
              <a:extLst>
                <a:ext uri="{FF2B5EF4-FFF2-40B4-BE49-F238E27FC236}">
                  <a16:creationId xmlns:a16="http://schemas.microsoft.com/office/drawing/2014/main" id="{04C5FE5D-4AC8-51D8-889C-CD092911D462}"/>
                </a:ext>
              </a:extLst>
            </p:cNvPr>
            <p:cNvPicPr/>
            <p:nvPr/>
          </p:nvPicPr>
          <p:blipFill>
            <a:blip r:embed="rId22" cstate="print"/>
            <a:stretch>
              <a:fillRect/>
            </a:stretch>
          </p:blipFill>
          <p:spPr>
            <a:xfrm>
              <a:off x="12923471" y="1804433"/>
              <a:ext cx="140144" cy="210718"/>
            </a:xfrm>
            <a:prstGeom prst="rect">
              <a:avLst/>
            </a:prstGeom>
          </p:spPr>
        </p:pic>
        <p:sp>
          <p:nvSpPr>
            <p:cNvPr id="451" name="object 43">
              <a:extLst>
                <a:ext uri="{FF2B5EF4-FFF2-40B4-BE49-F238E27FC236}">
                  <a16:creationId xmlns:a16="http://schemas.microsoft.com/office/drawing/2014/main" id="{FA947AEA-6ACD-647C-6F7D-25D92A3544B3}"/>
                </a:ext>
              </a:extLst>
            </p:cNvPr>
            <p:cNvSpPr/>
            <p:nvPr/>
          </p:nvSpPr>
          <p:spPr>
            <a:xfrm>
              <a:off x="12840203" y="1910084"/>
              <a:ext cx="53975" cy="0"/>
            </a:xfrm>
            <a:custGeom>
              <a:avLst/>
              <a:gdLst/>
              <a:ahLst/>
              <a:cxnLst/>
              <a:rect l="l" t="t" r="r" b="b"/>
              <a:pathLst>
                <a:path w="53975">
                  <a:moveTo>
                    <a:pt x="0" y="0"/>
                  </a:moveTo>
                  <a:lnTo>
                    <a:pt x="53936" y="0"/>
                  </a:lnTo>
                </a:path>
              </a:pathLst>
            </a:custGeom>
            <a:ln w="9512">
              <a:solidFill>
                <a:srgbClr val="00539B"/>
              </a:solidFill>
            </a:ln>
          </p:spPr>
          <p:txBody>
            <a:bodyPr wrap="square" lIns="0" tIns="0" rIns="0" bIns="0" rtlCol="0"/>
            <a:lstStyle/>
            <a:p>
              <a:endParaRPr/>
            </a:p>
          </p:txBody>
        </p:sp>
        <p:sp>
          <p:nvSpPr>
            <p:cNvPr id="452" name="object 44">
              <a:extLst>
                <a:ext uri="{FF2B5EF4-FFF2-40B4-BE49-F238E27FC236}">
                  <a16:creationId xmlns:a16="http://schemas.microsoft.com/office/drawing/2014/main" id="{68690B8A-5BA0-6780-C392-56D5A8DEBFB9}"/>
                </a:ext>
              </a:extLst>
            </p:cNvPr>
            <p:cNvSpPr/>
            <p:nvPr/>
          </p:nvSpPr>
          <p:spPr>
            <a:xfrm>
              <a:off x="13091901" y="1910084"/>
              <a:ext cx="53975" cy="0"/>
            </a:xfrm>
            <a:custGeom>
              <a:avLst/>
              <a:gdLst/>
              <a:ahLst/>
              <a:cxnLst/>
              <a:rect l="l" t="t" r="r" b="b"/>
              <a:pathLst>
                <a:path w="53975">
                  <a:moveTo>
                    <a:pt x="0" y="0"/>
                  </a:moveTo>
                  <a:lnTo>
                    <a:pt x="53936" y="0"/>
                  </a:lnTo>
                </a:path>
              </a:pathLst>
            </a:custGeom>
            <a:ln w="9512">
              <a:solidFill>
                <a:srgbClr val="00539B"/>
              </a:solidFill>
            </a:ln>
          </p:spPr>
          <p:txBody>
            <a:bodyPr wrap="square" lIns="0" tIns="0" rIns="0" bIns="0" rtlCol="0"/>
            <a:lstStyle/>
            <a:p>
              <a:endParaRPr/>
            </a:p>
          </p:txBody>
        </p:sp>
        <p:pic>
          <p:nvPicPr>
            <p:cNvPr id="453" name="object 45">
              <a:extLst>
                <a:ext uri="{FF2B5EF4-FFF2-40B4-BE49-F238E27FC236}">
                  <a16:creationId xmlns:a16="http://schemas.microsoft.com/office/drawing/2014/main" id="{383E0E9B-99FF-9F4D-A6C3-70E15AF389C5}"/>
                </a:ext>
              </a:extLst>
            </p:cNvPr>
            <p:cNvPicPr/>
            <p:nvPr/>
          </p:nvPicPr>
          <p:blipFill>
            <a:blip r:embed="rId23" cstate="print"/>
            <a:stretch>
              <a:fillRect/>
            </a:stretch>
          </p:blipFill>
          <p:spPr>
            <a:xfrm>
              <a:off x="12173124" y="1742391"/>
              <a:ext cx="314722" cy="312380"/>
            </a:xfrm>
            <a:prstGeom prst="rect">
              <a:avLst/>
            </a:prstGeom>
          </p:spPr>
        </p:pic>
        <p:sp>
          <p:nvSpPr>
            <p:cNvPr id="454" name="object 48">
              <a:extLst>
                <a:ext uri="{FF2B5EF4-FFF2-40B4-BE49-F238E27FC236}">
                  <a16:creationId xmlns:a16="http://schemas.microsoft.com/office/drawing/2014/main" id="{0218595F-08E3-C4FC-DC47-C736BD81EFC3}"/>
                </a:ext>
              </a:extLst>
            </p:cNvPr>
            <p:cNvSpPr txBox="1"/>
            <p:nvPr/>
          </p:nvSpPr>
          <p:spPr>
            <a:xfrm>
              <a:off x="6839067" y="1789016"/>
              <a:ext cx="2195830" cy="197490"/>
            </a:xfrm>
            <a:prstGeom prst="rect">
              <a:avLst/>
            </a:prstGeom>
          </p:spPr>
          <p:txBody>
            <a:bodyPr vert="horz" wrap="square" lIns="0" tIns="12700" rIns="0" bIns="0" rtlCol="0">
              <a:spAutoFit/>
            </a:bodyPr>
            <a:lstStyle/>
            <a:p>
              <a:pPr>
                <a:lnSpc>
                  <a:spcPct val="100000"/>
                </a:lnSpc>
                <a:spcBef>
                  <a:spcPts val="100"/>
                </a:spcBef>
              </a:pPr>
              <a:r>
                <a:rPr lang="en-IN" sz="1200">
                  <a:latin typeface="Arial MT"/>
                  <a:cs typeface="Arial MT"/>
                </a:rPr>
                <a:t>Transition Scenarios </a:t>
              </a:r>
              <a:endParaRPr sz="1200">
                <a:latin typeface="Arial MT"/>
                <a:cs typeface="Arial MT"/>
              </a:endParaRPr>
            </a:p>
          </p:txBody>
        </p:sp>
        <p:sp>
          <p:nvSpPr>
            <p:cNvPr id="455" name="object 49">
              <a:extLst>
                <a:ext uri="{FF2B5EF4-FFF2-40B4-BE49-F238E27FC236}">
                  <a16:creationId xmlns:a16="http://schemas.microsoft.com/office/drawing/2014/main" id="{EFFF0851-1753-6F0B-4288-FCF4A4C2FF07}"/>
                </a:ext>
              </a:extLst>
            </p:cNvPr>
            <p:cNvSpPr txBox="1"/>
            <p:nvPr/>
          </p:nvSpPr>
          <p:spPr>
            <a:xfrm>
              <a:off x="7716739" y="2112689"/>
              <a:ext cx="749935" cy="749935"/>
            </a:xfrm>
            <a:prstGeom prst="rect">
              <a:avLst/>
            </a:prstGeom>
            <a:solidFill>
              <a:srgbClr val="3777BC"/>
            </a:solidFill>
          </p:spPr>
          <p:txBody>
            <a:bodyPr vert="horz" wrap="square" lIns="0" tIns="95250" rIns="0" bIns="0" rtlCol="0">
              <a:spAutoFit/>
            </a:bodyPr>
            <a:lstStyle/>
            <a:p>
              <a:pPr marL="40005" marR="32384" indent="-635" algn="ctr">
                <a:lnSpc>
                  <a:spcPct val="100000"/>
                </a:lnSpc>
                <a:spcBef>
                  <a:spcPts val="750"/>
                </a:spcBef>
              </a:pPr>
              <a:r>
                <a:rPr sz="900" spc="-15">
                  <a:solidFill>
                    <a:srgbClr val="F1F4F7"/>
                  </a:solidFill>
                  <a:latin typeface="Arial MT"/>
                  <a:cs typeface="Arial MT"/>
                </a:rPr>
                <a:t>Night </a:t>
              </a:r>
              <a:r>
                <a:rPr sz="900" spc="-10">
                  <a:solidFill>
                    <a:srgbClr val="F1F4F7"/>
                  </a:solidFill>
                  <a:latin typeface="Arial MT"/>
                  <a:cs typeface="Arial MT"/>
                </a:rPr>
                <a:t> </a:t>
              </a:r>
              <a:r>
                <a:rPr sz="900" spc="-30">
                  <a:solidFill>
                    <a:srgbClr val="F1F4F7"/>
                  </a:solidFill>
                  <a:latin typeface="Arial MT"/>
                  <a:cs typeface="Arial MT"/>
                </a:rPr>
                <a:t>deliveries</a:t>
              </a:r>
              <a:r>
                <a:rPr sz="900">
                  <a:solidFill>
                    <a:srgbClr val="F1F4F7"/>
                  </a:solidFill>
                  <a:latin typeface="Arial MT"/>
                  <a:cs typeface="Arial MT"/>
                </a:rPr>
                <a:t> </a:t>
              </a:r>
              <a:r>
                <a:rPr sz="900" spc="-10">
                  <a:solidFill>
                    <a:srgbClr val="F1F4F7"/>
                  </a:solidFill>
                  <a:latin typeface="Arial MT"/>
                  <a:cs typeface="Arial MT"/>
                </a:rPr>
                <a:t>and  </a:t>
              </a:r>
              <a:r>
                <a:rPr sz="900" spc="-15">
                  <a:solidFill>
                    <a:srgbClr val="F1F4F7"/>
                  </a:solidFill>
                  <a:latin typeface="Arial MT"/>
                  <a:cs typeface="Arial MT"/>
                </a:rPr>
                <a:t>adjacent</a:t>
              </a:r>
              <a:r>
                <a:rPr sz="900">
                  <a:solidFill>
                    <a:srgbClr val="F1F4F7"/>
                  </a:solidFill>
                  <a:latin typeface="Arial MT"/>
                  <a:cs typeface="Arial MT"/>
                </a:rPr>
                <a:t> </a:t>
              </a:r>
              <a:r>
                <a:rPr sz="900" spc="-15">
                  <a:solidFill>
                    <a:srgbClr val="F1F4F7"/>
                  </a:solidFill>
                  <a:latin typeface="Arial MT"/>
                  <a:cs typeface="Arial MT"/>
                </a:rPr>
                <a:t>time  </a:t>
              </a:r>
              <a:r>
                <a:rPr sz="900" spc="-30">
                  <a:solidFill>
                    <a:srgbClr val="F1F4F7"/>
                  </a:solidFill>
                  <a:latin typeface="Arial MT"/>
                  <a:cs typeface="Arial MT"/>
                </a:rPr>
                <a:t>deliveries</a:t>
              </a:r>
              <a:endParaRPr sz="900">
                <a:latin typeface="Arial MT"/>
                <a:cs typeface="Arial MT"/>
              </a:endParaRPr>
            </a:p>
          </p:txBody>
        </p:sp>
        <p:sp>
          <p:nvSpPr>
            <p:cNvPr id="467" name="object 50">
              <a:extLst>
                <a:ext uri="{FF2B5EF4-FFF2-40B4-BE49-F238E27FC236}">
                  <a16:creationId xmlns:a16="http://schemas.microsoft.com/office/drawing/2014/main" id="{BC3A3D82-43F7-D606-29C1-809D8AF1AFF3}"/>
                </a:ext>
              </a:extLst>
            </p:cNvPr>
            <p:cNvSpPr txBox="1"/>
            <p:nvPr/>
          </p:nvSpPr>
          <p:spPr>
            <a:xfrm>
              <a:off x="6842242" y="2115686"/>
              <a:ext cx="749935" cy="749935"/>
            </a:xfrm>
            <a:prstGeom prst="rect">
              <a:avLst/>
            </a:prstGeom>
            <a:solidFill>
              <a:srgbClr val="3777BC"/>
            </a:solidFill>
          </p:spPr>
          <p:txBody>
            <a:bodyPr vert="horz" wrap="square" lIns="0" tIns="0" rIns="0" bIns="0" rtlCol="0">
              <a:spAutoFit/>
            </a:bodyPr>
            <a:lstStyle/>
            <a:p>
              <a:pPr>
                <a:lnSpc>
                  <a:spcPct val="100000"/>
                </a:lnSpc>
              </a:pPr>
              <a:endParaRPr sz="1000">
                <a:latin typeface="Times New Roman"/>
                <a:cs typeface="Times New Roman"/>
              </a:endParaRPr>
            </a:p>
            <a:p>
              <a:pPr>
                <a:lnSpc>
                  <a:spcPct val="100000"/>
                </a:lnSpc>
                <a:spcBef>
                  <a:spcPts val="15"/>
                </a:spcBef>
              </a:pPr>
              <a:endParaRPr sz="1050">
                <a:latin typeface="Times New Roman"/>
                <a:cs typeface="Times New Roman"/>
              </a:endParaRPr>
            </a:p>
            <a:p>
              <a:pPr algn="ctr">
                <a:lnSpc>
                  <a:spcPct val="100000"/>
                </a:lnSpc>
              </a:pPr>
              <a:r>
                <a:rPr sz="900" spc="-55">
                  <a:solidFill>
                    <a:srgbClr val="F1F4F7"/>
                  </a:solidFill>
                  <a:latin typeface="Arial MT"/>
                  <a:cs typeface="Arial MT"/>
                </a:rPr>
                <a:t>EVs</a:t>
              </a:r>
              <a:endParaRPr sz="900">
                <a:latin typeface="Arial MT"/>
                <a:cs typeface="Arial MT"/>
              </a:endParaRPr>
            </a:p>
          </p:txBody>
        </p:sp>
        <p:sp>
          <p:nvSpPr>
            <p:cNvPr id="475" name="object 51">
              <a:extLst>
                <a:ext uri="{FF2B5EF4-FFF2-40B4-BE49-F238E27FC236}">
                  <a16:creationId xmlns:a16="http://schemas.microsoft.com/office/drawing/2014/main" id="{1D45150F-EA9A-0E03-09B9-8FDC68A110D6}"/>
                </a:ext>
              </a:extLst>
            </p:cNvPr>
            <p:cNvSpPr txBox="1"/>
            <p:nvPr/>
          </p:nvSpPr>
          <p:spPr>
            <a:xfrm>
              <a:off x="9461236" y="2112689"/>
              <a:ext cx="749935" cy="749935"/>
            </a:xfrm>
            <a:prstGeom prst="rect">
              <a:avLst/>
            </a:prstGeom>
            <a:solidFill>
              <a:srgbClr val="3777BC"/>
            </a:solidFill>
          </p:spPr>
          <p:txBody>
            <a:bodyPr vert="horz" wrap="square" lIns="0" tIns="95250" rIns="0" bIns="0" rtlCol="0">
              <a:spAutoFit/>
            </a:bodyPr>
            <a:lstStyle/>
            <a:p>
              <a:pPr marL="137160" marR="129539" algn="ctr">
                <a:lnSpc>
                  <a:spcPct val="100000"/>
                </a:lnSpc>
                <a:spcBef>
                  <a:spcPts val="750"/>
                </a:spcBef>
              </a:pPr>
              <a:r>
                <a:rPr sz="900" spc="-20">
                  <a:solidFill>
                    <a:srgbClr val="F1F4F7"/>
                  </a:solidFill>
                  <a:latin typeface="Arial MT"/>
                  <a:cs typeface="Arial MT"/>
                </a:rPr>
                <a:t>Dynamic </a:t>
              </a:r>
              <a:r>
                <a:rPr sz="900" spc="-15">
                  <a:solidFill>
                    <a:srgbClr val="F1F4F7"/>
                  </a:solidFill>
                  <a:latin typeface="Arial MT"/>
                  <a:cs typeface="Arial MT"/>
                </a:rPr>
                <a:t> </a:t>
              </a:r>
              <a:r>
                <a:rPr sz="900" spc="-40">
                  <a:solidFill>
                    <a:srgbClr val="F1F4F7"/>
                  </a:solidFill>
                  <a:latin typeface="Arial MT"/>
                  <a:cs typeface="Arial MT"/>
                </a:rPr>
                <a:t>r</a:t>
              </a:r>
              <a:r>
                <a:rPr sz="900" spc="-10">
                  <a:solidFill>
                    <a:srgbClr val="F1F4F7"/>
                  </a:solidFill>
                  <a:latin typeface="Arial MT"/>
                  <a:cs typeface="Arial MT"/>
                </a:rPr>
                <a:t>e-</a:t>
              </a:r>
              <a:r>
                <a:rPr sz="900" spc="-25">
                  <a:solidFill>
                    <a:srgbClr val="F1F4F7"/>
                  </a:solidFill>
                  <a:latin typeface="Arial MT"/>
                  <a:cs typeface="Arial MT"/>
                </a:rPr>
                <a:t>r</a:t>
              </a:r>
              <a:r>
                <a:rPr sz="900" spc="-10">
                  <a:solidFill>
                    <a:srgbClr val="F1F4F7"/>
                  </a:solidFill>
                  <a:latin typeface="Arial MT"/>
                  <a:cs typeface="Arial MT"/>
                </a:rPr>
                <a:t>outing  </a:t>
              </a:r>
              <a:r>
                <a:rPr sz="900" spc="-15">
                  <a:solidFill>
                    <a:srgbClr val="F1F4F7"/>
                  </a:solidFill>
                  <a:latin typeface="Arial MT"/>
                  <a:cs typeface="Arial MT"/>
                </a:rPr>
                <a:t>and</a:t>
              </a:r>
              <a:endParaRPr sz="900">
                <a:latin typeface="Arial MT"/>
                <a:cs typeface="Arial MT"/>
              </a:endParaRPr>
            </a:p>
            <a:p>
              <a:pPr algn="ctr">
                <a:lnSpc>
                  <a:spcPct val="100000"/>
                </a:lnSpc>
              </a:pPr>
              <a:r>
                <a:rPr sz="900" spc="-10">
                  <a:solidFill>
                    <a:srgbClr val="F1F4F7"/>
                  </a:solidFill>
                  <a:latin typeface="Arial MT"/>
                  <a:cs typeface="Arial MT"/>
                </a:rPr>
                <a:t>load-pooling</a:t>
              </a:r>
              <a:endParaRPr sz="900">
                <a:latin typeface="Arial MT"/>
                <a:cs typeface="Arial MT"/>
              </a:endParaRPr>
            </a:p>
          </p:txBody>
        </p:sp>
        <p:sp>
          <p:nvSpPr>
            <p:cNvPr id="476" name="object 52">
              <a:extLst>
                <a:ext uri="{FF2B5EF4-FFF2-40B4-BE49-F238E27FC236}">
                  <a16:creationId xmlns:a16="http://schemas.microsoft.com/office/drawing/2014/main" id="{4924F0DF-298F-F17C-61A2-3566ADD8DF08}"/>
                </a:ext>
              </a:extLst>
            </p:cNvPr>
            <p:cNvSpPr txBox="1"/>
            <p:nvPr/>
          </p:nvSpPr>
          <p:spPr>
            <a:xfrm>
              <a:off x="8586447" y="2112689"/>
              <a:ext cx="749935" cy="749935"/>
            </a:xfrm>
            <a:prstGeom prst="rect">
              <a:avLst/>
            </a:prstGeom>
            <a:solidFill>
              <a:srgbClr val="3777BC"/>
            </a:solidFill>
          </p:spPr>
          <p:txBody>
            <a:bodyPr vert="horz" wrap="square" lIns="0" tIns="95250" rIns="0" bIns="0" rtlCol="0">
              <a:spAutoFit/>
            </a:bodyPr>
            <a:lstStyle/>
            <a:p>
              <a:pPr marL="89535" marR="81915" algn="ctr">
                <a:lnSpc>
                  <a:spcPct val="100000"/>
                </a:lnSpc>
                <a:spcBef>
                  <a:spcPts val="750"/>
                </a:spcBef>
              </a:pPr>
              <a:r>
                <a:rPr sz="900" spc="-10">
                  <a:solidFill>
                    <a:srgbClr val="F1F4F7"/>
                  </a:solidFill>
                  <a:latin typeface="Arial MT"/>
                  <a:cs typeface="Arial MT"/>
                </a:rPr>
                <a:t>Multi-brand  </a:t>
              </a:r>
              <a:r>
                <a:rPr sz="900" spc="-20">
                  <a:solidFill>
                    <a:srgbClr val="F1F4F7"/>
                  </a:solidFill>
                  <a:latin typeface="Arial MT"/>
                  <a:cs typeface="Arial MT"/>
                </a:rPr>
                <a:t>parcel </a:t>
              </a:r>
              <a:r>
                <a:rPr sz="900" spc="-15">
                  <a:solidFill>
                    <a:srgbClr val="F1F4F7"/>
                  </a:solidFill>
                  <a:latin typeface="Arial MT"/>
                  <a:cs typeface="Arial MT"/>
                </a:rPr>
                <a:t> lockers</a:t>
              </a:r>
              <a:r>
                <a:rPr sz="900">
                  <a:solidFill>
                    <a:srgbClr val="F1F4F7"/>
                  </a:solidFill>
                  <a:latin typeface="Arial MT"/>
                  <a:cs typeface="Arial MT"/>
                </a:rPr>
                <a:t> </a:t>
              </a:r>
              <a:r>
                <a:rPr sz="900" spc="-10">
                  <a:solidFill>
                    <a:srgbClr val="F1F4F7"/>
                  </a:solidFill>
                  <a:latin typeface="Arial MT"/>
                  <a:cs typeface="Arial MT"/>
                </a:rPr>
                <a:t>and  </a:t>
              </a:r>
              <a:r>
                <a:rPr sz="900" spc="-15">
                  <a:solidFill>
                    <a:srgbClr val="F1F4F7"/>
                  </a:solidFill>
                  <a:latin typeface="Arial MT"/>
                  <a:cs typeface="Arial MT"/>
                </a:rPr>
                <a:t>boxes</a:t>
              </a:r>
              <a:endParaRPr sz="900">
                <a:latin typeface="Arial MT"/>
                <a:cs typeface="Arial MT"/>
              </a:endParaRPr>
            </a:p>
          </p:txBody>
        </p:sp>
        <p:sp>
          <p:nvSpPr>
            <p:cNvPr id="478" name="object 53">
              <a:extLst>
                <a:ext uri="{FF2B5EF4-FFF2-40B4-BE49-F238E27FC236}">
                  <a16:creationId xmlns:a16="http://schemas.microsoft.com/office/drawing/2014/main" id="{50BF0903-4F29-35E8-F818-AD88350388E0}"/>
                </a:ext>
              </a:extLst>
            </p:cNvPr>
            <p:cNvSpPr txBox="1"/>
            <p:nvPr/>
          </p:nvSpPr>
          <p:spPr>
            <a:xfrm>
              <a:off x="8488267" y="2393155"/>
              <a:ext cx="88900" cy="177800"/>
            </a:xfrm>
            <a:prstGeom prst="rect">
              <a:avLst/>
            </a:prstGeom>
          </p:spPr>
          <p:txBody>
            <a:bodyPr vert="horz" wrap="square" lIns="0" tIns="12700" rIns="0" bIns="0" rtlCol="0">
              <a:spAutoFit/>
            </a:bodyPr>
            <a:lstStyle/>
            <a:p>
              <a:pPr>
                <a:lnSpc>
                  <a:spcPct val="100000"/>
                </a:lnSpc>
                <a:spcBef>
                  <a:spcPts val="100"/>
                </a:spcBef>
              </a:pPr>
              <a:r>
                <a:rPr sz="1000" spc="15">
                  <a:solidFill>
                    <a:srgbClr val="2962A5"/>
                  </a:solidFill>
                  <a:latin typeface="Arial MT"/>
                  <a:cs typeface="Arial MT"/>
                </a:rPr>
                <a:t>+</a:t>
              </a:r>
              <a:endParaRPr sz="1000">
                <a:latin typeface="Arial MT"/>
                <a:cs typeface="Arial MT"/>
              </a:endParaRPr>
            </a:p>
          </p:txBody>
        </p:sp>
        <p:sp>
          <p:nvSpPr>
            <p:cNvPr id="479" name="object 54">
              <a:extLst>
                <a:ext uri="{FF2B5EF4-FFF2-40B4-BE49-F238E27FC236}">
                  <a16:creationId xmlns:a16="http://schemas.microsoft.com/office/drawing/2014/main" id="{C4BD8212-C302-46BD-F79A-CF7B26AB1FC2}"/>
                </a:ext>
              </a:extLst>
            </p:cNvPr>
            <p:cNvSpPr txBox="1"/>
            <p:nvPr/>
          </p:nvSpPr>
          <p:spPr>
            <a:xfrm>
              <a:off x="7617167" y="2393155"/>
              <a:ext cx="88900" cy="177800"/>
            </a:xfrm>
            <a:prstGeom prst="rect">
              <a:avLst/>
            </a:prstGeom>
          </p:spPr>
          <p:txBody>
            <a:bodyPr vert="horz" wrap="square" lIns="0" tIns="12700" rIns="0" bIns="0" rtlCol="0">
              <a:spAutoFit/>
            </a:bodyPr>
            <a:lstStyle/>
            <a:p>
              <a:pPr>
                <a:lnSpc>
                  <a:spcPct val="100000"/>
                </a:lnSpc>
                <a:spcBef>
                  <a:spcPts val="100"/>
                </a:spcBef>
              </a:pPr>
              <a:r>
                <a:rPr sz="1000" spc="15">
                  <a:solidFill>
                    <a:srgbClr val="2962A5"/>
                  </a:solidFill>
                  <a:latin typeface="Arial MT"/>
                  <a:cs typeface="Arial MT"/>
                </a:rPr>
                <a:t>+</a:t>
              </a:r>
              <a:endParaRPr sz="1000">
                <a:latin typeface="Arial MT"/>
                <a:cs typeface="Arial MT"/>
              </a:endParaRPr>
            </a:p>
          </p:txBody>
        </p:sp>
        <p:sp>
          <p:nvSpPr>
            <p:cNvPr id="480" name="object 55">
              <a:extLst>
                <a:ext uri="{FF2B5EF4-FFF2-40B4-BE49-F238E27FC236}">
                  <a16:creationId xmlns:a16="http://schemas.microsoft.com/office/drawing/2014/main" id="{CDE8A65C-711F-98C7-BB46-362F275B9479}"/>
                </a:ext>
              </a:extLst>
            </p:cNvPr>
            <p:cNvSpPr txBox="1"/>
            <p:nvPr/>
          </p:nvSpPr>
          <p:spPr>
            <a:xfrm>
              <a:off x="9359467" y="2393155"/>
              <a:ext cx="88900" cy="177800"/>
            </a:xfrm>
            <a:prstGeom prst="rect">
              <a:avLst/>
            </a:prstGeom>
          </p:spPr>
          <p:txBody>
            <a:bodyPr vert="horz" wrap="square" lIns="0" tIns="12700" rIns="0" bIns="0" rtlCol="0">
              <a:spAutoFit/>
            </a:bodyPr>
            <a:lstStyle/>
            <a:p>
              <a:pPr>
                <a:lnSpc>
                  <a:spcPct val="100000"/>
                </a:lnSpc>
                <a:spcBef>
                  <a:spcPts val="100"/>
                </a:spcBef>
              </a:pPr>
              <a:r>
                <a:rPr sz="1000" spc="15">
                  <a:solidFill>
                    <a:srgbClr val="2962A5"/>
                  </a:solidFill>
                  <a:latin typeface="Arial MT"/>
                  <a:cs typeface="Arial MT"/>
                </a:rPr>
                <a:t>+</a:t>
              </a:r>
              <a:endParaRPr sz="1000">
                <a:latin typeface="Arial MT"/>
                <a:cs typeface="Arial MT"/>
              </a:endParaRPr>
            </a:p>
          </p:txBody>
        </p:sp>
        <p:sp>
          <p:nvSpPr>
            <p:cNvPr id="481" name="object 56">
              <a:extLst>
                <a:ext uri="{FF2B5EF4-FFF2-40B4-BE49-F238E27FC236}">
                  <a16:creationId xmlns:a16="http://schemas.microsoft.com/office/drawing/2014/main" id="{250233D2-980C-700E-5E85-A74FC08168B1}"/>
                </a:ext>
              </a:extLst>
            </p:cNvPr>
            <p:cNvSpPr txBox="1"/>
            <p:nvPr/>
          </p:nvSpPr>
          <p:spPr>
            <a:xfrm>
              <a:off x="10793990" y="2376822"/>
              <a:ext cx="374650" cy="208279"/>
            </a:xfrm>
            <a:prstGeom prst="rect">
              <a:avLst/>
            </a:prstGeom>
          </p:spPr>
          <p:txBody>
            <a:bodyPr vert="horz" wrap="square" lIns="0" tIns="12700" rIns="0" bIns="0" rtlCol="0">
              <a:spAutoFit/>
            </a:bodyPr>
            <a:lstStyle/>
            <a:p>
              <a:pPr>
                <a:lnSpc>
                  <a:spcPct val="100000"/>
                </a:lnSpc>
                <a:spcBef>
                  <a:spcPts val="100"/>
                </a:spcBef>
              </a:pPr>
              <a:r>
                <a:rPr sz="1200" spc="10">
                  <a:solidFill>
                    <a:srgbClr val="2962A5"/>
                  </a:solidFill>
                  <a:latin typeface="Arial MT"/>
                  <a:cs typeface="Arial MT"/>
                </a:rPr>
                <a:t>-30%</a:t>
              </a:r>
              <a:endParaRPr sz="1200">
                <a:latin typeface="Arial MT"/>
                <a:cs typeface="Arial MT"/>
              </a:endParaRPr>
            </a:p>
          </p:txBody>
        </p:sp>
        <p:sp>
          <p:nvSpPr>
            <p:cNvPr id="482" name="object 57">
              <a:extLst>
                <a:ext uri="{FF2B5EF4-FFF2-40B4-BE49-F238E27FC236}">
                  <a16:creationId xmlns:a16="http://schemas.microsoft.com/office/drawing/2014/main" id="{4EB86536-AF0C-84FF-B1B2-0572E0187086}"/>
                </a:ext>
              </a:extLst>
            </p:cNvPr>
            <p:cNvSpPr txBox="1"/>
            <p:nvPr/>
          </p:nvSpPr>
          <p:spPr>
            <a:xfrm>
              <a:off x="11458678" y="2376822"/>
              <a:ext cx="374650" cy="208279"/>
            </a:xfrm>
            <a:prstGeom prst="rect">
              <a:avLst/>
            </a:prstGeom>
          </p:spPr>
          <p:txBody>
            <a:bodyPr vert="horz" wrap="square" lIns="0" tIns="12700" rIns="0" bIns="0" rtlCol="0">
              <a:spAutoFit/>
            </a:bodyPr>
            <a:lstStyle/>
            <a:p>
              <a:pPr>
                <a:lnSpc>
                  <a:spcPct val="100000"/>
                </a:lnSpc>
                <a:spcBef>
                  <a:spcPts val="100"/>
                </a:spcBef>
              </a:pPr>
              <a:r>
                <a:rPr sz="1200" spc="10">
                  <a:solidFill>
                    <a:srgbClr val="2962A5"/>
                  </a:solidFill>
                  <a:latin typeface="Arial MT"/>
                  <a:cs typeface="Arial MT"/>
                </a:rPr>
                <a:t>-25%</a:t>
              </a:r>
              <a:endParaRPr sz="1200">
                <a:latin typeface="Arial MT"/>
                <a:cs typeface="Arial MT"/>
              </a:endParaRPr>
            </a:p>
          </p:txBody>
        </p:sp>
        <p:sp>
          <p:nvSpPr>
            <p:cNvPr id="483" name="object 58">
              <a:extLst>
                <a:ext uri="{FF2B5EF4-FFF2-40B4-BE49-F238E27FC236}">
                  <a16:creationId xmlns:a16="http://schemas.microsoft.com/office/drawing/2014/main" id="{0E5D7FBA-03E4-C0FD-05C5-0B22768E555C}"/>
                </a:ext>
              </a:extLst>
            </p:cNvPr>
            <p:cNvSpPr txBox="1"/>
            <p:nvPr/>
          </p:nvSpPr>
          <p:spPr>
            <a:xfrm>
              <a:off x="12123367" y="2376822"/>
              <a:ext cx="1123315" cy="208279"/>
            </a:xfrm>
            <a:prstGeom prst="rect">
              <a:avLst/>
            </a:prstGeom>
          </p:spPr>
          <p:txBody>
            <a:bodyPr vert="horz" wrap="square" lIns="0" tIns="12700" rIns="0" bIns="0" rtlCol="0">
              <a:spAutoFit/>
            </a:bodyPr>
            <a:lstStyle/>
            <a:p>
              <a:pPr>
                <a:lnSpc>
                  <a:spcPct val="100000"/>
                </a:lnSpc>
                <a:spcBef>
                  <a:spcPts val="100"/>
                </a:spcBef>
                <a:tabLst>
                  <a:tab pos="579755" algn="l"/>
                </a:tabLst>
              </a:pPr>
              <a:r>
                <a:rPr sz="1200" spc="10">
                  <a:solidFill>
                    <a:srgbClr val="2962A5"/>
                  </a:solidFill>
                  <a:latin typeface="Arial MT"/>
                  <a:cs typeface="Arial MT"/>
                </a:rPr>
                <a:t>-30%	</a:t>
              </a:r>
              <a:r>
                <a:rPr sz="1200" spc="-20">
                  <a:solidFill>
                    <a:srgbClr val="2962A5"/>
                  </a:solidFill>
                  <a:latin typeface="Arial MT"/>
                  <a:cs typeface="Arial MT"/>
                </a:rPr>
                <a:t>Medium</a:t>
              </a:r>
              <a:endParaRPr sz="1200">
                <a:latin typeface="Arial MT"/>
                <a:cs typeface="Arial MT"/>
              </a:endParaRPr>
            </a:p>
          </p:txBody>
        </p:sp>
        <p:grpSp>
          <p:nvGrpSpPr>
            <p:cNvPr id="484" name="object 59">
              <a:extLst>
                <a:ext uri="{FF2B5EF4-FFF2-40B4-BE49-F238E27FC236}">
                  <a16:creationId xmlns:a16="http://schemas.microsoft.com/office/drawing/2014/main" id="{D9515139-D5CE-2946-AD36-F9D9B781EC4F}"/>
                </a:ext>
              </a:extLst>
            </p:cNvPr>
            <p:cNvGrpSpPr/>
            <p:nvPr/>
          </p:nvGrpSpPr>
          <p:grpSpPr>
            <a:xfrm>
              <a:off x="11269606" y="2077180"/>
              <a:ext cx="1328400" cy="514689"/>
              <a:chOff x="5108399" y="1827899"/>
              <a:chExt cx="1328400" cy="3752215"/>
            </a:xfrm>
          </p:grpSpPr>
          <p:sp>
            <p:nvSpPr>
              <p:cNvPr id="485" name="object 60">
                <a:extLst>
                  <a:ext uri="{FF2B5EF4-FFF2-40B4-BE49-F238E27FC236}">
                    <a16:creationId xmlns:a16="http://schemas.microsoft.com/office/drawing/2014/main" id="{81A92111-F877-9985-CA08-9DE4F8B649BF}"/>
                  </a:ext>
                </a:extLst>
              </p:cNvPr>
              <p:cNvSpPr/>
              <p:nvPr/>
            </p:nvSpPr>
            <p:spPr>
              <a:xfrm>
                <a:off x="5108399" y="1827899"/>
                <a:ext cx="0" cy="3752215"/>
              </a:xfrm>
              <a:custGeom>
                <a:avLst/>
                <a:gdLst/>
                <a:ahLst/>
                <a:cxnLst/>
                <a:rect l="l" t="t" r="r" b="b"/>
                <a:pathLst>
                  <a:path h="3752215">
                    <a:moveTo>
                      <a:pt x="0" y="0"/>
                    </a:moveTo>
                    <a:lnTo>
                      <a:pt x="0" y="3751795"/>
                    </a:lnTo>
                  </a:path>
                </a:pathLst>
              </a:custGeom>
              <a:ln w="6350">
                <a:solidFill>
                  <a:srgbClr val="D2D6DA"/>
                </a:solidFill>
              </a:ln>
            </p:spPr>
            <p:txBody>
              <a:bodyPr wrap="square" lIns="0" tIns="0" rIns="0" bIns="0" rtlCol="0"/>
              <a:lstStyle/>
              <a:p>
                <a:endParaRPr/>
              </a:p>
            </p:txBody>
          </p:sp>
          <p:sp>
            <p:nvSpPr>
              <p:cNvPr id="486" name="object 61">
                <a:extLst>
                  <a:ext uri="{FF2B5EF4-FFF2-40B4-BE49-F238E27FC236}">
                    <a16:creationId xmlns:a16="http://schemas.microsoft.com/office/drawing/2014/main" id="{C440945C-B657-F456-69BE-0ED2722E0C04}"/>
                  </a:ext>
                </a:extLst>
              </p:cNvPr>
              <p:cNvSpPr/>
              <p:nvPr/>
            </p:nvSpPr>
            <p:spPr>
              <a:xfrm>
                <a:off x="5771624" y="1827899"/>
                <a:ext cx="0" cy="3752215"/>
              </a:xfrm>
              <a:custGeom>
                <a:avLst/>
                <a:gdLst/>
                <a:ahLst/>
                <a:cxnLst/>
                <a:rect l="l" t="t" r="r" b="b"/>
                <a:pathLst>
                  <a:path h="3752215">
                    <a:moveTo>
                      <a:pt x="0" y="0"/>
                    </a:moveTo>
                    <a:lnTo>
                      <a:pt x="0" y="3751795"/>
                    </a:lnTo>
                  </a:path>
                </a:pathLst>
              </a:custGeom>
              <a:ln w="6350">
                <a:solidFill>
                  <a:srgbClr val="D2D6DA"/>
                </a:solidFill>
              </a:ln>
            </p:spPr>
            <p:txBody>
              <a:bodyPr wrap="square" lIns="0" tIns="0" rIns="0" bIns="0" rtlCol="0"/>
              <a:lstStyle/>
              <a:p>
                <a:endParaRPr/>
              </a:p>
            </p:txBody>
          </p:sp>
          <p:sp>
            <p:nvSpPr>
              <p:cNvPr id="487" name="object 62">
                <a:extLst>
                  <a:ext uri="{FF2B5EF4-FFF2-40B4-BE49-F238E27FC236}">
                    <a16:creationId xmlns:a16="http://schemas.microsoft.com/office/drawing/2014/main" id="{B54E11BF-96BF-A715-B01F-467927DC2352}"/>
                  </a:ext>
                </a:extLst>
              </p:cNvPr>
              <p:cNvSpPr/>
              <p:nvPr/>
            </p:nvSpPr>
            <p:spPr>
              <a:xfrm>
                <a:off x="6436799" y="1827899"/>
                <a:ext cx="0" cy="3752215"/>
              </a:xfrm>
              <a:custGeom>
                <a:avLst/>
                <a:gdLst/>
                <a:ahLst/>
                <a:cxnLst/>
                <a:rect l="l" t="t" r="r" b="b"/>
                <a:pathLst>
                  <a:path h="3752215">
                    <a:moveTo>
                      <a:pt x="0" y="0"/>
                    </a:moveTo>
                    <a:lnTo>
                      <a:pt x="0" y="3751795"/>
                    </a:lnTo>
                  </a:path>
                </a:pathLst>
              </a:custGeom>
              <a:ln w="6350">
                <a:solidFill>
                  <a:srgbClr val="D2D6DA"/>
                </a:solidFill>
              </a:ln>
            </p:spPr>
            <p:txBody>
              <a:bodyPr wrap="square" lIns="0" tIns="0" rIns="0" bIns="0" rtlCol="0"/>
              <a:lstStyle/>
              <a:p>
                <a:endParaRPr/>
              </a:p>
            </p:txBody>
          </p:sp>
        </p:grpSp>
      </p:grpSp>
      <p:sp>
        <p:nvSpPr>
          <p:cNvPr id="489" name="Rectangle 488">
            <a:extLst>
              <a:ext uri="{FF2B5EF4-FFF2-40B4-BE49-F238E27FC236}">
                <a16:creationId xmlns:a16="http://schemas.microsoft.com/office/drawing/2014/main" id="{3BA66850-1A61-1913-73F3-8B9F727CDFA6}"/>
              </a:ext>
            </a:extLst>
          </p:cNvPr>
          <p:cNvSpPr/>
          <p:nvPr/>
        </p:nvSpPr>
        <p:spPr>
          <a:xfrm>
            <a:off x="203627" y="4224305"/>
            <a:ext cx="5490136" cy="272495"/>
          </a:xfrm>
          <a:prstGeom prst="rect">
            <a:avLst/>
          </a:prstGeom>
          <a:solidFill>
            <a:schemeClr val="tx1"/>
          </a:solidFill>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a:latin typeface="Calibri" panose="020F0502020204030204" pitchFamily="34" charset="0"/>
                <a:cs typeface="Calibri" panose="020F0502020204030204" pitchFamily="34" charset="0"/>
              </a:rPr>
              <a:t>Value Potential after implementing these interventions </a:t>
            </a:r>
          </a:p>
        </p:txBody>
      </p:sp>
      <p:sp>
        <p:nvSpPr>
          <p:cNvPr id="2" name="object 266">
            <a:extLst>
              <a:ext uri="{FF2B5EF4-FFF2-40B4-BE49-F238E27FC236}">
                <a16:creationId xmlns:a16="http://schemas.microsoft.com/office/drawing/2014/main" id="{700E4E10-DB7A-B7D6-3D6A-213496E63E91}"/>
              </a:ext>
            </a:extLst>
          </p:cNvPr>
          <p:cNvSpPr/>
          <p:nvPr/>
        </p:nvSpPr>
        <p:spPr>
          <a:xfrm flipH="1">
            <a:off x="7968178" y="561085"/>
            <a:ext cx="45719" cy="2771602"/>
          </a:xfrm>
          <a:custGeom>
            <a:avLst/>
            <a:gdLst/>
            <a:ahLst/>
            <a:cxnLst/>
            <a:rect l="l" t="t" r="r" b="b"/>
            <a:pathLst>
              <a:path h="4676775">
                <a:moveTo>
                  <a:pt x="0" y="0"/>
                </a:moveTo>
                <a:lnTo>
                  <a:pt x="0" y="4676216"/>
                </a:lnTo>
              </a:path>
            </a:pathLst>
          </a:custGeom>
          <a:ln w="12700">
            <a:solidFill>
              <a:schemeClr val="bg1">
                <a:lumMod val="65000"/>
              </a:schemeClr>
            </a:solidFill>
            <a:prstDash val="dot"/>
          </a:ln>
        </p:spPr>
        <p:txBody>
          <a:bodyPr wrap="square" lIns="0" tIns="0" rIns="0" bIns="0" rtlCol="0"/>
          <a:lstStyle/>
          <a:p>
            <a:endParaRPr/>
          </a:p>
        </p:txBody>
      </p:sp>
      <p:sp>
        <p:nvSpPr>
          <p:cNvPr id="3" name="object 266">
            <a:extLst>
              <a:ext uri="{FF2B5EF4-FFF2-40B4-BE49-F238E27FC236}">
                <a16:creationId xmlns:a16="http://schemas.microsoft.com/office/drawing/2014/main" id="{6B8AA9F0-1489-CA31-3488-915E7F305B34}"/>
              </a:ext>
            </a:extLst>
          </p:cNvPr>
          <p:cNvSpPr/>
          <p:nvPr/>
        </p:nvSpPr>
        <p:spPr>
          <a:xfrm flipH="1">
            <a:off x="9730661" y="596661"/>
            <a:ext cx="45719" cy="2771602"/>
          </a:xfrm>
          <a:custGeom>
            <a:avLst/>
            <a:gdLst/>
            <a:ahLst/>
            <a:cxnLst/>
            <a:rect l="l" t="t" r="r" b="b"/>
            <a:pathLst>
              <a:path h="4676775">
                <a:moveTo>
                  <a:pt x="0" y="0"/>
                </a:moveTo>
                <a:lnTo>
                  <a:pt x="0" y="4676216"/>
                </a:lnTo>
              </a:path>
            </a:pathLst>
          </a:custGeom>
          <a:ln w="12700">
            <a:solidFill>
              <a:schemeClr val="bg1">
                <a:lumMod val="65000"/>
              </a:schemeClr>
            </a:solidFill>
            <a:prstDash val="dot"/>
          </a:ln>
        </p:spPr>
        <p:txBody>
          <a:bodyPr wrap="square" lIns="0" tIns="0" rIns="0" bIns="0" rtlCol="0"/>
          <a:lstStyle/>
          <a:p>
            <a:endParaRPr/>
          </a:p>
        </p:txBody>
      </p:sp>
      <p:grpSp>
        <p:nvGrpSpPr>
          <p:cNvPr id="8" name="Group 7">
            <a:extLst>
              <a:ext uri="{FF2B5EF4-FFF2-40B4-BE49-F238E27FC236}">
                <a16:creationId xmlns:a16="http://schemas.microsoft.com/office/drawing/2014/main" id="{A1DD34B2-80D0-DAEF-CF28-92E56206BEA5}"/>
              </a:ext>
            </a:extLst>
          </p:cNvPr>
          <p:cNvGrpSpPr/>
          <p:nvPr/>
        </p:nvGrpSpPr>
        <p:grpSpPr>
          <a:xfrm>
            <a:off x="6788182" y="318218"/>
            <a:ext cx="739293" cy="400802"/>
            <a:chOff x="-2858834" y="4225729"/>
            <a:chExt cx="739293" cy="400802"/>
          </a:xfrm>
        </p:grpSpPr>
        <p:sp>
          <p:nvSpPr>
            <p:cNvPr id="9" name="ee4pHeader1">
              <a:extLst>
                <a:ext uri="{FF2B5EF4-FFF2-40B4-BE49-F238E27FC236}">
                  <a16:creationId xmlns:a16="http://schemas.microsoft.com/office/drawing/2014/main" id="{1EC7250F-4A38-83DE-AD22-DB8576A20B1C}"/>
                </a:ext>
              </a:extLst>
            </p:cNvPr>
            <p:cNvSpPr>
              <a:spLocks noChangeArrowheads="1"/>
            </p:cNvSpPr>
            <p:nvPr>
              <p:custDataLst>
                <p:tags r:id="rId3"/>
              </p:custDataLst>
            </p:nvPr>
          </p:nvSpPr>
          <p:spPr bwMode="gray">
            <a:xfrm rot="5400000">
              <a:off x="-2689588" y="4056483"/>
              <a:ext cx="400802" cy="739293"/>
            </a:xfrm>
            <a:prstGeom prst="homePlate">
              <a:avLst>
                <a:gd name="adj" fmla="val 12004"/>
              </a:avLst>
            </a:prstGeom>
            <a:solidFill>
              <a:schemeClr val="accent1">
                <a:lumMod val="50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olidFill>
                  <a:schemeClr val="bg1"/>
                </a:solidFill>
                <a:sym typeface="Trebuchet MS" panose="020B0603020202020204" pitchFamily="34" charset="0"/>
              </a:endParaRPr>
            </a:p>
          </p:txBody>
        </p:sp>
        <p:sp>
          <p:nvSpPr>
            <p:cNvPr id="33" name="TextBox 32">
              <a:extLst>
                <a:ext uri="{FF2B5EF4-FFF2-40B4-BE49-F238E27FC236}">
                  <a16:creationId xmlns:a16="http://schemas.microsoft.com/office/drawing/2014/main" id="{63D4BC04-6476-3D57-B5AA-A563C69AAC22}"/>
                </a:ext>
              </a:extLst>
            </p:cNvPr>
            <p:cNvSpPr txBox="1"/>
            <p:nvPr/>
          </p:nvSpPr>
          <p:spPr>
            <a:xfrm>
              <a:off x="-2820368" y="4294826"/>
              <a:ext cx="689612" cy="276999"/>
            </a:xfrm>
            <a:prstGeom prst="rect">
              <a:avLst/>
            </a:prstGeom>
            <a:noFill/>
          </p:spPr>
          <p:txBody>
            <a:bodyPr wrap="none" rtlCol="0">
              <a:spAutoFit/>
            </a:bodyPr>
            <a:lstStyle/>
            <a:p>
              <a:r>
                <a:rPr lang="en-US" sz="1200">
                  <a:solidFill>
                    <a:schemeClr val="bg1"/>
                  </a:solidFill>
                </a:rPr>
                <a:t>City WH</a:t>
              </a:r>
            </a:p>
          </p:txBody>
        </p:sp>
      </p:grpSp>
      <p:grpSp>
        <p:nvGrpSpPr>
          <p:cNvPr id="38" name="Group 37">
            <a:extLst>
              <a:ext uri="{FF2B5EF4-FFF2-40B4-BE49-F238E27FC236}">
                <a16:creationId xmlns:a16="http://schemas.microsoft.com/office/drawing/2014/main" id="{EB26EEC2-4E0A-71A6-3025-95E90BED8F69}"/>
              </a:ext>
            </a:extLst>
          </p:cNvPr>
          <p:cNvGrpSpPr/>
          <p:nvPr/>
        </p:nvGrpSpPr>
        <p:grpSpPr>
          <a:xfrm>
            <a:off x="10021331" y="218486"/>
            <a:ext cx="1471813" cy="490650"/>
            <a:chOff x="-2886967" y="5059500"/>
            <a:chExt cx="1471813" cy="400803"/>
          </a:xfrm>
        </p:grpSpPr>
        <p:sp>
          <p:nvSpPr>
            <p:cNvPr id="39" name="ee4pHeader2">
              <a:extLst>
                <a:ext uri="{FF2B5EF4-FFF2-40B4-BE49-F238E27FC236}">
                  <a16:creationId xmlns:a16="http://schemas.microsoft.com/office/drawing/2014/main" id="{17094AB9-033B-A3BE-D392-D376E105EF65}"/>
                </a:ext>
              </a:extLst>
            </p:cNvPr>
            <p:cNvSpPr>
              <a:spLocks noChangeArrowheads="1"/>
            </p:cNvSpPr>
            <p:nvPr>
              <p:custDataLst>
                <p:tags r:id="rId2"/>
              </p:custDataLst>
            </p:nvPr>
          </p:nvSpPr>
          <p:spPr bwMode="gray">
            <a:xfrm rot="5400000">
              <a:off x="-2358455" y="4562722"/>
              <a:ext cx="400803" cy="1394359"/>
            </a:xfrm>
            <a:prstGeom prst="chevron">
              <a:avLst>
                <a:gd name="adj" fmla="val 12004"/>
              </a:avLst>
            </a:prstGeom>
            <a:solidFill>
              <a:schemeClr val="accent1">
                <a:lumMod val="60000"/>
                <a:lumOff val="40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olidFill>
                  <a:schemeClr val="bg1"/>
                </a:solidFill>
                <a:sym typeface="Trebuchet MS" panose="020B0603020202020204" pitchFamily="34" charset="0"/>
              </a:endParaRPr>
            </a:p>
          </p:txBody>
        </p:sp>
        <p:sp>
          <p:nvSpPr>
            <p:cNvPr id="40" name="TextBox 39">
              <a:extLst>
                <a:ext uri="{FF2B5EF4-FFF2-40B4-BE49-F238E27FC236}">
                  <a16:creationId xmlns:a16="http://schemas.microsoft.com/office/drawing/2014/main" id="{840E316B-1E58-8234-A4DE-34A893F96589}"/>
                </a:ext>
              </a:extLst>
            </p:cNvPr>
            <p:cNvSpPr txBox="1"/>
            <p:nvPr/>
          </p:nvSpPr>
          <p:spPr>
            <a:xfrm>
              <a:off x="-2886967" y="5098325"/>
              <a:ext cx="1471813" cy="276999"/>
            </a:xfrm>
            <a:prstGeom prst="rect">
              <a:avLst/>
            </a:prstGeom>
            <a:noFill/>
          </p:spPr>
          <p:txBody>
            <a:bodyPr wrap="square" rtlCol="0">
              <a:spAutoFit/>
            </a:bodyPr>
            <a:lstStyle/>
            <a:p>
              <a:r>
                <a:rPr lang="en-US" sz="1200"/>
                <a:t>Full-</a:t>
              </a:r>
              <a:r>
                <a:rPr lang="en-US" sz="1200" err="1"/>
                <a:t>Fillment</a:t>
              </a:r>
              <a:r>
                <a:rPr lang="en-US" sz="1200"/>
                <a:t> </a:t>
              </a:r>
              <a:r>
                <a:rPr lang="en-US" sz="1200" err="1"/>
                <a:t>Centres</a:t>
              </a:r>
              <a:endParaRPr lang="en-US" sz="1200"/>
            </a:p>
          </p:txBody>
        </p:sp>
      </p:grpSp>
      <p:grpSp>
        <p:nvGrpSpPr>
          <p:cNvPr id="41" name="Group 40">
            <a:extLst>
              <a:ext uri="{FF2B5EF4-FFF2-40B4-BE49-F238E27FC236}">
                <a16:creationId xmlns:a16="http://schemas.microsoft.com/office/drawing/2014/main" id="{2E124BD7-580F-18EE-5036-2C3100B3260D}"/>
              </a:ext>
            </a:extLst>
          </p:cNvPr>
          <p:cNvGrpSpPr/>
          <p:nvPr/>
        </p:nvGrpSpPr>
        <p:grpSpPr>
          <a:xfrm>
            <a:off x="8478775" y="308333"/>
            <a:ext cx="893193" cy="400803"/>
            <a:chOff x="-2886967" y="5059500"/>
            <a:chExt cx="893193" cy="400803"/>
          </a:xfrm>
        </p:grpSpPr>
        <p:sp>
          <p:nvSpPr>
            <p:cNvPr id="45" name="ee4pHeader2">
              <a:extLst>
                <a:ext uri="{FF2B5EF4-FFF2-40B4-BE49-F238E27FC236}">
                  <a16:creationId xmlns:a16="http://schemas.microsoft.com/office/drawing/2014/main" id="{EB48FEC5-82C8-7113-23DC-D7916938B119}"/>
                </a:ext>
              </a:extLst>
            </p:cNvPr>
            <p:cNvSpPr>
              <a:spLocks noChangeArrowheads="1"/>
            </p:cNvSpPr>
            <p:nvPr>
              <p:custDataLst>
                <p:tags r:id="rId1"/>
              </p:custDataLst>
            </p:nvPr>
          </p:nvSpPr>
          <p:spPr bwMode="gray">
            <a:xfrm rot="5400000">
              <a:off x="-2687788" y="4892056"/>
              <a:ext cx="400803" cy="735692"/>
            </a:xfrm>
            <a:prstGeom prst="chevron">
              <a:avLst>
                <a:gd name="adj" fmla="val 12004"/>
              </a:avLst>
            </a:prstGeom>
            <a:solidFill>
              <a:schemeClr val="accent1">
                <a:lumMod val="60000"/>
                <a:lumOff val="40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olidFill>
                  <a:schemeClr val="bg1"/>
                </a:solidFill>
                <a:sym typeface="Trebuchet MS" panose="020B0603020202020204" pitchFamily="34" charset="0"/>
              </a:endParaRPr>
            </a:p>
          </p:txBody>
        </p:sp>
        <p:sp>
          <p:nvSpPr>
            <p:cNvPr id="46" name="TextBox 45">
              <a:extLst>
                <a:ext uri="{FF2B5EF4-FFF2-40B4-BE49-F238E27FC236}">
                  <a16:creationId xmlns:a16="http://schemas.microsoft.com/office/drawing/2014/main" id="{34009262-8711-764F-D127-6DC5F28DEA63}"/>
                </a:ext>
              </a:extLst>
            </p:cNvPr>
            <p:cNvSpPr txBox="1"/>
            <p:nvPr/>
          </p:nvSpPr>
          <p:spPr>
            <a:xfrm>
              <a:off x="-2886967" y="5098325"/>
              <a:ext cx="893193" cy="276999"/>
            </a:xfrm>
            <a:prstGeom prst="rect">
              <a:avLst/>
            </a:prstGeom>
            <a:noFill/>
          </p:spPr>
          <p:txBody>
            <a:bodyPr wrap="none" rtlCol="0">
              <a:spAutoFit/>
            </a:bodyPr>
            <a:lstStyle/>
            <a:p>
              <a:r>
                <a:rPr lang="en-US" sz="1200"/>
                <a:t>Distributor </a:t>
              </a:r>
            </a:p>
          </p:txBody>
        </p:sp>
      </p:grpSp>
      <p:sp>
        <p:nvSpPr>
          <p:cNvPr id="498" name="object 5">
            <a:extLst>
              <a:ext uri="{FF2B5EF4-FFF2-40B4-BE49-F238E27FC236}">
                <a16:creationId xmlns:a16="http://schemas.microsoft.com/office/drawing/2014/main" id="{418F1016-37D0-B1B1-D2B6-67F52FAACDE4}"/>
              </a:ext>
            </a:extLst>
          </p:cNvPr>
          <p:cNvSpPr txBox="1"/>
          <p:nvPr/>
        </p:nvSpPr>
        <p:spPr>
          <a:xfrm>
            <a:off x="207193" y="3031347"/>
            <a:ext cx="1070164" cy="351378"/>
          </a:xfrm>
          <a:prstGeom prst="rect">
            <a:avLst/>
          </a:prstGeom>
          <a:ln>
            <a:solidFill>
              <a:schemeClr val="bg1">
                <a:lumMod val="65000"/>
              </a:schemeClr>
            </a:solidFill>
          </a:ln>
        </p:spPr>
        <p:txBody>
          <a:bodyPr vert="horz" wrap="square" lIns="0" tIns="12700" rIns="0" bIns="0" rtlCol="0">
            <a:spAutoFit/>
          </a:bodyPr>
          <a:lstStyle/>
          <a:p>
            <a:pPr marL="12700" marR="5080">
              <a:lnSpc>
                <a:spcPct val="100000"/>
              </a:lnSpc>
              <a:spcBef>
                <a:spcPts val="100"/>
              </a:spcBef>
            </a:pPr>
            <a:r>
              <a:rPr sz="1100" spc="-20">
                <a:solidFill>
                  <a:srgbClr val="4D4D4F"/>
                </a:solidFill>
                <a:cs typeface="Arial MT"/>
              </a:rPr>
              <a:t>Secu</a:t>
            </a:r>
            <a:r>
              <a:rPr sz="1100" spc="-25">
                <a:solidFill>
                  <a:srgbClr val="4D4D4F"/>
                </a:solidFill>
                <a:cs typeface="Arial MT"/>
              </a:rPr>
              <a:t>r</a:t>
            </a:r>
            <a:r>
              <a:rPr sz="1100" spc="-30">
                <a:solidFill>
                  <a:srgbClr val="4D4D4F"/>
                </a:solidFill>
                <a:cs typeface="Arial MT"/>
              </a:rPr>
              <a:t>e</a:t>
            </a:r>
            <a:r>
              <a:rPr sz="1100">
                <a:solidFill>
                  <a:srgbClr val="4D4D4F"/>
                </a:solidFill>
                <a:cs typeface="Arial MT"/>
              </a:rPr>
              <a:t> </a:t>
            </a:r>
            <a:r>
              <a:rPr sz="1100" spc="-25">
                <a:solidFill>
                  <a:srgbClr val="4D4D4F"/>
                </a:solidFill>
                <a:cs typeface="Arial MT"/>
              </a:rPr>
              <a:t>delivery  </a:t>
            </a:r>
            <a:r>
              <a:rPr sz="1100" spc="-15">
                <a:solidFill>
                  <a:srgbClr val="4D4D4F"/>
                </a:solidFill>
                <a:cs typeface="Arial MT"/>
              </a:rPr>
              <a:t>systems</a:t>
            </a:r>
            <a:endParaRPr sz="1100">
              <a:cs typeface="Arial MT"/>
            </a:endParaRPr>
          </a:p>
        </p:txBody>
      </p:sp>
      <p:pic>
        <p:nvPicPr>
          <p:cNvPr id="499" name="object 38">
            <a:extLst>
              <a:ext uri="{FF2B5EF4-FFF2-40B4-BE49-F238E27FC236}">
                <a16:creationId xmlns:a16="http://schemas.microsoft.com/office/drawing/2014/main" id="{D84613F9-12A0-4AA2-158B-B5C8A4FAE975}"/>
              </a:ext>
            </a:extLst>
          </p:cNvPr>
          <p:cNvPicPr/>
          <p:nvPr/>
        </p:nvPicPr>
        <p:blipFill>
          <a:blip r:embed="rId8" cstate="print"/>
          <a:stretch>
            <a:fillRect/>
          </a:stretch>
        </p:blipFill>
        <p:spPr>
          <a:xfrm>
            <a:off x="1082260" y="2911105"/>
            <a:ext cx="107999" cy="108002"/>
          </a:xfrm>
          <a:prstGeom prst="rect">
            <a:avLst/>
          </a:prstGeom>
          <a:ln>
            <a:solidFill>
              <a:schemeClr val="bg1">
                <a:lumMod val="65000"/>
              </a:schemeClr>
            </a:solidFill>
          </a:ln>
        </p:spPr>
      </p:pic>
      <p:sp>
        <p:nvSpPr>
          <p:cNvPr id="500" name="object 222">
            <a:extLst>
              <a:ext uri="{FF2B5EF4-FFF2-40B4-BE49-F238E27FC236}">
                <a16:creationId xmlns:a16="http://schemas.microsoft.com/office/drawing/2014/main" id="{2DEDEB2D-3AA3-F041-6776-26754DC5C59C}"/>
              </a:ext>
            </a:extLst>
          </p:cNvPr>
          <p:cNvSpPr/>
          <p:nvPr/>
        </p:nvSpPr>
        <p:spPr>
          <a:xfrm>
            <a:off x="529527" y="2559892"/>
            <a:ext cx="199390" cy="406400"/>
          </a:xfrm>
          <a:custGeom>
            <a:avLst/>
            <a:gdLst/>
            <a:ahLst/>
            <a:cxnLst/>
            <a:rect l="l" t="t" r="r" b="b"/>
            <a:pathLst>
              <a:path w="199389" h="406400">
                <a:moveTo>
                  <a:pt x="199364" y="406031"/>
                </a:moveTo>
                <a:lnTo>
                  <a:pt x="0" y="406031"/>
                </a:lnTo>
                <a:lnTo>
                  <a:pt x="0" y="0"/>
                </a:lnTo>
                <a:lnTo>
                  <a:pt x="199364" y="0"/>
                </a:lnTo>
                <a:lnTo>
                  <a:pt x="199364" y="406031"/>
                </a:lnTo>
                <a:close/>
              </a:path>
            </a:pathLst>
          </a:custGeom>
          <a:ln w="9524">
            <a:solidFill>
              <a:schemeClr val="bg1">
                <a:lumMod val="65000"/>
              </a:schemeClr>
            </a:solidFill>
          </a:ln>
        </p:spPr>
        <p:txBody>
          <a:bodyPr wrap="square" lIns="0" tIns="0" rIns="0" bIns="0" rtlCol="0"/>
          <a:lstStyle/>
          <a:p>
            <a:endParaRPr sz="1100"/>
          </a:p>
        </p:txBody>
      </p:sp>
      <p:sp>
        <p:nvSpPr>
          <p:cNvPr id="501" name="object 223">
            <a:extLst>
              <a:ext uri="{FF2B5EF4-FFF2-40B4-BE49-F238E27FC236}">
                <a16:creationId xmlns:a16="http://schemas.microsoft.com/office/drawing/2014/main" id="{9716B392-24C5-859D-C9BE-C24FFE126F18}"/>
              </a:ext>
            </a:extLst>
          </p:cNvPr>
          <p:cNvSpPr/>
          <p:nvPr/>
        </p:nvSpPr>
        <p:spPr>
          <a:xfrm>
            <a:off x="552082" y="2582421"/>
            <a:ext cx="154305" cy="181610"/>
          </a:xfrm>
          <a:custGeom>
            <a:avLst/>
            <a:gdLst/>
            <a:ahLst/>
            <a:cxnLst/>
            <a:rect l="l" t="t" r="r" b="b"/>
            <a:pathLst>
              <a:path w="154305" h="181610">
                <a:moveTo>
                  <a:pt x="154266" y="181546"/>
                </a:moveTo>
                <a:lnTo>
                  <a:pt x="0" y="181546"/>
                </a:lnTo>
                <a:lnTo>
                  <a:pt x="0" y="0"/>
                </a:lnTo>
                <a:lnTo>
                  <a:pt x="154266" y="0"/>
                </a:lnTo>
                <a:lnTo>
                  <a:pt x="154266" y="181546"/>
                </a:lnTo>
                <a:close/>
              </a:path>
            </a:pathLst>
          </a:custGeom>
          <a:ln w="9525">
            <a:solidFill>
              <a:schemeClr val="bg1">
                <a:lumMod val="65000"/>
              </a:schemeClr>
            </a:solidFill>
          </a:ln>
        </p:spPr>
        <p:txBody>
          <a:bodyPr wrap="square" lIns="0" tIns="0" rIns="0" bIns="0" rtlCol="0"/>
          <a:lstStyle/>
          <a:p>
            <a:endParaRPr sz="1100"/>
          </a:p>
        </p:txBody>
      </p:sp>
      <p:sp>
        <p:nvSpPr>
          <p:cNvPr id="502" name="object 224">
            <a:extLst>
              <a:ext uri="{FF2B5EF4-FFF2-40B4-BE49-F238E27FC236}">
                <a16:creationId xmlns:a16="http://schemas.microsoft.com/office/drawing/2014/main" id="{D9468550-1428-D4DF-82B2-4E4E8E8901EB}"/>
              </a:ext>
            </a:extLst>
          </p:cNvPr>
          <p:cNvSpPr/>
          <p:nvPr/>
        </p:nvSpPr>
        <p:spPr>
          <a:xfrm>
            <a:off x="552082" y="2824394"/>
            <a:ext cx="154305" cy="119380"/>
          </a:xfrm>
          <a:custGeom>
            <a:avLst/>
            <a:gdLst/>
            <a:ahLst/>
            <a:cxnLst/>
            <a:rect l="l" t="t" r="r" b="b"/>
            <a:pathLst>
              <a:path w="154305" h="119379">
                <a:moveTo>
                  <a:pt x="154266" y="118986"/>
                </a:moveTo>
                <a:lnTo>
                  <a:pt x="0" y="118986"/>
                </a:lnTo>
                <a:lnTo>
                  <a:pt x="0" y="0"/>
                </a:lnTo>
                <a:lnTo>
                  <a:pt x="154266" y="0"/>
                </a:lnTo>
                <a:lnTo>
                  <a:pt x="154266" y="118986"/>
                </a:lnTo>
                <a:close/>
              </a:path>
            </a:pathLst>
          </a:custGeom>
          <a:ln w="9525">
            <a:solidFill>
              <a:schemeClr val="bg1">
                <a:lumMod val="65000"/>
              </a:schemeClr>
            </a:solidFill>
          </a:ln>
        </p:spPr>
        <p:txBody>
          <a:bodyPr wrap="square" lIns="0" tIns="0" rIns="0" bIns="0" rtlCol="0"/>
          <a:lstStyle/>
          <a:p>
            <a:endParaRPr sz="1100"/>
          </a:p>
        </p:txBody>
      </p:sp>
      <p:sp>
        <p:nvSpPr>
          <p:cNvPr id="503" name="object 225">
            <a:extLst>
              <a:ext uri="{FF2B5EF4-FFF2-40B4-BE49-F238E27FC236}">
                <a16:creationId xmlns:a16="http://schemas.microsoft.com/office/drawing/2014/main" id="{29AD6D85-3368-4595-29B8-D5474FB64102}"/>
              </a:ext>
            </a:extLst>
          </p:cNvPr>
          <p:cNvSpPr/>
          <p:nvPr/>
        </p:nvSpPr>
        <p:spPr>
          <a:xfrm>
            <a:off x="695142" y="2786225"/>
            <a:ext cx="15875" cy="15875"/>
          </a:xfrm>
          <a:custGeom>
            <a:avLst/>
            <a:gdLst/>
            <a:ahLst/>
            <a:cxnLst/>
            <a:rect l="l" t="t" r="r" b="b"/>
            <a:pathLst>
              <a:path w="15875" h="15875">
                <a:moveTo>
                  <a:pt x="12128" y="0"/>
                </a:moveTo>
                <a:lnTo>
                  <a:pt x="3492" y="0"/>
                </a:lnTo>
                <a:lnTo>
                  <a:pt x="0" y="3492"/>
                </a:lnTo>
                <a:lnTo>
                  <a:pt x="0" y="12128"/>
                </a:lnTo>
                <a:lnTo>
                  <a:pt x="3492" y="15621"/>
                </a:lnTo>
                <a:lnTo>
                  <a:pt x="12128" y="15621"/>
                </a:lnTo>
                <a:lnTo>
                  <a:pt x="15620" y="12128"/>
                </a:lnTo>
                <a:lnTo>
                  <a:pt x="15620" y="7810"/>
                </a:lnTo>
                <a:lnTo>
                  <a:pt x="15620" y="3492"/>
                </a:lnTo>
                <a:lnTo>
                  <a:pt x="12128" y="0"/>
                </a:lnTo>
                <a:close/>
              </a:path>
            </a:pathLst>
          </a:custGeom>
          <a:solidFill>
            <a:srgbClr val="00539B"/>
          </a:solidFill>
          <a:ln>
            <a:solidFill>
              <a:schemeClr val="bg1">
                <a:lumMod val="65000"/>
              </a:schemeClr>
            </a:solidFill>
          </a:ln>
        </p:spPr>
        <p:txBody>
          <a:bodyPr wrap="square" lIns="0" tIns="0" rIns="0" bIns="0" rtlCol="0"/>
          <a:lstStyle/>
          <a:p>
            <a:endParaRPr sz="1100"/>
          </a:p>
        </p:txBody>
      </p:sp>
      <p:sp>
        <p:nvSpPr>
          <p:cNvPr id="504" name="object 226">
            <a:extLst>
              <a:ext uri="{FF2B5EF4-FFF2-40B4-BE49-F238E27FC236}">
                <a16:creationId xmlns:a16="http://schemas.microsoft.com/office/drawing/2014/main" id="{96E8036B-A261-328E-E805-C6FD0B44AE17}"/>
              </a:ext>
            </a:extLst>
          </p:cNvPr>
          <p:cNvSpPr/>
          <p:nvPr/>
        </p:nvSpPr>
        <p:spPr>
          <a:xfrm>
            <a:off x="675034" y="2794035"/>
            <a:ext cx="27940" cy="0"/>
          </a:xfrm>
          <a:custGeom>
            <a:avLst/>
            <a:gdLst/>
            <a:ahLst/>
            <a:cxnLst/>
            <a:rect l="l" t="t" r="r" b="b"/>
            <a:pathLst>
              <a:path w="27939">
                <a:moveTo>
                  <a:pt x="27914" y="0"/>
                </a:moveTo>
                <a:lnTo>
                  <a:pt x="0" y="0"/>
                </a:lnTo>
              </a:path>
            </a:pathLst>
          </a:custGeom>
          <a:ln w="9525">
            <a:solidFill>
              <a:schemeClr val="bg1">
                <a:lumMod val="65000"/>
              </a:schemeClr>
            </a:solidFill>
          </a:ln>
        </p:spPr>
        <p:txBody>
          <a:bodyPr wrap="square" lIns="0" tIns="0" rIns="0" bIns="0" rtlCol="0"/>
          <a:lstStyle/>
          <a:p>
            <a:endParaRPr sz="1100"/>
          </a:p>
        </p:txBody>
      </p:sp>
      <p:pic>
        <p:nvPicPr>
          <p:cNvPr id="505" name="object 227">
            <a:extLst>
              <a:ext uri="{FF2B5EF4-FFF2-40B4-BE49-F238E27FC236}">
                <a16:creationId xmlns:a16="http://schemas.microsoft.com/office/drawing/2014/main" id="{AA15843D-09C8-21CF-F257-1A408730380A}"/>
              </a:ext>
            </a:extLst>
          </p:cNvPr>
          <p:cNvPicPr/>
          <p:nvPr/>
        </p:nvPicPr>
        <p:blipFill>
          <a:blip r:embed="rId24" cstate="print"/>
          <a:stretch>
            <a:fillRect/>
          </a:stretch>
        </p:blipFill>
        <p:spPr>
          <a:xfrm>
            <a:off x="762117" y="2703830"/>
            <a:ext cx="120281" cy="120281"/>
          </a:xfrm>
          <a:prstGeom prst="rect">
            <a:avLst/>
          </a:prstGeom>
          <a:ln>
            <a:solidFill>
              <a:schemeClr val="bg1">
                <a:lumMod val="65000"/>
              </a:schemeClr>
            </a:solidFill>
          </a:ln>
        </p:spPr>
      </p:pic>
      <p:grpSp>
        <p:nvGrpSpPr>
          <p:cNvPr id="506" name="Group 505">
            <a:extLst>
              <a:ext uri="{FF2B5EF4-FFF2-40B4-BE49-F238E27FC236}">
                <a16:creationId xmlns:a16="http://schemas.microsoft.com/office/drawing/2014/main" id="{EEDFBA82-9CBB-4BFE-3AB0-916AAE79C993}"/>
              </a:ext>
            </a:extLst>
          </p:cNvPr>
          <p:cNvGrpSpPr/>
          <p:nvPr/>
        </p:nvGrpSpPr>
        <p:grpSpPr>
          <a:xfrm>
            <a:off x="3375658" y="3099241"/>
            <a:ext cx="981710" cy="665413"/>
            <a:chOff x="5426316" y="3625692"/>
            <a:chExt cx="981710" cy="665413"/>
          </a:xfrm>
        </p:grpSpPr>
        <p:sp>
          <p:nvSpPr>
            <p:cNvPr id="507" name="object 46">
              <a:extLst>
                <a:ext uri="{FF2B5EF4-FFF2-40B4-BE49-F238E27FC236}">
                  <a16:creationId xmlns:a16="http://schemas.microsoft.com/office/drawing/2014/main" id="{0E35BD5D-18AA-D401-7CC2-82D62124949F}"/>
                </a:ext>
              </a:extLst>
            </p:cNvPr>
            <p:cNvSpPr txBox="1"/>
            <p:nvPr/>
          </p:nvSpPr>
          <p:spPr>
            <a:xfrm>
              <a:off x="5426316" y="4109004"/>
              <a:ext cx="967579" cy="182101"/>
            </a:xfrm>
            <a:prstGeom prst="rect">
              <a:avLst/>
            </a:prstGeom>
            <a:ln>
              <a:solidFill>
                <a:schemeClr val="bg1">
                  <a:lumMod val="65000"/>
                </a:schemeClr>
              </a:solidFill>
            </a:ln>
          </p:spPr>
          <p:txBody>
            <a:bodyPr vert="horz" wrap="square" lIns="0" tIns="12700" rIns="0" bIns="0" rtlCol="0">
              <a:spAutoFit/>
            </a:bodyPr>
            <a:lstStyle/>
            <a:p>
              <a:pPr marL="12700">
                <a:lnSpc>
                  <a:spcPct val="100000"/>
                </a:lnSpc>
                <a:spcBef>
                  <a:spcPts val="100"/>
                </a:spcBef>
              </a:pPr>
              <a:r>
                <a:rPr sz="1100" spc="-25">
                  <a:solidFill>
                    <a:srgbClr val="4D4D4F"/>
                  </a:solidFill>
                  <a:cs typeface="Arial MT"/>
                </a:rPr>
                <a:t>Express</a:t>
              </a:r>
              <a:r>
                <a:rPr sz="1100" spc="-20">
                  <a:solidFill>
                    <a:srgbClr val="4D4D4F"/>
                  </a:solidFill>
                  <a:cs typeface="Arial MT"/>
                </a:rPr>
                <a:t> </a:t>
              </a:r>
              <a:r>
                <a:rPr sz="1100" spc="-30">
                  <a:solidFill>
                    <a:srgbClr val="4D4D4F"/>
                  </a:solidFill>
                  <a:cs typeface="Arial MT"/>
                </a:rPr>
                <a:t>lane</a:t>
              </a:r>
              <a:r>
                <a:rPr sz="1100" spc="-20">
                  <a:solidFill>
                    <a:srgbClr val="4D4D4F"/>
                  </a:solidFill>
                  <a:cs typeface="Arial MT"/>
                </a:rPr>
                <a:t> </a:t>
              </a:r>
              <a:r>
                <a:rPr sz="1100" spc="-25">
                  <a:solidFill>
                    <a:srgbClr val="4D4D4F"/>
                  </a:solidFill>
                  <a:cs typeface="Arial MT"/>
                </a:rPr>
                <a:t>use</a:t>
              </a:r>
              <a:endParaRPr sz="1100">
                <a:cs typeface="Arial MT"/>
              </a:endParaRPr>
            </a:p>
          </p:txBody>
        </p:sp>
        <p:sp>
          <p:nvSpPr>
            <p:cNvPr id="508" name="object 144">
              <a:extLst>
                <a:ext uri="{FF2B5EF4-FFF2-40B4-BE49-F238E27FC236}">
                  <a16:creationId xmlns:a16="http://schemas.microsoft.com/office/drawing/2014/main" id="{D041F814-FC19-67BC-4C29-25D6C688B8B0}"/>
                </a:ext>
              </a:extLst>
            </p:cNvPr>
            <p:cNvSpPr/>
            <p:nvPr/>
          </p:nvSpPr>
          <p:spPr>
            <a:xfrm>
              <a:off x="5925021" y="3625692"/>
              <a:ext cx="226060" cy="429895"/>
            </a:xfrm>
            <a:custGeom>
              <a:avLst/>
              <a:gdLst/>
              <a:ahLst/>
              <a:cxnLst/>
              <a:rect l="l" t="t" r="r" b="b"/>
              <a:pathLst>
                <a:path w="226059" h="429895">
                  <a:moveTo>
                    <a:pt x="58470" y="0"/>
                  </a:moveTo>
                  <a:lnTo>
                    <a:pt x="0" y="0"/>
                  </a:lnTo>
                  <a:lnTo>
                    <a:pt x="0" y="429742"/>
                  </a:lnTo>
                  <a:lnTo>
                    <a:pt x="225933" y="429742"/>
                  </a:lnTo>
                  <a:lnTo>
                    <a:pt x="58470" y="0"/>
                  </a:lnTo>
                  <a:close/>
                </a:path>
              </a:pathLst>
            </a:custGeom>
            <a:solidFill>
              <a:srgbClr val="DDE1EF"/>
            </a:solidFill>
            <a:ln>
              <a:solidFill>
                <a:schemeClr val="bg1">
                  <a:lumMod val="65000"/>
                </a:schemeClr>
              </a:solidFill>
            </a:ln>
          </p:spPr>
          <p:txBody>
            <a:bodyPr wrap="square" lIns="0" tIns="0" rIns="0" bIns="0" rtlCol="0"/>
            <a:lstStyle/>
            <a:p>
              <a:endParaRPr sz="1100"/>
            </a:p>
          </p:txBody>
        </p:sp>
        <p:sp>
          <p:nvSpPr>
            <p:cNvPr id="509" name="object 145">
              <a:extLst>
                <a:ext uri="{FF2B5EF4-FFF2-40B4-BE49-F238E27FC236}">
                  <a16:creationId xmlns:a16="http://schemas.microsoft.com/office/drawing/2014/main" id="{E981FE15-39F0-4085-4C40-4B2DC29C6FAD}"/>
                </a:ext>
              </a:extLst>
            </p:cNvPr>
            <p:cNvSpPr/>
            <p:nvPr/>
          </p:nvSpPr>
          <p:spPr>
            <a:xfrm>
              <a:off x="5699075" y="3625693"/>
              <a:ext cx="452120" cy="429895"/>
            </a:xfrm>
            <a:custGeom>
              <a:avLst/>
              <a:gdLst/>
              <a:ahLst/>
              <a:cxnLst/>
              <a:rect l="l" t="t" r="r" b="b"/>
              <a:pathLst>
                <a:path w="452120" h="429895">
                  <a:moveTo>
                    <a:pt x="225945" y="0"/>
                  </a:moveTo>
                  <a:lnTo>
                    <a:pt x="167474" y="0"/>
                  </a:lnTo>
                  <a:lnTo>
                    <a:pt x="0" y="429742"/>
                  </a:lnTo>
                  <a:lnTo>
                    <a:pt x="225945" y="429742"/>
                  </a:lnTo>
                </a:path>
                <a:path w="452120" h="429895">
                  <a:moveTo>
                    <a:pt x="225945" y="0"/>
                  </a:moveTo>
                  <a:lnTo>
                    <a:pt x="284416" y="0"/>
                  </a:lnTo>
                  <a:lnTo>
                    <a:pt x="451878" y="429742"/>
                  </a:lnTo>
                  <a:lnTo>
                    <a:pt x="225945" y="429742"/>
                  </a:lnTo>
                </a:path>
              </a:pathLst>
            </a:custGeom>
            <a:ln w="9525">
              <a:solidFill>
                <a:schemeClr val="bg1">
                  <a:lumMod val="65000"/>
                </a:schemeClr>
              </a:solidFill>
            </a:ln>
          </p:spPr>
          <p:txBody>
            <a:bodyPr wrap="square" lIns="0" tIns="0" rIns="0" bIns="0" rtlCol="0"/>
            <a:lstStyle/>
            <a:p>
              <a:endParaRPr sz="1100"/>
            </a:p>
          </p:txBody>
        </p:sp>
        <p:sp>
          <p:nvSpPr>
            <p:cNvPr id="510" name="object 146">
              <a:extLst>
                <a:ext uri="{FF2B5EF4-FFF2-40B4-BE49-F238E27FC236}">
                  <a16:creationId xmlns:a16="http://schemas.microsoft.com/office/drawing/2014/main" id="{10BC9C22-732C-22AE-49AA-AAEF7BF87E47}"/>
                </a:ext>
              </a:extLst>
            </p:cNvPr>
            <p:cNvSpPr/>
            <p:nvPr/>
          </p:nvSpPr>
          <p:spPr>
            <a:xfrm>
              <a:off x="5925021" y="3643416"/>
              <a:ext cx="0" cy="76200"/>
            </a:xfrm>
            <a:custGeom>
              <a:avLst/>
              <a:gdLst/>
              <a:ahLst/>
              <a:cxnLst/>
              <a:rect l="l" t="t" r="r" b="b"/>
              <a:pathLst>
                <a:path h="76200">
                  <a:moveTo>
                    <a:pt x="0" y="0"/>
                  </a:moveTo>
                  <a:lnTo>
                    <a:pt x="0" y="76200"/>
                  </a:lnTo>
                </a:path>
              </a:pathLst>
            </a:custGeom>
            <a:ln w="9525">
              <a:solidFill>
                <a:schemeClr val="bg1">
                  <a:lumMod val="65000"/>
                </a:schemeClr>
              </a:solidFill>
            </a:ln>
          </p:spPr>
          <p:txBody>
            <a:bodyPr wrap="square" lIns="0" tIns="0" rIns="0" bIns="0" rtlCol="0"/>
            <a:lstStyle/>
            <a:p>
              <a:endParaRPr sz="1100"/>
            </a:p>
          </p:txBody>
        </p:sp>
        <p:sp>
          <p:nvSpPr>
            <p:cNvPr id="511" name="object 147">
              <a:extLst>
                <a:ext uri="{FF2B5EF4-FFF2-40B4-BE49-F238E27FC236}">
                  <a16:creationId xmlns:a16="http://schemas.microsoft.com/office/drawing/2014/main" id="{1FD0FA4E-5C32-B0C5-8131-2BFF3F48D089}"/>
                </a:ext>
              </a:extLst>
            </p:cNvPr>
            <p:cNvSpPr/>
            <p:nvPr/>
          </p:nvSpPr>
          <p:spPr>
            <a:xfrm>
              <a:off x="5925021" y="3759787"/>
              <a:ext cx="0" cy="180975"/>
            </a:xfrm>
            <a:custGeom>
              <a:avLst/>
              <a:gdLst/>
              <a:ahLst/>
              <a:cxnLst/>
              <a:rect l="l" t="t" r="r" b="b"/>
              <a:pathLst>
                <a:path h="180975">
                  <a:moveTo>
                    <a:pt x="0" y="0"/>
                  </a:moveTo>
                  <a:lnTo>
                    <a:pt x="0" y="180746"/>
                  </a:lnTo>
                </a:path>
              </a:pathLst>
            </a:custGeom>
            <a:ln w="9525">
              <a:solidFill>
                <a:schemeClr val="bg1">
                  <a:lumMod val="65000"/>
                </a:schemeClr>
              </a:solidFill>
              <a:prstDash val="sysDash"/>
            </a:ln>
          </p:spPr>
          <p:txBody>
            <a:bodyPr wrap="square" lIns="0" tIns="0" rIns="0" bIns="0" rtlCol="0"/>
            <a:lstStyle/>
            <a:p>
              <a:endParaRPr sz="1100"/>
            </a:p>
          </p:txBody>
        </p:sp>
        <p:sp>
          <p:nvSpPr>
            <p:cNvPr id="512" name="object 148">
              <a:extLst>
                <a:ext uri="{FF2B5EF4-FFF2-40B4-BE49-F238E27FC236}">
                  <a16:creationId xmlns:a16="http://schemas.microsoft.com/office/drawing/2014/main" id="{2ED90592-A9EE-76BB-BDD2-E63E3C4351A7}"/>
                </a:ext>
              </a:extLst>
            </p:cNvPr>
            <p:cNvSpPr/>
            <p:nvPr/>
          </p:nvSpPr>
          <p:spPr>
            <a:xfrm>
              <a:off x="5925021" y="3960618"/>
              <a:ext cx="0" cy="76200"/>
            </a:xfrm>
            <a:custGeom>
              <a:avLst/>
              <a:gdLst/>
              <a:ahLst/>
              <a:cxnLst/>
              <a:rect l="l" t="t" r="r" b="b"/>
              <a:pathLst>
                <a:path h="76200">
                  <a:moveTo>
                    <a:pt x="0" y="0"/>
                  </a:moveTo>
                  <a:lnTo>
                    <a:pt x="0" y="76200"/>
                  </a:lnTo>
                </a:path>
              </a:pathLst>
            </a:custGeom>
            <a:ln w="9525">
              <a:solidFill>
                <a:schemeClr val="bg1">
                  <a:lumMod val="65000"/>
                </a:schemeClr>
              </a:solidFill>
            </a:ln>
          </p:spPr>
          <p:txBody>
            <a:bodyPr wrap="square" lIns="0" tIns="0" rIns="0" bIns="0" rtlCol="0"/>
            <a:lstStyle/>
            <a:p>
              <a:endParaRPr sz="1100"/>
            </a:p>
          </p:txBody>
        </p:sp>
        <p:pic>
          <p:nvPicPr>
            <p:cNvPr id="513" name="object 279">
              <a:extLst>
                <a:ext uri="{FF2B5EF4-FFF2-40B4-BE49-F238E27FC236}">
                  <a16:creationId xmlns:a16="http://schemas.microsoft.com/office/drawing/2014/main" id="{D64CCD79-132F-B88F-10E4-D57FAC46877A}"/>
                </a:ext>
              </a:extLst>
            </p:cNvPr>
            <p:cNvPicPr/>
            <p:nvPr/>
          </p:nvPicPr>
          <p:blipFill>
            <a:blip r:embed="rId18" cstate="print"/>
            <a:stretch>
              <a:fillRect/>
            </a:stretch>
          </p:blipFill>
          <p:spPr>
            <a:xfrm>
              <a:off x="6300026" y="3988762"/>
              <a:ext cx="108000" cy="108002"/>
            </a:xfrm>
            <a:prstGeom prst="rect">
              <a:avLst/>
            </a:prstGeom>
            <a:ln>
              <a:solidFill>
                <a:schemeClr val="bg1">
                  <a:lumMod val="65000"/>
                </a:schemeClr>
              </a:solidFill>
            </a:ln>
          </p:spPr>
        </p:pic>
      </p:grpSp>
      <p:grpSp>
        <p:nvGrpSpPr>
          <p:cNvPr id="514" name="Group 513">
            <a:extLst>
              <a:ext uri="{FF2B5EF4-FFF2-40B4-BE49-F238E27FC236}">
                <a16:creationId xmlns:a16="http://schemas.microsoft.com/office/drawing/2014/main" id="{9104EA37-7254-63B4-856F-3BF89A631937}"/>
              </a:ext>
            </a:extLst>
          </p:cNvPr>
          <p:cNvGrpSpPr/>
          <p:nvPr/>
        </p:nvGrpSpPr>
        <p:grpSpPr>
          <a:xfrm>
            <a:off x="2433330" y="2549311"/>
            <a:ext cx="1099346" cy="834172"/>
            <a:chOff x="3332958" y="3072659"/>
            <a:chExt cx="1099346" cy="834172"/>
          </a:xfrm>
        </p:grpSpPr>
        <p:sp>
          <p:nvSpPr>
            <p:cNvPr id="515" name="object 48">
              <a:extLst>
                <a:ext uri="{FF2B5EF4-FFF2-40B4-BE49-F238E27FC236}">
                  <a16:creationId xmlns:a16="http://schemas.microsoft.com/office/drawing/2014/main" id="{38FE3761-5A8E-7AD1-4A33-170E37D11AAA}"/>
                </a:ext>
              </a:extLst>
            </p:cNvPr>
            <p:cNvSpPr txBox="1"/>
            <p:nvPr/>
          </p:nvSpPr>
          <p:spPr>
            <a:xfrm>
              <a:off x="3332958" y="3555453"/>
              <a:ext cx="1099346" cy="351378"/>
            </a:xfrm>
            <a:prstGeom prst="rect">
              <a:avLst/>
            </a:prstGeom>
            <a:ln>
              <a:solidFill>
                <a:schemeClr val="bg1">
                  <a:lumMod val="65000"/>
                </a:schemeClr>
              </a:solidFill>
            </a:ln>
          </p:spPr>
          <p:txBody>
            <a:bodyPr vert="horz" wrap="square" lIns="0" tIns="12700" rIns="0" bIns="0" rtlCol="0">
              <a:spAutoFit/>
            </a:bodyPr>
            <a:lstStyle/>
            <a:p>
              <a:pPr marL="12700" marR="5080">
                <a:lnSpc>
                  <a:spcPct val="100000"/>
                </a:lnSpc>
                <a:spcBef>
                  <a:spcPts val="100"/>
                </a:spcBef>
              </a:pPr>
              <a:r>
                <a:rPr sz="1100" spc="-30">
                  <a:solidFill>
                    <a:srgbClr val="4D4D4F"/>
                  </a:solidFill>
                  <a:cs typeface="Arial MT"/>
                </a:rPr>
                <a:t>Delivery </a:t>
              </a:r>
              <a:r>
                <a:rPr sz="1100" spc="-10">
                  <a:solidFill>
                    <a:srgbClr val="4D4D4F"/>
                  </a:solidFill>
                  <a:cs typeface="Arial MT"/>
                </a:rPr>
                <a:t>parking  </a:t>
              </a:r>
              <a:r>
                <a:rPr sz="1100" spc="-20">
                  <a:solidFill>
                    <a:srgbClr val="4D4D4F"/>
                  </a:solidFill>
                  <a:cs typeface="Arial MT"/>
                </a:rPr>
                <a:t>zones</a:t>
              </a:r>
              <a:endParaRPr sz="1100">
                <a:cs typeface="Arial MT"/>
              </a:endParaRPr>
            </a:p>
          </p:txBody>
        </p:sp>
        <p:sp>
          <p:nvSpPr>
            <p:cNvPr id="516" name="object 157">
              <a:extLst>
                <a:ext uri="{FF2B5EF4-FFF2-40B4-BE49-F238E27FC236}">
                  <a16:creationId xmlns:a16="http://schemas.microsoft.com/office/drawing/2014/main" id="{2313D9AF-E91B-3692-A00B-01C30E7469D8}"/>
                </a:ext>
              </a:extLst>
            </p:cNvPr>
            <p:cNvSpPr/>
            <p:nvPr/>
          </p:nvSpPr>
          <p:spPr>
            <a:xfrm>
              <a:off x="3900081" y="3256702"/>
              <a:ext cx="219710" cy="245745"/>
            </a:xfrm>
            <a:custGeom>
              <a:avLst/>
              <a:gdLst/>
              <a:ahLst/>
              <a:cxnLst/>
              <a:rect l="l" t="t" r="r" b="b"/>
              <a:pathLst>
                <a:path w="219709" h="245745">
                  <a:moveTo>
                    <a:pt x="73685" y="0"/>
                  </a:moveTo>
                  <a:lnTo>
                    <a:pt x="0" y="0"/>
                  </a:lnTo>
                  <a:lnTo>
                    <a:pt x="90601" y="245173"/>
                  </a:lnTo>
                  <a:lnTo>
                    <a:pt x="219494" y="245173"/>
                  </a:lnTo>
                  <a:lnTo>
                    <a:pt x="73685" y="0"/>
                  </a:lnTo>
                  <a:close/>
                </a:path>
              </a:pathLst>
            </a:custGeom>
            <a:solidFill>
              <a:srgbClr val="DDE1EF"/>
            </a:solidFill>
            <a:ln>
              <a:solidFill>
                <a:schemeClr val="bg1">
                  <a:lumMod val="65000"/>
                </a:schemeClr>
              </a:solidFill>
            </a:ln>
          </p:spPr>
          <p:txBody>
            <a:bodyPr wrap="square" lIns="0" tIns="0" rIns="0" bIns="0" rtlCol="0"/>
            <a:lstStyle/>
            <a:p>
              <a:endParaRPr sz="1100"/>
            </a:p>
          </p:txBody>
        </p:sp>
        <p:sp>
          <p:nvSpPr>
            <p:cNvPr id="517" name="object 158">
              <a:extLst>
                <a:ext uri="{FF2B5EF4-FFF2-40B4-BE49-F238E27FC236}">
                  <a16:creationId xmlns:a16="http://schemas.microsoft.com/office/drawing/2014/main" id="{5E315EF1-3C83-F01A-0DFD-5138A727EE6C}"/>
                </a:ext>
              </a:extLst>
            </p:cNvPr>
            <p:cNvSpPr/>
            <p:nvPr/>
          </p:nvSpPr>
          <p:spPr>
            <a:xfrm>
              <a:off x="3900081" y="3256702"/>
              <a:ext cx="219710" cy="245745"/>
            </a:xfrm>
            <a:custGeom>
              <a:avLst/>
              <a:gdLst/>
              <a:ahLst/>
              <a:cxnLst/>
              <a:rect l="l" t="t" r="r" b="b"/>
              <a:pathLst>
                <a:path w="219709" h="245745">
                  <a:moveTo>
                    <a:pt x="0" y="0"/>
                  </a:moveTo>
                  <a:lnTo>
                    <a:pt x="73685" y="0"/>
                  </a:lnTo>
                  <a:lnTo>
                    <a:pt x="219494" y="245173"/>
                  </a:lnTo>
                  <a:lnTo>
                    <a:pt x="90601" y="245173"/>
                  </a:lnTo>
                </a:path>
              </a:pathLst>
            </a:custGeom>
            <a:ln w="9525">
              <a:solidFill>
                <a:schemeClr val="bg1">
                  <a:lumMod val="65000"/>
                </a:schemeClr>
              </a:solidFill>
            </a:ln>
          </p:spPr>
          <p:txBody>
            <a:bodyPr wrap="square" lIns="0" tIns="0" rIns="0" bIns="0" rtlCol="0"/>
            <a:lstStyle/>
            <a:p>
              <a:endParaRPr sz="1100"/>
            </a:p>
          </p:txBody>
        </p:sp>
        <p:sp>
          <p:nvSpPr>
            <p:cNvPr id="518" name="object 159">
              <a:extLst>
                <a:ext uri="{FF2B5EF4-FFF2-40B4-BE49-F238E27FC236}">
                  <a16:creationId xmlns:a16="http://schemas.microsoft.com/office/drawing/2014/main" id="{7294EDF2-2A77-2279-67CD-3E9BB5B67F49}"/>
                </a:ext>
              </a:extLst>
            </p:cNvPr>
            <p:cNvSpPr/>
            <p:nvPr/>
          </p:nvSpPr>
          <p:spPr>
            <a:xfrm>
              <a:off x="3544838" y="3072659"/>
              <a:ext cx="452120" cy="429895"/>
            </a:xfrm>
            <a:custGeom>
              <a:avLst/>
              <a:gdLst/>
              <a:ahLst/>
              <a:cxnLst/>
              <a:rect l="l" t="t" r="r" b="b"/>
              <a:pathLst>
                <a:path w="452120" h="429895">
                  <a:moveTo>
                    <a:pt x="225945" y="0"/>
                  </a:moveTo>
                  <a:lnTo>
                    <a:pt x="167474" y="0"/>
                  </a:lnTo>
                  <a:lnTo>
                    <a:pt x="0" y="429729"/>
                  </a:lnTo>
                  <a:lnTo>
                    <a:pt x="225945" y="429729"/>
                  </a:lnTo>
                </a:path>
                <a:path w="452120" h="429895">
                  <a:moveTo>
                    <a:pt x="225945" y="0"/>
                  </a:moveTo>
                  <a:lnTo>
                    <a:pt x="284416" y="0"/>
                  </a:lnTo>
                  <a:lnTo>
                    <a:pt x="451878" y="429729"/>
                  </a:lnTo>
                  <a:lnTo>
                    <a:pt x="225945" y="429729"/>
                  </a:lnTo>
                </a:path>
              </a:pathLst>
            </a:custGeom>
            <a:ln w="9525">
              <a:solidFill>
                <a:schemeClr val="bg1">
                  <a:lumMod val="65000"/>
                </a:schemeClr>
              </a:solidFill>
            </a:ln>
          </p:spPr>
          <p:txBody>
            <a:bodyPr wrap="square" lIns="0" tIns="0" rIns="0" bIns="0" rtlCol="0"/>
            <a:lstStyle/>
            <a:p>
              <a:endParaRPr sz="1100"/>
            </a:p>
          </p:txBody>
        </p:sp>
        <p:sp>
          <p:nvSpPr>
            <p:cNvPr id="519" name="object 160">
              <a:extLst>
                <a:ext uri="{FF2B5EF4-FFF2-40B4-BE49-F238E27FC236}">
                  <a16:creationId xmlns:a16="http://schemas.microsoft.com/office/drawing/2014/main" id="{52A8A088-6B61-4FE9-1DDB-A834387C3C5D}"/>
                </a:ext>
              </a:extLst>
            </p:cNvPr>
            <p:cNvSpPr/>
            <p:nvPr/>
          </p:nvSpPr>
          <p:spPr>
            <a:xfrm>
              <a:off x="3769683" y="3089866"/>
              <a:ext cx="0" cy="76200"/>
            </a:xfrm>
            <a:custGeom>
              <a:avLst/>
              <a:gdLst/>
              <a:ahLst/>
              <a:cxnLst/>
              <a:rect l="l" t="t" r="r" b="b"/>
              <a:pathLst>
                <a:path h="76200">
                  <a:moveTo>
                    <a:pt x="0" y="0"/>
                  </a:moveTo>
                  <a:lnTo>
                    <a:pt x="0" y="76200"/>
                  </a:lnTo>
                </a:path>
              </a:pathLst>
            </a:custGeom>
            <a:ln w="9525">
              <a:solidFill>
                <a:schemeClr val="bg1">
                  <a:lumMod val="65000"/>
                </a:schemeClr>
              </a:solidFill>
            </a:ln>
          </p:spPr>
          <p:txBody>
            <a:bodyPr wrap="square" lIns="0" tIns="0" rIns="0" bIns="0" rtlCol="0"/>
            <a:lstStyle/>
            <a:p>
              <a:endParaRPr sz="1100"/>
            </a:p>
          </p:txBody>
        </p:sp>
        <p:sp>
          <p:nvSpPr>
            <p:cNvPr id="520" name="object 161">
              <a:extLst>
                <a:ext uri="{FF2B5EF4-FFF2-40B4-BE49-F238E27FC236}">
                  <a16:creationId xmlns:a16="http://schemas.microsoft.com/office/drawing/2014/main" id="{44CFA7E1-3B00-A070-02BE-1DA376D22488}"/>
                </a:ext>
              </a:extLst>
            </p:cNvPr>
            <p:cNvSpPr/>
            <p:nvPr/>
          </p:nvSpPr>
          <p:spPr>
            <a:xfrm>
              <a:off x="3769683" y="3206225"/>
              <a:ext cx="0" cy="180975"/>
            </a:xfrm>
            <a:custGeom>
              <a:avLst/>
              <a:gdLst/>
              <a:ahLst/>
              <a:cxnLst/>
              <a:rect l="l" t="t" r="r" b="b"/>
              <a:pathLst>
                <a:path h="180975">
                  <a:moveTo>
                    <a:pt x="0" y="0"/>
                  </a:moveTo>
                  <a:lnTo>
                    <a:pt x="0" y="180746"/>
                  </a:lnTo>
                </a:path>
              </a:pathLst>
            </a:custGeom>
            <a:ln w="9525">
              <a:solidFill>
                <a:schemeClr val="bg1">
                  <a:lumMod val="65000"/>
                </a:schemeClr>
              </a:solidFill>
              <a:prstDash val="sysDash"/>
            </a:ln>
          </p:spPr>
          <p:txBody>
            <a:bodyPr wrap="square" lIns="0" tIns="0" rIns="0" bIns="0" rtlCol="0"/>
            <a:lstStyle/>
            <a:p>
              <a:endParaRPr sz="1100"/>
            </a:p>
          </p:txBody>
        </p:sp>
        <p:sp>
          <p:nvSpPr>
            <p:cNvPr id="521" name="object 162">
              <a:extLst>
                <a:ext uri="{FF2B5EF4-FFF2-40B4-BE49-F238E27FC236}">
                  <a16:creationId xmlns:a16="http://schemas.microsoft.com/office/drawing/2014/main" id="{F4C9EA69-A434-9CB5-FCFA-7888B98782AE}"/>
                </a:ext>
              </a:extLst>
            </p:cNvPr>
            <p:cNvSpPr/>
            <p:nvPr/>
          </p:nvSpPr>
          <p:spPr>
            <a:xfrm>
              <a:off x="3769683" y="3407069"/>
              <a:ext cx="0" cy="76200"/>
            </a:xfrm>
            <a:custGeom>
              <a:avLst/>
              <a:gdLst/>
              <a:ahLst/>
              <a:cxnLst/>
              <a:rect l="l" t="t" r="r" b="b"/>
              <a:pathLst>
                <a:path h="76200">
                  <a:moveTo>
                    <a:pt x="0" y="0"/>
                  </a:moveTo>
                  <a:lnTo>
                    <a:pt x="0" y="76199"/>
                  </a:lnTo>
                </a:path>
              </a:pathLst>
            </a:custGeom>
            <a:ln w="9525">
              <a:solidFill>
                <a:schemeClr val="bg1">
                  <a:lumMod val="65000"/>
                </a:schemeClr>
              </a:solidFill>
            </a:ln>
          </p:spPr>
          <p:txBody>
            <a:bodyPr wrap="square" lIns="0" tIns="0" rIns="0" bIns="0" rtlCol="0"/>
            <a:lstStyle/>
            <a:p>
              <a:endParaRPr sz="1100"/>
            </a:p>
          </p:txBody>
        </p:sp>
        <p:pic>
          <p:nvPicPr>
            <p:cNvPr id="522" name="object 281">
              <a:extLst>
                <a:ext uri="{FF2B5EF4-FFF2-40B4-BE49-F238E27FC236}">
                  <a16:creationId xmlns:a16="http://schemas.microsoft.com/office/drawing/2014/main" id="{3B696B2B-AAB1-E1AA-8AC6-F23515A00A47}"/>
                </a:ext>
              </a:extLst>
            </p:cNvPr>
            <p:cNvPicPr/>
            <p:nvPr/>
          </p:nvPicPr>
          <p:blipFill>
            <a:blip r:embed="rId18" cstate="print"/>
            <a:stretch>
              <a:fillRect/>
            </a:stretch>
          </p:blipFill>
          <p:spPr>
            <a:xfrm>
              <a:off x="4206668" y="3435781"/>
              <a:ext cx="108000" cy="108002"/>
            </a:xfrm>
            <a:prstGeom prst="rect">
              <a:avLst/>
            </a:prstGeom>
            <a:ln>
              <a:solidFill>
                <a:schemeClr val="bg1">
                  <a:lumMod val="65000"/>
                </a:schemeClr>
              </a:solidFill>
            </a:ln>
          </p:spPr>
        </p:pic>
      </p:grpSp>
    </p:spTree>
    <p:extLst>
      <p:ext uri="{BB962C8B-B14F-4D97-AF65-F5344CB8AC3E}">
        <p14:creationId xmlns:p14="http://schemas.microsoft.com/office/powerpoint/2010/main" val="294608580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Pentagon 9">
            <a:extLst>
              <a:ext uri="{FF2B5EF4-FFF2-40B4-BE49-F238E27FC236}">
                <a16:creationId xmlns:a16="http://schemas.microsoft.com/office/drawing/2014/main" id="{BF0411B9-B56D-184B-8BC6-ADBD00458A57}"/>
              </a:ext>
            </a:extLst>
          </p:cNvPr>
          <p:cNvSpPr/>
          <p:nvPr/>
        </p:nvSpPr>
        <p:spPr>
          <a:xfrm>
            <a:off x="1188250" y="1457481"/>
            <a:ext cx="1998662" cy="679289"/>
          </a:xfrm>
          <a:custGeom>
            <a:avLst/>
            <a:gdLst>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8662" h="833437">
                <a:moveTo>
                  <a:pt x="0" y="0"/>
                </a:moveTo>
                <a:lnTo>
                  <a:pt x="1330487" y="0"/>
                </a:lnTo>
                <a:cubicBezTo>
                  <a:pt x="1576072" y="9366"/>
                  <a:pt x="1768317" y="453073"/>
                  <a:pt x="1998662" y="416719"/>
                </a:cubicBezTo>
                <a:cubicBezTo>
                  <a:pt x="1775937" y="555625"/>
                  <a:pt x="1614172" y="793591"/>
                  <a:pt x="1330487" y="833437"/>
                </a:cubicBezTo>
                <a:lnTo>
                  <a:pt x="0" y="833437"/>
                </a:lnTo>
                <a:lnTo>
                  <a:pt x="0" y="0"/>
                </a:lnTo>
                <a:close/>
              </a:path>
            </a:pathLst>
          </a:custGeom>
          <a:solidFill>
            <a:srgbClr val="2E5598"/>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1400">
              <a:solidFill>
                <a:schemeClr val="tx2"/>
              </a:solidFill>
              <a:latin typeface="Arial" panose="020B0604020202020204" pitchFamily="34" charset="0"/>
              <a:cs typeface="Arial" panose="020B0604020202020204" pitchFamily="34" charset="0"/>
            </a:endParaRPr>
          </a:p>
        </p:txBody>
      </p:sp>
      <p:sp>
        <p:nvSpPr>
          <p:cNvPr id="59" name="Pentagon 9">
            <a:extLst>
              <a:ext uri="{FF2B5EF4-FFF2-40B4-BE49-F238E27FC236}">
                <a16:creationId xmlns:a16="http://schemas.microsoft.com/office/drawing/2014/main" id="{37D183A5-B3FF-6046-8B33-05E1F6EA48C0}"/>
              </a:ext>
            </a:extLst>
          </p:cNvPr>
          <p:cNvSpPr/>
          <p:nvPr/>
        </p:nvSpPr>
        <p:spPr>
          <a:xfrm>
            <a:off x="1188250" y="2178085"/>
            <a:ext cx="1998662" cy="679289"/>
          </a:xfrm>
          <a:custGeom>
            <a:avLst/>
            <a:gdLst>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8662" h="833437">
                <a:moveTo>
                  <a:pt x="0" y="0"/>
                </a:moveTo>
                <a:lnTo>
                  <a:pt x="1330487" y="0"/>
                </a:lnTo>
                <a:cubicBezTo>
                  <a:pt x="1576072" y="9366"/>
                  <a:pt x="1768317" y="453073"/>
                  <a:pt x="1998662" y="416719"/>
                </a:cubicBezTo>
                <a:cubicBezTo>
                  <a:pt x="1775937" y="555625"/>
                  <a:pt x="1614172" y="793591"/>
                  <a:pt x="1330487" y="833437"/>
                </a:cubicBezTo>
                <a:lnTo>
                  <a:pt x="0" y="833437"/>
                </a:lnTo>
                <a:lnTo>
                  <a:pt x="0" y="0"/>
                </a:lnTo>
                <a:close/>
              </a:path>
            </a:pathLst>
          </a:custGeom>
          <a:solidFill>
            <a:srgbClr val="4371C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1400">
              <a:solidFill>
                <a:schemeClr val="tx2"/>
              </a:solidFill>
              <a:latin typeface="Arial" panose="020B0604020202020204" pitchFamily="34" charset="0"/>
              <a:cs typeface="Arial" panose="020B0604020202020204" pitchFamily="34" charset="0"/>
            </a:endParaRPr>
          </a:p>
        </p:txBody>
      </p:sp>
      <p:sp>
        <p:nvSpPr>
          <p:cNvPr id="28" name="Pentagon 12">
            <a:extLst>
              <a:ext uri="{FF2B5EF4-FFF2-40B4-BE49-F238E27FC236}">
                <a16:creationId xmlns:a16="http://schemas.microsoft.com/office/drawing/2014/main" id="{F8A1C0CA-A55C-1A42-9266-BB03F1E68D21}"/>
              </a:ext>
            </a:extLst>
          </p:cNvPr>
          <p:cNvSpPr/>
          <p:nvPr/>
        </p:nvSpPr>
        <p:spPr>
          <a:xfrm flipH="1">
            <a:off x="2905937" y="1457481"/>
            <a:ext cx="3336594" cy="679289"/>
          </a:xfrm>
          <a:custGeom>
            <a:avLst/>
            <a:gdLst>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34548"/>
              <a:gd name="connsiteY0" fmla="*/ 0 h 833437"/>
              <a:gd name="connsiteX1" fmla="*/ 2433159 w 3234548"/>
              <a:gd name="connsiteY1" fmla="*/ 0 h 833437"/>
              <a:gd name="connsiteX2" fmla="*/ 3215640 w 3234548"/>
              <a:gd name="connsiteY2" fmla="*/ 531019 h 833437"/>
              <a:gd name="connsiteX3" fmla="*/ 2946082 w 3234548"/>
              <a:gd name="connsiteY3" fmla="*/ 668337 h 833437"/>
              <a:gd name="connsiteX4" fmla="*/ 2433159 w 3234548"/>
              <a:gd name="connsiteY4" fmla="*/ 833437 h 833437"/>
              <a:gd name="connsiteX5" fmla="*/ 0 w 3234548"/>
              <a:gd name="connsiteY5" fmla="*/ 833437 h 833437"/>
              <a:gd name="connsiteX6" fmla="*/ 0 w 3234548"/>
              <a:gd name="connsiteY6" fmla="*/ 0 h 833437"/>
              <a:gd name="connsiteX0" fmla="*/ 0 w 3243981"/>
              <a:gd name="connsiteY0" fmla="*/ 0 h 833437"/>
              <a:gd name="connsiteX1" fmla="*/ 2433159 w 3243981"/>
              <a:gd name="connsiteY1" fmla="*/ 0 h 833437"/>
              <a:gd name="connsiteX2" fmla="*/ 3215640 w 3243981"/>
              <a:gd name="connsiteY2" fmla="*/ 531019 h 833437"/>
              <a:gd name="connsiteX3" fmla="*/ 3047682 w 3243981"/>
              <a:gd name="connsiteY3" fmla="*/ 528637 h 833437"/>
              <a:gd name="connsiteX4" fmla="*/ 2433159 w 3243981"/>
              <a:gd name="connsiteY4" fmla="*/ 833437 h 833437"/>
              <a:gd name="connsiteX5" fmla="*/ 0 w 3243981"/>
              <a:gd name="connsiteY5" fmla="*/ 833437 h 833437"/>
              <a:gd name="connsiteX6" fmla="*/ 0 w 3243981"/>
              <a:gd name="connsiteY6" fmla="*/ 0 h 833437"/>
              <a:gd name="connsiteX0" fmla="*/ 0 w 3233439"/>
              <a:gd name="connsiteY0" fmla="*/ 0 h 833437"/>
              <a:gd name="connsiteX1" fmla="*/ 2433159 w 3233439"/>
              <a:gd name="connsiteY1" fmla="*/ 0 h 833437"/>
              <a:gd name="connsiteX2" fmla="*/ 3215640 w 3233439"/>
              <a:gd name="connsiteY2" fmla="*/ 531019 h 833437"/>
              <a:gd name="connsiteX3" fmla="*/ 3047682 w 3233439"/>
              <a:gd name="connsiteY3" fmla="*/ 528637 h 833437"/>
              <a:gd name="connsiteX4" fmla="*/ 2433159 w 3233439"/>
              <a:gd name="connsiteY4" fmla="*/ 833437 h 833437"/>
              <a:gd name="connsiteX5" fmla="*/ 0 w 3233439"/>
              <a:gd name="connsiteY5" fmla="*/ 833437 h 833437"/>
              <a:gd name="connsiteX6" fmla="*/ 0 w 3233439"/>
              <a:gd name="connsiteY6" fmla="*/ 0 h 833437"/>
              <a:gd name="connsiteX0" fmla="*/ 0 w 3215999"/>
              <a:gd name="connsiteY0" fmla="*/ 0 h 833437"/>
              <a:gd name="connsiteX1" fmla="*/ 2433159 w 3215999"/>
              <a:gd name="connsiteY1" fmla="*/ 0 h 833437"/>
              <a:gd name="connsiteX2" fmla="*/ 3215640 w 3215999"/>
              <a:gd name="connsiteY2" fmla="*/ 531019 h 833437"/>
              <a:gd name="connsiteX3" fmla="*/ 3047682 w 3215999"/>
              <a:gd name="connsiteY3" fmla="*/ 528637 h 833437"/>
              <a:gd name="connsiteX4" fmla="*/ 2433159 w 3215999"/>
              <a:gd name="connsiteY4" fmla="*/ 833437 h 833437"/>
              <a:gd name="connsiteX5" fmla="*/ 0 w 3215999"/>
              <a:gd name="connsiteY5" fmla="*/ 833437 h 833437"/>
              <a:gd name="connsiteX6" fmla="*/ 0 w 3215999"/>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9"/>
              <a:gd name="connsiteY0" fmla="*/ 0 h 833437"/>
              <a:gd name="connsiteX1" fmla="*/ 2433159 w 3336509"/>
              <a:gd name="connsiteY1" fmla="*/ 0 h 833437"/>
              <a:gd name="connsiteX2" fmla="*/ 3336290 w 3336509"/>
              <a:gd name="connsiteY2" fmla="*/ 632619 h 833437"/>
              <a:gd name="connsiteX3" fmla="*/ 3054032 w 3336509"/>
              <a:gd name="connsiteY3" fmla="*/ 522287 h 833437"/>
              <a:gd name="connsiteX4" fmla="*/ 2433159 w 3336509"/>
              <a:gd name="connsiteY4" fmla="*/ 833437 h 833437"/>
              <a:gd name="connsiteX5" fmla="*/ 0 w 3336509"/>
              <a:gd name="connsiteY5" fmla="*/ 833437 h 833437"/>
              <a:gd name="connsiteX6" fmla="*/ 0 w 3336509"/>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6594" h="833437">
                <a:moveTo>
                  <a:pt x="0" y="0"/>
                </a:moveTo>
                <a:lnTo>
                  <a:pt x="2433159" y="0"/>
                </a:lnTo>
                <a:cubicBezTo>
                  <a:pt x="2941106" y="69056"/>
                  <a:pt x="2897159" y="308900"/>
                  <a:pt x="3047681" y="414337"/>
                </a:cubicBezTo>
                <a:cubicBezTo>
                  <a:pt x="3198203" y="519774"/>
                  <a:pt x="3271732" y="592403"/>
                  <a:pt x="3336290" y="645319"/>
                </a:cubicBezTo>
                <a:cubicBezTo>
                  <a:pt x="3345577" y="667809"/>
                  <a:pt x="3139996" y="500459"/>
                  <a:pt x="3054032" y="522287"/>
                </a:cubicBezTo>
                <a:cubicBezTo>
                  <a:pt x="2783919" y="598090"/>
                  <a:pt x="2924173" y="805920"/>
                  <a:pt x="2433159" y="833437"/>
                </a:cubicBezTo>
                <a:lnTo>
                  <a:pt x="0" y="833437"/>
                </a:lnTo>
                <a:lnTo>
                  <a:pt x="0" y="0"/>
                </a:lnTo>
                <a:close/>
              </a:path>
            </a:pathLst>
          </a:custGeom>
          <a:solidFill>
            <a:srgbClr val="2E5598"/>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1400" err="1">
              <a:solidFill>
                <a:schemeClr val="tx2"/>
              </a:solidFill>
              <a:latin typeface="Arial" panose="020B0604020202020204" pitchFamily="34" charset="0"/>
              <a:cs typeface="Arial" panose="020B0604020202020204" pitchFamily="34" charset="0"/>
            </a:endParaRPr>
          </a:p>
        </p:txBody>
      </p:sp>
      <p:sp>
        <p:nvSpPr>
          <p:cNvPr id="4" name="Rectangle 3">
            <a:extLst>
              <a:ext uri="{FF2B5EF4-FFF2-40B4-BE49-F238E27FC236}">
                <a16:creationId xmlns:a16="http://schemas.microsoft.com/office/drawing/2014/main" id="{FAD607CF-CD81-1B4B-8062-9039CB48D75E}"/>
              </a:ext>
            </a:extLst>
          </p:cNvPr>
          <p:cNvSpPr/>
          <p:nvPr/>
        </p:nvSpPr>
        <p:spPr>
          <a:xfrm>
            <a:off x="4843088" y="1457482"/>
            <a:ext cx="5166392" cy="674770"/>
          </a:xfrm>
          <a:prstGeom prst="rect">
            <a:avLst/>
          </a:prstGeom>
          <a:gradFill flip="none" rotWithShape="1">
            <a:gsLst>
              <a:gs pos="0">
                <a:schemeClr val="accent1">
                  <a:lumMod val="75000"/>
                </a:schemeClr>
              </a:gs>
              <a:gs pos="90000">
                <a:schemeClr val="bg1"/>
              </a:gs>
              <a:gs pos="100000">
                <a:schemeClr val="bg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latin typeface="Arial" panose="020B0604020202020204" pitchFamily="34" charset="0"/>
              <a:cs typeface="Arial" panose="020B0604020202020204" pitchFamily="34" charset="0"/>
            </a:endParaRPr>
          </a:p>
        </p:txBody>
      </p:sp>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78617" y="121491"/>
            <a:ext cx="11972473" cy="627684"/>
          </a:xfrm>
        </p:spPr>
        <p:txBody>
          <a:bodyPr vert="horz" lIns="91440" tIns="45720" rIns="91440" bIns="45720" rtlCol="0" anchor="t">
            <a:noAutofit/>
          </a:bodyPr>
          <a:lstStyle/>
          <a:p>
            <a:pPr marL="0" indent="0">
              <a:buNone/>
            </a:pPr>
            <a:r>
              <a:rPr lang="en-US" sz="2000"/>
              <a:t>P2P detailing + buddy focus </a:t>
            </a:r>
          </a:p>
        </p:txBody>
      </p:sp>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sp>
        <p:nvSpPr>
          <p:cNvPr id="58" name="Pentagon 12">
            <a:extLst>
              <a:ext uri="{FF2B5EF4-FFF2-40B4-BE49-F238E27FC236}">
                <a16:creationId xmlns:a16="http://schemas.microsoft.com/office/drawing/2014/main" id="{295B80DF-36E4-DB41-9630-4A6B0D636907}"/>
              </a:ext>
            </a:extLst>
          </p:cNvPr>
          <p:cNvSpPr/>
          <p:nvPr/>
        </p:nvSpPr>
        <p:spPr>
          <a:xfrm flipH="1">
            <a:off x="2905937" y="2178085"/>
            <a:ext cx="3336594" cy="679289"/>
          </a:xfrm>
          <a:custGeom>
            <a:avLst/>
            <a:gdLst>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34548"/>
              <a:gd name="connsiteY0" fmla="*/ 0 h 833437"/>
              <a:gd name="connsiteX1" fmla="*/ 2433159 w 3234548"/>
              <a:gd name="connsiteY1" fmla="*/ 0 h 833437"/>
              <a:gd name="connsiteX2" fmla="*/ 3215640 w 3234548"/>
              <a:gd name="connsiteY2" fmla="*/ 531019 h 833437"/>
              <a:gd name="connsiteX3" fmla="*/ 2946082 w 3234548"/>
              <a:gd name="connsiteY3" fmla="*/ 668337 h 833437"/>
              <a:gd name="connsiteX4" fmla="*/ 2433159 w 3234548"/>
              <a:gd name="connsiteY4" fmla="*/ 833437 h 833437"/>
              <a:gd name="connsiteX5" fmla="*/ 0 w 3234548"/>
              <a:gd name="connsiteY5" fmla="*/ 833437 h 833437"/>
              <a:gd name="connsiteX6" fmla="*/ 0 w 3234548"/>
              <a:gd name="connsiteY6" fmla="*/ 0 h 833437"/>
              <a:gd name="connsiteX0" fmla="*/ 0 w 3243981"/>
              <a:gd name="connsiteY0" fmla="*/ 0 h 833437"/>
              <a:gd name="connsiteX1" fmla="*/ 2433159 w 3243981"/>
              <a:gd name="connsiteY1" fmla="*/ 0 h 833437"/>
              <a:gd name="connsiteX2" fmla="*/ 3215640 w 3243981"/>
              <a:gd name="connsiteY2" fmla="*/ 531019 h 833437"/>
              <a:gd name="connsiteX3" fmla="*/ 3047682 w 3243981"/>
              <a:gd name="connsiteY3" fmla="*/ 528637 h 833437"/>
              <a:gd name="connsiteX4" fmla="*/ 2433159 w 3243981"/>
              <a:gd name="connsiteY4" fmla="*/ 833437 h 833437"/>
              <a:gd name="connsiteX5" fmla="*/ 0 w 3243981"/>
              <a:gd name="connsiteY5" fmla="*/ 833437 h 833437"/>
              <a:gd name="connsiteX6" fmla="*/ 0 w 3243981"/>
              <a:gd name="connsiteY6" fmla="*/ 0 h 833437"/>
              <a:gd name="connsiteX0" fmla="*/ 0 w 3233439"/>
              <a:gd name="connsiteY0" fmla="*/ 0 h 833437"/>
              <a:gd name="connsiteX1" fmla="*/ 2433159 w 3233439"/>
              <a:gd name="connsiteY1" fmla="*/ 0 h 833437"/>
              <a:gd name="connsiteX2" fmla="*/ 3215640 w 3233439"/>
              <a:gd name="connsiteY2" fmla="*/ 531019 h 833437"/>
              <a:gd name="connsiteX3" fmla="*/ 3047682 w 3233439"/>
              <a:gd name="connsiteY3" fmla="*/ 528637 h 833437"/>
              <a:gd name="connsiteX4" fmla="*/ 2433159 w 3233439"/>
              <a:gd name="connsiteY4" fmla="*/ 833437 h 833437"/>
              <a:gd name="connsiteX5" fmla="*/ 0 w 3233439"/>
              <a:gd name="connsiteY5" fmla="*/ 833437 h 833437"/>
              <a:gd name="connsiteX6" fmla="*/ 0 w 3233439"/>
              <a:gd name="connsiteY6" fmla="*/ 0 h 833437"/>
              <a:gd name="connsiteX0" fmla="*/ 0 w 3215999"/>
              <a:gd name="connsiteY0" fmla="*/ 0 h 833437"/>
              <a:gd name="connsiteX1" fmla="*/ 2433159 w 3215999"/>
              <a:gd name="connsiteY1" fmla="*/ 0 h 833437"/>
              <a:gd name="connsiteX2" fmla="*/ 3215640 w 3215999"/>
              <a:gd name="connsiteY2" fmla="*/ 531019 h 833437"/>
              <a:gd name="connsiteX3" fmla="*/ 3047682 w 3215999"/>
              <a:gd name="connsiteY3" fmla="*/ 528637 h 833437"/>
              <a:gd name="connsiteX4" fmla="*/ 2433159 w 3215999"/>
              <a:gd name="connsiteY4" fmla="*/ 833437 h 833437"/>
              <a:gd name="connsiteX5" fmla="*/ 0 w 3215999"/>
              <a:gd name="connsiteY5" fmla="*/ 833437 h 833437"/>
              <a:gd name="connsiteX6" fmla="*/ 0 w 3215999"/>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9"/>
              <a:gd name="connsiteY0" fmla="*/ 0 h 833437"/>
              <a:gd name="connsiteX1" fmla="*/ 2433159 w 3336509"/>
              <a:gd name="connsiteY1" fmla="*/ 0 h 833437"/>
              <a:gd name="connsiteX2" fmla="*/ 3336290 w 3336509"/>
              <a:gd name="connsiteY2" fmla="*/ 632619 h 833437"/>
              <a:gd name="connsiteX3" fmla="*/ 3054032 w 3336509"/>
              <a:gd name="connsiteY3" fmla="*/ 522287 h 833437"/>
              <a:gd name="connsiteX4" fmla="*/ 2433159 w 3336509"/>
              <a:gd name="connsiteY4" fmla="*/ 833437 h 833437"/>
              <a:gd name="connsiteX5" fmla="*/ 0 w 3336509"/>
              <a:gd name="connsiteY5" fmla="*/ 833437 h 833437"/>
              <a:gd name="connsiteX6" fmla="*/ 0 w 3336509"/>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6594" h="833437">
                <a:moveTo>
                  <a:pt x="0" y="0"/>
                </a:moveTo>
                <a:lnTo>
                  <a:pt x="2433159" y="0"/>
                </a:lnTo>
                <a:cubicBezTo>
                  <a:pt x="2941106" y="69056"/>
                  <a:pt x="2897159" y="308900"/>
                  <a:pt x="3047681" y="414337"/>
                </a:cubicBezTo>
                <a:cubicBezTo>
                  <a:pt x="3198203" y="519774"/>
                  <a:pt x="3271732" y="592403"/>
                  <a:pt x="3336290" y="645319"/>
                </a:cubicBezTo>
                <a:cubicBezTo>
                  <a:pt x="3345577" y="667809"/>
                  <a:pt x="3139996" y="500459"/>
                  <a:pt x="3054032" y="522287"/>
                </a:cubicBezTo>
                <a:cubicBezTo>
                  <a:pt x="2783919" y="598090"/>
                  <a:pt x="2924173" y="805920"/>
                  <a:pt x="2433159" y="833437"/>
                </a:cubicBezTo>
                <a:lnTo>
                  <a:pt x="0" y="833437"/>
                </a:lnTo>
                <a:lnTo>
                  <a:pt x="0" y="0"/>
                </a:lnTo>
                <a:close/>
              </a:path>
            </a:pathLst>
          </a:custGeom>
          <a:solidFill>
            <a:srgbClr val="4371C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1400" err="1">
              <a:solidFill>
                <a:schemeClr val="tx2"/>
              </a:solidFill>
              <a:latin typeface="Arial" panose="020B0604020202020204" pitchFamily="34" charset="0"/>
              <a:cs typeface="Arial" panose="020B0604020202020204" pitchFamily="34" charset="0"/>
            </a:endParaRPr>
          </a:p>
        </p:txBody>
      </p:sp>
      <p:sp>
        <p:nvSpPr>
          <p:cNvPr id="62" name="Pentagon 12">
            <a:extLst>
              <a:ext uri="{FF2B5EF4-FFF2-40B4-BE49-F238E27FC236}">
                <a16:creationId xmlns:a16="http://schemas.microsoft.com/office/drawing/2014/main" id="{4D0A4B39-CE83-214D-A688-959B06EB6DAD}"/>
              </a:ext>
            </a:extLst>
          </p:cNvPr>
          <p:cNvSpPr/>
          <p:nvPr/>
        </p:nvSpPr>
        <p:spPr>
          <a:xfrm flipH="1">
            <a:off x="2905937" y="2892311"/>
            <a:ext cx="3336594" cy="679289"/>
          </a:xfrm>
          <a:custGeom>
            <a:avLst/>
            <a:gdLst>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34548"/>
              <a:gd name="connsiteY0" fmla="*/ 0 h 833437"/>
              <a:gd name="connsiteX1" fmla="*/ 2433159 w 3234548"/>
              <a:gd name="connsiteY1" fmla="*/ 0 h 833437"/>
              <a:gd name="connsiteX2" fmla="*/ 3215640 w 3234548"/>
              <a:gd name="connsiteY2" fmla="*/ 531019 h 833437"/>
              <a:gd name="connsiteX3" fmla="*/ 2946082 w 3234548"/>
              <a:gd name="connsiteY3" fmla="*/ 668337 h 833437"/>
              <a:gd name="connsiteX4" fmla="*/ 2433159 w 3234548"/>
              <a:gd name="connsiteY4" fmla="*/ 833437 h 833437"/>
              <a:gd name="connsiteX5" fmla="*/ 0 w 3234548"/>
              <a:gd name="connsiteY5" fmla="*/ 833437 h 833437"/>
              <a:gd name="connsiteX6" fmla="*/ 0 w 3234548"/>
              <a:gd name="connsiteY6" fmla="*/ 0 h 833437"/>
              <a:gd name="connsiteX0" fmla="*/ 0 w 3243981"/>
              <a:gd name="connsiteY0" fmla="*/ 0 h 833437"/>
              <a:gd name="connsiteX1" fmla="*/ 2433159 w 3243981"/>
              <a:gd name="connsiteY1" fmla="*/ 0 h 833437"/>
              <a:gd name="connsiteX2" fmla="*/ 3215640 w 3243981"/>
              <a:gd name="connsiteY2" fmla="*/ 531019 h 833437"/>
              <a:gd name="connsiteX3" fmla="*/ 3047682 w 3243981"/>
              <a:gd name="connsiteY3" fmla="*/ 528637 h 833437"/>
              <a:gd name="connsiteX4" fmla="*/ 2433159 w 3243981"/>
              <a:gd name="connsiteY4" fmla="*/ 833437 h 833437"/>
              <a:gd name="connsiteX5" fmla="*/ 0 w 3243981"/>
              <a:gd name="connsiteY5" fmla="*/ 833437 h 833437"/>
              <a:gd name="connsiteX6" fmla="*/ 0 w 3243981"/>
              <a:gd name="connsiteY6" fmla="*/ 0 h 833437"/>
              <a:gd name="connsiteX0" fmla="*/ 0 w 3233439"/>
              <a:gd name="connsiteY0" fmla="*/ 0 h 833437"/>
              <a:gd name="connsiteX1" fmla="*/ 2433159 w 3233439"/>
              <a:gd name="connsiteY1" fmla="*/ 0 h 833437"/>
              <a:gd name="connsiteX2" fmla="*/ 3215640 w 3233439"/>
              <a:gd name="connsiteY2" fmla="*/ 531019 h 833437"/>
              <a:gd name="connsiteX3" fmla="*/ 3047682 w 3233439"/>
              <a:gd name="connsiteY3" fmla="*/ 528637 h 833437"/>
              <a:gd name="connsiteX4" fmla="*/ 2433159 w 3233439"/>
              <a:gd name="connsiteY4" fmla="*/ 833437 h 833437"/>
              <a:gd name="connsiteX5" fmla="*/ 0 w 3233439"/>
              <a:gd name="connsiteY5" fmla="*/ 833437 h 833437"/>
              <a:gd name="connsiteX6" fmla="*/ 0 w 3233439"/>
              <a:gd name="connsiteY6" fmla="*/ 0 h 833437"/>
              <a:gd name="connsiteX0" fmla="*/ 0 w 3215999"/>
              <a:gd name="connsiteY0" fmla="*/ 0 h 833437"/>
              <a:gd name="connsiteX1" fmla="*/ 2433159 w 3215999"/>
              <a:gd name="connsiteY1" fmla="*/ 0 h 833437"/>
              <a:gd name="connsiteX2" fmla="*/ 3215640 w 3215999"/>
              <a:gd name="connsiteY2" fmla="*/ 531019 h 833437"/>
              <a:gd name="connsiteX3" fmla="*/ 3047682 w 3215999"/>
              <a:gd name="connsiteY3" fmla="*/ 528637 h 833437"/>
              <a:gd name="connsiteX4" fmla="*/ 2433159 w 3215999"/>
              <a:gd name="connsiteY4" fmla="*/ 833437 h 833437"/>
              <a:gd name="connsiteX5" fmla="*/ 0 w 3215999"/>
              <a:gd name="connsiteY5" fmla="*/ 833437 h 833437"/>
              <a:gd name="connsiteX6" fmla="*/ 0 w 3215999"/>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9"/>
              <a:gd name="connsiteY0" fmla="*/ 0 h 833437"/>
              <a:gd name="connsiteX1" fmla="*/ 2433159 w 3336509"/>
              <a:gd name="connsiteY1" fmla="*/ 0 h 833437"/>
              <a:gd name="connsiteX2" fmla="*/ 3336290 w 3336509"/>
              <a:gd name="connsiteY2" fmla="*/ 632619 h 833437"/>
              <a:gd name="connsiteX3" fmla="*/ 3054032 w 3336509"/>
              <a:gd name="connsiteY3" fmla="*/ 522287 h 833437"/>
              <a:gd name="connsiteX4" fmla="*/ 2433159 w 3336509"/>
              <a:gd name="connsiteY4" fmla="*/ 833437 h 833437"/>
              <a:gd name="connsiteX5" fmla="*/ 0 w 3336509"/>
              <a:gd name="connsiteY5" fmla="*/ 833437 h 833437"/>
              <a:gd name="connsiteX6" fmla="*/ 0 w 3336509"/>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6594" h="833437">
                <a:moveTo>
                  <a:pt x="0" y="0"/>
                </a:moveTo>
                <a:lnTo>
                  <a:pt x="2433159" y="0"/>
                </a:lnTo>
                <a:cubicBezTo>
                  <a:pt x="2941106" y="69056"/>
                  <a:pt x="2897159" y="308900"/>
                  <a:pt x="3047681" y="414337"/>
                </a:cubicBezTo>
                <a:cubicBezTo>
                  <a:pt x="3198203" y="519774"/>
                  <a:pt x="3271732" y="592403"/>
                  <a:pt x="3336290" y="645319"/>
                </a:cubicBezTo>
                <a:cubicBezTo>
                  <a:pt x="3345577" y="667809"/>
                  <a:pt x="3139996" y="500459"/>
                  <a:pt x="3054032" y="522287"/>
                </a:cubicBezTo>
                <a:cubicBezTo>
                  <a:pt x="2783919" y="598090"/>
                  <a:pt x="2924173" y="805920"/>
                  <a:pt x="2433159" y="833437"/>
                </a:cubicBezTo>
                <a:lnTo>
                  <a:pt x="0" y="833437"/>
                </a:lnTo>
                <a:lnTo>
                  <a:pt x="0" y="0"/>
                </a:lnTo>
                <a:close/>
              </a:path>
            </a:pathLst>
          </a:custGeom>
          <a:solidFill>
            <a:srgbClr val="03909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1400">
              <a:solidFill>
                <a:schemeClr val="tx2"/>
              </a:solidFill>
              <a:latin typeface="Arial" panose="020B0604020202020204" pitchFamily="34" charset="0"/>
              <a:cs typeface="Arial" panose="020B0604020202020204" pitchFamily="34" charset="0"/>
            </a:endParaRPr>
          </a:p>
        </p:txBody>
      </p:sp>
      <p:sp>
        <p:nvSpPr>
          <p:cNvPr id="63" name="Pentagon 9">
            <a:extLst>
              <a:ext uri="{FF2B5EF4-FFF2-40B4-BE49-F238E27FC236}">
                <a16:creationId xmlns:a16="http://schemas.microsoft.com/office/drawing/2014/main" id="{926F254A-7231-1847-A17E-003B8CC43037}"/>
              </a:ext>
            </a:extLst>
          </p:cNvPr>
          <p:cNvSpPr/>
          <p:nvPr/>
        </p:nvSpPr>
        <p:spPr>
          <a:xfrm>
            <a:off x="1188250" y="2892311"/>
            <a:ext cx="1998662" cy="679289"/>
          </a:xfrm>
          <a:custGeom>
            <a:avLst/>
            <a:gdLst>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8662" h="833437">
                <a:moveTo>
                  <a:pt x="0" y="0"/>
                </a:moveTo>
                <a:lnTo>
                  <a:pt x="1330487" y="0"/>
                </a:lnTo>
                <a:cubicBezTo>
                  <a:pt x="1576072" y="9366"/>
                  <a:pt x="1768317" y="453073"/>
                  <a:pt x="1998662" y="416719"/>
                </a:cubicBezTo>
                <a:cubicBezTo>
                  <a:pt x="1775937" y="555625"/>
                  <a:pt x="1614172" y="793591"/>
                  <a:pt x="1330487" y="833437"/>
                </a:cubicBezTo>
                <a:lnTo>
                  <a:pt x="0" y="833437"/>
                </a:lnTo>
                <a:lnTo>
                  <a:pt x="0" y="0"/>
                </a:lnTo>
                <a:close/>
              </a:path>
            </a:pathLst>
          </a:custGeom>
          <a:solidFill>
            <a:srgbClr val="00919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1400" err="1">
              <a:solidFill>
                <a:schemeClr val="tx2"/>
              </a:solidFill>
              <a:latin typeface="Arial" panose="020B0604020202020204" pitchFamily="34" charset="0"/>
              <a:cs typeface="Arial" panose="020B0604020202020204" pitchFamily="34" charset="0"/>
            </a:endParaRPr>
          </a:p>
        </p:txBody>
      </p:sp>
      <p:sp>
        <p:nvSpPr>
          <p:cNvPr id="66" name="Pentagon 12">
            <a:extLst>
              <a:ext uri="{FF2B5EF4-FFF2-40B4-BE49-F238E27FC236}">
                <a16:creationId xmlns:a16="http://schemas.microsoft.com/office/drawing/2014/main" id="{0BBEC95C-E105-304A-9647-26DDCB27A605}"/>
              </a:ext>
            </a:extLst>
          </p:cNvPr>
          <p:cNvSpPr/>
          <p:nvPr/>
        </p:nvSpPr>
        <p:spPr>
          <a:xfrm flipH="1">
            <a:off x="2905937" y="3616509"/>
            <a:ext cx="3336594" cy="679289"/>
          </a:xfrm>
          <a:custGeom>
            <a:avLst/>
            <a:gdLst>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34548"/>
              <a:gd name="connsiteY0" fmla="*/ 0 h 833437"/>
              <a:gd name="connsiteX1" fmla="*/ 2433159 w 3234548"/>
              <a:gd name="connsiteY1" fmla="*/ 0 h 833437"/>
              <a:gd name="connsiteX2" fmla="*/ 3215640 w 3234548"/>
              <a:gd name="connsiteY2" fmla="*/ 531019 h 833437"/>
              <a:gd name="connsiteX3" fmla="*/ 2946082 w 3234548"/>
              <a:gd name="connsiteY3" fmla="*/ 668337 h 833437"/>
              <a:gd name="connsiteX4" fmla="*/ 2433159 w 3234548"/>
              <a:gd name="connsiteY4" fmla="*/ 833437 h 833437"/>
              <a:gd name="connsiteX5" fmla="*/ 0 w 3234548"/>
              <a:gd name="connsiteY5" fmla="*/ 833437 h 833437"/>
              <a:gd name="connsiteX6" fmla="*/ 0 w 3234548"/>
              <a:gd name="connsiteY6" fmla="*/ 0 h 833437"/>
              <a:gd name="connsiteX0" fmla="*/ 0 w 3243981"/>
              <a:gd name="connsiteY0" fmla="*/ 0 h 833437"/>
              <a:gd name="connsiteX1" fmla="*/ 2433159 w 3243981"/>
              <a:gd name="connsiteY1" fmla="*/ 0 h 833437"/>
              <a:gd name="connsiteX2" fmla="*/ 3215640 w 3243981"/>
              <a:gd name="connsiteY2" fmla="*/ 531019 h 833437"/>
              <a:gd name="connsiteX3" fmla="*/ 3047682 w 3243981"/>
              <a:gd name="connsiteY3" fmla="*/ 528637 h 833437"/>
              <a:gd name="connsiteX4" fmla="*/ 2433159 w 3243981"/>
              <a:gd name="connsiteY4" fmla="*/ 833437 h 833437"/>
              <a:gd name="connsiteX5" fmla="*/ 0 w 3243981"/>
              <a:gd name="connsiteY5" fmla="*/ 833437 h 833437"/>
              <a:gd name="connsiteX6" fmla="*/ 0 w 3243981"/>
              <a:gd name="connsiteY6" fmla="*/ 0 h 833437"/>
              <a:gd name="connsiteX0" fmla="*/ 0 w 3233439"/>
              <a:gd name="connsiteY0" fmla="*/ 0 h 833437"/>
              <a:gd name="connsiteX1" fmla="*/ 2433159 w 3233439"/>
              <a:gd name="connsiteY1" fmla="*/ 0 h 833437"/>
              <a:gd name="connsiteX2" fmla="*/ 3215640 w 3233439"/>
              <a:gd name="connsiteY2" fmla="*/ 531019 h 833437"/>
              <a:gd name="connsiteX3" fmla="*/ 3047682 w 3233439"/>
              <a:gd name="connsiteY3" fmla="*/ 528637 h 833437"/>
              <a:gd name="connsiteX4" fmla="*/ 2433159 w 3233439"/>
              <a:gd name="connsiteY4" fmla="*/ 833437 h 833437"/>
              <a:gd name="connsiteX5" fmla="*/ 0 w 3233439"/>
              <a:gd name="connsiteY5" fmla="*/ 833437 h 833437"/>
              <a:gd name="connsiteX6" fmla="*/ 0 w 3233439"/>
              <a:gd name="connsiteY6" fmla="*/ 0 h 833437"/>
              <a:gd name="connsiteX0" fmla="*/ 0 w 3215999"/>
              <a:gd name="connsiteY0" fmla="*/ 0 h 833437"/>
              <a:gd name="connsiteX1" fmla="*/ 2433159 w 3215999"/>
              <a:gd name="connsiteY1" fmla="*/ 0 h 833437"/>
              <a:gd name="connsiteX2" fmla="*/ 3215640 w 3215999"/>
              <a:gd name="connsiteY2" fmla="*/ 531019 h 833437"/>
              <a:gd name="connsiteX3" fmla="*/ 3047682 w 3215999"/>
              <a:gd name="connsiteY3" fmla="*/ 528637 h 833437"/>
              <a:gd name="connsiteX4" fmla="*/ 2433159 w 3215999"/>
              <a:gd name="connsiteY4" fmla="*/ 833437 h 833437"/>
              <a:gd name="connsiteX5" fmla="*/ 0 w 3215999"/>
              <a:gd name="connsiteY5" fmla="*/ 833437 h 833437"/>
              <a:gd name="connsiteX6" fmla="*/ 0 w 3215999"/>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9"/>
              <a:gd name="connsiteY0" fmla="*/ 0 h 833437"/>
              <a:gd name="connsiteX1" fmla="*/ 2433159 w 3336509"/>
              <a:gd name="connsiteY1" fmla="*/ 0 h 833437"/>
              <a:gd name="connsiteX2" fmla="*/ 3336290 w 3336509"/>
              <a:gd name="connsiteY2" fmla="*/ 632619 h 833437"/>
              <a:gd name="connsiteX3" fmla="*/ 3054032 w 3336509"/>
              <a:gd name="connsiteY3" fmla="*/ 522287 h 833437"/>
              <a:gd name="connsiteX4" fmla="*/ 2433159 w 3336509"/>
              <a:gd name="connsiteY4" fmla="*/ 833437 h 833437"/>
              <a:gd name="connsiteX5" fmla="*/ 0 w 3336509"/>
              <a:gd name="connsiteY5" fmla="*/ 833437 h 833437"/>
              <a:gd name="connsiteX6" fmla="*/ 0 w 3336509"/>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6594" h="833437">
                <a:moveTo>
                  <a:pt x="0" y="0"/>
                </a:moveTo>
                <a:lnTo>
                  <a:pt x="2433159" y="0"/>
                </a:lnTo>
                <a:cubicBezTo>
                  <a:pt x="2941106" y="69056"/>
                  <a:pt x="2897159" y="308900"/>
                  <a:pt x="3047681" y="414337"/>
                </a:cubicBezTo>
                <a:cubicBezTo>
                  <a:pt x="3198203" y="519774"/>
                  <a:pt x="3271732" y="592403"/>
                  <a:pt x="3336290" y="645319"/>
                </a:cubicBezTo>
                <a:cubicBezTo>
                  <a:pt x="3345577" y="667809"/>
                  <a:pt x="3139996" y="500459"/>
                  <a:pt x="3054032" y="522287"/>
                </a:cubicBezTo>
                <a:cubicBezTo>
                  <a:pt x="2783919" y="598090"/>
                  <a:pt x="2924173" y="805920"/>
                  <a:pt x="2433159" y="833437"/>
                </a:cubicBezTo>
                <a:lnTo>
                  <a:pt x="0" y="833437"/>
                </a:lnTo>
                <a:lnTo>
                  <a:pt x="0" y="0"/>
                </a:lnTo>
                <a:close/>
              </a:path>
            </a:pathLst>
          </a:custGeom>
          <a:solidFill>
            <a:srgbClr val="00AD7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1400" err="1">
              <a:solidFill>
                <a:schemeClr val="tx2"/>
              </a:solidFill>
              <a:latin typeface="Arial" panose="020B0604020202020204" pitchFamily="34" charset="0"/>
              <a:cs typeface="Arial" panose="020B0604020202020204" pitchFamily="34" charset="0"/>
            </a:endParaRPr>
          </a:p>
        </p:txBody>
      </p:sp>
      <p:sp>
        <p:nvSpPr>
          <p:cNvPr id="67" name="Pentagon 9">
            <a:extLst>
              <a:ext uri="{FF2B5EF4-FFF2-40B4-BE49-F238E27FC236}">
                <a16:creationId xmlns:a16="http://schemas.microsoft.com/office/drawing/2014/main" id="{A6ECEECF-21CC-BF48-B79B-5D98F40A3968}"/>
              </a:ext>
            </a:extLst>
          </p:cNvPr>
          <p:cNvSpPr/>
          <p:nvPr/>
        </p:nvSpPr>
        <p:spPr>
          <a:xfrm>
            <a:off x="1188250" y="3612915"/>
            <a:ext cx="1998662" cy="679289"/>
          </a:xfrm>
          <a:custGeom>
            <a:avLst/>
            <a:gdLst>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8662" h="833437">
                <a:moveTo>
                  <a:pt x="0" y="0"/>
                </a:moveTo>
                <a:lnTo>
                  <a:pt x="1330487" y="0"/>
                </a:lnTo>
                <a:cubicBezTo>
                  <a:pt x="1576072" y="9366"/>
                  <a:pt x="1768317" y="453073"/>
                  <a:pt x="1998662" y="416719"/>
                </a:cubicBezTo>
                <a:cubicBezTo>
                  <a:pt x="1775937" y="555625"/>
                  <a:pt x="1614172" y="793591"/>
                  <a:pt x="1330487" y="833437"/>
                </a:cubicBezTo>
                <a:lnTo>
                  <a:pt x="0" y="833437"/>
                </a:lnTo>
                <a:lnTo>
                  <a:pt x="0" y="0"/>
                </a:lnTo>
                <a:close/>
              </a:path>
            </a:pathLst>
          </a:custGeom>
          <a:solidFill>
            <a:srgbClr val="00AD7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1400" err="1">
              <a:solidFill>
                <a:schemeClr val="tx2"/>
              </a:solidFill>
              <a:latin typeface="Arial" panose="020B0604020202020204" pitchFamily="34" charset="0"/>
              <a:cs typeface="Arial" panose="020B0604020202020204" pitchFamily="34" charset="0"/>
            </a:endParaRPr>
          </a:p>
        </p:txBody>
      </p:sp>
      <p:sp>
        <p:nvSpPr>
          <p:cNvPr id="74" name="Pentagon 12">
            <a:extLst>
              <a:ext uri="{FF2B5EF4-FFF2-40B4-BE49-F238E27FC236}">
                <a16:creationId xmlns:a16="http://schemas.microsoft.com/office/drawing/2014/main" id="{B0CA3CDD-A264-2840-96DE-B08F62CCF397}"/>
              </a:ext>
            </a:extLst>
          </p:cNvPr>
          <p:cNvSpPr/>
          <p:nvPr/>
        </p:nvSpPr>
        <p:spPr>
          <a:xfrm flipH="1">
            <a:off x="2905937" y="4339545"/>
            <a:ext cx="3336594" cy="679289"/>
          </a:xfrm>
          <a:custGeom>
            <a:avLst/>
            <a:gdLst>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34548"/>
              <a:gd name="connsiteY0" fmla="*/ 0 h 833437"/>
              <a:gd name="connsiteX1" fmla="*/ 2433159 w 3234548"/>
              <a:gd name="connsiteY1" fmla="*/ 0 h 833437"/>
              <a:gd name="connsiteX2" fmla="*/ 3215640 w 3234548"/>
              <a:gd name="connsiteY2" fmla="*/ 531019 h 833437"/>
              <a:gd name="connsiteX3" fmla="*/ 2946082 w 3234548"/>
              <a:gd name="connsiteY3" fmla="*/ 668337 h 833437"/>
              <a:gd name="connsiteX4" fmla="*/ 2433159 w 3234548"/>
              <a:gd name="connsiteY4" fmla="*/ 833437 h 833437"/>
              <a:gd name="connsiteX5" fmla="*/ 0 w 3234548"/>
              <a:gd name="connsiteY5" fmla="*/ 833437 h 833437"/>
              <a:gd name="connsiteX6" fmla="*/ 0 w 3234548"/>
              <a:gd name="connsiteY6" fmla="*/ 0 h 833437"/>
              <a:gd name="connsiteX0" fmla="*/ 0 w 3243981"/>
              <a:gd name="connsiteY0" fmla="*/ 0 h 833437"/>
              <a:gd name="connsiteX1" fmla="*/ 2433159 w 3243981"/>
              <a:gd name="connsiteY1" fmla="*/ 0 h 833437"/>
              <a:gd name="connsiteX2" fmla="*/ 3215640 w 3243981"/>
              <a:gd name="connsiteY2" fmla="*/ 531019 h 833437"/>
              <a:gd name="connsiteX3" fmla="*/ 3047682 w 3243981"/>
              <a:gd name="connsiteY3" fmla="*/ 528637 h 833437"/>
              <a:gd name="connsiteX4" fmla="*/ 2433159 w 3243981"/>
              <a:gd name="connsiteY4" fmla="*/ 833437 h 833437"/>
              <a:gd name="connsiteX5" fmla="*/ 0 w 3243981"/>
              <a:gd name="connsiteY5" fmla="*/ 833437 h 833437"/>
              <a:gd name="connsiteX6" fmla="*/ 0 w 3243981"/>
              <a:gd name="connsiteY6" fmla="*/ 0 h 833437"/>
              <a:gd name="connsiteX0" fmla="*/ 0 w 3233439"/>
              <a:gd name="connsiteY0" fmla="*/ 0 h 833437"/>
              <a:gd name="connsiteX1" fmla="*/ 2433159 w 3233439"/>
              <a:gd name="connsiteY1" fmla="*/ 0 h 833437"/>
              <a:gd name="connsiteX2" fmla="*/ 3215640 w 3233439"/>
              <a:gd name="connsiteY2" fmla="*/ 531019 h 833437"/>
              <a:gd name="connsiteX3" fmla="*/ 3047682 w 3233439"/>
              <a:gd name="connsiteY3" fmla="*/ 528637 h 833437"/>
              <a:gd name="connsiteX4" fmla="*/ 2433159 w 3233439"/>
              <a:gd name="connsiteY4" fmla="*/ 833437 h 833437"/>
              <a:gd name="connsiteX5" fmla="*/ 0 w 3233439"/>
              <a:gd name="connsiteY5" fmla="*/ 833437 h 833437"/>
              <a:gd name="connsiteX6" fmla="*/ 0 w 3233439"/>
              <a:gd name="connsiteY6" fmla="*/ 0 h 833437"/>
              <a:gd name="connsiteX0" fmla="*/ 0 w 3215999"/>
              <a:gd name="connsiteY0" fmla="*/ 0 h 833437"/>
              <a:gd name="connsiteX1" fmla="*/ 2433159 w 3215999"/>
              <a:gd name="connsiteY1" fmla="*/ 0 h 833437"/>
              <a:gd name="connsiteX2" fmla="*/ 3215640 w 3215999"/>
              <a:gd name="connsiteY2" fmla="*/ 531019 h 833437"/>
              <a:gd name="connsiteX3" fmla="*/ 3047682 w 3215999"/>
              <a:gd name="connsiteY3" fmla="*/ 528637 h 833437"/>
              <a:gd name="connsiteX4" fmla="*/ 2433159 w 3215999"/>
              <a:gd name="connsiteY4" fmla="*/ 833437 h 833437"/>
              <a:gd name="connsiteX5" fmla="*/ 0 w 3215999"/>
              <a:gd name="connsiteY5" fmla="*/ 833437 h 833437"/>
              <a:gd name="connsiteX6" fmla="*/ 0 w 3215999"/>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9"/>
              <a:gd name="connsiteY0" fmla="*/ 0 h 833437"/>
              <a:gd name="connsiteX1" fmla="*/ 2433159 w 3336509"/>
              <a:gd name="connsiteY1" fmla="*/ 0 h 833437"/>
              <a:gd name="connsiteX2" fmla="*/ 3336290 w 3336509"/>
              <a:gd name="connsiteY2" fmla="*/ 632619 h 833437"/>
              <a:gd name="connsiteX3" fmla="*/ 3054032 w 3336509"/>
              <a:gd name="connsiteY3" fmla="*/ 522287 h 833437"/>
              <a:gd name="connsiteX4" fmla="*/ 2433159 w 3336509"/>
              <a:gd name="connsiteY4" fmla="*/ 833437 h 833437"/>
              <a:gd name="connsiteX5" fmla="*/ 0 w 3336509"/>
              <a:gd name="connsiteY5" fmla="*/ 833437 h 833437"/>
              <a:gd name="connsiteX6" fmla="*/ 0 w 3336509"/>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6594" h="833437">
                <a:moveTo>
                  <a:pt x="0" y="0"/>
                </a:moveTo>
                <a:lnTo>
                  <a:pt x="2433159" y="0"/>
                </a:lnTo>
                <a:cubicBezTo>
                  <a:pt x="2941106" y="69056"/>
                  <a:pt x="2897159" y="308900"/>
                  <a:pt x="3047681" y="414337"/>
                </a:cubicBezTo>
                <a:cubicBezTo>
                  <a:pt x="3198203" y="519774"/>
                  <a:pt x="3271732" y="592403"/>
                  <a:pt x="3336290" y="645319"/>
                </a:cubicBezTo>
                <a:cubicBezTo>
                  <a:pt x="3345577" y="667809"/>
                  <a:pt x="3139996" y="500459"/>
                  <a:pt x="3054032" y="522287"/>
                </a:cubicBezTo>
                <a:cubicBezTo>
                  <a:pt x="2783919" y="598090"/>
                  <a:pt x="2924173" y="805920"/>
                  <a:pt x="2433159" y="833437"/>
                </a:cubicBezTo>
                <a:lnTo>
                  <a:pt x="0" y="833437"/>
                </a:lnTo>
                <a:lnTo>
                  <a:pt x="0" y="0"/>
                </a:lnTo>
                <a:close/>
              </a:path>
            </a:pathLst>
          </a:custGeom>
          <a:solidFill>
            <a:srgbClr val="00905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1400" err="1">
              <a:solidFill>
                <a:schemeClr val="tx2"/>
              </a:solidFill>
              <a:latin typeface="Arial" panose="020B0604020202020204" pitchFamily="34" charset="0"/>
              <a:cs typeface="Arial" panose="020B0604020202020204" pitchFamily="34" charset="0"/>
            </a:endParaRPr>
          </a:p>
        </p:txBody>
      </p:sp>
      <p:sp>
        <p:nvSpPr>
          <p:cNvPr id="75" name="Pentagon 9">
            <a:extLst>
              <a:ext uri="{FF2B5EF4-FFF2-40B4-BE49-F238E27FC236}">
                <a16:creationId xmlns:a16="http://schemas.microsoft.com/office/drawing/2014/main" id="{FA5269A5-C90A-A64F-B184-DCA367BBBF55}"/>
              </a:ext>
            </a:extLst>
          </p:cNvPr>
          <p:cNvSpPr/>
          <p:nvPr/>
        </p:nvSpPr>
        <p:spPr>
          <a:xfrm>
            <a:off x="1188250" y="4339545"/>
            <a:ext cx="1998662" cy="679289"/>
          </a:xfrm>
          <a:custGeom>
            <a:avLst/>
            <a:gdLst>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8662" h="833437">
                <a:moveTo>
                  <a:pt x="0" y="0"/>
                </a:moveTo>
                <a:lnTo>
                  <a:pt x="1330487" y="0"/>
                </a:lnTo>
                <a:cubicBezTo>
                  <a:pt x="1576072" y="9366"/>
                  <a:pt x="1768317" y="453073"/>
                  <a:pt x="1998662" y="416719"/>
                </a:cubicBezTo>
                <a:cubicBezTo>
                  <a:pt x="1775937" y="555625"/>
                  <a:pt x="1614172" y="793591"/>
                  <a:pt x="1330487" y="833437"/>
                </a:cubicBezTo>
                <a:lnTo>
                  <a:pt x="0" y="833437"/>
                </a:lnTo>
                <a:lnTo>
                  <a:pt x="0" y="0"/>
                </a:lnTo>
                <a:close/>
              </a:path>
            </a:pathLst>
          </a:custGeom>
          <a:solidFill>
            <a:srgbClr val="00905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1400" err="1">
              <a:solidFill>
                <a:schemeClr val="tx2"/>
              </a:solidFill>
              <a:latin typeface="Arial" panose="020B0604020202020204" pitchFamily="34" charset="0"/>
              <a:cs typeface="Arial" panose="020B0604020202020204" pitchFamily="34" charset="0"/>
            </a:endParaRPr>
          </a:p>
        </p:txBody>
      </p:sp>
      <p:sp>
        <p:nvSpPr>
          <p:cNvPr id="78" name="Pentagon 12">
            <a:extLst>
              <a:ext uri="{FF2B5EF4-FFF2-40B4-BE49-F238E27FC236}">
                <a16:creationId xmlns:a16="http://schemas.microsoft.com/office/drawing/2014/main" id="{D3F9A87A-4451-C44A-AA8F-230919005B9E}"/>
              </a:ext>
            </a:extLst>
          </p:cNvPr>
          <p:cNvSpPr/>
          <p:nvPr/>
        </p:nvSpPr>
        <p:spPr>
          <a:xfrm flipH="1">
            <a:off x="2905937" y="5063648"/>
            <a:ext cx="3336594" cy="679289"/>
          </a:xfrm>
          <a:custGeom>
            <a:avLst/>
            <a:gdLst>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34548"/>
              <a:gd name="connsiteY0" fmla="*/ 0 h 833437"/>
              <a:gd name="connsiteX1" fmla="*/ 2433159 w 3234548"/>
              <a:gd name="connsiteY1" fmla="*/ 0 h 833437"/>
              <a:gd name="connsiteX2" fmla="*/ 3215640 w 3234548"/>
              <a:gd name="connsiteY2" fmla="*/ 531019 h 833437"/>
              <a:gd name="connsiteX3" fmla="*/ 2946082 w 3234548"/>
              <a:gd name="connsiteY3" fmla="*/ 668337 h 833437"/>
              <a:gd name="connsiteX4" fmla="*/ 2433159 w 3234548"/>
              <a:gd name="connsiteY4" fmla="*/ 833437 h 833437"/>
              <a:gd name="connsiteX5" fmla="*/ 0 w 3234548"/>
              <a:gd name="connsiteY5" fmla="*/ 833437 h 833437"/>
              <a:gd name="connsiteX6" fmla="*/ 0 w 3234548"/>
              <a:gd name="connsiteY6" fmla="*/ 0 h 833437"/>
              <a:gd name="connsiteX0" fmla="*/ 0 w 3243981"/>
              <a:gd name="connsiteY0" fmla="*/ 0 h 833437"/>
              <a:gd name="connsiteX1" fmla="*/ 2433159 w 3243981"/>
              <a:gd name="connsiteY1" fmla="*/ 0 h 833437"/>
              <a:gd name="connsiteX2" fmla="*/ 3215640 w 3243981"/>
              <a:gd name="connsiteY2" fmla="*/ 531019 h 833437"/>
              <a:gd name="connsiteX3" fmla="*/ 3047682 w 3243981"/>
              <a:gd name="connsiteY3" fmla="*/ 528637 h 833437"/>
              <a:gd name="connsiteX4" fmla="*/ 2433159 w 3243981"/>
              <a:gd name="connsiteY4" fmla="*/ 833437 h 833437"/>
              <a:gd name="connsiteX5" fmla="*/ 0 w 3243981"/>
              <a:gd name="connsiteY5" fmla="*/ 833437 h 833437"/>
              <a:gd name="connsiteX6" fmla="*/ 0 w 3243981"/>
              <a:gd name="connsiteY6" fmla="*/ 0 h 833437"/>
              <a:gd name="connsiteX0" fmla="*/ 0 w 3233439"/>
              <a:gd name="connsiteY0" fmla="*/ 0 h 833437"/>
              <a:gd name="connsiteX1" fmla="*/ 2433159 w 3233439"/>
              <a:gd name="connsiteY1" fmla="*/ 0 h 833437"/>
              <a:gd name="connsiteX2" fmla="*/ 3215640 w 3233439"/>
              <a:gd name="connsiteY2" fmla="*/ 531019 h 833437"/>
              <a:gd name="connsiteX3" fmla="*/ 3047682 w 3233439"/>
              <a:gd name="connsiteY3" fmla="*/ 528637 h 833437"/>
              <a:gd name="connsiteX4" fmla="*/ 2433159 w 3233439"/>
              <a:gd name="connsiteY4" fmla="*/ 833437 h 833437"/>
              <a:gd name="connsiteX5" fmla="*/ 0 w 3233439"/>
              <a:gd name="connsiteY5" fmla="*/ 833437 h 833437"/>
              <a:gd name="connsiteX6" fmla="*/ 0 w 3233439"/>
              <a:gd name="connsiteY6" fmla="*/ 0 h 833437"/>
              <a:gd name="connsiteX0" fmla="*/ 0 w 3215999"/>
              <a:gd name="connsiteY0" fmla="*/ 0 h 833437"/>
              <a:gd name="connsiteX1" fmla="*/ 2433159 w 3215999"/>
              <a:gd name="connsiteY1" fmla="*/ 0 h 833437"/>
              <a:gd name="connsiteX2" fmla="*/ 3215640 w 3215999"/>
              <a:gd name="connsiteY2" fmla="*/ 531019 h 833437"/>
              <a:gd name="connsiteX3" fmla="*/ 3047682 w 3215999"/>
              <a:gd name="connsiteY3" fmla="*/ 528637 h 833437"/>
              <a:gd name="connsiteX4" fmla="*/ 2433159 w 3215999"/>
              <a:gd name="connsiteY4" fmla="*/ 833437 h 833437"/>
              <a:gd name="connsiteX5" fmla="*/ 0 w 3215999"/>
              <a:gd name="connsiteY5" fmla="*/ 833437 h 833437"/>
              <a:gd name="connsiteX6" fmla="*/ 0 w 3215999"/>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9"/>
              <a:gd name="connsiteY0" fmla="*/ 0 h 833437"/>
              <a:gd name="connsiteX1" fmla="*/ 2433159 w 3336509"/>
              <a:gd name="connsiteY1" fmla="*/ 0 h 833437"/>
              <a:gd name="connsiteX2" fmla="*/ 3336290 w 3336509"/>
              <a:gd name="connsiteY2" fmla="*/ 632619 h 833437"/>
              <a:gd name="connsiteX3" fmla="*/ 3054032 w 3336509"/>
              <a:gd name="connsiteY3" fmla="*/ 522287 h 833437"/>
              <a:gd name="connsiteX4" fmla="*/ 2433159 w 3336509"/>
              <a:gd name="connsiteY4" fmla="*/ 833437 h 833437"/>
              <a:gd name="connsiteX5" fmla="*/ 0 w 3336509"/>
              <a:gd name="connsiteY5" fmla="*/ 833437 h 833437"/>
              <a:gd name="connsiteX6" fmla="*/ 0 w 3336509"/>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6594" h="833437">
                <a:moveTo>
                  <a:pt x="0" y="0"/>
                </a:moveTo>
                <a:lnTo>
                  <a:pt x="2433159" y="0"/>
                </a:lnTo>
                <a:cubicBezTo>
                  <a:pt x="2941106" y="69056"/>
                  <a:pt x="2897159" y="308900"/>
                  <a:pt x="3047681" y="414337"/>
                </a:cubicBezTo>
                <a:cubicBezTo>
                  <a:pt x="3198203" y="519774"/>
                  <a:pt x="3271732" y="592403"/>
                  <a:pt x="3336290" y="645319"/>
                </a:cubicBezTo>
                <a:cubicBezTo>
                  <a:pt x="3345577" y="667809"/>
                  <a:pt x="3139996" y="500459"/>
                  <a:pt x="3054032" y="522287"/>
                </a:cubicBezTo>
                <a:cubicBezTo>
                  <a:pt x="2783919" y="598090"/>
                  <a:pt x="2924173" y="805920"/>
                  <a:pt x="2433159" y="833437"/>
                </a:cubicBezTo>
                <a:lnTo>
                  <a:pt x="0" y="833437"/>
                </a:lnTo>
                <a:lnTo>
                  <a:pt x="0" y="0"/>
                </a:lnTo>
                <a:close/>
              </a:path>
            </a:pathLst>
          </a:custGeom>
          <a:solidFill>
            <a:srgbClr val="2475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1400">
              <a:solidFill>
                <a:schemeClr val="tx2"/>
              </a:solidFill>
              <a:latin typeface="Arial" panose="020B0604020202020204" pitchFamily="34" charset="0"/>
              <a:cs typeface="Arial" panose="020B0604020202020204" pitchFamily="34" charset="0"/>
            </a:endParaRPr>
          </a:p>
        </p:txBody>
      </p:sp>
      <p:sp>
        <p:nvSpPr>
          <p:cNvPr id="79" name="Pentagon 9">
            <a:extLst>
              <a:ext uri="{FF2B5EF4-FFF2-40B4-BE49-F238E27FC236}">
                <a16:creationId xmlns:a16="http://schemas.microsoft.com/office/drawing/2014/main" id="{1EC97DC3-3188-6041-A0CF-19EE32545996}"/>
              </a:ext>
            </a:extLst>
          </p:cNvPr>
          <p:cNvSpPr/>
          <p:nvPr/>
        </p:nvSpPr>
        <p:spPr>
          <a:xfrm>
            <a:off x="1188250" y="5063648"/>
            <a:ext cx="1998662" cy="679289"/>
          </a:xfrm>
          <a:custGeom>
            <a:avLst/>
            <a:gdLst>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8662" h="833437">
                <a:moveTo>
                  <a:pt x="0" y="0"/>
                </a:moveTo>
                <a:lnTo>
                  <a:pt x="1330487" y="0"/>
                </a:lnTo>
                <a:cubicBezTo>
                  <a:pt x="1576072" y="9366"/>
                  <a:pt x="1768317" y="453073"/>
                  <a:pt x="1998662" y="416719"/>
                </a:cubicBezTo>
                <a:cubicBezTo>
                  <a:pt x="1775937" y="555625"/>
                  <a:pt x="1614172" y="793591"/>
                  <a:pt x="1330487" y="833437"/>
                </a:cubicBezTo>
                <a:lnTo>
                  <a:pt x="0" y="833437"/>
                </a:lnTo>
                <a:lnTo>
                  <a:pt x="0" y="0"/>
                </a:lnTo>
                <a:close/>
              </a:path>
            </a:pathLst>
          </a:custGeom>
          <a:solidFill>
            <a:srgbClr val="2475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1400" err="1">
              <a:solidFill>
                <a:schemeClr val="tx2"/>
              </a:solidFill>
              <a:latin typeface="Arial" panose="020B0604020202020204" pitchFamily="34" charset="0"/>
              <a:cs typeface="Arial" panose="020B0604020202020204" pitchFamily="34" charset="0"/>
            </a:endParaRPr>
          </a:p>
        </p:txBody>
      </p:sp>
      <p:pic>
        <p:nvPicPr>
          <p:cNvPr id="3" name="Picture 2" descr="A screen shot of a phone&#10;&#10;Description automatically generated">
            <a:extLst>
              <a:ext uri="{FF2B5EF4-FFF2-40B4-BE49-F238E27FC236}">
                <a16:creationId xmlns:a16="http://schemas.microsoft.com/office/drawing/2014/main" id="{9FA74D97-25A1-8576-061F-97EE9AA2F68A}"/>
              </a:ext>
            </a:extLst>
          </p:cNvPr>
          <p:cNvPicPr>
            <a:picLocks noChangeAspect="1"/>
          </p:cNvPicPr>
          <p:nvPr/>
        </p:nvPicPr>
        <p:blipFill rotWithShape="1">
          <a:blip r:embed="rId2">
            <a:extLst>
              <a:ext uri="{BEBA8EAE-BF5A-486C-A8C5-ECC9F3942E4B}">
                <a14:imgProps xmlns:a14="http://schemas.microsoft.com/office/drawing/2010/main">
                  <a14:imgLayer r:embed="rId3">
                    <a14:imgEffect>
                      <a14:backgroundRemoval t="3947" b="96053" l="6916" r="89914">
                        <a14:foregroundMark x1="11960" y1="3684" x2="45965" y2="12807"/>
                        <a14:foregroundMark x1="45965" y1="12807" x2="37464" y2="84035"/>
                        <a14:foregroundMark x1="37464" y1="84035" x2="29539" y2="89912"/>
                        <a14:foregroundMark x1="29539" y1="89912" x2="28386" y2="96140"/>
                        <a14:foregroundMark x1="57061" y1="4035" x2="13256" y2="5175"/>
                        <a14:foregroundMark x1="6916" y1="7105" x2="6916" y2="17281"/>
                        <a14:foregroundMark x1="7061" y1="64123" x2="6916" y2="75614"/>
                      </a14:backgroundRemoval>
                    </a14:imgEffect>
                  </a14:imgLayer>
                </a14:imgProps>
              </a:ext>
              <a:ext uri="{28A0092B-C50C-407E-A947-70E740481C1C}">
                <a14:useLocalDpi xmlns:a14="http://schemas.microsoft.com/office/drawing/2010/main" val="0"/>
              </a:ext>
            </a:extLst>
          </a:blip>
          <a:srcRect r="19765"/>
          <a:stretch/>
        </p:blipFill>
        <p:spPr>
          <a:xfrm>
            <a:off x="-34641" y="1266196"/>
            <a:ext cx="2352153" cy="4736766"/>
          </a:xfrm>
          <a:prstGeom prst="rect">
            <a:avLst/>
          </a:prstGeom>
          <a:ln w="12700">
            <a:prstDash val="dashDot"/>
            <a:tailEnd type="triangle"/>
          </a:ln>
        </p:spPr>
      </p:pic>
      <p:sp>
        <p:nvSpPr>
          <p:cNvPr id="82" name="Rectangle 81">
            <a:extLst>
              <a:ext uri="{FF2B5EF4-FFF2-40B4-BE49-F238E27FC236}">
                <a16:creationId xmlns:a16="http://schemas.microsoft.com/office/drawing/2014/main" id="{CE959CAE-C01C-8948-BA1B-58E635EB819A}"/>
              </a:ext>
            </a:extLst>
          </p:cNvPr>
          <p:cNvSpPr/>
          <p:nvPr/>
        </p:nvSpPr>
        <p:spPr>
          <a:xfrm>
            <a:off x="4843088" y="2180342"/>
            <a:ext cx="5166391" cy="674770"/>
          </a:xfrm>
          <a:prstGeom prst="rect">
            <a:avLst/>
          </a:prstGeom>
          <a:gradFill flip="none" rotWithShape="1">
            <a:gsLst>
              <a:gs pos="0">
                <a:srgbClr val="4371C5"/>
              </a:gs>
              <a:gs pos="90000">
                <a:schemeClr val="bg1"/>
              </a:gs>
              <a:gs pos="100000">
                <a:schemeClr val="bg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latin typeface="Arial" panose="020B0604020202020204" pitchFamily="34" charset="0"/>
              <a:cs typeface="Arial" panose="020B0604020202020204" pitchFamily="34" charset="0"/>
            </a:endParaRPr>
          </a:p>
        </p:txBody>
      </p:sp>
      <p:sp>
        <p:nvSpPr>
          <p:cNvPr id="83" name="Rectangle 82">
            <a:extLst>
              <a:ext uri="{FF2B5EF4-FFF2-40B4-BE49-F238E27FC236}">
                <a16:creationId xmlns:a16="http://schemas.microsoft.com/office/drawing/2014/main" id="{C4D7104E-F6EC-A743-BAE8-6AB798490EFF}"/>
              </a:ext>
            </a:extLst>
          </p:cNvPr>
          <p:cNvSpPr/>
          <p:nvPr/>
        </p:nvSpPr>
        <p:spPr>
          <a:xfrm>
            <a:off x="4843088" y="2890049"/>
            <a:ext cx="5166390" cy="674770"/>
          </a:xfrm>
          <a:prstGeom prst="rect">
            <a:avLst/>
          </a:prstGeom>
          <a:gradFill flip="none" rotWithShape="1">
            <a:gsLst>
              <a:gs pos="0">
                <a:srgbClr val="009193"/>
              </a:gs>
              <a:gs pos="90000">
                <a:schemeClr val="bg1"/>
              </a:gs>
              <a:gs pos="100000">
                <a:schemeClr val="bg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latin typeface="Arial" panose="020B0604020202020204" pitchFamily="34" charset="0"/>
              <a:cs typeface="Arial" panose="020B0604020202020204" pitchFamily="34" charset="0"/>
            </a:endParaRPr>
          </a:p>
        </p:txBody>
      </p:sp>
      <p:sp>
        <p:nvSpPr>
          <p:cNvPr id="86" name="Rectangle 85">
            <a:extLst>
              <a:ext uri="{FF2B5EF4-FFF2-40B4-BE49-F238E27FC236}">
                <a16:creationId xmlns:a16="http://schemas.microsoft.com/office/drawing/2014/main" id="{AE5DD664-9D50-D442-8656-1787EF2A633A}"/>
              </a:ext>
            </a:extLst>
          </p:cNvPr>
          <p:cNvSpPr/>
          <p:nvPr/>
        </p:nvSpPr>
        <p:spPr>
          <a:xfrm>
            <a:off x="4843088" y="4344064"/>
            <a:ext cx="5166389" cy="674770"/>
          </a:xfrm>
          <a:prstGeom prst="rect">
            <a:avLst/>
          </a:prstGeom>
          <a:gradFill flip="none" rotWithShape="1">
            <a:gsLst>
              <a:gs pos="0">
                <a:srgbClr val="009051"/>
              </a:gs>
              <a:gs pos="90000">
                <a:schemeClr val="bg1"/>
              </a:gs>
              <a:gs pos="100000">
                <a:schemeClr val="bg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latin typeface="Arial" panose="020B0604020202020204" pitchFamily="34" charset="0"/>
              <a:cs typeface="Arial" panose="020B0604020202020204" pitchFamily="34" charset="0"/>
            </a:endParaRPr>
          </a:p>
        </p:txBody>
      </p:sp>
      <p:sp>
        <p:nvSpPr>
          <p:cNvPr id="87" name="Rectangle 86">
            <a:extLst>
              <a:ext uri="{FF2B5EF4-FFF2-40B4-BE49-F238E27FC236}">
                <a16:creationId xmlns:a16="http://schemas.microsoft.com/office/drawing/2014/main" id="{D13C675B-57AD-E140-B3C3-0CF5013E2F56}"/>
              </a:ext>
            </a:extLst>
          </p:cNvPr>
          <p:cNvSpPr/>
          <p:nvPr/>
        </p:nvSpPr>
        <p:spPr>
          <a:xfrm>
            <a:off x="4843088" y="5064668"/>
            <a:ext cx="5166389" cy="674770"/>
          </a:xfrm>
          <a:prstGeom prst="rect">
            <a:avLst/>
          </a:prstGeom>
          <a:gradFill flip="none" rotWithShape="1">
            <a:gsLst>
              <a:gs pos="0">
                <a:srgbClr val="247500"/>
              </a:gs>
              <a:gs pos="90000">
                <a:schemeClr val="bg1"/>
              </a:gs>
              <a:gs pos="100000">
                <a:schemeClr val="bg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latin typeface="Arial" panose="020B0604020202020204" pitchFamily="34" charset="0"/>
              <a:cs typeface="Arial" panose="020B0604020202020204" pitchFamily="34" charset="0"/>
            </a:endParaRPr>
          </a:p>
        </p:txBody>
      </p:sp>
      <p:sp>
        <p:nvSpPr>
          <p:cNvPr id="84" name="Rectangle 83">
            <a:extLst>
              <a:ext uri="{FF2B5EF4-FFF2-40B4-BE49-F238E27FC236}">
                <a16:creationId xmlns:a16="http://schemas.microsoft.com/office/drawing/2014/main" id="{BF47DD77-CEA7-1345-9615-0607B383C4C9}"/>
              </a:ext>
            </a:extLst>
          </p:cNvPr>
          <p:cNvSpPr/>
          <p:nvPr/>
        </p:nvSpPr>
        <p:spPr>
          <a:xfrm>
            <a:off x="4843088" y="3618768"/>
            <a:ext cx="5147602" cy="674770"/>
          </a:xfrm>
          <a:prstGeom prst="rect">
            <a:avLst/>
          </a:prstGeom>
          <a:gradFill flip="none" rotWithShape="1">
            <a:gsLst>
              <a:gs pos="0">
                <a:srgbClr val="00AD7F"/>
              </a:gs>
              <a:gs pos="90000">
                <a:schemeClr val="bg1"/>
              </a:gs>
              <a:gs pos="100000">
                <a:schemeClr val="bg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latin typeface="Arial" panose="020B0604020202020204" pitchFamily="34" charset="0"/>
              <a:cs typeface="Arial" panose="020B0604020202020204" pitchFamily="34" charset="0"/>
            </a:endParaRPr>
          </a:p>
        </p:txBody>
      </p:sp>
      <p:sp>
        <p:nvSpPr>
          <p:cNvPr id="49" name="Rectangle 48">
            <a:extLst>
              <a:ext uri="{FF2B5EF4-FFF2-40B4-BE49-F238E27FC236}">
                <a16:creationId xmlns:a16="http://schemas.microsoft.com/office/drawing/2014/main" id="{C515BF10-17EC-4643-8FB0-F8A7B499F871}"/>
              </a:ext>
            </a:extLst>
          </p:cNvPr>
          <p:cNvSpPr/>
          <p:nvPr/>
        </p:nvSpPr>
        <p:spPr>
          <a:xfrm>
            <a:off x="3685663" y="1594223"/>
            <a:ext cx="1126823" cy="439182"/>
          </a:xfrm>
          <a:prstGeom prst="rect">
            <a:avLst/>
          </a:prstGeom>
        </p:spPr>
        <p:txBody>
          <a:bodyPr wrap="square" lIns="0" tIns="0" rIns="0" bIns="0">
            <a:noAutofit/>
          </a:bodyPr>
          <a:lstStyle/>
          <a:p>
            <a:r>
              <a:rPr lang="en-US" sz="2000">
                <a:solidFill>
                  <a:schemeClr val="bg1"/>
                </a:solidFill>
                <a:latin typeface="Arial" panose="020B0604020202020204" pitchFamily="34" charset="0"/>
                <a:cs typeface="Arial" panose="020B0604020202020204" pitchFamily="34" charset="0"/>
              </a:rPr>
              <a:t>20 </a:t>
            </a:r>
            <a:r>
              <a:rPr lang="en-US" sz="1600" err="1">
                <a:solidFill>
                  <a:schemeClr val="bg1"/>
                </a:solidFill>
                <a:latin typeface="Arial" panose="020B0604020202020204" pitchFamily="34" charset="0"/>
                <a:cs typeface="Arial" panose="020B0604020202020204" pitchFamily="34" charset="0"/>
              </a:rPr>
              <a:t>mn</a:t>
            </a:r>
            <a:endParaRPr lang="en-US" sz="2000">
              <a:solidFill>
                <a:schemeClr val="bg1"/>
              </a:solidFill>
              <a:latin typeface="Arial" panose="020B0604020202020204" pitchFamily="34" charset="0"/>
              <a:cs typeface="Arial" panose="020B0604020202020204" pitchFamily="34" charset="0"/>
            </a:endParaRPr>
          </a:p>
        </p:txBody>
      </p:sp>
      <p:sp>
        <p:nvSpPr>
          <p:cNvPr id="48" name="Half Frame 50">
            <a:extLst>
              <a:ext uri="{FF2B5EF4-FFF2-40B4-BE49-F238E27FC236}">
                <a16:creationId xmlns:a16="http://schemas.microsoft.com/office/drawing/2014/main" id="{6E891E44-69A2-1D44-9216-F8A30A924E1A}"/>
              </a:ext>
            </a:extLst>
          </p:cNvPr>
          <p:cNvSpPr/>
          <p:nvPr/>
        </p:nvSpPr>
        <p:spPr>
          <a:xfrm rot="8142470">
            <a:off x="4638930" y="1680796"/>
            <a:ext cx="234950" cy="257369"/>
          </a:xfrm>
          <a:prstGeom prst="halfFrame">
            <a:avLst>
              <a:gd name="adj1" fmla="val 26576"/>
              <a:gd name="adj2" fmla="val 25856"/>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endParaRPr lang="en-US" sz="1200" err="1">
              <a:solidFill>
                <a:schemeClr val="tx2"/>
              </a:solidFill>
              <a:latin typeface="Arial" panose="020B0604020202020204" pitchFamily="34" charset="0"/>
              <a:cs typeface="Arial" panose="020B0604020202020204" pitchFamily="34" charset="0"/>
            </a:endParaRPr>
          </a:p>
        </p:txBody>
      </p:sp>
      <p:sp>
        <p:nvSpPr>
          <p:cNvPr id="151" name="Rectangle 150">
            <a:extLst>
              <a:ext uri="{FF2B5EF4-FFF2-40B4-BE49-F238E27FC236}">
                <a16:creationId xmlns:a16="http://schemas.microsoft.com/office/drawing/2014/main" id="{425FD5C9-D9A9-AF4F-A7B5-32FACE5F5D24}"/>
              </a:ext>
            </a:extLst>
          </p:cNvPr>
          <p:cNvSpPr/>
          <p:nvPr/>
        </p:nvSpPr>
        <p:spPr>
          <a:xfrm>
            <a:off x="3647189" y="1904312"/>
            <a:ext cx="918511" cy="227671"/>
          </a:xfrm>
          <a:prstGeom prst="rect">
            <a:avLst/>
          </a:prstGeom>
        </p:spPr>
        <p:txBody>
          <a:bodyPr wrap="square" lIns="0" tIns="0" rIns="0" bIns="0">
            <a:noAutofit/>
          </a:bodyPr>
          <a:lstStyle/>
          <a:p>
            <a:pPr algn="ctr"/>
            <a:r>
              <a:rPr lang="en-US" sz="900">
                <a:solidFill>
                  <a:schemeClr val="bg1"/>
                </a:solidFill>
                <a:latin typeface="Arial" panose="020B0604020202020204" pitchFamily="34" charset="0"/>
                <a:cs typeface="Arial" panose="020B0604020202020204" pitchFamily="34" charset="0"/>
              </a:rPr>
              <a:t>buddies by 2030</a:t>
            </a:r>
          </a:p>
        </p:txBody>
      </p:sp>
      <p:sp>
        <p:nvSpPr>
          <p:cNvPr id="156" name="Rounded Rectangle 155">
            <a:extLst>
              <a:ext uri="{FF2B5EF4-FFF2-40B4-BE49-F238E27FC236}">
                <a16:creationId xmlns:a16="http://schemas.microsoft.com/office/drawing/2014/main" id="{74FD985D-EADD-4748-9486-6D63454A57F8}"/>
              </a:ext>
            </a:extLst>
          </p:cNvPr>
          <p:cNvSpPr/>
          <p:nvPr/>
        </p:nvSpPr>
        <p:spPr>
          <a:xfrm>
            <a:off x="5867430" y="1902894"/>
            <a:ext cx="692889" cy="172569"/>
          </a:xfrm>
          <a:prstGeom prst="roundRect">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lumMod val="75000"/>
                    <a:lumOff val="25000"/>
                  </a:schemeClr>
                </a:solidFill>
                <a:latin typeface="Arial" panose="020B0604020202020204" pitchFamily="34" charset="0"/>
                <a:cs typeface="Arial" panose="020B0604020202020204" pitchFamily="34" charset="0"/>
              </a:rPr>
              <a:t>200 Mn</a:t>
            </a:r>
          </a:p>
        </p:txBody>
      </p:sp>
      <p:sp>
        <p:nvSpPr>
          <p:cNvPr id="157" name="Rounded Rectangle 156">
            <a:extLst>
              <a:ext uri="{FF2B5EF4-FFF2-40B4-BE49-F238E27FC236}">
                <a16:creationId xmlns:a16="http://schemas.microsoft.com/office/drawing/2014/main" id="{CA5294F4-F02C-D546-AEA7-547D95086655}"/>
              </a:ext>
            </a:extLst>
          </p:cNvPr>
          <p:cNvSpPr/>
          <p:nvPr/>
        </p:nvSpPr>
        <p:spPr>
          <a:xfrm>
            <a:off x="6727442" y="1904020"/>
            <a:ext cx="692889" cy="172569"/>
          </a:xfrm>
          <a:prstGeom prst="roundRect">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lumMod val="75000"/>
                    <a:lumOff val="25000"/>
                  </a:schemeClr>
                </a:solidFill>
                <a:latin typeface="Arial" panose="020B0604020202020204" pitchFamily="34" charset="0"/>
                <a:cs typeface="Arial" panose="020B0604020202020204" pitchFamily="34" charset="0"/>
              </a:rPr>
              <a:t>60 Mn</a:t>
            </a:r>
          </a:p>
        </p:txBody>
      </p:sp>
      <p:sp>
        <p:nvSpPr>
          <p:cNvPr id="158" name="Rounded Rectangle 157">
            <a:extLst>
              <a:ext uri="{FF2B5EF4-FFF2-40B4-BE49-F238E27FC236}">
                <a16:creationId xmlns:a16="http://schemas.microsoft.com/office/drawing/2014/main" id="{F0940C26-1C5F-FF47-AE18-54C5BA950E6B}"/>
              </a:ext>
            </a:extLst>
          </p:cNvPr>
          <p:cNvSpPr/>
          <p:nvPr/>
        </p:nvSpPr>
        <p:spPr>
          <a:xfrm>
            <a:off x="7612261" y="1902298"/>
            <a:ext cx="692889" cy="172569"/>
          </a:xfrm>
          <a:prstGeom prst="roundRect">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lumMod val="75000"/>
                    <a:lumOff val="25000"/>
                  </a:schemeClr>
                </a:solidFill>
                <a:latin typeface="Arial" panose="020B0604020202020204" pitchFamily="34" charset="0"/>
                <a:cs typeface="Arial" panose="020B0604020202020204" pitchFamily="34" charset="0"/>
              </a:rPr>
              <a:t>20 Mn</a:t>
            </a:r>
          </a:p>
        </p:txBody>
      </p:sp>
      <p:sp>
        <p:nvSpPr>
          <p:cNvPr id="159" name="Rounded Rectangle 158">
            <a:extLst>
              <a:ext uri="{FF2B5EF4-FFF2-40B4-BE49-F238E27FC236}">
                <a16:creationId xmlns:a16="http://schemas.microsoft.com/office/drawing/2014/main" id="{88E683E5-6206-4E40-882E-B06B198A153D}"/>
              </a:ext>
            </a:extLst>
          </p:cNvPr>
          <p:cNvSpPr/>
          <p:nvPr/>
        </p:nvSpPr>
        <p:spPr>
          <a:xfrm>
            <a:off x="5035145" y="1902298"/>
            <a:ext cx="692889" cy="172569"/>
          </a:xfrm>
          <a:prstGeom prst="roundRect">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lumMod val="75000"/>
                    <a:lumOff val="25000"/>
                  </a:schemeClr>
                </a:solidFill>
                <a:latin typeface="Arial" panose="020B0604020202020204" pitchFamily="34" charset="0"/>
                <a:cs typeface="Arial" panose="020B0604020202020204" pitchFamily="34" charset="0"/>
              </a:rPr>
              <a:t>350 Mn</a:t>
            </a:r>
          </a:p>
        </p:txBody>
      </p:sp>
      <p:grpSp>
        <p:nvGrpSpPr>
          <p:cNvPr id="160" name="Group 159">
            <a:extLst>
              <a:ext uri="{FF2B5EF4-FFF2-40B4-BE49-F238E27FC236}">
                <a16:creationId xmlns:a16="http://schemas.microsoft.com/office/drawing/2014/main" id="{836C9CE1-D7AB-9F4F-AA1A-381B0CE0F0AC}"/>
              </a:ext>
            </a:extLst>
          </p:cNvPr>
          <p:cNvGrpSpPr/>
          <p:nvPr/>
        </p:nvGrpSpPr>
        <p:grpSpPr>
          <a:xfrm>
            <a:off x="5783074" y="1606477"/>
            <a:ext cx="126337" cy="134219"/>
            <a:chOff x="7812684" y="2660359"/>
            <a:chExt cx="306171" cy="306910"/>
          </a:xfrm>
          <a:solidFill>
            <a:schemeClr val="tx1"/>
          </a:solidFill>
        </p:grpSpPr>
        <p:sp>
          <p:nvSpPr>
            <p:cNvPr id="161" name="Freeform 94">
              <a:extLst>
                <a:ext uri="{FF2B5EF4-FFF2-40B4-BE49-F238E27FC236}">
                  <a16:creationId xmlns:a16="http://schemas.microsoft.com/office/drawing/2014/main" id="{CE1F4DD6-B0EE-4F4E-B4B5-69BCE5BBE590}"/>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grpFill/>
            <a:ln>
              <a:solidFill>
                <a:schemeClr val="bg1"/>
              </a:solidFill>
            </a:ln>
          </p:spPr>
          <p:txBody>
            <a:bodyPr vert="horz" wrap="square" lIns="0" tIns="0" rIns="0" bIns="0" numCol="1" anchor="t" anchorCtr="1" compatLnSpc="1">
              <a:prstTxWarp prst="textNoShape">
                <a:avLst/>
              </a:prstTxWarp>
            </a:bodyPr>
            <a:lstStyle/>
            <a:p>
              <a:endParaRPr lang="en-US">
                <a:solidFill>
                  <a:srgbClr val="FFFFFF"/>
                </a:solidFill>
                <a:latin typeface="Arial" panose="020B0604020202020204" pitchFamily="34" charset="0"/>
                <a:cs typeface="Arial" panose="020B0604020202020204" pitchFamily="34" charset="0"/>
              </a:endParaRPr>
            </a:p>
          </p:txBody>
        </p:sp>
        <p:sp>
          <p:nvSpPr>
            <p:cNvPr id="162" name="Freeform 95">
              <a:extLst>
                <a:ext uri="{FF2B5EF4-FFF2-40B4-BE49-F238E27FC236}">
                  <a16:creationId xmlns:a16="http://schemas.microsoft.com/office/drawing/2014/main" id="{062D1FF3-AABF-A24D-B5FC-3875E5609FCE}"/>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grpFill/>
            <a:ln w="9525">
              <a:solidFill>
                <a:schemeClr val="bg1"/>
              </a:solidFill>
              <a:round/>
              <a:headEnd/>
              <a:tailEnd/>
            </a:ln>
          </p:spPr>
          <p:txBody>
            <a:bodyPr vert="horz" wrap="square" lIns="88641" tIns="44321" rIns="88641" bIns="44321" numCol="1" anchor="t" anchorCtr="0" compatLnSpc="1">
              <a:prstTxWarp prst="textNoShape">
                <a:avLst/>
              </a:prstTxWarp>
            </a:bodyPr>
            <a:lstStyle/>
            <a:p>
              <a:endParaRPr lang="en-US" sz="1600">
                <a:solidFill>
                  <a:srgbClr val="6E6F73"/>
                </a:solidFill>
                <a:latin typeface="Arial" panose="020B0604020202020204" pitchFamily="34" charset="0"/>
                <a:cs typeface="Arial" panose="020B0604020202020204" pitchFamily="34" charset="0"/>
              </a:endParaRPr>
            </a:p>
          </p:txBody>
        </p:sp>
      </p:grpSp>
      <p:grpSp>
        <p:nvGrpSpPr>
          <p:cNvPr id="163" name="Group 162">
            <a:extLst>
              <a:ext uri="{FF2B5EF4-FFF2-40B4-BE49-F238E27FC236}">
                <a16:creationId xmlns:a16="http://schemas.microsoft.com/office/drawing/2014/main" id="{ED846BB5-CF6B-5B46-B476-F6CC3AA6639F}"/>
              </a:ext>
            </a:extLst>
          </p:cNvPr>
          <p:cNvGrpSpPr/>
          <p:nvPr/>
        </p:nvGrpSpPr>
        <p:grpSpPr>
          <a:xfrm>
            <a:off x="6536159" y="1606477"/>
            <a:ext cx="126337" cy="134219"/>
            <a:chOff x="7812684" y="2660359"/>
            <a:chExt cx="306171" cy="306910"/>
          </a:xfrm>
          <a:solidFill>
            <a:schemeClr val="tx1"/>
          </a:solidFill>
        </p:grpSpPr>
        <p:sp>
          <p:nvSpPr>
            <p:cNvPr id="164" name="Freeform 94">
              <a:extLst>
                <a:ext uri="{FF2B5EF4-FFF2-40B4-BE49-F238E27FC236}">
                  <a16:creationId xmlns:a16="http://schemas.microsoft.com/office/drawing/2014/main" id="{C2DA6BC6-7444-BC42-87EA-5597CD67257B}"/>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grpFill/>
            <a:ln>
              <a:solidFill>
                <a:schemeClr val="bg1"/>
              </a:solidFill>
            </a:ln>
          </p:spPr>
          <p:txBody>
            <a:bodyPr vert="horz" wrap="square" lIns="0" tIns="0" rIns="0" bIns="0" numCol="1" anchor="t" anchorCtr="1" compatLnSpc="1">
              <a:prstTxWarp prst="textNoShape">
                <a:avLst/>
              </a:prstTxWarp>
            </a:bodyPr>
            <a:lstStyle/>
            <a:p>
              <a:endParaRPr lang="en-US">
                <a:solidFill>
                  <a:srgbClr val="FFFFFF"/>
                </a:solidFill>
                <a:latin typeface="Arial" panose="020B0604020202020204" pitchFamily="34" charset="0"/>
                <a:cs typeface="Arial" panose="020B0604020202020204" pitchFamily="34" charset="0"/>
              </a:endParaRPr>
            </a:p>
          </p:txBody>
        </p:sp>
        <p:sp>
          <p:nvSpPr>
            <p:cNvPr id="165" name="Freeform 95">
              <a:extLst>
                <a:ext uri="{FF2B5EF4-FFF2-40B4-BE49-F238E27FC236}">
                  <a16:creationId xmlns:a16="http://schemas.microsoft.com/office/drawing/2014/main" id="{514AE511-B17E-1347-84F9-12D3E6F8C481}"/>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grpFill/>
            <a:ln w="9525">
              <a:solidFill>
                <a:schemeClr val="bg1"/>
              </a:solidFill>
              <a:round/>
              <a:headEnd/>
              <a:tailEnd/>
            </a:ln>
          </p:spPr>
          <p:txBody>
            <a:bodyPr vert="horz" wrap="square" lIns="88641" tIns="44321" rIns="88641" bIns="44321" numCol="1" anchor="t" anchorCtr="0" compatLnSpc="1">
              <a:prstTxWarp prst="textNoShape">
                <a:avLst/>
              </a:prstTxWarp>
            </a:bodyPr>
            <a:lstStyle/>
            <a:p>
              <a:endParaRPr lang="en-US" sz="1600">
                <a:solidFill>
                  <a:srgbClr val="6E6F73"/>
                </a:solidFill>
                <a:latin typeface="Arial" panose="020B0604020202020204" pitchFamily="34" charset="0"/>
                <a:cs typeface="Arial" panose="020B0604020202020204" pitchFamily="34" charset="0"/>
              </a:endParaRPr>
            </a:p>
          </p:txBody>
        </p:sp>
      </p:grpSp>
      <p:grpSp>
        <p:nvGrpSpPr>
          <p:cNvPr id="169" name="Group 168">
            <a:extLst>
              <a:ext uri="{FF2B5EF4-FFF2-40B4-BE49-F238E27FC236}">
                <a16:creationId xmlns:a16="http://schemas.microsoft.com/office/drawing/2014/main" id="{4ACB869E-4008-4346-8586-476B415A4434}"/>
              </a:ext>
            </a:extLst>
          </p:cNvPr>
          <p:cNvGrpSpPr>
            <a:grpSpLocks noChangeAspect="1"/>
          </p:cNvGrpSpPr>
          <p:nvPr/>
        </p:nvGrpSpPr>
        <p:grpSpPr>
          <a:xfrm>
            <a:off x="2299401" y="1603129"/>
            <a:ext cx="422792" cy="422792"/>
            <a:chOff x="5273803" y="2606803"/>
            <a:chExt cx="1645920" cy="1645920"/>
          </a:xfrm>
        </p:grpSpPr>
        <p:sp>
          <p:nvSpPr>
            <p:cNvPr id="170" name="AutoShape 23">
              <a:extLst>
                <a:ext uri="{FF2B5EF4-FFF2-40B4-BE49-F238E27FC236}">
                  <a16:creationId xmlns:a16="http://schemas.microsoft.com/office/drawing/2014/main" id="{84A8B651-348A-6340-A696-867F9E1838EE}"/>
                </a:ext>
              </a:extLst>
            </p:cNvPr>
            <p:cNvSpPr>
              <a:spLocks noChangeAspect="1" noChangeArrowheads="1" noTextEdit="1"/>
            </p:cNvSpPr>
            <p:nvPr/>
          </p:nvSpPr>
          <p:spPr bwMode="auto">
            <a:xfrm>
              <a:off x="5273803" y="2606803"/>
              <a:ext cx="1645920"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nvGrpSpPr>
            <p:cNvPr id="171" name="Group 170">
              <a:extLst>
                <a:ext uri="{FF2B5EF4-FFF2-40B4-BE49-F238E27FC236}">
                  <a16:creationId xmlns:a16="http://schemas.microsoft.com/office/drawing/2014/main" id="{28CD5CCE-F16E-A840-8012-4EB21BBEEFCA}"/>
                </a:ext>
              </a:extLst>
            </p:cNvPr>
            <p:cNvGrpSpPr/>
            <p:nvPr/>
          </p:nvGrpSpPr>
          <p:grpSpPr>
            <a:xfrm>
              <a:off x="5484691" y="2758822"/>
              <a:ext cx="1224143" cy="1341882"/>
              <a:chOff x="5355525" y="2801969"/>
              <a:chExt cx="1522662" cy="1670659"/>
            </a:xfrm>
          </p:grpSpPr>
          <p:sp>
            <p:nvSpPr>
              <p:cNvPr id="172" name="Freeform 25">
                <a:extLst>
                  <a:ext uri="{FF2B5EF4-FFF2-40B4-BE49-F238E27FC236}">
                    <a16:creationId xmlns:a16="http://schemas.microsoft.com/office/drawing/2014/main" id="{DB39978B-836C-E842-A2BC-6603188185E4}"/>
                  </a:ext>
                </a:extLst>
              </p:cNvPr>
              <p:cNvSpPr>
                <a:spLocks noEditPoints="1"/>
              </p:cNvSpPr>
              <p:nvPr/>
            </p:nvSpPr>
            <p:spPr bwMode="auto">
              <a:xfrm>
                <a:off x="5355525" y="3100809"/>
                <a:ext cx="1522662" cy="1371819"/>
              </a:xfrm>
              <a:custGeom>
                <a:avLst/>
                <a:gdLst>
                  <a:gd name="T0" fmla="*/ 773 w 1714"/>
                  <a:gd name="T1" fmla="*/ 454 h 1542"/>
                  <a:gd name="T2" fmla="*/ 493 w 1714"/>
                  <a:gd name="T3" fmla="*/ 368 h 1542"/>
                  <a:gd name="T4" fmla="*/ 258 w 1714"/>
                  <a:gd name="T5" fmla="*/ 0 h 1542"/>
                  <a:gd name="T6" fmla="*/ 258 w 1714"/>
                  <a:gd name="T7" fmla="*/ 517 h 1542"/>
                  <a:gd name="T8" fmla="*/ 717 w 1714"/>
                  <a:gd name="T9" fmla="*/ 548 h 1542"/>
                  <a:gd name="T10" fmla="*/ 747 w 1714"/>
                  <a:gd name="T11" fmla="*/ 540 h 1542"/>
                  <a:gd name="T12" fmla="*/ 794 w 1714"/>
                  <a:gd name="T13" fmla="*/ 492 h 1542"/>
                  <a:gd name="T14" fmla="*/ 402 w 1714"/>
                  <a:gd name="T15" fmla="*/ 273 h 1542"/>
                  <a:gd name="T16" fmla="*/ 373 w 1714"/>
                  <a:gd name="T17" fmla="*/ 331 h 1542"/>
                  <a:gd name="T18" fmla="*/ 363 w 1714"/>
                  <a:gd name="T19" fmla="*/ 367 h 1542"/>
                  <a:gd name="T20" fmla="*/ 301 w 1714"/>
                  <a:gd name="T21" fmla="*/ 423 h 1542"/>
                  <a:gd name="T22" fmla="*/ 294 w 1714"/>
                  <a:gd name="T23" fmla="*/ 430 h 1542"/>
                  <a:gd name="T24" fmla="*/ 169 w 1714"/>
                  <a:gd name="T25" fmla="*/ 402 h 1542"/>
                  <a:gd name="T26" fmla="*/ 125 w 1714"/>
                  <a:gd name="T27" fmla="*/ 167 h 1542"/>
                  <a:gd name="T28" fmla="*/ 385 w 1714"/>
                  <a:gd name="T29" fmla="*/ 107 h 1542"/>
                  <a:gd name="T30" fmla="*/ 364 w 1714"/>
                  <a:gd name="T31" fmla="*/ 151 h 1542"/>
                  <a:gd name="T32" fmla="*/ 364 w 1714"/>
                  <a:gd name="T33" fmla="*/ 186 h 1542"/>
                  <a:gd name="T34" fmla="*/ 372 w 1714"/>
                  <a:gd name="T35" fmla="*/ 218 h 1542"/>
                  <a:gd name="T36" fmla="*/ 387 w 1714"/>
                  <a:gd name="T37" fmla="*/ 246 h 1542"/>
                  <a:gd name="T38" fmla="*/ 879 w 1714"/>
                  <a:gd name="T39" fmla="*/ 1026 h 1542"/>
                  <a:gd name="T40" fmla="*/ 857 w 1714"/>
                  <a:gd name="T41" fmla="*/ 730 h 1542"/>
                  <a:gd name="T42" fmla="*/ 765 w 1714"/>
                  <a:gd name="T43" fmla="*/ 722 h 1542"/>
                  <a:gd name="T44" fmla="*/ 835 w 1714"/>
                  <a:gd name="T45" fmla="*/ 773 h 1542"/>
                  <a:gd name="T46" fmla="*/ 598 w 1714"/>
                  <a:gd name="T47" fmla="*/ 1284 h 1542"/>
                  <a:gd name="T48" fmla="*/ 1116 w 1714"/>
                  <a:gd name="T49" fmla="*/ 1284 h 1542"/>
                  <a:gd name="T50" fmla="*/ 946 w 1714"/>
                  <a:gd name="T51" fmla="*/ 1352 h 1542"/>
                  <a:gd name="T52" fmla="*/ 941 w 1714"/>
                  <a:gd name="T53" fmla="*/ 1434 h 1542"/>
                  <a:gd name="T54" fmla="*/ 822 w 1714"/>
                  <a:gd name="T55" fmla="*/ 1455 h 1542"/>
                  <a:gd name="T56" fmla="*/ 814 w 1714"/>
                  <a:gd name="T57" fmla="*/ 1396 h 1542"/>
                  <a:gd name="T58" fmla="*/ 743 w 1714"/>
                  <a:gd name="T59" fmla="*/ 1358 h 1542"/>
                  <a:gd name="T60" fmla="*/ 745 w 1714"/>
                  <a:gd name="T61" fmla="*/ 1315 h 1542"/>
                  <a:gd name="T62" fmla="*/ 728 w 1714"/>
                  <a:gd name="T63" fmla="*/ 1271 h 1542"/>
                  <a:gd name="T64" fmla="*/ 743 w 1714"/>
                  <a:gd name="T65" fmla="*/ 1243 h 1542"/>
                  <a:gd name="T66" fmla="*/ 751 w 1714"/>
                  <a:gd name="T67" fmla="*/ 1211 h 1542"/>
                  <a:gd name="T68" fmla="*/ 752 w 1714"/>
                  <a:gd name="T69" fmla="*/ 1176 h 1542"/>
                  <a:gd name="T70" fmla="*/ 730 w 1714"/>
                  <a:gd name="T71" fmla="*/ 1132 h 1542"/>
                  <a:gd name="T72" fmla="*/ 991 w 1714"/>
                  <a:gd name="T73" fmla="*/ 1192 h 1542"/>
                  <a:gd name="T74" fmla="*/ 1456 w 1714"/>
                  <a:gd name="T75" fmla="*/ 0 h 1542"/>
                  <a:gd name="T76" fmla="*/ 1221 w 1714"/>
                  <a:gd name="T77" fmla="*/ 368 h 1542"/>
                  <a:gd name="T78" fmla="*/ 965 w 1714"/>
                  <a:gd name="T79" fmla="*/ 534 h 1542"/>
                  <a:gd name="T80" fmla="*/ 984 w 1714"/>
                  <a:gd name="T81" fmla="*/ 603 h 1542"/>
                  <a:gd name="T82" fmla="*/ 1028 w 1714"/>
                  <a:gd name="T83" fmla="*/ 603 h 1542"/>
                  <a:gd name="T84" fmla="*/ 1243 w 1714"/>
                  <a:gd name="T85" fmla="*/ 406 h 1542"/>
                  <a:gd name="T86" fmla="*/ 1714 w 1714"/>
                  <a:gd name="T87" fmla="*/ 259 h 1542"/>
                  <a:gd name="T88" fmla="*/ 1514 w 1714"/>
                  <a:gd name="T89" fmla="*/ 363 h 1542"/>
                  <a:gd name="T90" fmla="*/ 1509 w 1714"/>
                  <a:gd name="T91" fmla="*/ 407 h 1542"/>
                  <a:gd name="T92" fmla="*/ 1417 w 1714"/>
                  <a:gd name="T93" fmla="*/ 427 h 1542"/>
                  <a:gd name="T94" fmla="*/ 1411 w 1714"/>
                  <a:gd name="T95" fmla="*/ 363 h 1542"/>
                  <a:gd name="T96" fmla="*/ 1346 w 1714"/>
                  <a:gd name="T97" fmla="*/ 356 h 1542"/>
                  <a:gd name="T98" fmla="*/ 1339 w 1714"/>
                  <a:gd name="T99" fmla="*/ 290 h 1542"/>
                  <a:gd name="T100" fmla="*/ 1321 w 1714"/>
                  <a:gd name="T101" fmla="*/ 246 h 1542"/>
                  <a:gd name="T102" fmla="*/ 1337 w 1714"/>
                  <a:gd name="T103" fmla="*/ 191 h 1542"/>
                  <a:gd name="T104" fmla="*/ 1343 w 1714"/>
                  <a:gd name="T105" fmla="*/ 143 h 1542"/>
                  <a:gd name="T106" fmla="*/ 1582 w 1714"/>
                  <a:gd name="T107" fmla="*/ 165 h 1542"/>
                  <a:gd name="T108" fmla="*/ 857 w 1714"/>
                  <a:gd name="T109" fmla="*/ 669 h 1542"/>
                  <a:gd name="T110" fmla="*/ 857 w 1714"/>
                  <a:gd name="T111" fmla="*/ 537 h 1542"/>
                  <a:gd name="T112" fmla="*/ 857 w 1714"/>
                  <a:gd name="T113" fmla="*/ 669 h 1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14" h="1542">
                    <a:moveTo>
                      <a:pt x="803" y="462"/>
                    </a:moveTo>
                    <a:cubicBezTo>
                      <a:pt x="797" y="451"/>
                      <a:pt x="783" y="448"/>
                      <a:pt x="773" y="454"/>
                    </a:cubicBezTo>
                    <a:cubicBezTo>
                      <a:pt x="753" y="465"/>
                      <a:pt x="735" y="481"/>
                      <a:pt x="721" y="499"/>
                    </a:cubicBezTo>
                    <a:cubicBezTo>
                      <a:pt x="493" y="368"/>
                      <a:pt x="493" y="368"/>
                      <a:pt x="493" y="368"/>
                    </a:cubicBezTo>
                    <a:cubicBezTo>
                      <a:pt x="509" y="335"/>
                      <a:pt x="517" y="298"/>
                      <a:pt x="517" y="259"/>
                    </a:cubicBezTo>
                    <a:cubicBezTo>
                      <a:pt x="517" y="116"/>
                      <a:pt x="401" y="0"/>
                      <a:pt x="258" y="0"/>
                    </a:cubicBezTo>
                    <a:cubicBezTo>
                      <a:pt x="116" y="0"/>
                      <a:pt x="0" y="116"/>
                      <a:pt x="0" y="259"/>
                    </a:cubicBezTo>
                    <a:cubicBezTo>
                      <a:pt x="0" y="402"/>
                      <a:pt x="116" y="517"/>
                      <a:pt x="258" y="517"/>
                    </a:cubicBezTo>
                    <a:cubicBezTo>
                      <a:pt x="347" y="517"/>
                      <a:pt x="424" y="473"/>
                      <a:pt x="471" y="406"/>
                    </a:cubicBezTo>
                    <a:cubicBezTo>
                      <a:pt x="717" y="548"/>
                      <a:pt x="717" y="548"/>
                      <a:pt x="717" y="548"/>
                    </a:cubicBezTo>
                    <a:cubicBezTo>
                      <a:pt x="720" y="550"/>
                      <a:pt x="724" y="551"/>
                      <a:pt x="728" y="551"/>
                    </a:cubicBezTo>
                    <a:cubicBezTo>
                      <a:pt x="735" y="551"/>
                      <a:pt x="742" y="547"/>
                      <a:pt x="747" y="540"/>
                    </a:cubicBezTo>
                    <a:cubicBezTo>
                      <a:pt x="747" y="539"/>
                      <a:pt x="747" y="539"/>
                      <a:pt x="747" y="539"/>
                    </a:cubicBezTo>
                    <a:cubicBezTo>
                      <a:pt x="758" y="519"/>
                      <a:pt x="775" y="503"/>
                      <a:pt x="794" y="492"/>
                    </a:cubicBezTo>
                    <a:cubicBezTo>
                      <a:pt x="805" y="486"/>
                      <a:pt x="809" y="473"/>
                      <a:pt x="803" y="462"/>
                    </a:cubicBezTo>
                    <a:close/>
                    <a:moveTo>
                      <a:pt x="402" y="273"/>
                    </a:moveTo>
                    <a:cubicBezTo>
                      <a:pt x="400" y="277"/>
                      <a:pt x="394" y="289"/>
                      <a:pt x="371" y="290"/>
                    </a:cubicBezTo>
                    <a:cubicBezTo>
                      <a:pt x="372" y="301"/>
                      <a:pt x="374" y="319"/>
                      <a:pt x="373" y="331"/>
                    </a:cubicBezTo>
                    <a:cubicBezTo>
                      <a:pt x="373" y="333"/>
                      <a:pt x="373" y="333"/>
                      <a:pt x="373" y="333"/>
                    </a:cubicBezTo>
                    <a:cubicBezTo>
                      <a:pt x="371" y="352"/>
                      <a:pt x="371" y="363"/>
                      <a:pt x="363" y="367"/>
                    </a:cubicBezTo>
                    <a:cubicBezTo>
                      <a:pt x="356" y="370"/>
                      <a:pt x="332" y="374"/>
                      <a:pt x="301" y="371"/>
                    </a:cubicBezTo>
                    <a:cubicBezTo>
                      <a:pt x="301" y="423"/>
                      <a:pt x="301" y="423"/>
                      <a:pt x="301" y="423"/>
                    </a:cubicBezTo>
                    <a:cubicBezTo>
                      <a:pt x="301" y="427"/>
                      <a:pt x="298" y="430"/>
                      <a:pt x="294" y="430"/>
                    </a:cubicBezTo>
                    <a:cubicBezTo>
                      <a:pt x="294" y="430"/>
                      <a:pt x="294" y="430"/>
                      <a:pt x="294" y="430"/>
                    </a:cubicBezTo>
                    <a:cubicBezTo>
                      <a:pt x="289" y="430"/>
                      <a:pt x="224" y="430"/>
                      <a:pt x="174" y="409"/>
                    </a:cubicBezTo>
                    <a:cubicBezTo>
                      <a:pt x="171" y="408"/>
                      <a:pt x="169" y="405"/>
                      <a:pt x="169" y="402"/>
                    </a:cubicBezTo>
                    <a:cubicBezTo>
                      <a:pt x="169" y="327"/>
                      <a:pt x="169" y="327"/>
                      <a:pt x="169" y="327"/>
                    </a:cubicBezTo>
                    <a:cubicBezTo>
                      <a:pt x="144" y="300"/>
                      <a:pt x="93" y="234"/>
                      <a:pt x="125" y="167"/>
                    </a:cubicBezTo>
                    <a:cubicBezTo>
                      <a:pt x="142" y="130"/>
                      <a:pt x="178" y="87"/>
                      <a:pt x="251" y="87"/>
                    </a:cubicBezTo>
                    <a:cubicBezTo>
                      <a:pt x="333" y="87"/>
                      <a:pt x="309" y="108"/>
                      <a:pt x="385" y="107"/>
                    </a:cubicBezTo>
                    <a:cubicBezTo>
                      <a:pt x="393" y="107"/>
                      <a:pt x="369" y="134"/>
                      <a:pt x="365" y="150"/>
                    </a:cubicBezTo>
                    <a:cubicBezTo>
                      <a:pt x="364" y="151"/>
                      <a:pt x="364" y="151"/>
                      <a:pt x="364" y="151"/>
                    </a:cubicBezTo>
                    <a:cubicBezTo>
                      <a:pt x="363" y="152"/>
                      <a:pt x="361" y="150"/>
                      <a:pt x="360" y="151"/>
                    </a:cubicBezTo>
                    <a:cubicBezTo>
                      <a:pt x="361" y="161"/>
                      <a:pt x="362" y="179"/>
                      <a:pt x="364" y="186"/>
                    </a:cubicBezTo>
                    <a:cubicBezTo>
                      <a:pt x="366" y="192"/>
                      <a:pt x="368" y="199"/>
                      <a:pt x="369" y="205"/>
                    </a:cubicBezTo>
                    <a:cubicBezTo>
                      <a:pt x="370" y="210"/>
                      <a:pt x="371" y="215"/>
                      <a:pt x="372" y="218"/>
                    </a:cubicBezTo>
                    <a:cubicBezTo>
                      <a:pt x="376" y="229"/>
                      <a:pt x="381" y="239"/>
                      <a:pt x="385" y="243"/>
                    </a:cubicBezTo>
                    <a:cubicBezTo>
                      <a:pt x="386" y="244"/>
                      <a:pt x="386" y="245"/>
                      <a:pt x="387" y="246"/>
                    </a:cubicBezTo>
                    <a:cubicBezTo>
                      <a:pt x="396" y="255"/>
                      <a:pt x="405" y="264"/>
                      <a:pt x="402" y="273"/>
                    </a:cubicBezTo>
                    <a:close/>
                    <a:moveTo>
                      <a:pt x="879" y="1026"/>
                    </a:moveTo>
                    <a:cubicBezTo>
                      <a:pt x="879" y="752"/>
                      <a:pt x="879" y="752"/>
                      <a:pt x="879" y="752"/>
                    </a:cubicBezTo>
                    <a:cubicBezTo>
                      <a:pt x="879" y="740"/>
                      <a:pt x="869" y="730"/>
                      <a:pt x="857" y="730"/>
                    </a:cubicBezTo>
                    <a:cubicBezTo>
                      <a:pt x="835" y="730"/>
                      <a:pt x="813" y="725"/>
                      <a:pt x="794" y="714"/>
                    </a:cubicBezTo>
                    <a:cubicBezTo>
                      <a:pt x="784" y="708"/>
                      <a:pt x="770" y="712"/>
                      <a:pt x="765" y="722"/>
                    </a:cubicBezTo>
                    <a:cubicBezTo>
                      <a:pt x="759" y="733"/>
                      <a:pt x="762" y="746"/>
                      <a:pt x="773" y="752"/>
                    </a:cubicBezTo>
                    <a:cubicBezTo>
                      <a:pt x="792" y="763"/>
                      <a:pt x="813" y="770"/>
                      <a:pt x="835" y="773"/>
                    </a:cubicBezTo>
                    <a:cubicBezTo>
                      <a:pt x="835" y="1026"/>
                      <a:pt x="835" y="1026"/>
                      <a:pt x="835" y="1026"/>
                    </a:cubicBezTo>
                    <a:cubicBezTo>
                      <a:pt x="702" y="1037"/>
                      <a:pt x="598" y="1148"/>
                      <a:pt x="598" y="1284"/>
                    </a:cubicBezTo>
                    <a:cubicBezTo>
                      <a:pt x="598" y="1427"/>
                      <a:pt x="714" y="1542"/>
                      <a:pt x="857" y="1542"/>
                    </a:cubicBezTo>
                    <a:cubicBezTo>
                      <a:pt x="1000" y="1542"/>
                      <a:pt x="1116" y="1427"/>
                      <a:pt x="1116" y="1284"/>
                    </a:cubicBezTo>
                    <a:cubicBezTo>
                      <a:pt x="1116" y="1148"/>
                      <a:pt x="1012" y="1037"/>
                      <a:pt x="879" y="1026"/>
                    </a:cubicBezTo>
                    <a:close/>
                    <a:moveTo>
                      <a:pt x="946" y="1352"/>
                    </a:moveTo>
                    <a:cubicBezTo>
                      <a:pt x="946" y="1427"/>
                      <a:pt x="946" y="1427"/>
                      <a:pt x="946" y="1427"/>
                    </a:cubicBezTo>
                    <a:cubicBezTo>
                      <a:pt x="946" y="1430"/>
                      <a:pt x="944" y="1433"/>
                      <a:pt x="941" y="1434"/>
                    </a:cubicBezTo>
                    <a:cubicBezTo>
                      <a:pt x="891" y="1455"/>
                      <a:pt x="827" y="1455"/>
                      <a:pt x="822" y="1455"/>
                    </a:cubicBezTo>
                    <a:cubicBezTo>
                      <a:pt x="822" y="1455"/>
                      <a:pt x="822" y="1455"/>
                      <a:pt x="822" y="1455"/>
                    </a:cubicBezTo>
                    <a:cubicBezTo>
                      <a:pt x="817" y="1455"/>
                      <a:pt x="814" y="1452"/>
                      <a:pt x="814" y="1448"/>
                    </a:cubicBezTo>
                    <a:cubicBezTo>
                      <a:pt x="814" y="1396"/>
                      <a:pt x="814" y="1396"/>
                      <a:pt x="814" y="1396"/>
                    </a:cubicBezTo>
                    <a:cubicBezTo>
                      <a:pt x="783" y="1399"/>
                      <a:pt x="760" y="1395"/>
                      <a:pt x="753" y="1392"/>
                    </a:cubicBezTo>
                    <a:cubicBezTo>
                      <a:pt x="745" y="1388"/>
                      <a:pt x="744" y="1377"/>
                      <a:pt x="743" y="1358"/>
                    </a:cubicBezTo>
                    <a:cubicBezTo>
                      <a:pt x="743" y="1356"/>
                      <a:pt x="743" y="1356"/>
                      <a:pt x="743" y="1356"/>
                    </a:cubicBezTo>
                    <a:cubicBezTo>
                      <a:pt x="742" y="1344"/>
                      <a:pt x="743" y="1326"/>
                      <a:pt x="745" y="1315"/>
                    </a:cubicBezTo>
                    <a:cubicBezTo>
                      <a:pt x="721" y="1314"/>
                      <a:pt x="715" y="1302"/>
                      <a:pt x="714" y="1298"/>
                    </a:cubicBezTo>
                    <a:cubicBezTo>
                      <a:pt x="711" y="1289"/>
                      <a:pt x="719" y="1280"/>
                      <a:pt x="728" y="1271"/>
                    </a:cubicBezTo>
                    <a:cubicBezTo>
                      <a:pt x="729" y="1270"/>
                      <a:pt x="730" y="1269"/>
                      <a:pt x="731" y="1268"/>
                    </a:cubicBezTo>
                    <a:cubicBezTo>
                      <a:pt x="735" y="1264"/>
                      <a:pt x="739" y="1254"/>
                      <a:pt x="743" y="1243"/>
                    </a:cubicBezTo>
                    <a:cubicBezTo>
                      <a:pt x="744" y="1240"/>
                      <a:pt x="745" y="1235"/>
                      <a:pt x="746" y="1230"/>
                    </a:cubicBezTo>
                    <a:cubicBezTo>
                      <a:pt x="748" y="1224"/>
                      <a:pt x="749" y="1217"/>
                      <a:pt x="751" y="1211"/>
                    </a:cubicBezTo>
                    <a:cubicBezTo>
                      <a:pt x="753" y="1204"/>
                      <a:pt x="755" y="1186"/>
                      <a:pt x="756" y="1176"/>
                    </a:cubicBezTo>
                    <a:cubicBezTo>
                      <a:pt x="754" y="1175"/>
                      <a:pt x="752" y="1177"/>
                      <a:pt x="752" y="1176"/>
                    </a:cubicBezTo>
                    <a:cubicBezTo>
                      <a:pt x="751" y="1176"/>
                      <a:pt x="751" y="1176"/>
                      <a:pt x="751" y="1175"/>
                    </a:cubicBezTo>
                    <a:cubicBezTo>
                      <a:pt x="747" y="1159"/>
                      <a:pt x="722" y="1132"/>
                      <a:pt x="730" y="1132"/>
                    </a:cubicBezTo>
                    <a:cubicBezTo>
                      <a:pt x="807" y="1133"/>
                      <a:pt x="783" y="1112"/>
                      <a:pt x="865" y="1112"/>
                    </a:cubicBezTo>
                    <a:cubicBezTo>
                      <a:pt x="937" y="1112"/>
                      <a:pt x="973" y="1155"/>
                      <a:pt x="991" y="1192"/>
                    </a:cubicBezTo>
                    <a:cubicBezTo>
                      <a:pt x="1022" y="1259"/>
                      <a:pt x="971" y="1325"/>
                      <a:pt x="946" y="1352"/>
                    </a:cubicBezTo>
                    <a:close/>
                    <a:moveTo>
                      <a:pt x="1456" y="0"/>
                    </a:moveTo>
                    <a:cubicBezTo>
                      <a:pt x="1313" y="0"/>
                      <a:pt x="1197" y="116"/>
                      <a:pt x="1197" y="259"/>
                    </a:cubicBezTo>
                    <a:cubicBezTo>
                      <a:pt x="1197" y="298"/>
                      <a:pt x="1205" y="335"/>
                      <a:pt x="1221" y="368"/>
                    </a:cubicBezTo>
                    <a:cubicBezTo>
                      <a:pt x="975" y="509"/>
                      <a:pt x="975" y="509"/>
                      <a:pt x="975" y="509"/>
                    </a:cubicBezTo>
                    <a:cubicBezTo>
                      <a:pt x="967" y="514"/>
                      <a:pt x="963" y="525"/>
                      <a:pt x="965" y="534"/>
                    </a:cubicBezTo>
                    <a:cubicBezTo>
                      <a:pt x="966" y="536"/>
                      <a:pt x="967" y="538"/>
                      <a:pt x="968" y="540"/>
                    </a:cubicBezTo>
                    <a:cubicBezTo>
                      <a:pt x="979" y="559"/>
                      <a:pt x="984" y="581"/>
                      <a:pt x="984" y="603"/>
                    </a:cubicBezTo>
                    <a:cubicBezTo>
                      <a:pt x="984" y="615"/>
                      <a:pt x="994" y="625"/>
                      <a:pt x="1006" y="625"/>
                    </a:cubicBezTo>
                    <a:cubicBezTo>
                      <a:pt x="1018" y="625"/>
                      <a:pt x="1028" y="615"/>
                      <a:pt x="1028" y="603"/>
                    </a:cubicBezTo>
                    <a:cubicBezTo>
                      <a:pt x="1028" y="580"/>
                      <a:pt x="1024" y="558"/>
                      <a:pt x="1015" y="537"/>
                    </a:cubicBezTo>
                    <a:cubicBezTo>
                      <a:pt x="1243" y="406"/>
                      <a:pt x="1243" y="406"/>
                      <a:pt x="1243" y="406"/>
                    </a:cubicBezTo>
                    <a:cubicBezTo>
                      <a:pt x="1290" y="473"/>
                      <a:pt x="1367" y="517"/>
                      <a:pt x="1456" y="517"/>
                    </a:cubicBezTo>
                    <a:cubicBezTo>
                      <a:pt x="1598" y="517"/>
                      <a:pt x="1714" y="402"/>
                      <a:pt x="1714" y="259"/>
                    </a:cubicBezTo>
                    <a:cubicBezTo>
                      <a:pt x="1714" y="116"/>
                      <a:pt x="1598" y="0"/>
                      <a:pt x="1456" y="0"/>
                    </a:cubicBezTo>
                    <a:close/>
                    <a:moveTo>
                      <a:pt x="1514" y="363"/>
                    </a:moveTo>
                    <a:cubicBezTo>
                      <a:pt x="1512" y="401"/>
                      <a:pt x="1512" y="401"/>
                      <a:pt x="1512" y="401"/>
                    </a:cubicBezTo>
                    <a:cubicBezTo>
                      <a:pt x="1512" y="403"/>
                      <a:pt x="1511" y="405"/>
                      <a:pt x="1509" y="407"/>
                    </a:cubicBezTo>
                    <a:cubicBezTo>
                      <a:pt x="1478" y="425"/>
                      <a:pt x="1441" y="427"/>
                      <a:pt x="1425" y="427"/>
                    </a:cubicBezTo>
                    <a:cubicBezTo>
                      <a:pt x="1421" y="427"/>
                      <a:pt x="1418" y="427"/>
                      <a:pt x="1417" y="427"/>
                    </a:cubicBezTo>
                    <a:cubicBezTo>
                      <a:pt x="1414" y="426"/>
                      <a:pt x="1411" y="423"/>
                      <a:pt x="1411" y="419"/>
                    </a:cubicBezTo>
                    <a:cubicBezTo>
                      <a:pt x="1411" y="363"/>
                      <a:pt x="1411" y="363"/>
                      <a:pt x="1411" y="363"/>
                    </a:cubicBezTo>
                    <a:cubicBezTo>
                      <a:pt x="1403" y="363"/>
                      <a:pt x="1392" y="364"/>
                      <a:pt x="1388" y="364"/>
                    </a:cubicBezTo>
                    <a:cubicBezTo>
                      <a:pt x="1358" y="364"/>
                      <a:pt x="1350" y="360"/>
                      <a:pt x="1346" y="356"/>
                    </a:cubicBezTo>
                    <a:cubicBezTo>
                      <a:pt x="1342" y="352"/>
                      <a:pt x="1338" y="344"/>
                      <a:pt x="1339" y="313"/>
                    </a:cubicBezTo>
                    <a:cubicBezTo>
                      <a:pt x="1339" y="304"/>
                      <a:pt x="1339" y="295"/>
                      <a:pt x="1339" y="290"/>
                    </a:cubicBezTo>
                    <a:cubicBezTo>
                      <a:pt x="1320" y="289"/>
                      <a:pt x="1311" y="280"/>
                      <a:pt x="1308" y="274"/>
                    </a:cubicBezTo>
                    <a:cubicBezTo>
                      <a:pt x="1305" y="266"/>
                      <a:pt x="1314" y="253"/>
                      <a:pt x="1321" y="246"/>
                    </a:cubicBezTo>
                    <a:cubicBezTo>
                      <a:pt x="1327" y="240"/>
                      <a:pt x="1332" y="231"/>
                      <a:pt x="1335" y="224"/>
                    </a:cubicBezTo>
                    <a:cubicBezTo>
                      <a:pt x="1337" y="220"/>
                      <a:pt x="1338" y="202"/>
                      <a:pt x="1337" y="191"/>
                    </a:cubicBezTo>
                    <a:cubicBezTo>
                      <a:pt x="1335" y="170"/>
                      <a:pt x="1345" y="157"/>
                      <a:pt x="1348" y="152"/>
                    </a:cubicBezTo>
                    <a:cubicBezTo>
                      <a:pt x="1347" y="149"/>
                      <a:pt x="1345" y="146"/>
                      <a:pt x="1343" y="143"/>
                    </a:cubicBezTo>
                    <a:cubicBezTo>
                      <a:pt x="1339" y="127"/>
                      <a:pt x="1373" y="90"/>
                      <a:pt x="1453" y="90"/>
                    </a:cubicBezTo>
                    <a:cubicBezTo>
                      <a:pt x="1523" y="90"/>
                      <a:pt x="1565" y="128"/>
                      <a:pt x="1582" y="165"/>
                    </a:cubicBezTo>
                    <a:cubicBezTo>
                      <a:pt x="1641" y="286"/>
                      <a:pt x="1563" y="344"/>
                      <a:pt x="1514" y="363"/>
                    </a:cubicBezTo>
                    <a:close/>
                    <a:moveTo>
                      <a:pt x="857" y="669"/>
                    </a:moveTo>
                    <a:cubicBezTo>
                      <a:pt x="821" y="669"/>
                      <a:pt x="791" y="639"/>
                      <a:pt x="791" y="603"/>
                    </a:cubicBezTo>
                    <a:cubicBezTo>
                      <a:pt x="791" y="567"/>
                      <a:pt x="821" y="537"/>
                      <a:pt x="857" y="537"/>
                    </a:cubicBezTo>
                    <a:cubicBezTo>
                      <a:pt x="893" y="537"/>
                      <a:pt x="923" y="567"/>
                      <a:pt x="923" y="603"/>
                    </a:cubicBezTo>
                    <a:cubicBezTo>
                      <a:pt x="923" y="639"/>
                      <a:pt x="893" y="669"/>
                      <a:pt x="857" y="66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73" name="Freeform 26">
                <a:extLst>
                  <a:ext uri="{FF2B5EF4-FFF2-40B4-BE49-F238E27FC236}">
                    <a16:creationId xmlns:a16="http://schemas.microsoft.com/office/drawing/2014/main" id="{397CEBBD-2E1F-5349-8A99-BBCB56408F71}"/>
                  </a:ext>
                </a:extLst>
              </p:cNvPr>
              <p:cNvSpPr>
                <a:spLocks noEditPoints="1"/>
              </p:cNvSpPr>
              <p:nvPr/>
            </p:nvSpPr>
            <p:spPr bwMode="auto">
              <a:xfrm>
                <a:off x="5355525" y="2801969"/>
                <a:ext cx="1522662" cy="1371819"/>
              </a:xfrm>
              <a:custGeom>
                <a:avLst/>
                <a:gdLst>
                  <a:gd name="T0" fmla="*/ 857 w 1714"/>
                  <a:gd name="T1" fmla="*/ 0 h 1542"/>
                  <a:gd name="T2" fmla="*/ 835 w 1714"/>
                  <a:gd name="T3" fmla="*/ 516 h 1542"/>
                  <a:gd name="T4" fmla="*/ 857 w 1714"/>
                  <a:gd name="T5" fmla="*/ 812 h 1542"/>
                  <a:gd name="T6" fmla="*/ 923 w 1714"/>
                  <a:gd name="T7" fmla="*/ 827 h 1542"/>
                  <a:gd name="T8" fmla="*/ 933 w 1714"/>
                  <a:gd name="T9" fmla="*/ 785 h 1542"/>
                  <a:gd name="T10" fmla="*/ 879 w 1714"/>
                  <a:gd name="T11" fmla="*/ 516 h 1542"/>
                  <a:gd name="T12" fmla="*/ 773 w 1714"/>
                  <a:gd name="T13" fmla="*/ 409 h 1542"/>
                  <a:gd name="T14" fmla="*/ 768 w 1714"/>
                  <a:gd name="T15" fmla="*/ 326 h 1542"/>
                  <a:gd name="T16" fmla="*/ 849 w 1714"/>
                  <a:gd name="T17" fmla="*/ 87 h 1542"/>
                  <a:gd name="T18" fmla="*/ 963 w 1714"/>
                  <a:gd name="T19" fmla="*/ 150 h 1542"/>
                  <a:gd name="T20" fmla="*/ 958 w 1714"/>
                  <a:gd name="T21" fmla="*/ 150 h 1542"/>
                  <a:gd name="T22" fmla="*/ 968 w 1714"/>
                  <a:gd name="T23" fmla="*/ 205 h 1542"/>
                  <a:gd name="T24" fmla="*/ 983 w 1714"/>
                  <a:gd name="T25" fmla="*/ 243 h 1542"/>
                  <a:gd name="T26" fmla="*/ 1000 w 1714"/>
                  <a:gd name="T27" fmla="*/ 273 h 1542"/>
                  <a:gd name="T28" fmla="*/ 971 w 1714"/>
                  <a:gd name="T29" fmla="*/ 331 h 1542"/>
                  <a:gd name="T30" fmla="*/ 961 w 1714"/>
                  <a:gd name="T31" fmla="*/ 367 h 1542"/>
                  <a:gd name="T32" fmla="*/ 900 w 1714"/>
                  <a:gd name="T33" fmla="*/ 423 h 1542"/>
                  <a:gd name="T34" fmla="*/ 892 w 1714"/>
                  <a:gd name="T35" fmla="*/ 430 h 1542"/>
                  <a:gd name="T36" fmla="*/ 1456 w 1714"/>
                  <a:gd name="T37" fmla="*/ 1025 h 1542"/>
                  <a:gd name="T38" fmla="*/ 997 w 1714"/>
                  <a:gd name="T39" fmla="*/ 994 h 1542"/>
                  <a:gd name="T40" fmla="*/ 967 w 1714"/>
                  <a:gd name="T41" fmla="*/ 1003 h 1542"/>
                  <a:gd name="T42" fmla="*/ 918 w 1714"/>
                  <a:gd name="T43" fmla="*/ 1077 h 1542"/>
                  <a:gd name="T44" fmla="*/ 993 w 1714"/>
                  <a:gd name="T45" fmla="*/ 1043 h 1542"/>
                  <a:gd name="T46" fmla="*/ 1197 w 1714"/>
                  <a:gd name="T47" fmla="*/ 1283 h 1542"/>
                  <a:gd name="T48" fmla="*/ 1714 w 1714"/>
                  <a:gd name="T49" fmla="*/ 1283 h 1542"/>
                  <a:gd name="T50" fmla="*/ 1545 w 1714"/>
                  <a:gd name="T51" fmla="*/ 1351 h 1542"/>
                  <a:gd name="T52" fmla="*/ 1540 w 1714"/>
                  <a:gd name="T53" fmla="*/ 1434 h 1542"/>
                  <a:gd name="T54" fmla="*/ 1420 w 1714"/>
                  <a:gd name="T55" fmla="*/ 1455 h 1542"/>
                  <a:gd name="T56" fmla="*/ 1413 w 1714"/>
                  <a:gd name="T57" fmla="*/ 1395 h 1542"/>
                  <a:gd name="T58" fmla="*/ 1341 w 1714"/>
                  <a:gd name="T59" fmla="*/ 1358 h 1542"/>
                  <a:gd name="T60" fmla="*/ 1343 w 1714"/>
                  <a:gd name="T61" fmla="*/ 1315 h 1542"/>
                  <a:gd name="T62" fmla="*/ 1327 w 1714"/>
                  <a:gd name="T63" fmla="*/ 1271 h 1542"/>
                  <a:gd name="T64" fmla="*/ 1342 w 1714"/>
                  <a:gd name="T65" fmla="*/ 1243 h 1542"/>
                  <a:gd name="T66" fmla="*/ 1350 w 1714"/>
                  <a:gd name="T67" fmla="*/ 1211 h 1542"/>
                  <a:gd name="T68" fmla="*/ 1350 w 1714"/>
                  <a:gd name="T69" fmla="*/ 1176 h 1542"/>
                  <a:gd name="T70" fmla="*/ 1329 w 1714"/>
                  <a:gd name="T71" fmla="*/ 1131 h 1542"/>
                  <a:gd name="T72" fmla="*/ 1589 w 1714"/>
                  <a:gd name="T73" fmla="*/ 1192 h 1542"/>
                  <a:gd name="T74" fmla="*/ 748 w 1714"/>
                  <a:gd name="T75" fmla="*/ 1006 h 1542"/>
                  <a:gd name="T76" fmla="*/ 730 w 1714"/>
                  <a:gd name="T77" fmla="*/ 939 h 1542"/>
                  <a:gd name="T78" fmla="*/ 686 w 1714"/>
                  <a:gd name="T79" fmla="*/ 939 h 1542"/>
                  <a:gd name="T80" fmla="*/ 471 w 1714"/>
                  <a:gd name="T81" fmla="*/ 1136 h 1542"/>
                  <a:gd name="T82" fmla="*/ 0 w 1714"/>
                  <a:gd name="T83" fmla="*/ 1283 h 1542"/>
                  <a:gd name="T84" fmla="*/ 517 w 1714"/>
                  <a:gd name="T85" fmla="*/ 1283 h 1542"/>
                  <a:gd name="T86" fmla="*/ 739 w 1714"/>
                  <a:gd name="T87" fmla="*/ 1033 h 1542"/>
                  <a:gd name="T88" fmla="*/ 406 w 1714"/>
                  <a:gd name="T89" fmla="*/ 1299 h 1542"/>
                  <a:gd name="T90" fmla="*/ 375 w 1714"/>
                  <a:gd name="T91" fmla="*/ 1337 h 1542"/>
                  <a:gd name="T92" fmla="*/ 326 w 1714"/>
                  <a:gd name="T93" fmla="*/ 1388 h 1542"/>
                  <a:gd name="T94" fmla="*/ 303 w 1714"/>
                  <a:gd name="T95" fmla="*/ 1444 h 1542"/>
                  <a:gd name="T96" fmla="*/ 289 w 1714"/>
                  <a:gd name="T97" fmla="*/ 1452 h 1542"/>
                  <a:gd name="T98" fmla="*/ 202 w 1714"/>
                  <a:gd name="T99" fmla="*/ 1425 h 1542"/>
                  <a:gd name="T100" fmla="*/ 132 w 1714"/>
                  <a:gd name="T101" fmla="*/ 1189 h 1542"/>
                  <a:gd name="T102" fmla="*/ 371 w 1714"/>
                  <a:gd name="T103" fmla="*/ 1168 h 1542"/>
                  <a:gd name="T104" fmla="*/ 377 w 1714"/>
                  <a:gd name="T105" fmla="*/ 1216 h 1542"/>
                  <a:gd name="T106" fmla="*/ 393 w 1714"/>
                  <a:gd name="T107" fmla="*/ 1271 h 1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14" h="1542">
                    <a:moveTo>
                      <a:pt x="1116" y="258"/>
                    </a:moveTo>
                    <a:cubicBezTo>
                      <a:pt x="1116" y="115"/>
                      <a:pt x="1000" y="0"/>
                      <a:pt x="857" y="0"/>
                    </a:cubicBezTo>
                    <a:cubicBezTo>
                      <a:pt x="714" y="0"/>
                      <a:pt x="598" y="115"/>
                      <a:pt x="598" y="258"/>
                    </a:cubicBezTo>
                    <a:cubicBezTo>
                      <a:pt x="598" y="394"/>
                      <a:pt x="702" y="505"/>
                      <a:pt x="835" y="516"/>
                    </a:cubicBezTo>
                    <a:cubicBezTo>
                      <a:pt x="835" y="790"/>
                      <a:pt x="835" y="790"/>
                      <a:pt x="835" y="790"/>
                    </a:cubicBezTo>
                    <a:cubicBezTo>
                      <a:pt x="835" y="802"/>
                      <a:pt x="845" y="812"/>
                      <a:pt x="857" y="812"/>
                    </a:cubicBezTo>
                    <a:cubicBezTo>
                      <a:pt x="877" y="812"/>
                      <a:pt x="896" y="816"/>
                      <a:pt x="913" y="825"/>
                    </a:cubicBezTo>
                    <a:cubicBezTo>
                      <a:pt x="916" y="826"/>
                      <a:pt x="920" y="827"/>
                      <a:pt x="923" y="827"/>
                    </a:cubicBezTo>
                    <a:cubicBezTo>
                      <a:pt x="931" y="827"/>
                      <a:pt x="939" y="823"/>
                      <a:pt x="943" y="815"/>
                    </a:cubicBezTo>
                    <a:cubicBezTo>
                      <a:pt x="948" y="804"/>
                      <a:pt x="944" y="791"/>
                      <a:pt x="933" y="785"/>
                    </a:cubicBezTo>
                    <a:cubicBezTo>
                      <a:pt x="916" y="777"/>
                      <a:pt x="898" y="771"/>
                      <a:pt x="879" y="769"/>
                    </a:cubicBezTo>
                    <a:cubicBezTo>
                      <a:pt x="879" y="516"/>
                      <a:pt x="879" y="516"/>
                      <a:pt x="879" y="516"/>
                    </a:cubicBezTo>
                    <a:cubicBezTo>
                      <a:pt x="1012" y="505"/>
                      <a:pt x="1116" y="394"/>
                      <a:pt x="1116" y="258"/>
                    </a:cubicBezTo>
                    <a:close/>
                    <a:moveTo>
                      <a:pt x="773" y="409"/>
                    </a:moveTo>
                    <a:cubicBezTo>
                      <a:pt x="770" y="408"/>
                      <a:pt x="768" y="405"/>
                      <a:pt x="768" y="402"/>
                    </a:cubicBezTo>
                    <a:cubicBezTo>
                      <a:pt x="768" y="326"/>
                      <a:pt x="768" y="326"/>
                      <a:pt x="768" y="326"/>
                    </a:cubicBezTo>
                    <a:cubicBezTo>
                      <a:pt x="743" y="300"/>
                      <a:pt x="692" y="234"/>
                      <a:pt x="723" y="167"/>
                    </a:cubicBezTo>
                    <a:cubicBezTo>
                      <a:pt x="741" y="130"/>
                      <a:pt x="777" y="87"/>
                      <a:pt x="849" y="87"/>
                    </a:cubicBezTo>
                    <a:cubicBezTo>
                      <a:pt x="931" y="87"/>
                      <a:pt x="907" y="108"/>
                      <a:pt x="984" y="106"/>
                    </a:cubicBezTo>
                    <a:cubicBezTo>
                      <a:pt x="992" y="106"/>
                      <a:pt x="967" y="133"/>
                      <a:pt x="963" y="150"/>
                    </a:cubicBezTo>
                    <a:cubicBezTo>
                      <a:pt x="963" y="151"/>
                      <a:pt x="963" y="151"/>
                      <a:pt x="962" y="151"/>
                    </a:cubicBezTo>
                    <a:cubicBezTo>
                      <a:pt x="962" y="151"/>
                      <a:pt x="960" y="150"/>
                      <a:pt x="958" y="150"/>
                    </a:cubicBezTo>
                    <a:cubicBezTo>
                      <a:pt x="959" y="160"/>
                      <a:pt x="961" y="179"/>
                      <a:pt x="963" y="186"/>
                    </a:cubicBezTo>
                    <a:cubicBezTo>
                      <a:pt x="965" y="191"/>
                      <a:pt x="966" y="198"/>
                      <a:pt x="968" y="205"/>
                    </a:cubicBezTo>
                    <a:cubicBezTo>
                      <a:pt x="969" y="210"/>
                      <a:pt x="970" y="215"/>
                      <a:pt x="971" y="218"/>
                    </a:cubicBezTo>
                    <a:cubicBezTo>
                      <a:pt x="975" y="229"/>
                      <a:pt x="979" y="238"/>
                      <a:pt x="983" y="243"/>
                    </a:cubicBezTo>
                    <a:cubicBezTo>
                      <a:pt x="984" y="244"/>
                      <a:pt x="985" y="245"/>
                      <a:pt x="986" y="246"/>
                    </a:cubicBezTo>
                    <a:cubicBezTo>
                      <a:pt x="995" y="255"/>
                      <a:pt x="1003" y="264"/>
                      <a:pt x="1000" y="273"/>
                    </a:cubicBezTo>
                    <a:cubicBezTo>
                      <a:pt x="999" y="277"/>
                      <a:pt x="993" y="289"/>
                      <a:pt x="969" y="290"/>
                    </a:cubicBezTo>
                    <a:cubicBezTo>
                      <a:pt x="971" y="300"/>
                      <a:pt x="972" y="319"/>
                      <a:pt x="971" y="331"/>
                    </a:cubicBezTo>
                    <a:cubicBezTo>
                      <a:pt x="971" y="333"/>
                      <a:pt x="971" y="333"/>
                      <a:pt x="971" y="333"/>
                    </a:cubicBezTo>
                    <a:cubicBezTo>
                      <a:pt x="970" y="352"/>
                      <a:pt x="969" y="362"/>
                      <a:pt x="961" y="367"/>
                    </a:cubicBezTo>
                    <a:cubicBezTo>
                      <a:pt x="954" y="370"/>
                      <a:pt x="931" y="373"/>
                      <a:pt x="900" y="370"/>
                    </a:cubicBezTo>
                    <a:cubicBezTo>
                      <a:pt x="900" y="423"/>
                      <a:pt x="900" y="423"/>
                      <a:pt x="900" y="423"/>
                    </a:cubicBezTo>
                    <a:cubicBezTo>
                      <a:pt x="900" y="427"/>
                      <a:pt x="897" y="430"/>
                      <a:pt x="892" y="430"/>
                    </a:cubicBezTo>
                    <a:cubicBezTo>
                      <a:pt x="892" y="430"/>
                      <a:pt x="892" y="430"/>
                      <a:pt x="892" y="430"/>
                    </a:cubicBezTo>
                    <a:cubicBezTo>
                      <a:pt x="887" y="430"/>
                      <a:pt x="823" y="430"/>
                      <a:pt x="773" y="409"/>
                    </a:cubicBezTo>
                    <a:close/>
                    <a:moveTo>
                      <a:pt x="1456" y="1025"/>
                    </a:moveTo>
                    <a:cubicBezTo>
                      <a:pt x="1367" y="1025"/>
                      <a:pt x="1290" y="1069"/>
                      <a:pt x="1243" y="1136"/>
                    </a:cubicBezTo>
                    <a:cubicBezTo>
                      <a:pt x="997" y="994"/>
                      <a:pt x="997" y="994"/>
                      <a:pt x="997" y="994"/>
                    </a:cubicBezTo>
                    <a:cubicBezTo>
                      <a:pt x="987" y="988"/>
                      <a:pt x="974" y="992"/>
                      <a:pt x="967" y="1002"/>
                    </a:cubicBezTo>
                    <a:cubicBezTo>
                      <a:pt x="967" y="1003"/>
                      <a:pt x="967" y="1003"/>
                      <a:pt x="967" y="1003"/>
                    </a:cubicBezTo>
                    <a:cubicBezTo>
                      <a:pt x="957" y="1021"/>
                      <a:pt x="942" y="1036"/>
                      <a:pt x="925" y="1047"/>
                    </a:cubicBezTo>
                    <a:cubicBezTo>
                      <a:pt x="914" y="1053"/>
                      <a:pt x="911" y="1067"/>
                      <a:pt x="918" y="1077"/>
                    </a:cubicBezTo>
                    <a:cubicBezTo>
                      <a:pt x="924" y="1088"/>
                      <a:pt x="938" y="1091"/>
                      <a:pt x="948" y="1084"/>
                    </a:cubicBezTo>
                    <a:cubicBezTo>
                      <a:pt x="965" y="1073"/>
                      <a:pt x="981" y="1059"/>
                      <a:pt x="993" y="1043"/>
                    </a:cubicBezTo>
                    <a:cubicBezTo>
                      <a:pt x="1221" y="1174"/>
                      <a:pt x="1221" y="1174"/>
                      <a:pt x="1221" y="1174"/>
                    </a:cubicBezTo>
                    <a:cubicBezTo>
                      <a:pt x="1205" y="1207"/>
                      <a:pt x="1197" y="1244"/>
                      <a:pt x="1197" y="1283"/>
                    </a:cubicBezTo>
                    <a:cubicBezTo>
                      <a:pt x="1197" y="1426"/>
                      <a:pt x="1313" y="1542"/>
                      <a:pt x="1456" y="1542"/>
                    </a:cubicBezTo>
                    <a:cubicBezTo>
                      <a:pt x="1598" y="1542"/>
                      <a:pt x="1714" y="1426"/>
                      <a:pt x="1714" y="1283"/>
                    </a:cubicBezTo>
                    <a:cubicBezTo>
                      <a:pt x="1714" y="1140"/>
                      <a:pt x="1598" y="1025"/>
                      <a:pt x="1456" y="1025"/>
                    </a:cubicBezTo>
                    <a:close/>
                    <a:moveTo>
                      <a:pt x="1545" y="1351"/>
                    </a:moveTo>
                    <a:cubicBezTo>
                      <a:pt x="1545" y="1427"/>
                      <a:pt x="1545" y="1427"/>
                      <a:pt x="1545" y="1427"/>
                    </a:cubicBezTo>
                    <a:cubicBezTo>
                      <a:pt x="1545" y="1430"/>
                      <a:pt x="1543" y="1433"/>
                      <a:pt x="1540" y="1434"/>
                    </a:cubicBezTo>
                    <a:cubicBezTo>
                      <a:pt x="1490" y="1455"/>
                      <a:pt x="1425" y="1455"/>
                      <a:pt x="1420" y="1455"/>
                    </a:cubicBezTo>
                    <a:cubicBezTo>
                      <a:pt x="1420" y="1455"/>
                      <a:pt x="1420" y="1455"/>
                      <a:pt x="1420" y="1455"/>
                    </a:cubicBezTo>
                    <a:cubicBezTo>
                      <a:pt x="1416" y="1455"/>
                      <a:pt x="1413" y="1452"/>
                      <a:pt x="1413" y="1448"/>
                    </a:cubicBezTo>
                    <a:cubicBezTo>
                      <a:pt x="1413" y="1395"/>
                      <a:pt x="1413" y="1395"/>
                      <a:pt x="1413" y="1395"/>
                    </a:cubicBezTo>
                    <a:cubicBezTo>
                      <a:pt x="1382" y="1398"/>
                      <a:pt x="1358" y="1395"/>
                      <a:pt x="1351" y="1392"/>
                    </a:cubicBezTo>
                    <a:cubicBezTo>
                      <a:pt x="1343" y="1387"/>
                      <a:pt x="1343" y="1377"/>
                      <a:pt x="1341" y="1358"/>
                    </a:cubicBezTo>
                    <a:cubicBezTo>
                      <a:pt x="1341" y="1356"/>
                      <a:pt x="1341" y="1356"/>
                      <a:pt x="1341" y="1356"/>
                    </a:cubicBezTo>
                    <a:cubicBezTo>
                      <a:pt x="1340" y="1344"/>
                      <a:pt x="1342" y="1325"/>
                      <a:pt x="1343" y="1315"/>
                    </a:cubicBezTo>
                    <a:cubicBezTo>
                      <a:pt x="1320" y="1314"/>
                      <a:pt x="1314" y="1302"/>
                      <a:pt x="1312" y="1298"/>
                    </a:cubicBezTo>
                    <a:cubicBezTo>
                      <a:pt x="1309" y="1289"/>
                      <a:pt x="1318" y="1280"/>
                      <a:pt x="1327" y="1271"/>
                    </a:cubicBezTo>
                    <a:cubicBezTo>
                      <a:pt x="1328" y="1270"/>
                      <a:pt x="1328" y="1269"/>
                      <a:pt x="1329" y="1268"/>
                    </a:cubicBezTo>
                    <a:cubicBezTo>
                      <a:pt x="1333" y="1263"/>
                      <a:pt x="1338" y="1254"/>
                      <a:pt x="1342" y="1243"/>
                    </a:cubicBezTo>
                    <a:cubicBezTo>
                      <a:pt x="1343" y="1240"/>
                      <a:pt x="1344" y="1235"/>
                      <a:pt x="1345" y="1230"/>
                    </a:cubicBezTo>
                    <a:cubicBezTo>
                      <a:pt x="1346" y="1223"/>
                      <a:pt x="1348" y="1216"/>
                      <a:pt x="1350" y="1211"/>
                    </a:cubicBezTo>
                    <a:cubicBezTo>
                      <a:pt x="1352" y="1204"/>
                      <a:pt x="1353" y="1185"/>
                      <a:pt x="1354" y="1175"/>
                    </a:cubicBezTo>
                    <a:cubicBezTo>
                      <a:pt x="1353" y="1175"/>
                      <a:pt x="1351" y="1176"/>
                      <a:pt x="1350" y="1176"/>
                    </a:cubicBezTo>
                    <a:cubicBezTo>
                      <a:pt x="1350" y="1176"/>
                      <a:pt x="1350" y="1176"/>
                      <a:pt x="1349" y="1175"/>
                    </a:cubicBezTo>
                    <a:cubicBezTo>
                      <a:pt x="1345" y="1158"/>
                      <a:pt x="1321" y="1131"/>
                      <a:pt x="1329" y="1131"/>
                    </a:cubicBezTo>
                    <a:cubicBezTo>
                      <a:pt x="1405" y="1133"/>
                      <a:pt x="1381" y="1112"/>
                      <a:pt x="1463" y="1112"/>
                    </a:cubicBezTo>
                    <a:cubicBezTo>
                      <a:pt x="1536" y="1112"/>
                      <a:pt x="1572" y="1155"/>
                      <a:pt x="1589" y="1192"/>
                    </a:cubicBezTo>
                    <a:cubicBezTo>
                      <a:pt x="1621" y="1259"/>
                      <a:pt x="1570" y="1325"/>
                      <a:pt x="1545" y="1351"/>
                    </a:cubicBezTo>
                    <a:close/>
                    <a:moveTo>
                      <a:pt x="748" y="1006"/>
                    </a:moveTo>
                    <a:cubicBezTo>
                      <a:pt x="748" y="1004"/>
                      <a:pt x="747" y="1003"/>
                      <a:pt x="746" y="1002"/>
                    </a:cubicBezTo>
                    <a:cubicBezTo>
                      <a:pt x="735" y="983"/>
                      <a:pt x="730" y="961"/>
                      <a:pt x="730" y="939"/>
                    </a:cubicBezTo>
                    <a:cubicBezTo>
                      <a:pt x="730" y="927"/>
                      <a:pt x="720" y="917"/>
                      <a:pt x="708" y="917"/>
                    </a:cubicBezTo>
                    <a:cubicBezTo>
                      <a:pt x="696" y="917"/>
                      <a:pt x="686" y="927"/>
                      <a:pt x="686" y="939"/>
                    </a:cubicBezTo>
                    <a:cubicBezTo>
                      <a:pt x="686" y="962"/>
                      <a:pt x="690" y="984"/>
                      <a:pt x="699" y="1005"/>
                    </a:cubicBezTo>
                    <a:cubicBezTo>
                      <a:pt x="471" y="1136"/>
                      <a:pt x="471" y="1136"/>
                      <a:pt x="471" y="1136"/>
                    </a:cubicBezTo>
                    <a:cubicBezTo>
                      <a:pt x="424" y="1069"/>
                      <a:pt x="347" y="1025"/>
                      <a:pt x="258" y="1025"/>
                    </a:cubicBezTo>
                    <a:cubicBezTo>
                      <a:pt x="116" y="1025"/>
                      <a:pt x="0" y="1140"/>
                      <a:pt x="0" y="1283"/>
                    </a:cubicBezTo>
                    <a:cubicBezTo>
                      <a:pt x="0" y="1426"/>
                      <a:pt x="116" y="1542"/>
                      <a:pt x="258" y="1542"/>
                    </a:cubicBezTo>
                    <a:cubicBezTo>
                      <a:pt x="401" y="1542"/>
                      <a:pt x="517" y="1426"/>
                      <a:pt x="517" y="1283"/>
                    </a:cubicBezTo>
                    <a:cubicBezTo>
                      <a:pt x="517" y="1244"/>
                      <a:pt x="509" y="1207"/>
                      <a:pt x="493" y="1174"/>
                    </a:cubicBezTo>
                    <a:cubicBezTo>
                      <a:pt x="739" y="1033"/>
                      <a:pt x="739" y="1033"/>
                      <a:pt x="739" y="1033"/>
                    </a:cubicBezTo>
                    <a:cubicBezTo>
                      <a:pt x="748" y="1027"/>
                      <a:pt x="752" y="1016"/>
                      <a:pt x="748" y="1006"/>
                    </a:cubicBezTo>
                    <a:close/>
                    <a:moveTo>
                      <a:pt x="406" y="1299"/>
                    </a:moveTo>
                    <a:cubicBezTo>
                      <a:pt x="403" y="1305"/>
                      <a:pt x="394" y="1314"/>
                      <a:pt x="375" y="1314"/>
                    </a:cubicBezTo>
                    <a:cubicBezTo>
                      <a:pt x="375" y="1320"/>
                      <a:pt x="375" y="1329"/>
                      <a:pt x="375" y="1337"/>
                    </a:cubicBezTo>
                    <a:cubicBezTo>
                      <a:pt x="376" y="1368"/>
                      <a:pt x="372" y="1377"/>
                      <a:pt x="368" y="1381"/>
                    </a:cubicBezTo>
                    <a:cubicBezTo>
                      <a:pt x="364" y="1384"/>
                      <a:pt x="356" y="1389"/>
                      <a:pt x="326" y="1388"/>
                    </a:cubicBezTo>
                    <a:cubicBezTo>
                      <a:pt x="322" y="1388"/>
                      <a:pt x="311" y="1388"/>
                      <a:pt x="303" y="1387"/>
                    </a:cubicBezTo>
                    <a:cubicBezTo>
                      <a:pt x="303" y="1444"/>
                      <a:pt x="303" y="1444"/>
                      <a:pt x="303" y="1444"/>
                    </a:cubicBezTo>
                    <a:cubicBezTo>
                      <a:pt x="303" y="1448"/>
                      <a:pt x="300" y="1451"/>
                      <a:pt x="297" y="1451"/>
                    </a:cubicBezTo>
                    <a:cubicBezTo>
                      <a:pt x="296" y="1451"/>
                      <a:pt x="293" y="1452"/>
                      <a:pt x="289" y="1452"/>
                    </a:cubicBezTo>
                    <a:cubicBezTo>
                      <a:pt x="273" y="1452"/>
                      <a:pt x="236" y="1449"/>
                      <a:pt x="205" y="1431"/>
                    </a:cubicBezTo>
                    <a:cubicBezTo>
                      <a:pt x="203" y="1430"/>
                      <a:pt x="202" y="1428"/>
                      <a:pt x="202" y="1425"/>
                    </a:cubicBezTo>
                    <a:cubicBezTo>
                      <a:pt x="200" y="1388"/>
                      <a:pt x="200" y="1388"/>
                      <a:pt x="200" y="1388"/>
                    </a:cubicBezTo>
                    <a:cubicBezTo>
                      <a:pt x="151" y="1368"/>
                      <a:pt x="73" y="1311"/>
                      <a:pt x="132" y="1189"/>
                    </a:cubicBezTo>
                    <a:cubicBezTo>
                      <a:pt x="149" y="1153"/>
                      <a:pt x="191" y="1115"/>
                      <a:pt x="261" y="1115"/>
                    </a:cubicBezTo>
                    <a:cubicBezTo>
                      <a:pt x="341" y="1115"/>
                      <a:pt x="375" y="1152"/>
                      <a:pt x="371" y="1168"/>
                    </a:cubicBezTo>
                    <a:cubicBezTo>
                      <a:pt x="369" y="1171"/>
                      <a:pt x="367" y="1174"/>
                      <a:pt x="366" y="1177"/>
                    </a:cubicBezTo>
                    <a:cubicBezTo>
                      <a:pt x="369" y="1182"/>
                      <a:pt x="379" y="1195"/>
                      <a:pt x="377" y="1216"/>
                    </a:cubicBezTo>
                    <a:cubicBezTo>
                      <a:pt x="376" y="1226"/>
                      <a:pt x="377" y="1245"/>
                      <a:pt x="379" y="1248"/>
                    </a:cubicBezTo>
                    <a:cubicBezTo>
                      <a:pt x="382" y="1255"/>
                      <a:pt x="387" y="1265"/>
                      <a:pt x="393" y="1271"/>
                    </a:cubicBezTo>
                    <a:cubicBezTo>
                      <a:pt x="400" y="1278"/>
                      <a:pt x="409" y="1291"/>
                      <a:pt x="406" y="129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grpSp>
      <p:grpSp>
        <p:nvGrpSpPr>
          <p:cNvPr id="174" name="Group 173">
            <a:extLst>
              <a:ext uri="{FF2B5EF4-FFF2-40B4-BE49-F238E27FC236}">
                <a16:creationId xmlns:a16="http://schemas.microsoft.com/office/drawing/2014/main" id="{78DF7DF0-690E-1F48-97B6-3424F7BA7507}"/>
              </a:ext>
            </a:extLst>
          </p:cNvPr>
          <p:cNvGrpSpPr/>
          <p:nvPr/>
        </p:nvGrpSpPr>
        <p:grpSpPr>
          <a:xfrm>
            <a:off x="7371617" y="1608800"/>
            <a:ext cx="126337" cy="134219"/>
            <a:chOff x="7812684" y="2660359"/>
            <a:chExt cx="306171" cy="306910"/>
          </a:xfrm>
          <a:solidFill>
            <a:schemeClr val="tx1"/>
          </a:solidFill>
        </p:grpSpPr>
        <p:sp>
          <p:nvSpPr>
            <p:cNvPr id="175" name="Freeform 94">
              <a:extLst>
                <a:ext uri="{FF2B5EF4-FFF2-40B4-BE49-F238E27FC236}">
                  <a16:creationId xmlns:a16="http://schemas.microsoft.com/office/drawing/2014/main" id="{0FCFA2B4-039E-5A47-9CBB-74C687D07BE8}"/>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grpFill/>
            <a:ln>
              <a:solidFill>
                <a:schemeClr val="bg1"/>
              </a:solidFill>
            </a:ln>
          </p:spPr>
          <p:txBody>
            <a:bodyPr vert="horz" wrap="square" lIns="0" tIns="0" rIns="0" bIns="0" numCol="1" anchor="t" anchorCtr="1" compatLnSpc="1">
              <a:prstTxWarp prst="textNoShape">
                <a:avLst/>
              </a:prstTxWarp>
            </a:bodyPr>
            <a:lstStyle/>
            <a:p>
              <a:endParaRPr lang="en-US">
                <a:solidFill>
                  <a:srgbClr val="FFFFFF"/>
                </a:solidFill>
                <a:latin typeface="Arial" panose="020B0604020202020204" pitchFamily="34" charset="0"/>
                <a:cs typeface="Arial" panose="020B0604020202020204" pitchFamily="34" charset="0"/>
              </a:endParaRPr>
            </a:p>
          </p:txBody>
        </p:sp>
        <p:sp>
          <p:nvSpPr>
            <p:cNvPr id="176" name="Freeform 95">
              <a:extLst>
                <a:ext uri="{FF2B5EF4-FFF2-40B4-BE49-F238E27FC236}">
                  <a16:creationId xmlns:a16="http://schemas.microsoft.com/office/drawing/2014/main" id="{4C45BDDF-B992-AD42-B2D5-2F7C717E4C46}"/>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grpFill/>
            <a:ln w="9525">
              <a:solidFill>
                <a:schemeClr val="bg1"/>
              </a:solidFill>
              <a:round/>
              <a:headEnd/>
              <a:tailEnd/>
            </a:ln>
          </p:spPr>
          <p:txBody>
            <a:bodyPr vert="horz" wrap="square" lIns="88641" tIns="44321" rIns="88641" bIns="44321" numCol="1" anchor="t" anchorCtr="0" compatLnSpc="1">
              <a:prstTxWarp prst="textNoShape">
                <a:avLst/>
              </a:prstTxWarp>
            </a:bodyPr>
            <a:lstStyle/>
            <a:p>
              <a:endParaRPr lang="en-US" sz="1600">
                <a:solidFill>
                  <a:srgbClr val="6E6F73"/>
                </a:solidFill>
                <a:latin typeface="Arial" panose="020B0604020202020204" pitchFamily="34" charset="0"/>
                <a:cs typeface="Arial" panose="020B0604020202020204" pitchFamily="34" charset="0"/>
              </a:endParaRPr>
            </a:p>
          </p:txBody>
        </p:sp>
      </p:grpSp>
      <p:sp>
        <p:nvSpPr>
          <p:cNvPr id="60" name="Half Frame 50">
            <a:extLst>
              <a:ext uri="{FF2B5EF4-FFF2-40B4-BE49-F238E27FC236}">
                <a16:creationId xmlns:a16="http://schemas.microsoft.com/office/drawing/2014/main" id="{FD9816D9-078C-F64A-BF1B-6A659703D0DD}"/>
              </a:ext>
            </a:extLst>
          </p:cNvPr>
          <p:cNvSpPr/>
          <p:nvPr/>
        </p:nvSpPr>
        <p:spPr>
          <a:xfrm rot="8142470">
            <a:off x="4607592" y="2399257"/>
            <a:ext cx="234950" cy="257369"/>
          </a:xfrm>
          <a:prstGeom prst="halfFrame">
            <a:avLst>
              <a:gd name="adj1" fmla="val 26576"/>
              <a:gd name="adj2" fmla="val 25856"/>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endParaRPr lang="en-US" sz="1200" err="1">
              <a:solidFill>
                <a:schemeClr val="tx2"/>
              </a:solidFill>
              <a:latin typeface="Arial" panose="020B0604020202020204" pitchFamily="34" charset="0"/>
              <a:cs typeface="Arial" panose="020B0604020202020204" pitchFamily="34" charset="0"/>
            </a:endParaRPr>
          </a:p>
        </p:txBody>
      </p:sp>
      <p:sp>
        <p:nvSpPr>
          <p:cNvPr id="184" name="Pentagon 183">
            <a:extLst>
              <a:ext uri="{FF2B5EF4-FFF2-40B4-BE49-F238E27FC236}">
                <a16:creationId xmlns:a16="http://schemas.microsoft.com/office/drawing/2014/main" id="{0CD9FA74-B331-EB41-BAD9-EADF78680946}"/>
              </a:ext>
            </a:extLst>
          </p:cNvPr>
          <p:cNvSpPr/>
          <p:nvPr/>
        </p:nvSpPr>
        <p:spPr>
          <a:xfrm>
            <a:off x="5013177" y="2271644"/>
            <a:ext cx="1195257" cy="185889"/>
          </a:xfrm>
          <a:prstGeom prst="homePlate">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lumMod val="85000"/>
                    <a:lumOff val="15000"/>
                  </a:schemeClr>
                </a:solidFill>
                <a:latin typeface="Arial" panose="020B0604020202020204" pitchFamily="34" charset="0"/>
                <a:cs typeface="Arial" panose="020B0604020202020204" pitchFamily="34" charset="0"/>
              </a:rPr>
              <a:t>Acquire</a:t>
            </a:r>
          </a:p>
        </p:txBody>
      </p:sp>
      <p:sp>
        <p:nvSpPr>
          <p:cNvPr id="185" name="Chevron 184">
            <a:extLst>
              <a:ext uri="{FF2B5EF4-FFF2-40B4-BE49-F238E27FC236}">
                <a16:creationId xmlns:a16="http://schemas.microsoft.com/office/drawing/2014/main" id="{44242550-D732-5C46-8DAD-86C28424C560}"/>
              </a:ext>
            </a:extLst>
          </p:cNvPr>
          <p:cNvSpPr/>
          <p:nvPr/>
        </p:nvSpPr>
        <p:spPr>
          <a:xfrm>
            <a:off x="6191385" y="2266176"/>
            <a:ext cx="1189905" cy="196146"/>
          </a:xfrm>
          <a:prstGeom prst="chevron">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lumMod val="85000"/>
                    <a:lumOff val="15000"/>
                  </a:schemeClr>
                </a:solidFill>
                <a:latin typeface="Arial" panose="020B0604020202020204" pitchFamily="34" charset="0"/>
                <a:cs typeface="Arial" panose="020B0604020202020204" pitchFamily="34" charset="0"/>
              </a:rPr>
              <a:t>Engage</a:t>
            </a:r>
          </a:p>
        </p:txBody>
      </p:sp>
      <p:sp>
        <p:nvSpPr>
          <p:cNvPr id="194" name="Chevron 193">
            <a:extLst>
              <a:ext uri="{FF2B5EF4-FFF2-40B4-BE49-F238E27FC236}">
                <a16:creationId xmlns:a16="http://schemas.microsoft.com/office/drawing/2014/main" id="{F55004CD-14A3-9A4F-AE70-13951D424B07}"/>
              </a:ext>
            </a:extLst>
          </p:cNvPr>
          <p:cNvSpPr/>
          <p:nvPr/>
        </p:nvSpPr>
        <p:spPr>
          <a:xfrm>
            <a:off x="7364998" y="2270995"/>
            <a:ext cx="1189905" cy="196146"/>
          </a:xfrm>
          <a:prstGeom prst="chevron">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lumMod val="85000"/>
                    <a:lumOff val="15000"/>
                  </a:schemeClr>
                </a:solidFill>
                <a:latin typeface="Arial" panose="020B0604020202020204" pitchFamily="34" charset="0"/>
                <a:cs typeface="Arial" panose="020B0604020202020204" pitchFamily="34" charset="0"/>
              </a:rPr>
              <a:t>Retain</a:t>
            </a:r>
          </a:p>
        </p:txBody>
      </p:sp>
      <p:sp>
        <p:nvSpPr>
          <p:cNvPr id="197" name="Rectangle 196">
            <a:extLst>
              <a:ext uri="{FF2B5EF4-FFF2-40B4-BE49-F238E27FC236}">
                <a16:creationId xmlns:a16="http://schemas.microsoft.com/office/drawing/2014/main" id="{CB42B4A1-EC2C-2847-AC2C-C93FFA2F38B2}"/>
              </a:ext>
            </a:extLst>
          </p:cNvPr>
          <p:cNvSpPr/>
          <p:nvPr/>
        </p:nvSpPr>
        <p:spPr>
          <a:xfrm>
            <a:off x="3277403" y="2308350"/>
            <a:ext cx="1566487" cy="439182"/>
          </a:xfrm>
          <a:prstGeom prst="rect">
            <a:avLst/>
          </a:prstGeom>
        </p:spPr>
        <p:txBody>
          <a:bodyPr wrap="square" lIns="0" tIns="0" rIns="0" bIns="0">
            <a:noAutofit/>
          </a:bodyPr>
          <a:lstStyle/>
          <a:p>
            <a:pPr algn="ctr"/>
            <a:r>
              <a:rPr lang="en-US" sz="2000">
                <a:solidFill>
                  <a:schemeClr val="bg1"/>
                </a:solidFill>
                <a:latin typeface="Arial" panose="020B0604020202020204" pitchFamily="34" charset="0"/>
                <a:cs typeface="Arial" panose="020B0604020202020204" pitchFamily="34" charset="0"/>
              </a:rPr>
              <a:t>40% </a:t>
            </a:r>
            <a:r>
              <a:rPr lang="en-US" sz="1200" err="1">
                <a:solidFill>
                  <a:schemeClr val="bg1"/>
                </a:solidFill>
                <a:latin typeface="Arial" panose="020B0604020202020204" pitchFamily="34" charset="0"/>
                <a:cs typeface="Arial" panose="020B0604020202020204" pitchFamily="34" charset="0"/>
              </a:rPr>
              <a:t>cagr</a:t>
            </a:r>
            <a:endParaRPr lang="en-US" sz="2000">
              <a:solidFill>
                <a:schemeClr val="bg1"/>
              </a:solidFill>
              <a:latin typeface="Arial" panose="020B0604020202020204" pitchFamily="34" charset="0"/>
              <a:cs typeface="Arial" panose="020B0604020202020204" pitchFamily="34" charset="0"/>
            </a:endParaRPr>
          </a:p>
        </p:txBody>
      </p:sp>
      <p:sp>
        <p:nvSpPr>
          <p:cNvPr id="198" name="Rectangle 197">
            <a:extLst>
              <a:ext uri="{FF2B5EF4-FFF2-40B4-BE49-F238E27FC236}">
                <a16:creationId xmlns:a16="http://schemas.microsoft.com/office/drawing/2014/main" id="{527387B9-45ED-B14D-A344-72880034DB6D}"/>
              </a:ext>
            </a:extLst>
          </p:cNvPr>
          <p:cNvSpPr/>
          <p:nvPr/>
        </p:nvSpPr>
        <p:spPr>
          <a:xfrm>
            <a:off x="4132762" y="2441866"/>
            <a:ext cx="522639" cy="181111"/>
          </a:xfrm>
          <a:prstGeom prst="rect">
            <a:avLst/>
          </a:prstGeom>
        </p:spPr>
        <p:txBody>
          <a:bodyPr wrap="square" lIns="0" tIns="0" rIns="0" bIns="0">
            <a:noAutofit/>
          </a:bodyPr>
          <a:lstStyle/>
          <a:p>
            <a:pPr algn="ctr"/>
            <a:r>
              <a:rPr lang="en-US" sz="900">
                <a:solidFill>
                  <a:schemeClr val="bg1"/>
                </a:solidFill>
                <a:latin typeface="Arial" panose="020B0604020202020204" pitchFamily="34" charset="0"/>
                <a:cs typeface="Arial" panose="020B0604020202020204" pitchFamily="34" charset="0"/>
              </a:rPr>
              <a:t> </a:t>
            </a:r>
          </a:p>
        </p:txBody>
      </p:sp>
      <p:sp>
        <p:nvSpPr>
          <p:cNvPr id="199" name="Rectangle 198">
            <a:extLst>
              <a:ext uri="{FF2B5EF4-FFF2-40B4-BE49-F238E27FC236}">
                <a16:creationId xmlns:a16="http://schemas.microsoft.com/office/drawing/2014/main" id="{F2AFD96A-20A1-6948-BADE-6D7B4504B374}"/>
              </a:ext>
            </a:extLst>
          </p:cNvPr>
          <p:cNvSpPr/>
          <p:nvPr/>
        </p:nvSpPr>
        <p:spPr>
          <a:xfrm>
            <a:off x="3580778" y="2617062"/>
            <a:ext cx="1060410" cy="141573"/>
          </a:xfrm>
          <a:prstGeom prst="rect">
            <a:avLst/>
          </a:prstGeom>
        </p:spPr>
        <p:txBody>
          <a:bodyPr wrap="square" lIns="0" tIns="0" rIns="0" bIns="0">
            <a:noAutofit/>
          </a:bodyPr>
          <a:lstStyle/>
          <a:p>
            <a:pPr algn="ctr"/>
            <a:r>
              <a:rPr lang="en-US" sz="900">
                <a:solidFill>
                  <a:schemeClr val="bg1"/>
                </a:solidFill>
                <a:latin typeface="Arial" panose="020B0604020202020204" pitchFamily="34" charset="0"/>
                <a:cs typeface="Arial" panose="020B0604020202020204" pitchFamily="34" charset="0"/>
              </a:rPr>
              <a:t>via buddy cycle</a:t>
            </a:r>
          </a:p>
        </p:txBody>
      </p:sp>
      <p:sp>
        <p:nvSpPr>
          <p:cNvPr id="64" name="Half Frame 50">
            <a:extLst>
              <a:ext uri="{FF2B5EF4-FFF2-40B4-BE49-F238E27FC236}">
                <a16:creationId xmlns:a16="http://schemas.microsoft.com/office/drawing/2014/main" id="{0DC23FCF-45DD-B24A-BD34-62F28C9332B0}"/>
              </a:ext>
            </a:extLst>
          </p:cNvPr>
          <p:cNvSpPr/>
          <p:nvPr/>
        </p:nvSpPr>
        <p:spPr>
          <a:xfrm rot="8142470">
            <a:off x="4603695" y="3076747"/>
            <a:ext cx="234950" cy="257369"/>
          </a:xfrm>
          <a:prstGeom prst="halfFrame">
            <a:avLst>
              <a:gd name="adj1" fmla="val 26576"/>
              <a:gd name="adj2" fmla="val 25856"/>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endParaRPr lang="en-US" sz="1200" err="1">
              <a:solidFill>
                <a:schemeClr val="tx2"/>
              </a:solidFill>
              <a:latin typeface="Arial" panose="020B0604020202020204" pitchFamily="34" charset="0"/>
              <a:cs typeface="Arial" panose="020B0604020202020204" pitchFamily="34" charset="0"/>
            </a:endParaRPr>
          </a:p>
        </p:txBody>
      </p:sp>
      <p:grpSp>
        <p:nvGrpSpPr>
          <p:cNvPr id="222" name="Group 221">
            <a:extLst>
              <a:ext uri="{FF2B5EF4-FFF2-40B4-BE49-F238E27FC236}">
                <a16:creationId xmlns:a16="http://schemas.microsoft.com/office/drawing/2014/main" id="{814EBB4B-219E-7641-ABBF-F33A31D5D7E1}"/>
              </a:ext>
            </a:extLst>
          </p:cNvPr>
          <p:cNvGrpSpPr/>
          <p:nvPr/>
        </p:nvGrpSpPr>
        <p:grpSpPr>
          <a:xfrm>
            <a:off x="2282612" y="2292543"/>
            <a:ext cx="467599" cy="435830"/>
            <a:chOff x="5997384" y="-1222238"/>
            <a:chExt cx="1644396" cy="1645920"/>
          </a:xfrm>
        </p:grpSpPr>
        <p:sp>
          <p:nvSpPr>
            <p:cNvPr id="223" name="AutoShape 8">
              <a:extLst>
                <a:ext uri="{FF2B5EF4-FFF2-40B4-BE49-F238E27FC236}">
                  <a16:creationId xmlns:a16="http://schemas.microsoft.com/office/drawing/2014/main" id="{E0C6F8E2-52FA-464D-93B0-26D7C96C8F84}"/>
                </a:ext>
              </a:extLst>
            </p:cNvPr>
            <p:cNvSpPr>
              <a:spLocks noChangeAspect="1" noChangeArrowheads="1" noTextEdit="1"/>
            </p:cNvSpPr>
            <p:nvPr/>
          </p:nvSpPr>
          <p:spPr bwMode="auto">
            <a:xfrm>
              <a:off x="5997384" y="-1222238"/>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nvGrpSpPr>
            <p:cNvPr id="224" name="Group 223">
              <a:extLst>
                <a:ext uri="{FF2B5EF4-FFF2-40B4-BE49-F238E27FC236}">
                  <a16:creationId xmlns:a16="http://schemas.microsoft.com/office/drawing/2014/main" id="{D2105817-6080-474F-8DF9-6A411BEA5700}"/>
                </a:ext>
              </a:extLst>
            </p:cNvPr>
            <p:cNvGrpSpPr/>
            <p:nvPr/>
          </p:nvGrpSpPr>
          <p:grpSpPr>
            <a:xfrm>
              <a:off x="6248273" y="-1001448"/>
              <a:ext cx="1142619" cy="1204341"/>
              <a:chOff x="6248273" y="-1001448"/>
              <a:chExt cx="1142619" cy="1204341"/>
            </a:xfrm>
          </p:grpSpPr>
          <p:sp>
            <p:nvSpPr>
              <p:cNvPr id="225" name="Freeform 10">
                <a:extLst>
                  <a:ext uri="{FF2B5EF4-FFF2-40B4-BE49-F238E27FC236}">
                    <a16:creationId xmlns:a16="http://schemas.microsoft.com/office/drawing/2014/main" id="{AF974E16-8FF1-7045-8D7D-779D5E7E4315}"/>
                  </a:ext>
                </a:extLst>
              </p:cNvPr>
              <p:cNvSpPr>
                <a:spLocks/>
              </p:cNvSpPr>
              <p:nvPr/>
            </p:nvSpPr>
            <p:spPr bwMode="auto">
              <a:xfrm>
                <a:off x="6439535" y="-895911"/>
                <a:ext cx="916686" cy="809625"/>
              </a:xfrm>
              <a:custGeom>
                <a:avLst/>
                <a:gdLst>
                  <a:gd name="T0" fmla="*/ 1247 w 1284"/>
                  <a:gd name="T1" fmla="*/ 89 h 1133"/>
                  <a:gd name="T2" fmla="*/ 652 w 1284"/>
                  <a:gd name="T3" fmla="*/ 0 h 1133"/>
                  <a:gd name="T4" fmla="*/ 367 w 1284"/>
                  <a:gd name="T5" fmla="*/ 62 h 1133"/>
                  <a:gd name="T6" fmla="*/ 379 w 1284"/>
                  <a:gd name="T7" fmla="*/ 226 h 1133"/>
                  <a:gd name="T8" fmla="*/ 244 w 1284"/>
                  <a:gd name="T9" fmla="*/ 436 h 1133"/>
                  <a:gd name="T10" fmla="*/ 58 w 1284"/>
                  <a:gd name="T11" fmla="*/ 494 h 1133"/>
                  <a:gd name="T12" fmla="*/ 58 w 1284"/>
                  <a:gd name="T13" fmla="*/ 494 h 1133"/>
                  <a:gd name="T14" fmla="*/ 44 w 1284"/>
                  <a:gd name="T15" fmla="*/ 494 h 1133"/>
                  <a:gd name="T16" fmla="*/ 334 w 1284"/>
                  <a:gd name="T17" fmla="*/ 1129 h 1133"/>
                  <a:gd name="T18" fmla="*/ 343 w 1284"/>
                  <a:gd name="T19" fmla="*/ 1125 h 1133"/>
                  <a:gd name="T20" fmla="*/ 343 w 1284"/>
                  <a:gd name="T21" fmla="*/ 869 h 1133"/>
                  <a:gd name="T22" fmla="*/ 342 w 1284"/>
                  <a:gd name="T23" fmla="*/ 867 h 1133"/>
                  <a:gd name="T24" fmla="*/ 343 w 1284"/>
                  <a:gd name="T25" fmla="*/ 519 h 1133"/>
                  <a:gd name="T26" fmla="*/ 526 w 1284"/>
                  <a:gd name="T27" fmla="*/ 679 h 1133"/>
                  <a:gd name="T28" fmla="*/ 531 w 1284"/>
                  <a:gd name="T29" fmla="*/ 684 h 1133"/>
                  <a:gd name="T30" fmla="*/ 627 w 1284"/>
                  <a:gd name="T31" fmla="*/ 675 h 1133"/>
                  <a:gd name="T32" fmla="*/ 762 w 1284"/>
                  <a:gd name="T33" fmla="*/ 376 h 1133"/>
                  <a:gd name="T34" fmla="*/ 1157 w 1284"/>
                  <a:gd name="T35" fmla="*/ 285 h 1133"/>
                  <a:gd name="T36" fmla="*/ 1161 w 1284"/>
                  <a:gd name="T37" fmla="*/ 281 h 1133"/>
                  <a:gd name="T38" fmla="*/ 1247 w 1284"/>
                  <a:gd name="T39" fmla="*/ 89 h 1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 h="1133">
                    <a:moveTo>
                      <a:pt x="1247" y="89"/>
                    </a:moveTo>
                    <a:cubicBezTo>
                      <a:pt x="903" y="95"/>
                      <a:pt x="1023" y="0"/>
                      <a:pt x="652" y="0"/>
                    </a:cubicBezTo>
                    <a:cubicBezTo>
                      <a:pt x="538" y="0"/>
                      <a:pt x="444" y="24"/>
                      <a:pt x="367" y="62"/>
                    </a:cubicBezTo>
                    <a:cubicBezTo>
                      <a:pt x="385" y="114"/>
                      <a:pt x="389" y="170"/>
                      <a:pt x="379" y="226"/>
                    </a:cubicBezTo>
                    <a:cubicBezTo>
                      <a:pt x="364" y="311"/>
                      <a:pt x="316" y="386"/>
                      <a:pt x="244" y="436"/>
                    </a:cubicBezTo>
                    <a:cubicBezTo>
                      <a:pt x="189" y="474"/>
                      <a:pt x="125" y="494"/>
                      <a:pt x="58" y="494"/>
                    </a:cubicBezTo>
                    <a:cubicBezTo>
                      <a:pt x="58" y="494"/>
                      <a:pt x="58" y="494"/>
                      <a:pt x="58" y="494"/>
                    </a:cubicBezTo>
                    <a:cubicBezTo>
                      <a:pt x="54" y="494"/>
                      <a:pt x="49" y="494"/>
                      <a:pt x="44" y="494"/>
                    </a:cubicBezTo>
                    <a:cubicBezTo>
                      <a:pt x="0" y="801"/>
                      <a:pt x="278" y="1078"/>
                      <a:pt x="334" y="1129"/>
                    </a:cubicBezTo>
                    <a:cubicBezTo>
                      <a:pt x="337" y="1133"/>
                      <a:pt x="343" y="1130"/>
                      <a:pt x="343" y="1125"/>
                    </a:cubicBezTo>
                    <a:cubicBezTo>
                      <a:pt x="343" y="1125"/>
                      <a:pt x="343" y="1125"/>
                      <a:pt x="343" y="869"/>
                    </a:cubicBezTo>
                    <a:cubicBezTo>
                      <a:pt x="343" y="868"/>
                      <a:pt x="343" y="867"/>
                      <a:pt x="342" y="867"/>
                    </a:cubicBezTo>
                    <a:cubicBezTo>
                      <a:pt x="333" y="847"/>
                      <a:pt x="207" y="588"/>
                      <a:pt x="343" y="519"/>
                    </a:cubicBezTo>
                    <a:cubicBezTo>
                      <a:pt x="486" y="443"/>
                      <a:pt x="522" y="647"/>
                      <a:pt x="526" y="679"/>
                    </a:cubicBezTo>
                    <a:cubicBezTo>
                      <a:pt x="527" y="682"/>
                      <a:pt x="529" y="683"/>
                      <a:pt x="531" y="684"/>
                    </a:cubicBezTo>
                    <a:cubicBezTo>
                      <a:pt x="550" y="686"/>
                      <a:pt x="627" y="696"/>
                      <a:pt x="627" y="675"/>
                    </a:cubicBezTo>
                    <a:cubicBezTo>
                      <a:pt x="627" y="521"/>
                      <a:pt x="685" y="431"/>
                      <a:pt x="762" y="376"/>
                    </a:cubicBezTo>
                    <a:cubicBezTo>
                      <a:pt x="905" y="272"/>
                      <a:pt x="1118" y="298"/>
                      <a:pt x="1157" y="285"/>
                    </a:cubicBezTo>
                    <a:cubicBezTo>
                      <a:pt x="1159" y="284"/>
                      <a:pt x="1160" y="283"/>
                      <a:pt x="1161" y="281"/>
                    </a:cubicBezTo>
                    <a:cubicBezTo>
                      <a:pt x="1179" y="205"/>
                      <a:pt x="1284" y="89"/>
                      <a:pt x="1247" y="8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26" name="Freeform 11">
                <a:extLst>
                  <a:ext uri="{FF2B5EF4-FFF2-40B4-BE49-F238E27FC236}">
                    <a16:creationId xmlns:a16="http://schemas.microsoft.com/office/drawing/2014/main" id="{B9C3B5C4-39DD-3640-B1B7-6AE8503341B0}"/>
                  </a:ext>
                </a:extLst>
              </p:cNvPr>
              <p:cNvSpPr>
                <a:spLocks noEditPoints="1"/>
              </p:cNvSpPr>
              <p:nvPr/>
            </p:nvSpPr>
            <p:spPr bwMode="auto">
              <a:xfrm>
                <a:off x="6248273" y="-1001448"/>
                <a:ext cx="1142619" cy="1204341"/>
              </a:xfrm>
              <a:custGeom>
                <a:avLst/>
                <a:gdLst>
                  <a:gd name="T0" fmla="*/ 1455 w 1601"/>
                  <a:gd name="T1" fmla="*/ 1052 h 1686"/>
                  <a:gd name="T2" fmla="*/ 1460 w 1601"/>
                  <a:gd name="T3" fmla="*/ 1249 h 1686"/>
                  <a:gd name="T4" fmla="*/ 1420 w 1601"/>
                  <a:gd name="T5" fmla="*/ 1401 h 1686"/>
                  <a:gd name="T6" fmla="*/ 1138 w 1601"/>
                  <a:gd name="T7" fmla="*/ 1664 h 1686"/>
                  <a:gd name="T8" fmla="*/ 1115 w 1601"/>
                  <a:gd name="T9" fmla="*/ 1686 h 1686"/>
                  <a:gd name="T10" fmla="*/ 566 w 1601"/>
                  <a:gd name="T11" fmla="*/ 1572 h 1686"/>
                  <a:gd name="T12" fmla="*/ 566 w 1601"/>
                  <a:gd name="T13" fmla="*/ 1304 h 1686"/>
                  <a:gd name="T14" fmla="*/ 610 w 1601"/>
                  <a:gd name="T15" fmla="*/ 1339 h 1686"/>
                  <a:gd name="T16" fmla="*/ 1094 w 1601"/>
                  <a:gd name="T17" fmla="*/ 1642 h 1686"/>
                  <a:gd name="T18" fmla="*/ 1101 w 1601"/>
                  <a:gd name="T19" fmla="*/ 1373 h 1686"/>
                  <a:gd name="T20" fmla="*/ 1400 w 1601"/>
                  <a:gd name="T21" fmla="*/ 1362 h 1686"/>
                  <a:gd name="T22" fmla="*/ 1416 w 1601"/>
                  <a:gd name="T23" fmla="*/ 1247 h 1686"/>
                  <a:gd name="T24" fmla="*/ 1410 w 1601"/>
                  <a:gd name="T25" fmla="*/ 1014 h 1686"/>
                  <a:gd name="T26" fmla="*/ 1549 w 1601"/>
                  <a:gd name="T27" fmla="*/ 971 h 1686"/>
                  <a:gd name="T28" fmla="*/ 1484 w 1601"/>
                  <a:gd name="T29" fmla="*/ 890 h 1686"/>
                  <a:gd name="T30" fmla="*/ 1406 w 1601"/>
                  <a:gd name="T31" fmla="*/ 689 h 1686"/>
                  <a:gd name="T32" fmla="*/ 1378 w 1601"/>
                  <a:gd name="T33" fmla="*/ 482 h 1686"/>
                  <a:gd name="T34" fmla="*/ 1436 w 1601"/>
                  <a:gd name="T35" fmla="*/ 596 h 1686"/>
                  <a:gd name="T36" fmla="*/ 1458 w 1601"/>
                  <a:gd name="T37" fmla="*/ 743 h 1686"/>
                  <a:gd name="T38" fmla="*/ 1529 w 1601"/>
                  <a:gd name="T39" fmla="*/ 873 h 1686"/>
                  <a:gd name="T40" fmla="*/ 579 w 1601"/>
                  <a:gd name="T41" fmla="*/ 177 h 1686"/>
                  <a:gd name="T42" fmla="*/ 567 w 1601"/>
                  <a:gd name="T43" fmla="*/ 359 h 1686"/>
                  <a:gd name="T44" fmla="*/ 283 w 1601"/>
                  <a:gd name="T45" fmla="*/ 556 h 1686"/>
                  <a:gd name="T46" fmla="*/ 256 w 1601"/>
                  <a:gd name="T47" fmla="*/ 513 h 1686"/>
                  <a:gd name="T48" fmla="*/ 250 w 1601"/>
                  <a:gd name="T49" fmla="*/ 469 h 1686"/>
                  <a:gd name="T50" fmla="*/ 122 w 1601"/>
                  <a:gd name="T51" fmla="*/ 493 h 1686"/>
                  <a:gd name="T52" fmla="*/ 133 w 1601"/>
                  <a:gd name="T53" fmla="*/ 623 h 1686"/>
                  <a:gd name="T54" fmla="*/ 158 w 1601"/>
                  <a:gd name="T55" fmla="*/ 642 h 1686"/>
                  <a:gd name="T56" fmla="*/ 168 w 1601"/>
                  <a:gd name="T57" fmla="*/ 557 h 1686"/>
                  <a:gd name="T58" fmla="*/ 491 w 1601"/>
                  <a:gd name="T59" fmla="*/ 553 h 1686"/>
                  <a:gd name="T60" fmla="*/ 579 w 1601"/>
                  <a:gd name="T61" fmla="*/ 177 h 1686"/>
                  <a:gd name="T62" fmla="*/ 533 w 1601"/>
                  <a:gd name="T63" fmla="*/ 20 h 1686"/>
                  <a:gd name="T64" fmla="*/ 490 w 1601"/>
                  <a:gd name="T65" fmla="*/ 26 h 1686"/>
                  <a:gd name="T66" fmla="*/ 377 w 1601"/>
                  <a:gd name="T67" fmla="*/ 32 h 1686"/>
                  <a:gd name="T68" fmla="*/ 83 w 1601"/>
                  <a:gd name="T69" fmla="*/ 471 h 1686"/>
                  <a:gd name="T70" fmla="*/ 118 w 1601"/>
                  <a:gd name="T71" fmla="*/ 444 h 1686"/>
                  <a:gd name="T72" fmla="*/ 326 w 1601"/>
                  <a:gd name="T73" fmla="*/ 71 h 1686"/>
                  <a:gd name="T74" fmla="*/ 475 w 1601"/>
                  <a:gd name="T75" fmla="*/ 122 h 1686"/>
                  <a:gd name="T76" fmla="*/ 391 w 1601"/>
                  <a:gd name="T77" fmla="*/ 155 h 1686"/>
                  <a:gd name="T78" fmla="*/ 416 w 1601"/>
                  <a:gd name="T79" fmla="*/ 174 h 1686"/>
                  <a:gd name="T80" fmla="*/ 544 w 1601"/>
                  <a:gd name="T81" fmla="*/ 150 h 1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1" h="1686">
                    <a:moveTo>
                      <a:pt x="1591" y="984"/>
                    </a:moveTo>
                    <a:cubicBezTo>
                      <a:pt x="1585" y="1001"/>
                      <a:pt x="1558" y="1052"/>
                      <a:pt x="1455" y="1052"/>
                    </a:cubicBezTo>
                    <a:cubicBezTo>
                      <a:pt x="1454" y="1052"/>
                      <a:pt x="1452" y="1052"/>
                      <a:pt x="1450" y="1052"/>
                    </a:cubicBezTo>
                    <a:cubicBezTo>
                      <a:pt x="1455" y="1097"/>
                      <a:pt x="1464" y="1191"/>
                      <a:pt x="1460" y="1249"/>
                    </a:cubicBezTo>
                    <a:cubicBezTo>
                      <a:pt x="1459" y="1260"/>
                      <a:pt x="1459" y="1260"/>
                      <a:pt x="1459" y="1260"/>
                    </a:cubicBezTo>
                    <a:cubicBezTo>
                      <a:pt x="1454" y="1341"/>
                      <a:pt x="1451" y="1385"/>
                      <a:pt x="1420" y="1401"/>
                    </a:cubicBezTo>
                    <a:cubicBezTo>
                      <a:pt x="1397" y="1414"/>
                      <a:pt x="1295" y="1433"/>
                      <a:pt x="1138" y="1415"/>
                    </a:cubicBezTo>
                    <a:cubicBezTo>
                      <a:pt x="1138" y="1664"/>
                      <a:pt x="1138" y="1664"/>
                      <a:pt x="1138" y="1664"/>
                    </a:cubicBezTo>
                    <a:cubicBezTo>
                      <a:pt x="1138" y="1676"/>
                      <a:pt x="1128" y="1686"/>
                      <a:pt x="1116" y="1686"/>
                    </a:cubicBezTo>
                    <a:cubicBezTo>
                      <a:pt x="1116" y="1686"/>
                      <a:pt x="1115" y="1686"/>
                      <a:pt x="1115" y="1686"/>
                    </a:cubicBezTo>
                    <a:cubicBezTo>
                      <a:pt x="1092" y="1686"/>
                      <a:pt x="804" y="1684"/>
                      <a:pt x="580" y="1592"/>
                    </a:cubicBezTo>
                    <a:cubicBezTo>
                      <a:pt x="572" y="1589"/>
                      <a:pt x="566" y="1581"/>
                      <a:pt x="566" y="1572"/>
                    </a:cubicBezTo>
                    <a:cubicBezTo>
                      <a:pt x="566" y="1306"/>
                      <a:pt x="566" y="1306"/>
                      <a:pt x="566" y="1306"/>
                    </a:cubicBezTo>
                    <a:cubicBezTo>
                      <a:pt x="566" y="1305"/>
                      <a:pt x="566" y="1305"/>
                      <a:pt x="566" y="1304"/>
                    </a:cubicBezTo>
                    <a:cubicBezTo>
                      <a:pt x="568" y="1306"/>
                      <a:pt x="570" y="1308"/>
                      <a:pt x="571" y="1309"/>
                    </a:cubicBezTo>
                    <a:cubicBezTo>
                      <a:pt x="577" y="1315"/>
                      <a:pt x="595" y="1329"/>
                      <a:pt x="610" y="1339"/>
                    </a:cubicBezTo>
                    <a:cubicBezTo>
                      <a:pt x="610" y="1557"/>
                      <a:pt x="610" y="1557"/>
                      <a:pt x="610" y="1557"/>
                    </a:cubicBezTo>
                    <a:cubicBezTo>
                      <a:pt x="794" y="1628"/>
                      <a:pt x="1023" y="1640"/>
                      <a:pt x="1094" y="1642"/>
                    </a:cubicBezTo>
                    <a:cubicBezTo>
                      <a:pt x="1094" y="1390"/>
                      <a:pt x="1094" y="1390"/>
                      <a:pt x="1094" y="1390"/>
                    </a:cubicBezTo>
                    <a:cubicBezTo>
                      <a:pt x="1094" y="1384"/>
                      <a:pt x="1097" y="1378"/>
                      <a:pt x="1101" y="1373"/>
                    </a:cubicBezTo>
                    <a:cubicBezTo>
                      <a:pt x="1106" y="1369"/>
                      <a:pt x="1112" y="1367"/>
                      <a:pt x="1119" y="1368"/>
                    </a:cubicBezTo>
                    <a:cubicBezTo>
                      <a:pt x="1282" y="1390"/>
                      <a:pt x="1385" y="1370"/>
                      <a:pt x="1400" y="1362"/>
                    </a:cubicBezTo>
                    <a:cubicBezTo>
                      <a:pt x="1409" y="1356"/>
                      <a:pt x="1412" y="1303"/>
                      <a:pt x="1415" y="1257"/>
                    </a:cubicBezTo>
                    <a:cubicBezTo>
                      <a:pt x="1416" y="1247"/>
                      <a:pt x="1416" y="1247"/>
                      <a:pt x="1416" y="1247"/>
                    </a:cubicBezTo>
                    <a:cubicBezTo>
                      <a:pt x="1421" y="1172"/>
                      <a:pt x="1404" y="1033"/>
                      <a:pt x="1404" y="1032"/>
                    </a:cubicBezTo>
                    <a:cubicBezTo>
                      <a:pt x="1403" y="1025"/>
                      <a:pt x="1405" y="1018"/>
                      <a:pt x="1410" y="1014"/>
                    </a:cubicBezTo>
                    <a:cubicBezTo>
                      <a:pt x="1415" y="1009"/>
                      <a:pt x="1421" y="1006"/>
                      <a:pt x="1428" y="1007"/>
                    </a:cubicBezTo>
                    <a:cubicBezTo>
                      <a:pt x="1504" y="1014"/>
                      <a:pt x="1540" y="992"/>
                      <a:pt x="1549" y="971"/>
                    </a:cubicBezTo>
                    <a:cubicBezTo>
                      <a:pt x="1547" y="957"/>
                      <a:pt x="1513" y="921"/>
                      <a:pt x="1497" y="903"/>
                    </a:cubicBezTo>
                    <a:cubicBezTo>
                      <a:pt x="1493" y="899"/>
                      <a:pt x="1488" y="894"/>
                      <a:pt x="1484" y="890"/>
                    </a:cubicBezTo>
                    <a:cubicBezTo>
                      <a:pt x="1455" y="858"/>
                      <a:pt x="1431" y="800"/>
                      <a:pt x="1416" y="757"/>
                    </a:cubicBezTo>
                    <a:cubicBezTo>
                      <a:pt x="1410" y="740"/>
                      <a:pt x="1408" y="717"/>
                      <a:pt x="1406" y="689"/>
                    </a:cubicBezTo>
                    <a:cubicBezTo>
                      <a:pt x="1404" y="662"/>
                      <a:pt x="1401" y="632"/>
                      <a:pt x="1394" y="610"/>
                    </a:cubicBezTo>
                    <a:cubicBezTo>
                      <a:pt x="1381" y="571"/>
                      <a:pt x="1378" y="507"/>
                      <a:pt x="1378" y="482"/>
                    </a:cubicBezTo>
                    <a:cubicBezTo>
                      <a:pt x="1396" y="481"/>
                      <a:pt x="1410" y="480"/>
                      <a:pt x="1422" y="479"/>
                    </a:cubicBezTo>
                    <a:cubicBezTo>
                      <a:pt x="1422" y="500"/>
                      <a:pt x="1424" y="562"/>
                      <a:pt x="1436" y="596"/>
                    </a:cubicBezTo>
                    <a:cubicBezTo>
                      <a:pt x="1445" y="623"/>
                      <a:pt x="1447" y="656"/>
                      <a:pt x="1450" y="686"/>
                    </a:cubicBezTo>
                    <a:cubicBezTo>
                      <a:pt x="1452" y="708"/>
                      <a:pt x="1453" y="731"/>
                      <a:pt x="1458" y="743"/>
                    </a:cubicBezTo>
                    <a:cubicBezTo>
                      <a:pt x="1477" y="798"/>
                      <a:pt x="1498" y="839"/>
                      <a:pt x="1517" y="860"/>
                    </a:cubicBezTo>
                    <a:cubicBezTo>
                      <a:pt x="1521" y="864"/>
                      <a:pt x="1525" y="869"/>
                      <a:pt x="1529" y="873"/>
                    </a:cubicBezTo>
                    <a:cubicBezTo>
                      <a:pt x="1573" y="921"/>
                      <a:pt x="1601" y="954"/>
                      <a:pt x="1591" y="984"/>
                    </a:cubicBezTo>
                    <a:close/>
                    <a:moveTo>
                      <a:pt x="579" y="177"/>
                    </a:moveTo>
                    <a:cubicBezTo>
                      <a:pt x="570" y="189"/>
                      <a:pt x="557" y="198"/>
                      <a:pt x="542" y="201"/>
                    </a:cubicBezTo>
                    <a:cubicBezTo>
                      <a:pt x="568" y="249"/>
                      <a:pt x="576" y="304"/>
                      <a:pt x="567" y="359"/>
                    </a:cubicBezTo>
                    <a:cubicBezTo>
                      <a:pt x="555" y="423"/>
                      <a:pt x="519" y="479"/>
                      <a:pt x="466" y="516"/>
                    </a:cubicBezTo>
                    <a:cubicBezTo>
                      <a:pt x="412" y="554"/>
                      <a:pt x="347" y="568"/>
                      <a:pt x="283" y="556"/>
                    </a:cubicBezTo>
                    <a:cubicBezTo>
                      <a:pt x="250" y="551"/>
                      <a:pt x="220" y="538"/>
                      <a:pt x="193" y="521"/>
                    </a:cubicBezTo>
                    <a:cubicBezTo>
                      <a:pt x="256" y="513"/>
                      <a:pt x="256" y="513"/>
                      <a:pt x="256" y="513"/>
                    </a:cubicBezTo>
                    <a:cubicBezTo>
                      <a:pt x="268" y="511"/>
                      <a:pt x="277" y="500"/>
                      <a:pt x="275" y="488"/>
                    </a:cubicBezTo>
                    <a:cubicBezTo>
                      <a:pt x="273" y="476"/>
                      <a:pt x="262" y="467"/>
                      <a:pt x="250" y="469"/>
                    </a:cubicBezTo>
                    <a:cubicBezTo>
                      <a:pt x="136" y="484"/>
                      <a:pt x="136" y="484"/>
                      <a:pt x="136" y="484"/>
                    </a:cubicBezTo>
                    <a:cubicBezTo>
                      <a:pt x="131" y="485"/>
                      <a:pt x="125" y="488"/>
                      <a:pt x="122" y="493"/>
                    </a:cubicBezTo>
                    <a:cubicBezTo>
                      <a:pt x="118" y="497"/>
                      <a:pt x="117" y="503"/>
                      <a:pt x="118" y="509"/>
                    </a:cubicBezTo>
                    <a:cubicBezTo>
                      <a:pt x="133" y="623"/>
                      <a:pt x="133" y="623"/>
                      <a:pt x="133" y="623"/>
                    </a:cubicBezTo>
                    <a:cubicBezTo>
                      <a:pt x="134" y="634"/>
                      <a:pt x="144" y="642"/>
                      <a:pt x="155" y="642"/>
                    </a:cubicBezTo>
                    <a:cubicBezTo>
                      <a:pt x="156" y="642"/>
                      <a:pt x="157" y="642"/>
                      <a:pt x="158" y="642"/>
                    </a:cubicBezTo>
                    <a:cubicBezTo>
                      <a:pt x="170" y="640"/>
                      <a:pt x="178" y="629"/>
                      <a:pt x="176" y="617"/>
                    </a:cubicBezTo>
                    <a:cubicBezTo>
                      <a:pt x="168" y="557"/>
                      <a:pt x="168" y="557"/>
                      <a:pt x="168" y="557"/>
                    </a:cubicBezTo>
                    <a:cubicBezTo>
                      <a:pt x="216" y="588"/>
                      <a:pt x="271" y="604"/>
                      <a:pt x="326" y="604"/>
                    </a:cubicBezTo>
                    <a:cubicBezTo>
                      <a:pt x="383" y="604"/>
                      <a:pt x="441" y="587"/>
                      <a:pt x="491" y="553"/>
                    </a:cubicBezTo>
                    <a:cubicBezTo>
                      <a:pt x="554" y="509"/>
                      <a:pt x="596" y="443"/>
                      <a:pt x="610" y="367"/>
                    </a:cubicBezTo>
                    <a:cubicBezTo>
                      <a:pt x="622" y="301"/>
                      <a:pt x="611" y="235"/>
                      <a:pt x="579" y="177"/>
                    </a:cubicBezTo>
                    <a:close/>
                    <a:moveTo>
                      <a:pt x="548" y="134"/>
                    </a:moveTo>
                    <a:cubicBezTo>
                      <a:pt x="533" y="20"/>
                      <a:pt x="533" y="20"/>
                      <a:pt x="533" y="20"/>
                    </a:cubicBezTo>
                    <a:cubicBezTo>
                      <a:pt x="532" y="8"/>
                      <a:pt x="520" y="0"/>
                      <a:pt x="508" y="1"/>
                    </a:cubicBezTo>
                    <a:cubicBezTo>
                      <a:pt x="496" y="3"/>
                      <a:pt x="488" y="14"/>
                      <a:pt x="490" y="26"/>
                    </a:cubicBezTo>
                    <a:cubicBezTo>
                      <a:pt x="497" y="84"/>
                      <a:pt x="497" y="84"/>
                      <a:pt x="497" y="84"/>
                    </a:cubicBezTo>
                    <a:cubicBezTo>
                      <a:pt x="462" y="58"/>
                      <a:pt x="421" y="40"/>
                      <a:pt x="377" y="32"/>
                    </a:cubicBezTo>
                    <a:cubicBezTo>
                      <a:pt x="301" y="18"/>
                      <a:pt x="225" y="35"/>
                      <a:pt x="161" y="79"/>
                    </a:cubicBezTo>
                    <a:cubicBezTo>
                      <a:pt x="34" y="168"/>
                      <a:pt x="0" y="342"/>
                      <a:pt x="83" y="471"/>
                    </a:cubicBezTo>
                    <a:cubicBezTo>
                      <a:pt x="84" y="470"/>
                      <a:pt x="86" y="468"/>
                      <a:pt x="87" y="466"/>
                    </a:cubicBezTo>
                    <a:cubicBezTo>
                      <a:pt x="95" y="456"/>
                      <a:pt x="106" y="448"/>
                      <a:pt x="118" y="444"/>
                    </a:cubicBezTo>
                    <a:cubicBezTo>
                      <a:pt x="51" y="334"/>
                      <a:pt x="80" y="189"/>
                      <a:pt x="187" y="115"/>
                    </a:cubicBezTo>
                    <a:cubicBezTo>
                      <a:pt x="228" y="86"/>
                      <a:pt x="276" y="71"/>
                      <a:pt x="326" y="71"/>
                    </a:cubicBezTo>
                    <a:cubicBezTo>
                      <a:pt x="340" y="71"/>
                      <a:pt x="355" y="73"/>
                      <a:pt x="369" y="75"/>
                    </a:cubicBezTo>
                    <a:cubicBezTo>
                      <a:pt x="408" y="82"/>
                      <a:pt x="444" y="98"/>
                      <a:pt x="475" y="122"/>
                    </a:cubicBezTo>
                    <a:cubicBezTo>
                      <a:pt x="410" y="130"/>
                      <a:pt x="410" y="130"/>
                      <a:pt x="410" y="130"/>
                    </a:cubicBezTo>
                    <a:cubicBezTo>
                      <a:pt x="398" y="132"/>
                      <a:pt x="389" y="143"/>
                      <a:pt x="391" y="155"/>
                    </a:cubicBezTo>
                    <a:cubicBezTo>
                      <a:pt x="392" y="166"/>
                      <a:pt x="402" y="174"/>
                      <a:pt x="413" y="174"/>
                    </a:cubicBezTo>
                    <a:cubicBezTo>
                      <a:pt x="414" y="174"/>
                      <a:pt x="415" y="174"/>
                      <a:pt x="416" y="174"/>
                    </a:cubicBezTo>
                    <a:cubicBezTo>
                      <a:pt x="530" y="159"/>
                      <a:pt x="530" y="159"/>
                      <a:pt x="530" y="159"/>
                    </a:cubicBezTo>
                    <a:cubicBezTo>
                      <a:pt x="535" y="158"/>
                      <a:pt x="541" y="155"/>
                      <a:pt x="544" y="150"/>
                    </a:cubicBezTo>
                    <a:cubicBezTo>
                      <a:pt x="548" y="146"/>
                      <a:pt x="549" y="140"/>
                      <a:pt x="548" y="13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grpSp>
      <p:grpSp>
        <p:nvGrpSpPr>
          <p:cNvPr id="227" name="bcgBugs_Trophy">
            <a:extLst>
              <a:ext uri="{FF2B5EF4-FFF2-40B4-BE49-F238E27FC236}">
                <a16:creationId xmlns:a16="http://schemas.microsoft.com/office/drawing/2014/main" id="{8F8EACC2-5019-E64C-9AED-1E9AD264CE5A}"/>
              </a:ext>
            </a:extLst>
          </p:cNvPr>
          <p:cNvGrpSpPr>
            <a:grpSpLocks noChangeAspect="1"/>
          </p:cNvGrpSpPr>
          <p:nvPr/>
        </p:nvGrpSpPr>
        <p:grpSpPr bwMode="auto">
          <a:xfrm>
            <a:off x="2361902" y="3070657"/>
            <a:ext cx="350509" cy="350852"/>
            <a:chOff x="2818" y="1137"/>
            <a:chExt cx="2044" cy="2046"/>
          </a:xfrm>
        </p:grpSpPr>
        <p:sp>
          <p:nvSpPr>
            <p:cNvPr id="228" name="AutoShape 7">
              <a:extLst>
                <a:ext uri="{FF2B5EF4-FFF2-40B4-BE49-F238E27FC236}">
                  <a16:creationId xmlns:a16="http://schemas.microsoft.com/office/drawing/2014/main" id="{9B703738-B260-6440-BC9B-3810FE50280F}"/>
                </a:ext>
              </a:extLst>
            </p:cNvPr>
            <p:cNvSpPr>
              <a:spLocks noChangeAspect="1" noChangeArrowheads="1" noTextEdit="1"/>
            </p:cNvSpPr>
            <p:nvPr/>
          </p:nvSpPr>
          <p:spPr bwMode="auto">
            <a:xfrm>
              <a:off x="2818" y="1137"/>
              <a:ext cx="2044" cy="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29" name="Freeform 9">
              <a:extLst>
                <a:ext uri="{FF2B5EF4-FFF2-40B4-BE49-F238E27FC236}">
                  <a16:creationId xmlns:a16="http://schemas.microsoft.com/office/drawing/2014/main" id="{158608C7-D991-B249-9A85-3FFBEF2593D2}"/>
                </a:ext>
              </a:extLst>
            </p:cNvPr>
            <p:cNvSpPr>
              <a:spLocks noEditPoints="1"/>
            </p:cNvSpPr>
            <p:nvPr/>
          </p:nvSpPr>
          <p:spPr bwMode="auto">
            <a:xfrm>
              <a:off x="2935" y="1395"/>
              <a:ext cx="1812" cy="1509"/>
            </a:xfrm>
            <a:custGeom>
              <a:avLst/>
              <a:gdLst>
                <a:gd name="T0" fmla="*/ 883 w 886"/>
                <a:gd name="T1" fmla="*/ 137 h 737"/>
                <a:gd name="T2" fmla="*/ 754 w 886"/>
                <a:gd name="T3" fmla="*/ 386 h 737"/>
                <a:gd name="T4" fmla="*/ 707 w 886"/>
                <a:gd name="T5" fmla="*/ 419 h 737"/>
                <a:gd name="T6" fmla="*/ 737 w 886"/>
                <a:gd name="T7" fmla="*/ 343 h 737"/>
                <a:gd name="T8" fmla="*/ 839 w 886"/>
                <a:gd name="T9" fmla="*/ 133 h 737"/>
                <a:gd name="T10" fmla="*/ 832 w 886"/>
                <a:gd name="T11" fmla="*/ 105 h 737"/>
                <a:gd name="T12" fmla="*/ 806 w 886"/>
                <a:gd name="T13" fmla="*/ 93 h 737"/>
                <a:gd name="T14" fmla="*/ 791 w 886"/>
                <a:gd name="T15" fmla="*/ 93 h 737"/>
                <a:gd name="T16" fmla="*/ 791 w 886"/>
                <a:gd name="T17" fmla="*/ 90 h 737"/>
                <a:gd name="T18" fmla="*/ 794 w 886"/>
                <a:gd name="T19" fmla="*/ 81 h 737"/>
                <a:gd name="T20" fmla="*/ 800 w 886"/>
                <a:gd name="T21" fmla="*/ 49 h 737"/>
                <a:gd name="T22" fmla="*/ 807 w 886"/>
                <a:gd name="T23" fmla="*/ 49 h 737"/>
                <a:gd name="T24" fmla="*/ 808 w 886"/>
                <a:gd name="T25" fmla="*/ 49 h 737"/>
                <a:gd name="T26" fmla="*/ 866 w 886"/>
                <a:gd name="T27" fmla="*/ 76 h 737"/>
                <a:gd name="T28" fmla="*/ 883 w 886"/>
                <a:gd name="T29" fmla="*/ 137 h 737"/>
                <a:gd name="T30" fmla="*/ 496 w 886"/>
                <a:gd name="T31" fmla="*/ 587 h 737"/>
                <a:gd name="T32" fmla="*/ 499 w 886"/>
                <a:gd name="T33" fmla="*/ 577 h 737"/>
                <a:gd name="T34" fmla="*/ 595 w 886"/>
                <a:gd name="T35" fmla="*/ 505 h 737"/>
                <a:gd name="T36" fmla="*/ 699 w 886"/>
                <a:gd name="T37" fmla="*/ 316 h 737"/>
                <a:gd name="T38" fmla="*/ 748 w 886"/>
                <a:gd name="T39" fmla="*/ 81 h 737"/>
                <a:gd name="T40" fmla="*/ 753 w 886"/>
                <a:gd name="T41" fmla="*/ 18 h 737"/>
                <a:gd name="T42" fmla="*/ 735 w 886"/>
                <a:gd name="T43" fmla="*/ 0 h 737"/>
                <a:gd name="T44" fmla="*/ 151 w 886"/>
                <a:gd name="T45" fmla="*/ 0 h 737"/>
                <a:gd name="T46" fmla="*/ 149 w 886"/>
                <a:gd name="T47" fmla="*/ 1 h 737"/>
                <a:gd name="T48" fmla="*/ 132 w 886"/>
                <a:gd name="T49" fmla="*/ 18 h 737"/>
                <a:gd name="T50" fmla="*/ 138 w 886"/>
                <a:gd name="T51" fmla="*/ 81 h 737"/>
                <a:gd name="T52" fmla="*/ 187 w 886"/>
                <a:gd name="T53" fmla="*/ 316 h 737"/>
                <a:gd name="T54" fmla="*/ 291 w 886"/>
                <a:gd name="T55" fmla="*/ 505 h 737"/>
                <a:gd name="T56" fmla="*/ 387 w 886"/>
                <a:gd name="T57" fmla="*/ 577 h 737"/>
                <a:gd name="T58" fmla="*/ 390 w 886"/>
                <a:gd name="T59" fmla="*/ 587 h 737"/>
                <a:gd name="T60" fmla="*/ 352 w 886"/>
                <a:gd name="T61" fmla="*/ 664 h 737"/>
                <a:gd name="T62" fmla="*/ 305 w 886"/>
                <a:gd name="T63" fmla="*/ 725 h 737"/>
                <a:gd name="T64" fmla="*/ 311 w 886"/>
                <a:gd name="T65" fmla="*/ 737 h 737"/>
                <a:gd name="T66" fmla="*/ 575 w 886"/>
                <a:gd name="T67" fmla="*/ 737 h 737"/>
                <a:gd name="T68" fmla="*/ 581 w 886"/>
                <a:gd name="T69" fmla="*/ 725 h 737"/>
                <a:gd name="T70" fmla="*/ 534 w 886"/>
                <a:gd name="T71" fmla="*/ 664 h 737"/>
                <a:gd name="T72" fmla="*/ 496 w 886"/>
                <a:gd name="T73" fmla="*/ 587 h 737"/>
                <a:gd name="T74" fmla="*/ 149 w 886"/>
                <a:gd name="T75" fmla="*/ 343 h 737"/>
                <a:gd name="T76" fmla="*/ 47 w 886"/>
                <a:gd name="T77" fmla="*/ 133 h 737"/>
                <a:gd name="T78" fmla="*/ 54 w 886"/>
                <a:gd name="T79" fmla="*/ 105 h 737"/>
                <a:gd name="T80" fmla="*/ 80 w 886"/>
                <a:gd name="T81" fmla="*/ 93 h 737"/>
                <a:gd name="T82" fmla="*/ 95 w 886"/>
                <a:gd name="T83" fmla="*/ 93 h 737"/>
                <a:gd name="T84" fmla="*/ 94 w 886"/>
                <a:gd name="T85" fmla="*/ 90 h 737"/>
                <a:gd name="T86" fmla="*/ 92 w 886"/>
                <a:gd name="T87" fmla="*/ 79 h 737"/>
                <a:gd name="T88" fmla="*/ 86 w 886"/>
                <a:gd name="T89" fmla="*/ 49 h 737"/>
                <a:gd name="T90" fmla="*/ 79 w 886"/>
                <a:gd name="T91" fmla="*/ 49 h 737"/>
                <a:gd name="T92" fmla="*/ 78 w 886"/>
                <a:gd name="T93" fmla="*/ 49 h 737"/>
                <a:gd name="T94" fmla="*/ 20 w 886"/>
                <a:gd name="T95" fmla="*/ 76 h 737"/>
                <a:gd name="T96" fmla="*/ 3 w 886"/>
                <a:gd name="T97" fmla="*/ 137 h 737"/>
                <a:gd name="T98" fmla="*/ 132 w 886"/>
                <a:gd name="T99" fmla="*/ 386 h 737"/>
                <a:gd name="T100" fmla="*/ 180 w 886"/>
                <a:gd name="T101" fmla="*/ 420 h 737"/>
                <a:gd name="T102" fmla="*/ 149 w 886"/>
                <a:gd name="T103" fmla="*/ 343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6" h="737">
                  <a:moveTo>
                    <a:pt x="883" y="137"/>
                  </a:moveTo>
                  <a:cubicBezTo>
                    <a:pt x="875" y="216"/>
                    <a:pt x="837" y="329"/>
                    <a:pt x="754" y="386"/>
                  </a:cubicBezTo>
                  <a:cubicBezTo>
                    <a:pt x="707" y="419"/>
                    <a:pt x="707" y="419"/>
                    <a:pt x="707" y="419"/>
                  </a:cubicBezTo>
                  <a:cubicBezTo>
                    <a:pt x="719" y="395"/>
                    <a:pt x="729" y="369"/>
                    <a:pt x="737" y="343"/>
                  </a:cubicBezTo>
                  <a:cubicBezTo>
                    <a:pt x="802" y="293"/>
                    <a:pt x="833" y="200"/>
                    <a:pt x="839" y="133"/>
                  </a:cubicBezTo>
                  <a:cubicBezTo>
                    <a:pt x="840" y="121"/>
                    <a:pt x="838" y="112"/>
                    <a:pt x="832" y="105"/>
                  </a:cubicBezTo>
                  <a:cubicBezTo>
                    <a:pt x="824" y="95"/>
                    <a:pt x="808" y="93"/>
                    <a:pt x="806" y="93"/>
                  </a:cubicBezTo>
                  <a:cubicBezTo>
                    <a:pt x="791" y="93"/>
                    <a:pt x="791" y="93"/>
                    <a:pt x="791" y="93"/>
                  </a:cubicBezTo>
                  <a:cubicBezTo>
                    <a:pt x="791" y="92"/>
                    <a:pt x="791" y="91"/>
                    <a:pt x="791" y="90"/>
                  </a:cubicBezTo>
                  <a:cubicBezTo>
                    <a:pt x="792" y="87"/>
                    <a:pt x="793" y="84"/>
                    <a:pt x="794" y="81"/>
                  </a:cubicBezTo>
                  <a:cubicBezTo>
                    <a:pt x="796" y="72"/>
                    <a:pt x="798" y="61"/>
                    <a:pt x="800" y="49"/>
                  </a:cubicBezTo>
                  <a:cubicBezTo>
                    <a:pt x="807" y="49"/>
                    <a:pt x="807" y="49"/>
                    <a:pt x="807" y="49"/>
                  </a:cubicBezTo>
                  <a:cubicBezTo>
                    <a:pt x="807" y="49"/>
                    <a:pt x="807" y="49"/>
                    <a:pt x="808" y="49"/>
                  </a:cubicBezTo>
                  <a:cubicBezTo>
                    <a:pt x="811" y="49"/>
                    <a:pt x="844" y="51"/>
                    <a:pt x="866" y="76"/>
                  </a:cubicBezTo>
                  <a:cubicBezTo>
                    <a:pt x="875" y="87"/>
                    <a:pt x="886" y="107"/>
                    <a:pt x="883" y="137"/>
                  </a:cubicBezTo>
                  <a:close/>
                  <a:moveTo>
                    <a:pt x="496" y="587"/>
                  </a:moveTo>
                  <a:cubicBezTo>
                    <a:pt x="494" y="584"/>
                    <a:pt x="496" y="580"/>
                    <a:pt x="499" y="577"/>
                  </a:cubicBezTo>
                  <a:cubicBezTo>
                    <a:pt x="520" y="564"/>
                    <a:pt x="588" y="512"/>
                    <a:pt x="595" y="505"/>
                  </a:cubicBezTo>
                  <a:cubicBezTo>
                    <a:pt x="644" y="451"/>
                    <a:pt x="680" y="386"/>
                    <a:pt x="699" y="316"/>
                  </a:cubicBezTo>
                  <a:cubicBezTo>
                    <a:pt x="721" y="239"/>
                    <a:pt x="732" y="159"/>
                    <a:pt x="748" y="81"/>
                  </a:cubicBezTo>
                  <a:cubicBezTo>
                    <a:pt x="753" y="61"/>
                    <a:pt x="761" y="38"/>
                    <a:pt x="753" y="18"/>
                  </a:cubicBezTo>
                  <a:cubicBezTo>
                    <a:pt x="750" y="9"/>
                    <a:pt x="736" y="0"/>
                    <a:pt x="735" y="0"/>
                  </a:cubicBezTo>
                  <a:cubicBezTo>
                    <a:pt x="712" y="0"/>
                    <a:pt x="174" y="0"/>
                    <a:pt x="151" y="0"/>
                  </a:cubicBezTo>
                  <a:cubicBezTo>
                    <a:pt x="151" y="0"/>
                    <a:pt x="150" y="1"/>
                    <a:pt x="149" y="1"/>
                  </a:cubicBezTo>
                  <a:cubicBezTo>
                    <a:pt x="142" y="4"/>
                    <a:pt x="136" y="9"/>
                    <a:pt x="132" y="18"/>
                  </a:cubicBezTo>
                  <a:cubicBezTo>
                    <a:pt x="125" y="38"/>
                    <a:pt x="134" y="61"/>
                    <a:pt x="138" y="81"/>
                  </a:cubicBezTo>
                  <a:cubicBezTo>
                    <a:pt x="154" y="159"/>
                    <a:pt x="166" y="239"/>
                    <a:pt x="187" y="316"/>
                  </a:cubicBezTo>
                  <a:cubicBezTo>
                    <a:pt x="206" y="386"/>
                    <a:pt x="243" y="451"/>
                    <a:pt x="291" y="505"/>
                  </a:cubicBezTo>
                  <a:cubicBezTo>
                    <a:pt x="298" y="512"/>
                    <a:pt x="367" y="564"/>
                    <a:pt x="387" y="577"/>
                  </a:cubicBezTo>
                  <a:cubicBezTo>
                    <a:pt x="390" y="580"/>
                    <a:pt x="391" y="584"/>
                    <a:pt x="390" y="587"/>
                  </a:cubicBezTo>
                  <a:cubicBezTo>
                    <a:pt x="378" y="613"/>
                    <a:pt x="367" y="640"/>
                    <a:pt x="352" y="664"/>
                  </a:cubicBezTo>
                  <a:cubicBezTo>
                    <a:pt x="339" y="686"/>
                    <a:pt x="322" y="705"/>
                    <a:pt x="305" y="725"/>
                  </a:cubicBezTo>
                  <a:cubicBezTo>
                    <a:pt x="301" y="730"/>
                    <a:pt x="305" y="737"/>
                    <a:pt x="311" y="737"/>
                  </a:cubicBezTo>
                  <a:cubicBezTo>
                    <a:pt x="575" y="737"/>
                    <a:pt x="575" y="737"/>
                    <a:pt x="575" y="737"/>
                  </a:cubicBezTo>
                  <a:cubicBezTo>
                    <a:pt x="581" y="737"/>
                    <a:pt x="585" y="730"/>
                    <a:pt x="581" y="725"/>
                  </a:cubicBezTo>
                  <a:cubicBezTo>
                    <a:pt x="564" y="705"/>
                    <a:pt x="547" y="686"/>
                    <a:pt x="534" y="664"/>
                  </a:cubicBezTo>
                  <a:cubicBezTo>
                    <a:pt x="519" y="640"/>
                    <a:pt x="508" y="613"/>
                    <a:pt x="496" y="587"/>
                  </a:cubicBezTo>
                  <a:close/>
                  <a:moveTo>
                    <a:pt x="149" y="343"/>
                  </a:moveTo>
                  <a:cubicBezTo>
                    <a:pt x="84" y="293"/>
                    <a:pt x="53" y="200"/>
                    <a:pt x="47" y="133"/>
                  </a:cubicBezTo>
                  <a:cubicBezTo>
                    <a:pt x="46" y="121"/>
                    <a:pt x="48" y="112"/>
                    <a:pt x="54" y="105"/>
                  </a:cubicBezTo>
                  <a:cubicBezTo>
                    <a:pt x="62" y="95"/>
                    <a:pt x="78" y="93"/>
                    <a:pt x="80" y="93"/>
                  </a:cubicBezTo>
                  <a:cubicBezTo>
                    <a:pt x="95" y="93"/>
                    <a:pt x="95" y="93"/>
                    <a:pt x="95" y="93"/>
                  </a:cubicBezTo>
                  <a:cubicBezTo>
                    <a:pt x="95" y="92"/>
                    <a:pt x="95" y="91"/>
                    <a:pt x="94" y="90"/>
                  </a:cubicBezTo>
                  <a:cubicBezTo>
                    <a:pt x="94" y="86"/>
                    <a:pt x="93" y="82"/>
                    <a:pt x="92" y="79"/>
                  </a:cubicBezTo>
                  <a:cubicBezTo>
                    <a:pt x="90" y="70"/>
                    <a:pt x="88" y="60"/>
                    <a:pt x="86" y="49"/>
                  </a:cubicBezTo>
                  <a:cubicBezTo>
                    <a:pt x="79" y="49"/>
                    <a:pt x="79" y="49"/>
                    <a:pt x="79" y="49"/>
                  </a:cubicBezTo>
                  <a:cubicBezTo>
                    <a:pt x="79" y="49"/>
                    <a:pt x="79" y="49"/>
                    <a:pt x="78" y="49"/>
                  </a:cubicBezTo>
                  <a:cubicBezTo>
                    <a:pt x="75" y="49"/>
                    <a:pt x="42" y="51"/>
                    <a:pt x="20" y="76"/>
                  </a:cubicBezTo>
                  <a:cubicBezTo>
                    <a:pt x="11" y="87"/>
                    <a:pt x="0" y="107"/>
                    <a:pt x="3" y="137"/>
                  </a:cubicBezTo>
                  <a:cubicBezTo>
                    <a:pt x="11" y="216"/>
                    <a:pt x="49" y="329"/>
                    <a:pt x="132" y="386"/>
                  </a:cubicBezTo>
                  <a:cubicBezTo>
                    <a:pt x="180" y="420"/>
                    <a:pt x="180" y="420"/>
                    <a:pt x="180" y="420"/>
                  </a:cubicBezTo>
                  <a:cubicBezTo>
                    <a:pt x="167" y="395"/>
                    <a:pt x="157" y="369"/>
                    <a:pt x="149" y="3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sp>
        <p:nvSpPr>
          <p:cNvPr id="230" name="Rectangle 229">
            <a:extLst>
              <a:ext uri="{FF2B5EF4-FFF2-40B4-BE49-F238E27FC236}">
                <a16:creationId xmlns:a16="http://schemas.microsoft.com/office/drawing/2014/main" id="{55F0B83D-06FA-F843-BA56-E96E161A6BEE}"/>
              </a:ext>
            </a:extLst>
          </p:cNvPr>
          <p:cNvSpPr/>
          <p:nvPr/>
        </p:nvSpPr>
        <p:spPr>
          <a:xfrm>
            <a:off x="3685663" y="3002651"/>
            <a:ext cx="1126823" cy="439182"/>
          </a:xfrm>
          <a:prstGeom prst="rect">
            <a:avLst/>
          </a:prstGeom>
        </p:spPr>
        <p:txBody>
          <a:bodyPr wrap="square" lIns="0" tIns="0" rIns="0" bIns="0">
            <a:noAutofit/>
          </a:bodyPr>
          <a:lstStyle/>
          <a:p>
            <a:r>
              <a:rPr lang="en-US" sz="2000">
                <a:solidFill>
                  <a:schemeClr val="bg1"/>
                </a:solidFill>
                <a:latin typeface="Arial" panose="020B0604020202020204" pitchFamily="34" charset="0"/>
                <a:cs typeface="Arial" panose="020B0604020202020204" pitchFamily="34" charset="0"/>
              </a:rPr>
              <a:t>3 </a:t>
            </a:r>
            <a:r>
              <a:rPr lang="en-US" sz="1600">
                <a:solidFill>
                  <a:schemeClr val="bg1"/>
                </a:solidFill>
                <a:latin typeface="Arial" panose="020B0604020202020204" pitchFamily="34" charset="0"/>
                <a:cs typeface="Arial" panose="020B0604020202020204" pitchFamily="34" charset="0"/>
              </a:rPr>
              <a:t>tier</a:t>
            </a:r>
            <a:endParaRPr lang="en-US" sz="2000">
              <a:solidFill>
                <a:schemeClr val="bg1"/>
              </a:solidFill>
              <a:latin typeface="Arial" panose="020B0604020202020204" pitchFamily="34" charset="0"/>
              <a:cs typeface="Arial" panose="020B0604020202020204" pitchFamily="34" charset="0"/>
            </a:endParaRPr>
          </a:p>
        </p:txBody>
      </p:sp>
      <p:sp>
        <p:nvSpPr>
          <p:cNvPr id="231" name="Rectangle 230">
            <a:extLst>
              <a:ext uri="{FF2B5EF4-FFF2-40B4-BE49-F238E27FC236}">
                <a16:creationId xmlns:a16="http://schemas.microsoft.com/office/drawing/2014/main" id="{5C9EA58C-EE8F-2B48-B5E0-D54F424A2E31}"/>
              </a:ext>
            </a:extLst>
          </p:cNvPr>
          <p:cNvSpPr/>
          <p:nvPr/>
        </p:nvSpPr>
        <p:spPr>
          <a:xfrm>
            <a:off x="3685663" y="3315045"/>
            <a:ext cx="1010518" cy="237872"/>
          </a:xfrm>
          <a:prstGeom prst="rect">
            <a:avLst/>
          </a:prstGeom>
        </p:spPr>
        <p:txBody>
          <a:bodyPr wrap="square" lIns="0" tIns="0" rIns="0" bIns="0">
            <a:noAutofit/>
          </a:bodyPr>
          <a:lstStyle/>
          <a:p>
            <a:r>
              <a:rPr lang="en-US" sz="900">
                <a:solidFill>
                  <a:schemeClr val="bg1"/>
                </a:solidFill>
                <a:latin typeface="Arial" panose="020B0604020202020204" pitchFamily="34" charset="0"/>
                <a:cs typeface="Arial" panose="020B0604020202020204" pitchFamily="34" charset="0"/>
              </a:rPr>
              <a:t>value proposition</a:t>
            </a:r>
          </a:p>
        </p:txBody>
      </p:sp>
      <p:pic>
        <p:nvPicPr>
          <p:cNvPr id="257" name="Graphic 256" descr="Coins">
            <a:extLst>
              <a:ext uri="{FF2B5EF4-FFF2-40B4-BE49-F238E27FC236}">
                <a16:creationId xmlns:a16="http://schemas.microsoft.com/office/drawing/2014/main" id="{CBA020EA-5C5A-7E41-B486-B8504828760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357784" y="3782334"/>
            <a:ext cx="330548" cy="330548"/>
          </a:xfrm>
          <a:prstGeom prst="rect">
            <a:avLst/>
          </a:prstGeom>
        </p:spPr>
      </p:pic>
      <p:sp>
        <p:nvSpPr>
          <p:cNvPr id="258" name="Rounded Rectangle 257">
            <a:extLst>
              <a:ext uri="{FF2B5EF4-FFF2-40B4-BE49-F238E27FC236}">
                <a16:creationId xmlns:a16="http://schemas.microsoft.com/office/drawing/2014/main" id="{9CA1B59C-3481-B24F-8F13-002B3830AB21}"/>
              </a:ext>
            </a:extLst>
          </p:cNvPr>
          <p:cNvSpPr/>
          <p:nvPr/>
        </p:nvSpPr>
        <p:spPr>
          <a:xfrm rot="16200000">
            <a:off x="4835769" y="3861231"/>
            <a:ext cx="568708" cy="186419"/>
          </a:xfrm>
          <a:prstGeom prst="roundRect">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lumMod val="75000"/>
                    <a:lumOff val="25000"/>
                  </a:schemeClr>
                </a:solidFill>
                <a:latin typeface="Arial" panose="020B0604020202020204" pitchFamily="34" charset="0"/>
                <a:cs typeface="Arial" panose="020B0604020202020204" pitchFamily="34" charset="0"/>
              </a:rPr>
              <a:t>Tier 1</a:t>
            </a:r>
          </a:p>
        </p:txBody>
      </p:sp>
      <p:sp>
        <p:nvSpPr>
          <p:cNvPr id="259" name="Rounded Rectangle 258">
            <a:extLst>
              <a:ext uri="{FF2B5EF4-FFF2-40B4-BE49-F238E27FC236}">
                <a16:creationId xmlns:a16="http://schemas.microsoft.com/office/drawing/2014/main" id="{104B5A78-5921-7B49-ABA1-E2D65EDED58D}"/>
              </a:ext>
            </a:extLst>
          </p:cNvPr>
          <p:cNvSpPr/>
          <p:nvPr/>
        </p:nvSpPr>
        <p:spPr>
          <a:xfrm rot="16200000">
            <a:off x="6131042" y="3861231"/>
            <a:ext cx="568708" cy="186419"/>
          </a:xfrm>
          <a:prstGeom prst="roundRect">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lumMod val="75000"/>
                    <a:lumOff val="25000"/>
                  </a:schemeClr>
                </a:solidFill>
                <a:latin typeface="Arial" panose="020B0604020202020204" pitchFamily="34" charset="0"/>
                <a:cs typeface="Arial" panose="020B0604020202020204" pitchFamily="34" charset="0"/>
              </a:rPr>
              <a:t>Tier 2</a:t>
            </a:r>
          </a:p>
        </p:txBody>
      </p:sp>
      <p:sp>
        <p:nvSpPr>
          <p:cNvPr id="93" name="Rectangle 92">
            <a:extLst>
              <a:ext uri="{FF2B5EF4-FFF2-40B4-BE49-F238E27FC236}">
                <a16:creationId xmlns:a16="http://schemas.microsoft.com/office/drawing/2014/main" id="{3F59B656-6D69-C449-815C-46C67D7680CC}"/>
              </a:ext>
            </a:extLst>
          </p:cNvPr>
          <p:cNvSpPr/>
          <p:nvPr/>
        </p:nvSpPr>
        <p:spPr>
          <a:xfrm>
            <a:off x="5006997" y="1484358"/>
            <a:ext cx="702445" cy="430887"/>
          </a:xfrm>
          <a:prstGeom prst="rect">
            <a:avLst/>
          </a:prstGeom>
        </p:spPr>
        <p:txBody>
          <a:bodyPr wrap="square">
            <a:spAutoFit/>
          </a:bodyPr>
          <a:lstStyle/>
          <a:p>
            <a:pPr algn="ctr"/>
            <a:r>
              <a:rPr lang="en-US" sz="1050">
                <a:solidFill>
                  <a:schemeClr val="bg1"/>
                </a:solidFill>
                <a:latin typeface="Arial" panose="020B0604020202020204" pitchFamily="34" charset="0"/>
                <a:cs typeface="Arial" panose="020B0604020202020204" pitchFamily="34" charset="0"/>
              </a:rPr>
              <a:t>T1-T2 resident</a:t>
            </a:r>
          </a:p>
        </p:txBody>
      </p:sp>
      <p:sp>
        <p:nvSpPr>
          <p:cNvPr id="94" name="Rectangle 93">
            <a:extLst>
              <a:ext uri="{FF2B5EF4-FFF2-40B4-BE49-F238E27FC236}">
                <a16:creationId xmlns:a16="http://schemas.microsoft.com/office/drawing/2014/main" id="{32F3E6A0-2EEB-0549-A8FD-79EF6B2AA662}"/>
              </a:ext>
            </a:extLst>
          </p:cNvPr>
          <p:cNvSpPr/>
          <p:nvPr/>
        </p:nvSpPr>
        <p:spPr>
          <a:xfrm>
            <a:off x="5826640" y="1480925"/>
            <a:ext cx="702445" cy="430887"/>
          </a:xfrm>
          <a:prstGeom prst="rect">
            <a:avLst/>
          </a:prstGeom>
        </p:spPr>
        <p:txBody>
          <a:bodyPr wrap="square">
            <a:spAutoFit/>
          </a:bodyPr>
          <a:lstStyle/>
          <a:p>
            <a:pPr algn="ctr"/>
            <a:r>
              <a:rPr lang="en-US" sz="1050">
                <a:solidFill>
                  <a:schemeClr val="bg1"/>
                </a:solidFill>
                <a:latin typeface="Arial" panose="020B0604020202020204" pitchFamily="34" charset="0"/>
                <a:cs typeface="Arial" panose="020B0604020202020204" pitchFamily="34" charset="0"/>
              </a:rPr>
              <a:t>15-60 </a:t>
            </a:r>
            <a:r>
              <a:rPr lang="en-US" sz="1050" err="1">
                <a:solidFill>
                  <a:schemeClr val="bg1"/>
                </a:solidFill>
                <a:latin typeface="Arial" panose="020B0604020202020204" pitchFamily="34" charset="0"/>
                <a:cs typeface="Arial" panose="020B0604020202020204" pitchFamily="34" charset="0"/>
              </a:rPr>
              <a:t>yrs</a:t>
            </a:r>
            <a:endParaRPr lang="en-US" sz="1050">
              <a:solidFill>
                <a:schemeClr val="bg1"/>
              </a:solidFill>
              <a:latin typeface="Arial" panose="020B0604020202020204" pitchFamily="34" charset="0"/>
              <a:cs typeface="Arial" panose="020B0604020202020204" pitchFamily="34" charset="0"/>
            </a:endParaRPr>
          </a:p>
        </p:txBody>
      </p:sp>
      <p:sp>
        <p:nvSpPr>
          <p:cNvPr id="95" name="Rectangle 94">
            <a:extLst>
              <a:ext uri="{FF2B5EF4-FFF2-40B4-BE49-F238E27FC236}">
                <a16:creationId xmlns:a16="http://schemas.microsoft.com/office/drawing/2014/main" id="{ED3D4A28-0FD5-F04B-AACB-BF1B16A138E5}"/>
              </a:ext>
            </a:extLst>
          </p:cNvPr>
          <p:cNvSpPr/>
          <p:nvPr/>
        </p:nvSpPr>
        <p:spPr>
          <a:xfrm>
            <a:off x="6714784" y="1476027"/>
            <a:ext cx="702445" cy="430887"/>
          </a:xfrm>
          <a:prstGeom prst="rect">
            <a:avLst/>
          </a:prstGeom>
        </p:spPr>
        <p:txBody>
          <a:bodyPr wrap="square">
            <a:spAutoFit/>
          </a:bodyPr>
          <a:lstStyle/>
          <a:p>
            <a:pPr algn="ctr"/>
            <a:r>
              <a:rPr lang="en-US" sz="1050">
                <a:solidFill>
                  <a:schemeClr val="bg1"/>
                </a:solidFill>
                <a:latin typeface="Arial" panose="020B0604020202020204" pitchFamily="34" charset="0"/>
                <a:cs typeface="Arial" panose="020B0604020202020204" pitchFamily="34" charset="0"/>
              </a:rPr>
              <a:t>Office-goers</a:t>
            </a:r>
          </a:p>
        </p:txBody>
      </p:sp>
      <p:sp>
        <p:nvSpPr>
          <p:cNvPr id="96" name="Rectangle 95">
            <a:extLst>
              <a:ext uri="{FF2B5EF4-FFF2-40B4-BE49-F238E27FC236}">
                <a16:creationId xmlns:a16="http://schemas.microsoft.com/office/drawing/2014/main" id="{1146ADC3-7620-DD48-A8BE-58DB5209E898}"/>
              </a:ext>
            </a:extLst>
          </p:cNvPr>
          <p:cNvSpPr/>
          <p:nvPr/>
        </p:nvSpPr>
        <p:spPr>
          <a:xfrm>
            <a:off x="7524707" y="1459071"/>
            <a:ext cx="796904" cy="430887"/>
          </a:xfrm>
          <a:prstGeom prst="rect">
            <a:avLst/>
          </a:prstGeom>
        </p:spPr>
        <p:txBody>
          <a:bodyPr wrap="square">
            <a:spAutoFit/>
          </a:bodyPr>
          <a:lstStyle/>
          <a:p>
            <a:pPr algn="ctr"/>
            <a:r>
              <a:rPr lang="en-US" sz="1050">
                <a:solidFill>
                  <a:schemeClr val="bg1"/>
                </a:solidFill>
                <a:latin typeface="Arial" panose="020B0604020202020204" pitchFamily="34" charset="0"/>
                <a:cs typeface="Arial" panose="020B0604020202020204" pitchFamily="34" charset="0"/>
              </a:rPr>
              <a:t>Regular Travelers</a:t>
            </a:r>
          </a:p>
        </p:txBody>
      </p:sp>
      <p:sp>
        <p:nvSpPr>
          <p:cNvPr id="97" name="Rectangle 96">
            <a:extLst>
              <a:ext uri="{FF2B5EF4-FFF2-40B4-BE49-F238E27FC236}">
                <a16:creationId xmlns:a16="http://schemas.microsoft.com/office/drawing/2014/main" id="{62901C1D-EE1E-EA48-B8A2-4923CAEB8CE8}"/>
              </a:ext>
            </a:extLst>
          </p:cNvPr>
          <p:cNvSpPr/>
          <p:nvPr/>
        </p:nvSpPr>
        <p:spPr>
          <a:xfrm>
            <a:off x="5052884" y="2507747"/>
            <a:ext cx="1073104" cy="261610"/>
          </a:xfrm>
          <a:prstGeom prst="rect">
            <a:avLst/>
          </a:prstGeom>
        </p:spPr>
        <p:txBody>
          <a:bodyPr wrap="square">
            <a:spAutoFit/>
          </a:bodyPr>
          <a:lstStyle/>
          <a:p>
            <a:pPr algn="ctr"/>
            <a:r>
              <a:rPr lang="en-US" sz="1050">
                <a:solidFill>
                  <a:schemeClr val="bg1"/>
                </a:solidFill>
                <a:latin typeface="Arial" panose="020B0604020202020204" pitchFamily="34" charset="0"/>
                <a:cs typeface="Arial" panose="020B0604020202020204" pitchFamily="34" charset="0"/>
              </a:rPr>
              <a:t>In-app trigger</a:t>
            </a:r>
          </a:p>
        </p:txBody>
      </p:sp>
      <p:sp>
        <p:nvSpPr>
          <p:cNvPr id="98" name="Rectangle 97">
            <a:extLst>
              <a:ext uri="{FF2B5EF4-FFF2-40B4-BE49-F238E27FC236}">
                <a16:creationId xmlns:a16="http://schemas.microsoft.com/office/drawing/2014/main" id="{F0891D2E-47BB-8C44-BF3E-FD8ABCECBE8A}"/>
              </a:ext>
            </a:extLst>
          </p:cNvPr>
          <p:cNvSpPr/>
          <p:nvPr/>
        </p:nvSpPr>
        <p:spPr>
          <a:xfrm>
            <a:off x="6204028" y="2507747"/>
            <a:ext cx="1073104" cy="261610"/>
          </a:xfrm>
          <a:prstGeom prst="rect">
            <a:avLst/>
          </a:prstGeom>
        </p:spPr>
        <p:txBody>
          <a:bodyPr wrap="square">
            <a:spAutoFit/>
          </a:bodyPr>
          <a:lstStyle/>
          <a:p>
            <a:pPr algn="ctr"/>
            <a:r>
              <a:rPr lang="en-US" sz="1050">
                <a:solidFill>
                  <a:schemeClr val="bg1"/>
                </a:solidFill>
                <a:latin typeface="Arial" panose="020B0604020202020204" pitchFamily="34" charset="0"/>
                <a:cs typeface="Arial" panose="020B0604020202020204" pitchFamily="34" charset="0"/>
              </a:rPr>
              <a:t>Social Media</a:t>
            </a:r>
          </a:p>
        </p:txBody>
      </p:sp>
      <p:sp>
        <p:nvSpPr>
          <p:cNvPr id="99" name="Rectangle 98">
            <a:extLst>
              <a:ext uri="{FF2B5EF4-FFF2-40B4-BE49-F238E27FC236}">
                <a16:creationId xmlns:a16="http://schemas.microsoft.com/office/drawing/2014/main" id="{8D793770-A10D-104B-86A4-3342B4532364}"/>
              </a:ext>
            </a:extLst>
          </p:cNvPr>
          <p:cNvSpPr/>
          <p:nvPr/>
        </p:nvSpPr>
        <p:spPr>
          <a:xfrm>
            <a:off x="7314976" y="2507747"/>
            <a:ext cx="1250064" cy="261610"/>
          </a:xfrm>
          <a:prstGeom prst="rect">
            <a:avLst/>
          </a:prstGeom>
        </p:spPr>
        <p:txBody>
          <a:bodyPr wrap="square">
            <a:spAutoFit/>
          </a:bodyPr>
          <a:lstStyle/>
          <a:p>
            <a:pPr algn="ctr"/>
            <a:r>
              <a:rPr lang="en-US" sz="1050">
                <a:solidFill>
                  <a:schemeClr val="bg1"/>
                </a:solidFill>
                <a:latin typeface="Arial" panose="020B0604020202020204" pitchFamily="34" charset="0"/>
                <a:cs typeface="Arial" panose="020B0604020202020204" pitchFamily="34" charset="0"/>
              </a:rPr>
              <a:t>Loyalty Schemes</a:t>
            </a:r>
          </a:p>
        </p:txBody>
      </p:sp>
      <p:sp>
        <p:nvSpPr>
          <p:cNvPr id="89" name="Rounded Rectangle 88">
            <a:extLst>
              <a:ext uri="{FF2B5EF4-FFF2-40B4-BE49-F238E27FC236}">
                <a16:creationId xmlns:a16="http://schemas.microsoft.com/office/drawing/2014/main" id="{0885E446-27C2-8445-B072-647A65CAEFA2}"/>
              </a:ext>
            </a:extLst>
          </p:cNvPr>
          <p:cNvSpPr/>
          <p:nvPr/>
        </p:nvSpPr>
        <p:spPr>
          <a:xfrm>
            <a:off x="5026913" y="3127830"/>
            <a:ext cx="1179830" cy="176682"/>
          </a:xfrm>
          <a:prstGeom prst="roundRect">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lumMod val="75000"/>
                    <a:lumOff val="25000"/>
                  </a:schemeClr>
                </a:solidFill>
                <a:latin typeface="Arial" panose="020B0604020202020204" pitchFamily="34" charset="0"/>
                <a:cs typeface="Arial" panose="020B0604020202020204" pitchFamily="34" charset="0"/>
              </a:rPr>
              <a:t>Social</a:t>
            </a:r>
          </a:p>
        </p:txBody>
      </p:sp>
      <p:sp>
        <p:nvSpPr>
          <p:cNvPr id="90" name="Rounded Rectangle 89">
            <a:extLst>
              <a:ext uri="{FF2B5EF4-FFF2-40B4-BE49-F238E27FC236}">
                <a16:creationId xmlns:a16="http://schemas.microsoft.com/office/drawing/2014/main" id="{B9C76FE2-1C67-474A-A0E0-6CB797F83CCE}"/>
              </a:ext>
            </a:extLst>
          </p:cNvPr>
          <p:cNvSpPr/>
          <p:nvPr/>
        </p:nvSpPr>
        <p:spPr>
          <a:xfrm>
            <a:off x="5029996" y="2918737"/>
            <a:ext cx="1179831" cy="182299"/>
          </a:xfrm>
          <a:prstGeom prst="roundRect">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lumMod val="75000"/>
                    <a:lumOff val="25000"/>
                  </a:schemeClr>
                </a:solidFill>
                <a:latin typeface="Arial" panose="020B0604020202020204" pitchFamily="34" charset="0"/>
                <a:cs typeface="Arial" panose="020B0604020202020204" pitchFamily="34" charset="0"/>
              </a:rPr>
              <a:t>Environmental</a:t>
            </a:r>
          </a:p>
        </p:txBody>
      </p:sp>
      <p:sp>
        <p:nvSpPr>
          <p:cNvPr id="91" name="Rounded Rectangle 90">
            <a:extLst>
              <a:ext uri="{FF2B5EF4-FFF2-40B4-BE49-F238E27FC236}">
                <a16:creationId xmlns:a16="http://schemas.microsoft.com/office/drawing/2014/main" id="{182B0EC6-C7FA-F243-9AC3-7C4E19BD4AF6}"/>
              </a:ext>
            </a:extLst>
          </p:cNvPr>
          <p:cNvSpPr/>
          <p:nvPr/>
        </p:nvSpPr>
        <p:spPr>
          <a:xfrm>
            <a:off x="5027760" y="3342763"/>
            <a:ext cx="1178983" cy="176682"/>
          </a:xfrm>
          <a:prstGeom prst="roundRect">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lumMod val="75000"/>
                    <a:lumOff val="25000"/>
                  </a:schemeClr>
                </a:solidFill>
                <a:latin typeface="Arial" panose="020B0604020202020204" pitchFamily="34" charset="0"/>
                <a:cs typeface="Arial" panose="020B0604020202020204" pitchFamily="34" charset="0"/>
              </a:rPr>
              <a:t>Economic</a:t>
            </a:r>
          </a:p>
        </p:txBody>
      </p:sp>
      <p:sp>
        <p:nvSpPr>
          <p:cNvPr id="92" name="Rectangle 91">
            <a:extLst>
              <a:ext uri="{FF2B5EF4-FFF2-40B4-BE49-F238E27FC236}">
                <a16:creationId xmlns:a16="http://schemas.microsoft.com/office/drawing/2014/main" id="{5717B15E-D4EF-CD4E-B7A3-E32F981BEC35}"/>
              </a:ext>
            </a:extLst>
          </p:cNvPr>
          <p:cNvSpPr/>
          <p:nvPr/>
        </p:nvSpPr>
        <p:spPr>
          <a:xfrm>
            <a:off x="6189473" y="3303129"/>
            <a:ext cx="1295383" cy="261610"/>
          </a:xfrm>
          <a:prstGeom prst="rect">
            <a:avLst/>
          </a:prstGeom>
        </p:spPr>
        <p:txBody>
          <a:bodyPr wrap="square">
            <a:spAutoFit/>
          </a:bodyPr>
          <a:lstStyle/>
          <a:p>
            <a:pPr algn="ctr"/>
            <a:r>
              <a:rPr lang="en-US" sz="1050">
                <a:solidFill>
                  <a:schemeClr val="bg1"/>
                </a:solidFill>
                <a:latin typeface="Arial" panose="020B0604020202020204" pitchFamily="34" charset="0"/>
                <a:cs typeface="Arial" panose="020B0604020202020204" pitchFamily="34" charset="0"/>
              </a:rPr>
              <a:t>Digi-comm offers</a:t>
            </a:r>
          </a:p>
        </p:txBody>
      </p:sp>
      <p:sp>
        <p:nvSpPr>
          <p:cNvPr id="100" name="Rectangle 99">
            <a:extLst>
              <a:ext uri="{FF2B5EF4-FFF2-40B4-BE49-F238E27FC236}">
                <a16:creationId xmlns:a16="http://schemas.microsoft.com/office/drawing/2014/main" id="{0DF13234-0370-D242-91F3-64662D76001E}"/>
              </a:ext>
            </a:extLst>
          </p:cNvPr>
          <p:cNvSpPr/>
          <p:nvPr/>
        </p:nvSpPr>
        <p:spPr>
          <a:xfrm>
            <a:off x="6139306" y="3106068"/>
            <a:ext cx="1295383" cy="261610"/>
          </a:xfrm>
          <a:prstGeom prst="rect">
            <a:avLst/>
          </a:prstGeom>
        </p:spPr>
        <p:txBody>
          <a:bodyPr wrap="square">
            <a:spAutoFit/>
          </a:bodyPr>
          <a:lstStyle/>
          <a:p>
            <a:pPr algn="ctr"/>
            <a:r>
              <a:rPr lang="en-US" sz="1050">
                <a:solidFill>
                  <a:schemeClr val="bg1"/>
                </a:solidFill>
                <a:latin typeface="Arial" panose="020B0604020202020204" pitchFamily="34" charset="0"/>
                <a:cs typeface="Arial" panose="020B0604020202020204" pitchFamily="34" charset="0"/>
              </a:rPr>
              <a:t>Peer Validation</a:t>
            </a:r>
          </a:p>
        </p:txBody>
      </p:sp>
      <p:sp>
        <p:nvSpPr>
          <p:cNvPr id="101" name="Rectangle 100">
            <a:extLst>
              <a:ext uri="{FF2B5EF4-FFF2-40B4-BE49-F238E27FC236}">
                <a16:creationId xmlns:a16="http://schemas.microsoft.com/office/drawing/2014/main" id="{0DD34586-49BD-C34A-B441-BE0492ABF10F}"/>
              </a:ext>
            </a:extLst>
          </p:cNvPr>
          <p:cNvSpPr/>
          <p:nvPr/>
        </p:nvSpPr>
        <p:spPr>
          <a:xfrm>
            <a:off x="6116518" y="2907761"/>
            <a:ext cx="1295383" cy="261610"/>
          </a:xfrm>
          <a:prstGeom prst="rect">
            <a:avLst/>
          </a:prstGeom>
        </p:spPr>
        <p:txBody>
          <a:bodyPr wrap="square">
            <a:spAutoFit/>
          </a:bodyPr>
          <a:lstStyle/>
          <a:p>
            <a:pPr algn="ctr"/>
            <a:r>
              <a:rPr lang="en-US" sz="1050">
                <a:solidFill>
                  <a:schemeClr val="bg1"/>
                </a:solidFill>
                <a:latin typeface="Arial" panose="020B0604020202020204" pitchFamily="34" charset="0"/>
                <a:cs typeface="Arial" panose="020B0604020202020204" pitchFamily="34" charset="0"/>
              </a:rPr>
              <a:t>ESG Champion</a:t>
            </a:r>
          </a:p>
        </p:txBody>
      </p:sp>
      <p:sp>
        <p:nvSpPr>
          <p:cNvPr id="113" name="Rectangle 112">
            <a:extLst>
              <a:ext uri="{FF2B5EF4-FFF2-40B4-BE49-F238E27FC236}">
                <a16:creationId xmlns:a16="http://schemas.microsoft.com/office/drawing/2014/main" id="{EB7E6A3E-E796-5B4A-8485-236A63FD5966}"/>
              </a:ext>
            </a:extLst>
          </p:cNvPr>
          <p:cNvSpPr/>
          <p:nvPr/>
        </p:nvSpPr>
        <p:spPr>
          <a:xfrm>
            <a:off x="3695549" y="3681090"/>
            <a:ext cx="1010518" cy="436509"/>
          </a:xfrm>
          <a:prstGeom prst="rect">
            <a:avLst/>
          </a:prstGeom>
        </p:spPr>
        <p:txBody>
          <a:bodyPr wrap="square" lIns="0" tIns="0" rIns="0" bIns="0">
            <a:noAutofit/>
          </a:bodyPr>
          <a:lstStyle/>
          <a:p>
            <a:r>
              <a:rPr lang="en-US" sz="1000">
                <a:solidFill>
                  <a:schemeClr val="bg1"/>
                </a:solidFill>
                <a:latin typeface="Arial" panose="020B0604020202020204" pitchFamily="34" charset="0"/>
                <a:cs typeface="Arial" panose="020B0604020202020204" pitchFamily="34" charset="0"/>
              </a:rPr>
              <a:t>Location-based incentive structure to optimize profits</a:t>
            </a:r>
          </a:p>
        </p:txBody>
      </p:sp>
      <p:sp>
        <p:nvSpPr>
          <p:cNvPr id="114" name="Half Frame 50">
            <a:extLst>
              <a:ext uri="{FF2B5EF4-FFF2-40B4-BE49-F238E27FC236}">
                <a16:creationId xmlns:a16="http://schemas.microsoft.com/office/drawing/2014/main" id="{2FBB8390-4F59-C14D-A5E8-F10712099291}"/>
              </a:ext>
            </a:extLst>
          </p:cNvPr>
          <p:cNvSpPr/>
          <p:nvPr/>
        </p:nvSpPr>
        <p:spPr>
          <a:xfrm rot="8142470">
            <a:off x="4640682" y="3823952"/>
            <a:ext cx="234950" cy="257369"/>
          </a:xfrm>
          <a:prstGeom prst="halfFrame">
            <a:avLst>
              <a:gd name="adj1" fmla="val 26576"/>
              <a:gd name="adj2" fmla="val 25856"/>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endParaRPr lang="en-US" sz="1200" err="1">
              <a:solidFill>
                <a:schemeClr val="tx2"/>
              </a:solidFill>
              <a:latin typeface="Arial" panose="020B0604020202020204" pitchFamily="34" charset="0"/>
              <a:cs typeface="Arial" panose="020B0604020202020204" pitchFamily="34" charset="0"/>
            </a:endParaRPr>
          </a:p>
        </p:txBody>
      </p:sp>
      <p:sp>
        <p:nvSpPr>
          <p:cNvPr id="119" name="Rectangle 118">
            <a:extLst>
              <a:ext uri="{FF2B5EF4-FFF2-40B4-BE49-F238E27FC236}">
                <a16:creationId xmlns:a16="http://schemas.microsoft.com/office/drawing/2014/main" id="{65D7C90A-FF4B-3D4C-9A71-C02FF5C6A1BA}"/>
              </a:ext>
            </a:extLst>
          </p:cNvPr>
          <p:cNvSpPr/>
          <p:nvPr/>
        </p:nvSpPr>
        <p:spPr>
          <a:xfrm>
            <a:off x="5152375" y="3655878"/>
            <a:ext cx="796568" cy="253916"/>
          </a:xfrm>
          <a:prstGeom prst="rect">
            <a:avLst/>
          </a:prstGeom>
        </p:spPr>
        <p:txBody>
          <a:bodyPr wrap="square">
            <a:spAutoFit/>
          </a:bodyPr>
          <a:lstStyle/>
          <a:p>
            <a:pPr algn="ctr"/>
            <a:r>
              <a:rPr lang="en-US" sz="1050">
                <a:solidFill>
                  <a:schemeClr val="bg1"/>
                </a:solidFill>
                <a:latin typeface="Arial" panose="020B0604020202020204" pitchFamily="34" charset="0"/>
                <a:cs typeface="Arial" panose="020B0604020202020204" pitchFamily="34" charset="0"/>
              </a:rPr>
              <a:t>Office</a:t>
            </a:r>
          </a:p>
        </p:txBody>
      </p:sp>
      <p:sp>
        <p:nvSpPr>
          <p:cNvPr id="120" name="Rectangle 119">
            <a:extLst>
              <a:ext uri="{FF2B5EF4-FFF2-40B4-BE49-F238E27FC236}">
                <a16:creationId xmlns:a16="http://schemas.microsoft.com/office/drawing/2014/main" id="{C31B9C5C-499F-3141-8A32-6EDD100BD8E9}"/>
              </a:ext>
            </a:extLst>
          </p:cNvPr>
          <p:cNvSpPr/>
          <p:nvPr/>
        </p:nvSpPr>
        <p:spPr>
          <a:xfrm>
            <a:off x="5236571" y="3831193"/>
            <a:ext cx="796568" cy="253916"/>
          </a:xfrm>
          <a:prstGeom prst="rect">
            <a:avLst/>
          </a:prstGeom>
        </p:spPr>
        <p:txBody>
          <a:bodyPr wrap="square">
            <a:spAutoFit/>
          </a:bodyPr>
          <a:lstStyle/>
          <a:p>
            <a:pPr algn="ctr"/>
            <a:r>
              <a:rPr lang="en-US" sz="1050">
                <a:solidFill>
                  <a:schemeClr val="bg1"/>
                </a:solidFill>
                <a:latin typeface="Arial" panose="020B0604020202020204" pitchFamily="34" charset="0"/>
                <a:cs typeface="Arial" panose="020B0604020202020204" pitchFamily="34" charset="0"/>
              </a:rPr>
              <a:t>Metro </a:t>
            </a:r>
            <a:r>
              <a:rPr lang="en-US" sz="1050" err="1">
                <a:solidFill>
                  <a:schemeClr val="bg1"/>
                </a:solidFill>
                <a:latin typeface="Arial" panose="020B0604020202020204" pitchFamily="34" charset="0"/>
                <a:cs typeface="Arial" panose="020B0604020202020204" pitchFamily="34" charset="0"/>
              </a:rPr>
              <a:t>Stn</a:t>
            </a:r>
            <a:endParaRPr lang="en-US" sz="1050">
              <a:solidFill>
                <a:schemeClr val="bg1"/>
              </a:solidFill>
              <a:latin typeface="Arial" panose="020B0604020202020204" pitchFamily="34" charset="0"/>
              <a:cs typeface="Arial" panose="020B0604020202020204" pitchFamily="34" charset="0"/>
            </a:endParaRPr>
          </a:p>
        </p:txBody>
      </p:sp>
      <p:sp>
        <p:nvSpPr>
          <p:cNvPr id="121" name="Rectangle 120">
            <a:extLst>
              <a:ext uri="{FF2B5EF4-FFF2-40B4-BE49-F238E27FC236}">
                <a16:creationId xmlns:a16="http://schemas.microsoft.com/office/drawing/2014/main" id="{AF5DABBE-5613-4C44-A99A-5CCAB7319DE6}"/>
              </a:ext>
            </a:extLst>
          </p:cNvPr>
          <p:cNvSpPr/>
          <p:nvPr/>
        </p:nvSpPr>
        <p:spPr>
          <a:xfrm>
            <a:off x="5242575" y="3996623"/>
            <a:ext cx="948366" cy="253916"/>
          </a:xfrm>
          <a:prstGeom prst="rect">
            <a:avLst/>
          </a:prstGeom>
        </p:spPr>
        <p:txBody>
          <a:bodyPr wrap="square">
            <a:spAutoFit/>
          </a:bodyPr>
          <a:lstStyle/>
          <a:p>
            <a:pPr algn="ctr"/>
            <a:r>
              <a:rPr lang="en-US" sz="1050">
                <a:solidFill>
                  <a:schemeClr val="bg1"/>
                </a:solidFill>
                <a:latin typeface="Arial" panose="020B0604020202020204" pitchFamily="34" charset="0"/>
                <a:cs typeface="Arial" panose="020B0604020202020204" pitchFamily="34" charset="0"/>
              </a:rPr>
              <a:t>Kirana Store</a:t>
            </a:r>
          </a:p>
        </p:txBody>
      </p:sp>
      <p:sp>
        <p:nvSpPr>
          <p:cNvPr id="122" name="Rectangle 121">
            <a:extLst>
              <a:ext uri="{FF2B5EF4-FFF2-40B4-BE49-F238E27FC236}">
                <a16:creationId xmlns:a16="http://schemas.microsoft.com/office/drawing/2014/main" id="{48C569F4-D1C6-D643-8EF4-37EA6ED353EF}"/>
              </a:ext>
            </a:extLst>
          </p:cNvPr>
          <p:cNvSpPr/>
          <p:nvPr/>
        </p:nvSpPr>
        <p:spPr>
          <a:xfrm>
            <a:off x="6521360" y="3663561"/>
            <a:ext cx="948366" cy="253916"/>
          </a:xfrm>
          <a:prstGeom prst="rect">
            <a:avLst/>
          </a:prstGeom>
        </p:spPr>
        <p:txBody>
          <a:bodyPr wrap="square">
            <a:spAutoFit/>
          </a:bodyPr>
          <a:lstStyle/>
          <a:p>
            <a:pPr algn="ctr"/>
            <a:r>
              <a:rPr lang="en-US" sz="1050">
                <a:solidFill>
                  <a:schemeClr val="bg1"/>
                </a:solidFill>
                <a:latin typeface="Arial" panose="020B0604020202020204" pitchFamily="34" charset="0"/>
                <a:cs typeface="Arial" panose="020B0604020202020204" pitchFamily="34" charset="0"/>
              </a:rPr>
              <a:t>Kirana Store</a:t>
            </a:r>
          </a:p>
        </p:txBody>
      </p:sp>
      <p:sp>
        <p:nvSpPr>
          <p:cNvPr id="76" name="Half Frame 50">
            <a:extLst>
              <a:ext uri="{FF2B5EF4-FFF2-40B4-BE49-F238E27FC236}">
                <a16:creationId xmlns:a16="http://schemas.microsoft.com/office/drawing/2014/main" id="{589D7823-4F00-0049-8B75-194309A67918}"/>
              </a:ext>
            </a:extLst>
          </p:cNvPr>
          <p:cNvSpPr/>
          <p:nvPr/>
        </p:nvSpPr>
        <p:spPr>
          <a:xfrm rot="8142470">
            <a:off x="4622020" y="4550503"/>
            <a:ext cx="234950" cy="257369"/>
          </a:xfrm>
          <a:prstGeom prst="halfFrame">
            <a:avLst>
              <a:gd name="adj1" fmla="val 26576"/>
              <a:gd name="adj2" fmla="val 25856"/>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endParaRPr lang="en-US" sz="1200" err="1">
              <a:solidFill>
                <a:schemeClr val="tx2"/>
              </a:solidFill>
              <a:latin typeface="Arial" panose="020B0604020202020204" pitchFamily="34" charset="0"/>
              <a:cs typeface="Arial" panose="020B0604020202020204" pitchFamily="34" charset="0"/>
            </a:endParaRPr>
          </a:p>
        </p:txBody>
      </p:sp>
      <p:sp>
        <p:nvSpPr>
          <p:cNvPr id="80" name="Half Frame 50">
            <a:extLst>
              <a:ext uri="{FF2B5EF4-FFF2-40B4-BE49-F238E27FC236}">
                <a16:creationId xmlns:a16="http://schemas.microsoft.com/office/drawing/2014/main" id="{D63863B9-7464-2244-A636-1319BA8C9FD7}"/>
              </a:ext>
            </a:extLst>
          </p:cNvPr>
          <p:cNvSpPr/>
          <p:nvPr/>
        </p:nvSpPr>
        <p:spPr>
          <a:xfrm rot="8142470">
            <a:off x="4622020" y="5274606"/>
            <a:ext cx="234950" cy="257369"/>
          </a:xfrm>
          <a:prstGeom prst="halfFrame">
            <a:avLst>
              <a:gd name="adj1" fmla="val 26576"/>
              <a:gd name="adj2" fmla="val 25856"/>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endParaRPr lang="en-US" sz="1200" err="1">
              <a:solidFill>
                <a:schemeClr val="tx2"/>
              </a:solidFill>
              <a:latin typeface="Arial" panose="020B0604020202020204" pitchFamily="34" charset="0"/>
              <a:cs typeface="Arial" panose="020B0604020202020204" pitchFamily="34" charset="0"/>
            </a:endParaRPr>
          </a:p>
        </p:txBody>
      </p:sp>
      <p:grpSp>
        <p:nvGrpSpPr>
          <p:cNvPr id="127" name="Google Shape;10660;p73">
            <a:extLst>
              <a:ext uri="{FF2B5EF4-FFF2-40B4-BE49-F238E27FC236}">
                <a16:creationId xmlns:a16="http://schemas.microsoft.com/office/drawing/2014/main" id="{A06F3851-6C0D-6940-A8B4-BFD9FEB84D2C}"/>
              </a:ext>
            </a:extLst>
          </p:cNvPr>
          <p:cNvGrpSpPr/>
          <p:nvPr/>
        </p:nvGrpSpPr>
        <p:grpSpPr>
          <a:xfrm>
            <a:off x="2317508" y="4501639"/>
            <a:ext cx="370819" cy="355095"/>
            <a:chOff x="1412450" y="1954475"/>
            <a:chExt cx="297750" cy="296175"/>
          </a:xfrm>
          <a:solidFill>
            <a:schemeClr val="bg1"/>
          </a:solidFill>
        </p:grpSpPr>
        <p:sp>
          <p:nvSpPr>
            <p:cNvPr id="128" name="Google Shape;10661;p73">
              <a:extLst>
                <a:ext uri="{FF2B5EF4-FFF2-40B4-BE49-F238E27FC236}">
                  <a16:creationId xmlns:a16="http://schemas.microsoft.com/office/drawing/2014/main" id="{711F6E19-7E6C-1347-8D41-A42FA9315EEC}"/>
                </a:ext>
              </a:extLst>
            </p:cNvPr>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grpFill/>
            <a:ln>
              <a:solidFill>
                <a:schemeClr val="bg1"/>
              </a:solidFill>
            </a:ln>
          </p:spPr>
          <p:txBody>
            <a:bodyPr spcFirstLastPara="1" wrap="square" lIns="121900" tIns="121900" rIns="121900" bIns="121900" anchor="ctr" anchorCtr="0">
              <a:noAutofit/>
            </a:bodyPr>
            <a:lstStyle/>
            <a:p>
              <a:endParaRPr sz="2400">
                <a:solidFill>
                  <a:schemeClr val="tx1">
                    <a:lumMod val="95000"/>
                    <a:lumOff val="5000"/>
                  </a:schemeClr>
                </a:solidFill>
                <a:latin typeface="Arial" panose="020B0604020202020204" pitchFamily="34" charset="0"/>
                <a:cs typeface="Arial" panose="020B0604020202020204" pitchFamily="34" charset="0"/>
              </a:endParaRPr>
            </a:p>
          </p:txBody>
        </p:sp>
        <p:sp>
          <p:nvSpPr>
            <p:cNvPr id="129" name="Google Shape;10662;p73">
              <a:extLst>
                <a:ext uri="{FF2B5EF4-FFF2-40B4-BE49-F238E27FC236}">
                  <a16:creationId xmlns:a16="http://schemas.microsoft.com/office/drawing/2014/main" id="{33E17E6E-5C7D-7246-9F3F-ADA8C9C347D7}"/>
                </a:ext>
              </a:extLst>
            </p:cNvPr>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grpFill/>
            <a:ln>
              <a:solidFill>
                <a:schemeClr val="bg1"/>
              </a:solidFill>
            </a:ln>
          </p:spPr>
          <p:txBody>
            <a:bodyPr spcFirstLastPara="1" wrap="square" lIns="121900" tIns="121900" rIns="121900" bIns="121900" anchor="ctr" anchorCtr="0">
              <a:noAutofit/>
            </a:bodyPr>
            <a:lstStyle/>
            <a:p>
              <a:endParaRPr sz="2400">
                <a:solidFill>
                  <a:schemeClr val="tx1">
                    <a:lumMod val="95000"/>
                    <a:lumOff val="5000"/>
                  </a:schemeClr>
                </a:solidFill>
                <a:latin typeface="Arial" panose="020B0604020202020204" pitchFamily="34" charset="0"/>
                <a:cs typeface="Arial" panose="020B0604020202020204" pitchFamily="34" charset="0"/>
              </a:endParaRPr>
            </a:p>
          </p:txBody>
        </p:sp>
      </p:grpSp>
      <p:sp>
        <p:nvSpPr>
          <p:cNvPr id="130" name="Rectangle 129">
            <a:extLst>
              <a:ext uri="{FF2B5EF4-FFF2-40B4-BE49-F238E27FC236}">
                <a16:creationId xmlns:a16="http://schemas.microsoft.com/office/drawing/2014/main" id="{150261C7-1B3E-4E41-88B7-DA3E45A5C0A4}"/>
              </a:ext>
            </a:extLst>
          </p:cNvPr>
          <p:cNvSpPr/>
          <p:nvPr/>
        </p:nvSpPr>
        <p:spPr>
          <a:xfrm>
            <a:off x="3650013" y="4566883"/>
            <a:ext cx="1116341" cy="316239"/>
          </a:xfrm>
          <a:prstGeom prst="rect">
            <a:avLst/>
          </a:prstGeom>
        </p:spPr>
        <p:txBody>
          <a:bodyPr wrap="square" lIns="0" tIns="0" rIns="0" bIns="0">
            <a:noAutofit/>
          </a:bodyPr>
          <a:lstStyle/>
          <a:p>
            <a:r>
              <a:rPr lang="en-US" sz="1050">
                <a:solidFill>
                  <a:schemeClr val="bg1"/>
                </a:solidFill>
                <a:latin typeface="Arial" panose="020B0604020202020204" pitchFamily="34" charset="0"/>
                <a:cs typeface="Arial" panose="020B0604020202020204" pitchFamily="34" charset="0"/>
              </a:rPr>
              <a:t>Buddy onboarding and tracking</a:t>
            </a:r>
          </a:p>
        </p:txBody>
      </p:sp>
      <p:sp>
        <p:nvSpPr>
          <p:cNvPr id="166" name="Pentagon 165">
            <a:extLst>
              <a:ext uri="{FF2B5EF4-FFF2-40B4-BE49-F238E27FC236}">
                <a16:creationId xmlns:a16="http://schemas.microsoft.com/office/drawing/2014/main" id="{BD130A42-5F57-5044-8F6C-AFBCFA2ED0CF}"/>
              </a:ext>
            </a:extLst>
          </p:cNvPr>
          <p:cNvSpPr/>
          <p:nvPr/>
        </p:nvSpPr>
        <p:spPr>
          <a:xfrm>
            <a:off x="5009168" y="4458968"/>
            <a:ext cx="747310" cy="250087"/>
          </a:xfrm>
          <a:prstGeom prst="homePlate">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lumMod val="85000"/>
                    <a:lumOff val="15000"/>
                  </a:schemeClr>
                </a:solidFill>
                <a:latin typeface="Arial" panose="020B0604020202020204" pitchFamily="34" charset="0"/>
                <a:cs typeface="Arial" panose="020B0604020202020204" pitchFamily="34" charset="0"/>
              </a:rPr>
              <a:t>Interest</a:t>
            </a:r>
          </a:p>
        </p:txBody>
      </p:sp>
      <p:sp>
        <p:nvSpPr>
          <p:cNvPr id="167" name="Chevron 166">
            <a:extLst>
              <a:ext uri="{FF2B5EF4-FFF2-40B4-BE49-F238E27FC236}">
                <a16:creationId xmlns:a16="http://schemas.microsoft.com/office/drawing/2014/main" id="{8D8EEF8A-8A92-134D-9C05-F60874796D62}"/>
              </a:ext>
            </a:extLst>
          </p:cNvPr>
          <p:cNvSpPr/>
          <p:nvPr/>
        </p:nvSpPr>
        <p:spPr>
          <a:xfrm>
            <a:off x="5728311" y="4455469"/>
            <a:ext cx="821379" cy="250087"/>
          </a:xfrm>
          <a:prstGeom prst="chevron">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lumMod val="85000"/>
                    <a:lumOff val="15000"/>
                  </a:schemeClr>
                </a:solidFill>
                <a:latin typeface="Arial" panose="020B0604020202020204" pitchFamily="34" charset="0"/>
                <a:cs typeface="Arial" panose="020B0604020202020204" pitchFamily="34" charset="0"/>
              </a:rPr>
              <a:t>Check</a:t>
            </a:r>
          </a:p>
        </p:txBody>
      </p:sp>
      <p:sp>
        <p:nvSpPr>
          <p:cNvPr id="177" name="Chevron 176">
            <a:extLst>
              <a:ext uri="{FF2B5EF4-FFF2-40B4-BE49-F238E27FC236}">
                <a16:creationId xmlns:a16="http://schemas.microsoft.com/office/drawing/2014/main" id="{6183B6D2-46DD-6B41-9D3D-7FB913953968}"/>
              </a:ext>
            </a:extLst>
          </p:cNvPr>
          <p:cNvSpPr/>
          <p:nvPr/>
        </p:nvSpPr>
        <p:spPr>
          <a:xfrm>
            <a:off x="6500104" y="4458968"/>
            <a:ext cx="821379" cy="250087"/>
          </a:xfrm>
          <a:prstGeom prst="chevron">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lumMod val="85000"/>
                    <a:lumOff val="15000"/>
                  </a:schemeClr>
                </a:solidFill>
                <a:latin typeface="Arial" panose="020B0604020202020204" pitchFamily="34" charset="0"/>
                <a:cs typeface="Arial" panose="020B0604020202020204" pitchFamily="34" charset="0"/>
              </a:rPr>
              <a:t>Select</a:t>
            </a:r>
          </a:p>
        </p:txBody>
      </p:sp>
      <p:sp>
        <p:nvSpPr>
          <p:cNvPr id="178" name="Chevron 177">
            <a:extLst>
              <a:ext uri="{FF2B5EF4-FFF2-40B4-BE49-F238E27FC236}">
                <a16:creationId xmlns:a16="http://schemas.microsoft.com/office/drawing/2014/main" id="{49522D9D-122B-D244-8472-D9DC25FC981A}"/>
              </a:ext>
            </a:extLst>
          </p:cNvPr>
          <p:cNvSpPr/>
          <p:nvPr/>
        </p:nvSpPr>
        <p:spPr>
          <a:xfrm>
            <a:off x="7321483" y="4453384"/>
            <a:ext cx="821379" cy="250087"/>
          </a:xfrm>
          <a:prstGeom prst="chevron">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lumMod val="85000"/>
                    <a:lumOff val="15000"/>
                  </a:schemeClr>
                </a:solidFill>
                <a:latin typeface="Arial" panose="020B0604020202020204" pitchFamily="34" charset="0"/>
                <a:cs typeface="Arial" panose="020B0604020202020204" pitchFamily="34" charset="0"/>
              </a:rPr>
              <a:t>Train</a:t>
            </a:r>
          </a:p>
        </p:txBody>
      </p:sp>
      <p:sp>
        <p:nvSpPr>
          <p:cNvPr id="179" name="Chevron 178">
            <a:extLst>
              <a:ext uri="{FF2B5EF4-FFF2-40B4-BE49-F238E27FC236}">
                <a16:creationId xmlns:a16="http://schemas.microsoft.com/office/drawing/2014/main" id="{8D26FEB8-C37E-914C-98A7-15AB7CBCC056}"/>
              </a:ext>
            </a:extLst>
          </p:cNvPr>
          <p:cNvSpPr/>
          <p:nvPr/>
        </p:nvSpPr>
        <p:spPr>
          <a:xfrm>
            <a:off x="8130670" y="4447800"/>
            <a:ext cx="821379" cy="250087"/>
          </a:xfrm>
          <a:prstGeom prst="chevron">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lumMod val="85000"/>
                    <a:lumOff val="15000"/>
                  </a:schemeClr>
                </a:solidFill>
                <a:latin typeface="Arial" panose="020B0604020202020204" pitchFamily="34" charset="0"/>
                <a:cs typeface="Arial" panose="020B0604020202020204" pitchFamily="34" charset="0"/>
              </a:rPr>
              <a:t>Track</a:t>
            </a:r>
          </a:p>
        </p:txBody>
      </p:sp>
      <p:sp>
        <p:nvSpPr>
          <p:cNvPr id="180" name="Rounded Rectangle 179">
            <a:extLst>
              <a:ext uri="{FF2B5EF4-FFF2-40B4-BE49-F238E27FC236}">
                <a16:creationId xmlns:a16="http://schemas.microsoft.com/office/drawing/2014/main" id="{4255B0C3-945E-5343-9FD2-2372D6975181}"/>
              </a:ext>
            </a:extLst>
          </p:cNvPr>
          <p:cNvSpPr/>
          <p:nvPr/>
        </p:nvSpPr>
        <p:spPr>
          <a:xfrm>
            <a:off x="5106986" y="4751672"/>
            <a:ext cx="821255" cy="212947"/>
          </a:xfrm>
          <a:prstGeom prst="roundRect">
            <a:avLst/>
          </a:prstGeom>
          <a:no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err="1">
                <a:solidFill>
                  <a:schemeClr val="bg1"/>
                </a:solidFill>
                <a:latin typeface="Arial" panose="020B0604020202020204" pitchFamily="34" charset="0"/>
                <a:cs typeface="Arial" panose="020B0604020202020204" pitchFamily="34" charset="0"/>
              </a:rPr>
              <a:t>Bckgd</a:t>
            </a:r>
            <a:r>
              <a:rPr lang="en-US" sz="1100">
                <a:solidFill>
                  <a:schemeClr val="bg1"/>
                </a:solidFill>
                <a:latin typeface="Arial" panose="020B0604020202020204" pitchFamily="34" charset="0"/>
                <a:cs typeface="Arial" panose="020B0604020202020204" pitchFamily="34" charset="0"/>
              </a:rPr>
              <a:t> KYC</a:t>
            </a:r>
          </a:p>
        </p:txBody>
      </p:sp>
      <p:sp>
        <p:nvSpPr>
          <p:cNvPr id="181" name="Rounded Rectangle 180">
            <a:extLst>
              <a:ext uri="{FF2B5EF4-FFF2-40B4-BE49-F238E27FC236}">
                <a16:creationId xmlns:a16="http://schemas.microsoft.com/office/drawing/2014/main" id="{F8B6E988-119F-C749-B060-08F5C728048A}"/>
              </a:ext>
            </a:extLst>
          </p:cNvPr>
          <p:cNvSpPr/>
          <p:nvPr/>
        </p:nvSpPr>
        <p:spPr>
          <a:xfrm>
            <a:off x="7075809" y="4746624"/>
            <a:ext cx="1017218" cy="211861"/>
          </a:xfrm>
          <a:prstGeom prst="roundRect">
            <a:avLst/>
          </a:prstGeom>
          <a:no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bg1"/>
                </a:solidFill>
                <a:latin typeface="Arial" panose="020B0604020202020204" pitchFamily="34" charset="0"/>
                <a:cs typeface="Arial" panose="020B0604020202020204" pitchFamily="34" charset="0"/>
              </a:rPr>
              <a:t>GPS tracking</a:t>
            </a:r>
          </a:p>
        </p:txBody>
      </p:sp>
      <p:sp>
        <p:nvSpPr>
          <p:cNvPr id="182" name="Rounded Rectangle 181">
            <a:extLst>
              <a:ext uri="{FF2B5EF4-FFF2-40B4-BE49-F238E27FC236}">
                <a16:creationId xmlns:a16="http://schemas.microsoft.com/office/drawing/2014/main" id="{D58F3444-334F-9C42-BAE7-13BA2975FBC9}"/>
              </a:ext>
            </a:extLst>
          </p:cNvPr>
          <p:cNvSpPr/>
          <p:nvPr/>
        </p:nvSpPr>
        <p:spPr>
          <a:xfrm>
            <a:off x="6007329" y="4746624"/>
            <a:ext cx="1017218" cy="205521"/>
          </a:xfrm>
          <a:prstGeom prst="roundRect">
            <a:avLst/>
          </a:prstGeom>
          <a:no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100">
                <a:solidFill>
                  <a:schemeClr val="bg1"/>
                </a:solidFill>
                <a:latin typeface="Arial" panose="020B0604020202020204" pitchFamily="34" charset="0"/>
                <a:cs typeface="Arial" panose="020B0604020202020204" pitchFamily="34" charset="0"/>
              </a:rPr>
              <a:t>360</a:t>
            </a:r>
            <a:r>
              <a:rPr lang="en-US" sz="1100" baseline="30000">
                <a:solidFill>
                  <a:schemeClr val="bg1"/>
                </a:solidFill>
                <a:latin typeface="Arial" panose="020B0604020202020204" pitchFamily="34" charset="0"/>
                <a:cs typeface="Arial" panose="020B0604020202020204" pitchFamily="34" charset="0"/>
              </a:rPr>
              <a:t>o</a:t>
            </a:r>
            <a:r>
              <a:rPr lang="en-US" sz="1100">
                <a:solidFill>
                  <a:schemeClr val="bg1"/>
                </a:solidFill>
                <a:latin typeface="Arial" panose="020B0604020202020204" pitchFamily="34" charset="0"/>
                <a:cs typeface="Arial" panose="020B0604020202020204" pitchFamily="34" charset="0"/>
              </a:rPr>
              <a:t> feedback</a:t>
            </a:r>
          </a:p>
        </p:txBody>
      </p:sp>
      <p:sp>
        <p:nvSpPr>
          <p:cNvPr id="183" name="Rounded Rectangle 182">
            <a:extLst>
              <a:ext uri="{FF2B5EF4-FFF2-40B4-BE49-F238E27FC236}">
                <a16:creationId xmlns:a16="http://schemas.microsoft.com/office/drawing/2014/main" id="{4A21813E-A2E0-EF42-BEB7-425842EE218A}"/>
              </a:ext>
            </a:extLst>
          </p:cNvPr>
          <p:cNvSpPr/>
          <p:nvPr/>
        </p:nvSpPr>
        <p:spPr>
          <a:xfrm>
            <a:off x="8140091" y="4752098"/>
            <a:ext cx="576039" cy="205521"/>
          </a:xfrm>
          <a:prstGeom prst="roundRect">
            <a:avLst/>
          </a:prstGeom>
          <a:no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bg1"/>
                </a:solidFill>
                <a:latin typeface="Arial" panose="020B0604020202020204" pitchFamily="34" charset="0"/>
                <a:cs typeface="Arial" panose="020B0604020202020204" pitchFamily="34" charset="0"/>
              </a:rPr>
              <a:t>KPIs</a:t>
            </a:r>
          </a:p>
        </p:txBody>
      </p:sp>
      <p:sp>
        <p:nvSpPr>
          <p:cNvPr id="186" name="Rectangle 185">
            <a:extLst>
              <a:ext uri="{FF2B5EF4-FFF2-40B4-BE49-F238E27FC236}">
                <a16:creationId xmlns:a16="http://schemas.microsoft.com/office/drawing/2014/main" id="{29271363-893D-2147-A697-9F80B738623F}"/>
              </a:ext>
            </a:extLst>
          </p:cNvPr>
          <p:cNvSpPr/>
          <p:nvPr/>
        </p:nvSpPr>
        <p:spPr>
          <a:xfrm>
            <a:off x="3691874" y="5261198"/>
            <a:ext cx="942472" cy="316239"/>
          </a:xfrm>
          <a:prstGeom prst="rect">
            <a:avLst/>
          </a:prstGeom>
        </p:spPr>
        <p:txBody>
          <a:bodyPr wrap="square" lIns="0" tIns="0" rIns="0" bIns="0">
            <a:noAutofit/>
          </a:bodyPr>
          <a:lstStyle/>
          <a:p>
            <a:r>
              <a:rPr lang="en-US" sz="1050">
                <a:solidFill>
                  <a:schemeClr val="bg1"/>
                </a:solidFill>
                <a:latin typeface="Arial" panose="020B0604020202020204" pitchFamily="34" charset="0"/>
                <a:cs typeface="Arial" panose="020B0604020202020204" pitchFamily="34" charset="0"/>
              </a:rPr>
              <a:t>Governance Tenets</a:t>
            </a:r>
          </a:p>
        </p:txBody>
      </p:sp>
      <p:grpSp>
        <p:nvGrpSpPr>
          <p:cNvPr id="187" name="Google Shape;10515;p73">
            <a:extLst>
              <a:ext uri="{FF2B5EF4-FFF2-40B4-BE49-F238E27FC236}">
                <a16:creationId xmlns:a16="http://schemas.microsoft.com/office/drawing/2014/main" id="{8E5E2CC9-D74E-7749-A75E-B7D07D17FFF4}"/>
              </a:ext>
            </a:extLst>
          </p:cNvPr>
          <p:cNvGrpSpPr/>
          <p:nvPr/>
        </p:nvGrpSpPr>
        <p:grpSpPr>
          <a:xfrm>
            <a:off x="2351650" y="5258422"/>
            <a:ext cx="314459" cy="277409"/>
            <a:chOff x="-59475600" y="2658625"/>
            <a:chExt cx="309550" cy="316625"/>
          </a:xfrm>
          <a:solidFill>
            <a:schemeClr val="bg1"/>
          </a:solidFill>
        </p:grpSpPr>
        <p:sp>
          <p:nvSpPr>
            <p:cNvPr id="188" name="Google Shape;10516;p73">
              <a:extLst>
                <a:ext uri="{FF2B5EF4-FFF2-40B4-BE49-F238E27FC236}">
                  <a16:creationId xmlns:a16="http://schemas.microsoft.com/office/drawing/2014/main" id="{B039F4E7-431F-A742-9E3B-06851CCAB61E}"/>
                </a:ext>
              </a:extLst>
            </p:cNvPr>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grpFill/>
            <a:ln>
              <a:solidFill>
                <a:schemeClr val="bg1"/>
              </a:solidFill>
            </a:ln>
          </p:spPr>
          <p:txBody>
            <a:bodyPr spcFirstLastPara="1" wrap="square" lIns="121900" tIns="121900" rIns="121900" bIns="121900" anchor="ctr" anchorCtr="0">
              <a:noAutofit/>
            </a:bodyPr>
            <a:lstStyle/>
            <a:p>
              <a:endParaRPr sz="2400">
                <a:solidFill>
                  <a:schemeClr val="tx1">
                    <a:lumMod val="95000"/>
                    <a:lumOff val="5000"/>
                  </a:schemeClr>
                </a:solidFill>
                <a:latin typeface="Arial" panose="020B0604020202020204" pitchFamily="34" charset="0"/>
                <a:cs typeface="Arial" panose="020B0604020202020204" pitchFamily="34" charset="0"/>
              </a:endParaRPr>
            </a:p>
          </p:txBody>
        </p:sp>
        <p:sp>
          <p:nvSpPr>
            <p:cNvPr id="189" name="Google Shape;10517;p73">
              <a:extLst>
                <a:ext uri="{FF2B5EF4-FFF2-40B4-BE49-F238E27FC236}">
                  <a16:creationId xmlns:a16="http://schemas.microsoft.com/office/drawing/2014/main" id="{2AB308E5-DF0B-C448-BB8D-56A2B4BB4DFD}"/>
                </a:ext>
              </a:extLst>
            </p:cNvPr>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grpFill/>
            <a:ln>
              <a:solidFill>
                <a:schemeClr val="bg1"/>
              </a:solidFill>
            </a:ln>
          </p:spPr>
          <p:txBody>
            <a:bodyPr spcFirstLastPara="1" wrap="square" lIns="121900" tIns="121900" rIns="121900" bIns="121900" anchor="ctr" anchorCtr="0">
              <a:noAutofit/>
            </a:bodyPr>
            <a:lstStyle/>
            <a:p>
              <a:endParaRPr sz="2400">
                <a:solidFill>
                  <a:schemeClr val="tx1">
                    <a:lumMod val="95000"/>
                    <a:lumOff val="5000"/>
                  </a:schemeClr>
                </a:solidFill>
                <a:latin typeface="Arial" panose="020B0604020202020204" pitchFamily="34" charset="0"/>
                <a:cs typeface="Arial" panose="020B0604020202020204" pitchFamily="34" charset="0"/>
              </a:endParaRPr>
            </a:p>
          </p:txBody>
        </p:sp>
        <p:sp>
          <p:nvSpPr>
            <p:cNvPr id="190" name="Google Shape;10518;p73">
              <a:extLst>
                <a:ext uri="{FF2B5EF4-FFF2-40B4-BE49-F238E27FC236}">
                  <a16:creationId xmlns:a16="http://schemas.microsoft.com/office/drawing/2014/main" id="{EA257906-3444-4447-BFB2-0A7FA1B24ABC}"/>
                </a:ext>
              </a:extLst>
            </p:cNvPr>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grpFill/>
            <a:ln>
              <a:solidFill>
                <a:schemeClr val="bg1"/>
              </a:solidFill>
            </a:ln>
          </p:spPr>
          <p:txBody>
            <a:bodyPr spcFirstLastPara="1" wrap="square" lIns="121900" tIns="121900" rIns="121900" bIns="121900" anchor="ctr" anchorCtr="0">
              <a:noAutofit/>
            </a:bodyPr>
            <a:lstStyle/>
            <a:p>
              <a:endParaRPr sz="2400">
                <a:solidFill>
                  <a:schemeClr val="tx1">
                    <a:lumMod val="95000"/>
                    <a:lumOff val="5000"/>
                  </a:schemeClr>
                </a:solidFill>
                <a:latin typeface="Arial" panose="020B0604020202020204" pitchFamily="34" charset="0"/>
                <a:cs typeface="Arial" panose="020B0604020202020204" pitchFamily="34" charset="0"/>
              </a:endParaRPr>
            </a:p>
          </p:txBody>
        </p:sp>
        <p:sp>
          <p:nvSpPr>
            <p:cNvPr id="191" name="Google Shape;10519;p73">
              <a:extLst>
                <a:ext uri="{FF2B5EF4-FFF2-40B4-BE49-F238E27FC236}">
                  <a16:creationId xmlns:a16="http://schemas.microsoft.com/office/drawing/2014/main" id="{37AAA4AB-F008-BB48-84B2-9CDD686585C8}"/>
                </a:ext>
              </a:extLst>
            </p:cNvPr>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grpFill/>
            <a:ln>
              <a:solidFill>
                <a:schemeClr val="bg1"/>
              </a:solidFill>
            </a:ln>
          </p:spPr>
          <p:txBody>
            <a:bodyPr spcFirstLastPara="1" wrap="square" lIns="121900" tIns="121900" rIns="121900" bIns="121900" anchor="ctr" anchorCtr="0">
              <a:noAutofit/>
            </a:bodyPr>
            <a:lstStyle/>
            <a:p>
              <a:endParaRPr sz="2400">
                <a:solidFill>
                  <a:schemeClr val="tx1">
                    <a:lumMod val="95000"/>
                    <a:lumOff val="5000"/>
                  </a:schemeClr>
                </a:solidFill>
                <a:latin typeface="Arial" panose="020B0604020202020204" pitchFamily="34" charset="0"/>
                <a:cs typeface="Arial" panose="020B0604020202020204" pitchFamily="34" charset="0"/>
              </a:endParaRPr>
            </a:p>
          </p:txBody>
        </p:sp>
        <p:sp>
          <p:nvSpPr>
            <p:cNvPr id="192" name="Google Shape;10520;p73">
              <a:extLst>
                <a:ext uri="{FF2B5EF4-FFF2-40B4-BE49-F238E27FC236}">
                  <a16:creationId xmlns:a16="http://schemas.microsoft.com/office/drawing/2014/main" id="{AF49149F-0DF5-9C44-BA50-7C0788AE9F86}"/>
                </a:ext>
              </a:extLst>
            </p:cNvPr>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grpFill/>
            <a:ln>
              <a:solidFill>
                <a:schemeClr val="bg1"/>
              </a:solidFill>
            </a:ln>
          </p:spPr>
          <p:txBody>
            <a:bodyPr spcFirstLastPara="1" wrap="square" lIns="121900" tIns="121900" rIns="121900" bIns="121900" anchor="ctr" anchorCtr="0">
              <a:noAutofit/>
            </a:bodyPr>
            <a:lstStyle/>
            <a:p>
              <a:endParaRPr sz="2400">
                <a:solidFill>
                  <a:schemeClr val="tx1">
                    <a:lumMod val="95000"/>
                    <a:lumOff val="5000"/>
                  </a:schemeClr>
                </a:solidFill>
                <a:latin typeface="Arial" panose="020B0604020202020204" pitchFamily="34" charset="0"/>
                <a:cs typeface="Arial" panose="020B0604020202020204" pitchFamily="34" charset="0"/>
              </a:endParaRPr>
            </a:p>
          </p:txBody>
        </p:sp>
        <p:sp>
          <p:nvSpPr>
            <p:cNvPr id="193" name="Google Shape;10521;p73">
              <a:extLst>
                <a:ext uri="{FF2B5EF4-FFF2-40B4-BE49-F238E27FC236}">
                  <a16:creationId xmlns:a16="http://schemas.microsoft.com/office/drawing/2014/main" id="{4D1ACCAD-C484-9044-BC7A-BEA614248A4D}"/>
                </a:ext>
              </a:extLst>
            </p:cNvPr>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grpFill/>
            <a:ln>
              <a:solidFill>
                <a:schemeClr val="bg1"/>
              </a:solidFill>
            </a:ln>
          </p:spPr>
          <p:txBody>
            <a:bodyPr spcFirstLastPara="1" wrap="square" lIns="121900" tIns="121900" rIns="121900" bIns="121900" anchor="ctr" anchorCtr="0">
              <a:noAutofit/>
            </a:bodyPr>
            <a:lstStyle/>
            <a:p>
              <a:endParaRPr sz="2400">
                <a:solidFill>
                  <a:schemeClr val="tx1">
                    <a:lumMod val="95000"/>
                    <a:lumOff val="5000"/>
                  </a:schemeClr>
                </a:solidFill>
                <a:latin typeface="Arial" panose="020B0604020202020204" pitchFamily="34" charset="0"/>
                <a:cs typeface="Arial" panose="020B0604020202020204" pitchFamily="34" charset="0"/>
              </a:endParaRPr>
            </a:p>
          </p:txBody>
        </p:sp>
        <p:sp>
          <p:nvSpPr>
            <p:cNvPr id="195" name="Google Shape;10522;p73">
              <a:extLst>
                <a:ext uri="{FF2B5EF4-FFF2-40B4-BE49-F238E27FC236}">
                  <a16:creationId xmlns:a16="http://schemas.microsoft.com/office/drawing/2014/main" id="{1A139FF7-F27B-794A-A018-1EC24C09C585}"/>
                </a:ext>
              </a:extLst>
            </p:cNvPr>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grpFill/>
            <a:ln>
              <a:solidFill>
                <a:schemeClr val="bg1"/>
              </a:solidFill>
            </a:ln>
          </p:spPr>
          <p:txBody>
            <a:bodyPr spcFirstLastPara="1" wrap="square" lIns="121900" tIns="121900" rIns="121900" bIns="121900" anchor="ctr" anchorCtr="0">
              <a:noAutofit/>
            </a:bodyPr>
            <a:lstStyle/>
            <a:p>
              <a:endParaRPr sz="2400">
                <a:solidFill>
                  <a:schemeClr val="tx1">
                    <a:lumMod val="95000"/>
                    <a:lumOff val="5000"/>
                  </a:schemeClr>
                </a:solidFill>
                <a:latin typeface="Arial" panose="020B0604020202020204" pitchFamily="34" charset="0"/>
                <a:cs typeface="Arial" panose="020B0604020202020204" pitchFamily="34" charset="0"/>
              </a:endParaRPr>
            </a:p>
          </p:txBody>
        </p:sp>
      </p:grpSp>
      <p:sp>
        <p:nvSpPr>
          <p:cNvPr id="196" name="Rounded Rectangle 195">
            <a:extLst>
              <a:ext uri="{FF2B5EF4-FFF2-40B4-BE49-F238E27FC236}">
                <a16:creationId xmlns:a16="http://schemas.microsoft.com/office/drawing/2014/main" id="{276F3063-3F19-1040-BFC4-1C695C63AF3E}"/>
              </a:ext>
            </a:extLst>
          </p:cNvPr>
          <p:cNvSpPr/>
          <p:nvPr/>
        </p:nvSpPr>
        <p:spPr>
          <a:xfrm>
            <a:off x="5011605" y="5308672"/>
            <a:ext cx="1038423" cy="189881"/>
          </a:xfrm>
          <a:prstGeom prst="roundRect">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solidFill>
                  <a:schemeClr val="tx1">
                    <a:lumMod val="75000"/>
                    <a:lumOff val="25000"/>
                  </a:schemeClr>
                </a:solidFill>
                <a:latin typeface="Arial" panose="020B0604020202020204" pitchFamily="34" charset="0"/>
                <a:cs typeface="Arial" panose="020B0604020202020204" pitchFamily="34" charset="0"/>
              </a:rPr>
              <a:t>Security</a:t>
            </a:r>
          </a:p>
        </p:txBody>
      </p:sp>
      <p:sp>
        <p:nvSpPr>
          <p:cNvPr id="200" name="Rounded Rectangle 199">
            <a:extLst>
              <a:ext uri="{FF2B5EF4-FFF2-40B4-BE49-F238E27FC236}">
                <a16:creationId xmlns:a16="http://schemas.microsoft.com/office/drawing/2014/main" id="{00C1BAD3-57C1-4945-98D0-047AD5A67D68}"/>
              </a:ext>
            </a:extLst>
          </p:cNvPr>
          <p:cNvSpPr/>
          <p:nvPr/>
        </p:nvSpPr>
        <p:spPr>
          <a:xfrm>
            <a:off x="4994716" y="5099850"/>
            <a:ext cx="1052291" cy="189881"/>
          </a:xfrm>
          <a:prstGeom prst="roundRect">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solidFill>
                  <a:schemeClr val="tx1">
                    <a:lumMod val="75000"/>
                    <a:lumOff val="25000"/>
                  </a:schemeClr>
                </a:solidFill>
                <a:latin typeface="Arial" panose="020B0604020202020204" pitchFamily="34" charset="0"/>
                <a:cs typeface="Arial" panose="020B0604020202020204" pitchFamily="34" charset="0"/>
              </a:rPr>
              <a:t>Accessibility</a:t>
            </a:r>
          </a:p>
        </p:txBody>
      </p:sp>
      <p:sp>
        <p:nvSpPr>
          <p:cNvPr id="201" name="Rounded Rectangle 200">
            <a:extLst>
              <a:ext uri="{FF2B5EF4-FFF2-40B4-BE49-F238E27FC236}">
                <a16:creationId xmlns:a16="http://schemas.microsoft.com/office/drawing/2014/main" id="{90F5A1DA-E25F-904B-B3EC-6044F48B5A80}"/>
              </a:ext>
            </a:extLst>
          </p:cNvPr>
          <p:cNvSpPr/>
          <p:nvPr/>
        </p:nvSpPr>
        <p:spPr>
          <a:xfrm>
            <a:off x="5006005" y="5535828"/>
            <a:ext cx="1038423" cy="178826"/>
          </a:xfrm>
          <a:prstGeom prst="roundRect">
            <a:avLst/>
          </a:prstGeom>
          <a:solidFill>
            <a:schemeClr val="accent5">
              <a:lumMod val="40000"/>
              <a:lumOff val="6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solidFill>
                  <a:schemeClr val="tx1">
                    <a:lumMod val="75000"/>
                    <a:lumOff val="25000"/>
                  </a:schemeClr>
                </a:solidFill>
                <a:latin typeface="Arial" panose="020B0604020202020204" pitchFamily="34" charset="0"/>
                <a:cs typeface="Arial" panose="020B0604020202020204" pitchFamily="34" charset="0"/>
              </a:rPr>
              <a:t>Transparency</a:t>
            </a:r>
          </a:p>
        </p:txBody>
      </p:sp>
      <p:sp>
        <p:nvSpPr>
          <p:cNvPr id="18" name="Rectangle 17">
            <a:extLst>
              <a:ext uri="{FF2B5EF4-FFF2-40B4-BE49-F238E27FC236}">
                <a16:creationId xmlns:a16="http://schemas.microsoft.com/office/drawing/2014/main" id="{8217BB39-05F1-9C4B-B16D-6AB8204AF2B3}"/>
              </a:ext>
            </a:extLst>
          </p:cNvPr>
          <p:cNvSpPr/>
          <p:nvPr/>
        </p:nvSpPr>
        <p:spPr>
          <a:xfrm>
            <a:off x="6016961" y="5085836"/>
            <a:ext cx="2805399" cy="253916"/>
          </a:xfrm>
          <a:prstGeom prst="rect">
            <a:avLst/>
          </a:prstGeom>
        </p:spPr>
        <p:txBody>
          <a:bodyPr wrap="square">
            <a:spAutoFit/>
          </a:bodyPr>
          <a:lstStyle/>
          <a:p>
            <a:r>
              <a:rPr lang="en-US" sz="1000">
                <a:solidFill>
                  <a:schemeClr val="bg1"/>
                </a:solidFill>
                <a:latin typeface="Arial" panose="020B0604020202020204" pitchFamily="34" charset="0"/>
                <a:cs typeface="Arial" panose="020B0604020202020204" pitchFamily="34" charset="0"/>
              </a:rPr>
              <a:t>Aggregation across multiple </a:t>
            </a:r>
            <a:r>
              <a:rPr lang="en-US" sz="1000" err="1">
                <a:solidFill>
                  <a:schemeClr val="bg1"/>
                </a:solidFill>
                <a:latin typeface="Arial" panose="020B0604020202020204" pitchFamily="34" charset="0"/>
                <a:cs typeface="Arial" panose="020B0604020202020204" pitchFamily="34" charset="0"/>
              </a:rPr>
              <a:t>ecomm</a:t>
            </a:r>
            <a:r>
              <a:rPr lang="en-US" sz="1000">
                <a:solidFill>
                  <a:schemeClr val="bg1"/>
                </a:solidFill>
                <a:latin typeface="Arial" panose="020B0604020202020204" pitchFamily="34" charset="0"/>
                <a:cs typeface="Arial" panose="020B0604020202020204" pitchFamily="34" charset="0"/>
              </a:rPr>
              <a:t> players</a:t>
            </a:r>
          </a:p>
        </p:txBody>
      </p:sp>
      <p:sp>
        <p:nvSpPr>
          <p:cNvPr id="202" name="Rectangle 201">
            <a:extLst>
              <a:ext uri="{FF2B5EF4-FFF2-40B4-BE49-F238E27FC236}">
                <a16:creationId xmlns:a16="http://schemas.microsoft.com/office/drawing/2014/main" id="{7112F0F8-8EED-F947-B445-F4C5E4BC4C58}"/>
              </a:ext>
            </a:extLst>
          </p:cNvPr>
          <p:cNvSpPr/>
          <p:nvPr/>
        </p:nvSpPr>
        <p:spPr>
          <a:xfrm>
            <a:off x="6016960" y="5297666"/>
            <a:ext cx="2805399" cy="253916"/>
          </a:xfrm>
          <a:prstGeom prst="rect">
            <a:avLst/>
          </a:prstGeom>
        </p:spPr>
        <p:txBody>
          <a:bodyPr wrap="square">
            <a:spAutoFit/>
          </a:bodyPr>
          <a:lstStyle/>
          <a:p>
            <a:r>
              <a:rPr lang="en-US" sz="1050">
                <a:solidFill>
                  <a:schemeClr val="bg1"/>
                </a:solidFill>
                <a:latin typeface="Arial" panose="020B0604020202020204" pitchFamily="34" charset="0"/>
                <a:cs typeface="Arial" panose="020B0604020202020204" pitchFamily="34" charset="0"/>
              </a:rPr>
              <a:t>Trust as the core driver for scalability</a:t>
            </a:r>
          </a:p>
        </p:txBody>
      </p:sp>
      <p:sp>
        <p:nvSpPr>
          <p:cNvPr id="203" name="Rectangle 202">
            <a:extLst>
              <a:ext uri="{FF2B5EF4-FFF2-40B4-BE49-F238E27FC236}">
                <a16:creationId xmlns:a16="http://schemas.microsoft.com/office/drawing/2014/main" id="{590304B9-833C-2D45-809C-293713B294B6}"/>
              </a:ext>
            </a:extLst>
          </p:cNvPr>
          <p:cNvSpPr/>
          <p:nvPr/>
        </p:nvSpPr>
        <p:spPr>
          <a:xfrm>
            <a:off x="6033139" y="5517504"/>
            <a:ext cx="2805399" cy="253916"/>
          </a:xfrm>
          <a:prstGeom prst="rect">
            <a:avLst/>
          </a:prstGeom>
        </p:spPr>
        <p:txBody>
          <a:bodyPr wrap="square">
            <a:spAutoFit/>
          </a:bodyPr>
          <a:lstStyle/>
          <a:p>
            <a:r>
              <a:rPr lang="en-US" sz="1000">
                <a:solidFill>
                  <a:schemeClr val="bg1"/>
                </a:solidFill>
                <a:latin typeface="Arial" panose="020B0604020202020204" pitchFamily="34" charset="0"/>
                <a:cs typeface="Arial" panose="020B0604020202020204" pitchFamily="34" charset="0"/>
              </a:rPr>
              <a:t>Visibility &amp; ownership of delivery channels</a:t>
            </a:r>
          </a:p>
        </p:txBody>
      </p:sp>
      <p:grpSp>
        <p:nvGrpSpPr>
          <p:cNvPr id="207" name="Group 206">
            <a:extLst>
              <a:ext uri="{FF2B5EF4-FFF2-40B4-BE49-F238E27FC236}">
                <a16:creationId xmlns:a16="http://schemas.microsoft.com/office/drawing/2014/main" id="{F18AB0DE-3C25-5343-BFF4-E5AB97FC8F94}"/>
              </a:ext>
            </a:extLst>
          </p:cNvPr>
          <p:cNvGrpSpPr/>
          <p:nvPr/>
        </p:nvGrpSpPr>
        <p:grpSpPr>
          <a:xfrm>
            <a:off x="9921185" y="2876006"/>
            <a:ext cx="2129905" cy="325119"/>
            <a:chOff x="512461" y="1840696"/>
            <a:chExt cx="3496255" cy="325119"/>
          </a:xfrm>
        </p:grpSpPr>
        <p:cxnSp>
          <p:nvCxnSpPr>
            <p:cNvPr id="208" name="Straight Connector 207">
              <a:extLst>
                <a:ext uri="{FF2B5EF4-FFF2-40B4-BE49-F238E27FC236}">
                  <a16:creationId xmlns:a16="http://schemas.microsoft.com/office/drawing/2014/main" id="{034D6805-243D-734A-96F9-49D68D2A821C}"/>
                </a:ext>
              </a:extLst>
            </p:cNvPr>
            <p:cNvCxnSpPr/>
            <p:nvPr/>
          </p:nvCxnSpPr>
          <p:spPr>
            <a:xfrm flipH="1">
              <a:off x="512461" y="1893808"/>
              <a:ext cx="3198901" cy="0"/>
            </a:xfrm>
            <a:prstGeom prst="line">
              <a:avLst/>
            </a:prstGeom>
            <a:ln w="3175" cap="rnd" cmpd="sng" algn="ctr">
              <a:solidFill>
                <a:srgbClr val="C00000"/>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09" name="TextBox 208">
              <a:extLst>
                <a:ext uri="{FF2B5EF4-FFF2-40B4-BE49-F238E27FC236}">
                  <a16:creationId xmlns:a16="http://schemas.microsoft.com/office/drawing/2014/main" id="{B6C96799-36B9-E843-BE1A-C4221B50ECE3}"/>
                </a:ext>
              </a:extLst>
            </p:cNvPr>
            <p:cNvSpPr txBox="1"/>
            <p:nvPr/>
          </p:nvSpPr>
          <p:spPr>
            <a:xfrm>
              <a:off x="512461" y="1840696"/>
              <a:ext cx="3496255" cy="325119"/>
            </a:xfrm>
            <a:prstGeom prst="rect">
              <a:avLst/>
            </a:prstGeom>
            <a:solidFill>
              <a:schemeClr val="bg1"/>
            </a:solidFill>
            <a:ln w="9525" cap="rnd" cmpd="sng" algn="ctr">
              <a:noFill/>
              <a:prstDash val="solid"/>
              <a:round/>
            </a:ln>
            <a:effectLst/>
            <a:extLst>
              <a:ext uri="{91240B29-F687-4F45-9708-019B960494DF}">
                <a14:hiddenLine xmlns:a14="http://schemas.microsoft.com/office/drawing/2010/main" w="9525" cap="rnd" cmpd="sng" algn="ctr">
                  <a:solidFill>
                    <a:srgbClr val="00B050"/>
                  </a:solidFill>
                  <a:prstDash val="solid"/>
                  <a:rou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a:solidFill>
                    <a:srgbClr val="C00000"/>
                  </a:solidFill>
                  <a:latin typeface="Arial" panose="020B0604020202020204" pitchFamily="34" charset="0"/>
                  <a:cs typeface="Arial" panose="020B0604020202020204" pitchFamily="34" charset="0"/>
                </a:rPr>
                <a:t>Risks</a:t>
              </a:r>
            </a:p>
            <a:p>
              <a:pPr algn="ctr"/>
              <a:endParaRPr lang="en-US" sz="1400">
                <a:solidFill>
                  <a:srgbClr val="C00000"/>
                </a:solidFill>
                <a:latin typeface="Arial" panose="020B0604020202020204" pitchFamily="34" charset="0"/>
                <a:cs typeface="Arial" panose="020B0604020202020204" pitchFamily="34" charset="0"/>
              </a:endParaRPr>
            </a:p>
            <a:p>
              <a:pPr algn="ctr"/>
              <a:r>
                <a:rPr lang="en-US" sz="1400">
                  <a:solidFill>
                    <a:srgbClr val="C00000"/>
                  </a:solidFill>
                  <a:latin typeface="Arial" panose="020B0604020202020204" pitchFamily="34" charset="0"/>
                  <a:cs typeface="Arial" panose="020B0604020202020204" pitchFamily="34" charset="0"/>
                </a:rPr>
                <a:t>These are the typical risks we have: How is it going to help </a:t>
              </a:r>
            </a:p>
            <a:p>
              <a:pPr algn="ctr"/>
              <a:endParaRPr lang="en-US" sz="1400">
                <a:solidFill>
                  <a:srgbClr val="C00000"/>
                </a:solidFill>
                <a:latin typeface="Arial" panose="020B0604020202020204" pitchFamily="34" charset="0"/>
                <a:cs typeface="Arial" panose="020B0604020202020204" pitchFamily="34" charset="0"/>
              </a:endParaRPr>
            </a:p>
            <a:p>
              <a:pPr algn="ctr"/>
              <a:r>
                <a:rPr lang="en-US" sz="1400">
                  <a:solidFill>
                    <a:srgbClr val="C00000"/>
                  </a:solidFill>
                  <a:latin typeface="Arial" panose="020B0604020202020204" pitchFamily="34" charset="0"/>
                  <a:cs typeface="Arial" panose="020B0604020202020204" pitchFamily="34" charset="0"/>
                </a:rPr>
                <a:t>Show the risk and show how our current solution addresses the risk associated with it.</a:t>
              </a:r>
            </a:p>
          </p:txBody>
        </p:sp>
      </p:grpSp>
      <p:sp>
        <p:nvSpPr>
          <p:cNvPr id="22" name="Rectangle 21">
            <a:extLst>
              <a:ext uri="{FF2B5EF4-FFF2-40B4-BE49-F238E27FC236}">
                <a16:creationId xmlns:a16="http://schemas.microsoft.com/office/drawing/2014/main" id="{A1B8B30C-CB0D-404A-BF5C-9BF9F1D27FB2}"/>
              </a:ext>
            </a:extLst>
          </p:cNvPr>
          <p:cNvSpPr/>
          <p:nvPr/>
        </p:nvSpPr>
        <p:spPr>
          <a:xfrm>
            <a:off x="198663" y="606907"/>
            <a:ext cx="2083949" cy="658770"/>
          </a:xfrm>
          <a:prstGeom prst="rect">
            <a:avLst/>
          </a:prstGeom>
        </p:spPr>
        <p:txBody>
          <a:bodyPr wrap="square">
            <a:spAutoFit/>
          </a:bodyPr>
          <a:lstStyle/>
          <a:p>
            <a:pPr lvl="0" algn="ctr">
              <a:lnSpc>
                <a:spcPct val="106000"/>
              </a:lnSpc>
              <a:defRPr/>
            </a:pPr>
            <a:r>
              <a:rPr lang="en-US" b="1" dirty="0">
                <a:solidFill>
                  <a:schemeClr val="bg2">
                    <a:lumMod val="25000"/>
                  </a:schemeClr>
                </a:solidFill>
                <a:latin typeface="Arial" panose="020B0604020202020204" pitchFamily="34" charset="0"/>
                <a:cs typeface="Arial" panose="020B0604020202020204" pitchFamily="34" charset="0"/>
              </a:rPr>
              <a:t>Society is changing</a:t>
            </a:r>
            <a:endParaRPr lang="en-US" dirty="0">
              <a:solidFill>
                <a:schemeClr val="bg2">
                  <a:lumMod val="25000"/>
                </a:schemeClr>
              </a:solidFill>
              <a:latin typeface="Arial" panose="020B0604020202020204" pitchFamily="34" charset="0"/>
              <a:cs typeface="Arial" panose="020B0604020202020204" pitchFamily="34" charset="0"/>
            </a:endParaRPr>
          </a:p>
        </p:txBody>
      </p:sp>
      <p:sp>
        <p:nvSpPr>
          <p:cNvPr id="213" name="Rectangle 212">
            <a:extLst>
              <a:ext uri="{FF2B5EF4-FFF2-40B4-BE49-F238E27FC236}">
                <a16:creationId xmlns:a16="http://schemas.microsoft.com/office/drawing/2014/main" id="{D4503739-29FD-ED41-BDF3-32818835C787}"/>
              </a:ext>
            </a:extLst>
          </p:cNvPr>
          <p:cNvSpPr/>
          <p:nvPr/>
        </p:nvSpPr>
        <p:spPr>
          <a:xfrm>
            <a:off x="8182423" y="724681"/>
            <a:ext cx="2083949" cy="658770"/>
          </a:xfrm>
          <a:prstGeom prst="rect">
            <a:avLst/>
          </a:prstGeom>
        </p:spPr>
        <p:txBody>
          <a:bodyPr wrap="square">
            <a:spAutoFit/>
          </a:bodyPr>
          <a:lstStyle/>
          <a:p>
            <a:pPr lvl="0" algn="ctr">
              <a:lnSpc>
                <a:spcPct val="106000"/>
              </a:lnSpc>
              <a:defRPr/>
            </a:pPr>
            <a:r>
              <a:rPr lang="en-US" b="1">
                <a:solidFill>
                  <a:schemeClr val="bg2">
                    <a:lumMod val="25000"/>
                  </a:schemeClr>
                </a:solidFill>
                <a:latin typeface="Arial" panose="020B0604020202020204" pitchFamily="34" charset="0"/>
                <a:cs typeface="Arial" panose="020B0604020202020204" pitchFamily="34" charset="0"/>
              </a:rPr>
              <a:t>Who is parcel happiest with?</a:t>
            </a:r>
            <a:endParaRPr lang="en-US">
              <a:solidFill>
                <a:schemeClr val="bg2">
                  <a:lumMod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1946154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 name="Rounded Rectangle 168">
            <a:extLst>
              <a:ext uri="{FF2B5EF4-FFF2-40B4-BE49-F238E27FC236}">
                <a16:creationId xmlns:a16="http://schemas.microsoft.com/office/drawing/2014/main" id="{EFBCD6DF-82D8-5E40-8FFC-F8F159434104}"/>
              </a:ext>
            </a:extLst>
          </p:cNvPr>
          <p:cNvSpPr/>
          <p:nvPr/>
        </p:nvSpPr>
        <p:spPr>
          <a:xfrm>
            <a:off x="9093281" y="5482557"/>
            <a:ext cx="2927099" cy="435885"/>
          </a:xfrm>
          <a:prstGeom prst="roundRect">
            <a:avLst/>
          </a:prstGeom>
          <a:solidFill>
            <a:srgbClr val="6201CE">
              <a:alpha val="51000"/>
            </a:srgb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IN" sz="1200">
                <a:solidFill>
                  <a:schemeClr val="bg1"/>
                </a:solidFill>
                <a:latin typeface="Calibri" panose="020F0502020204030204" pitchFamily="34" charset="0"/>
                <a:cs typeface="Calibri" panose="020F0502020204030204" pitchFamily="34" charset="0"/>
              </a:rPr>
              <a:t>Deep Metrics: Impact tracking across decarbonization levers</a:t>
            </a:r>
            <a:endParaRPr lang="en-US" sz="1200">
              <a:solidFill>
                <a:schemeClr val="bg1"/>
              </a:solidFill>
              <a:latin typeface="Calibri" panose="020F0502020204030204" pitchFamily="34" charset="0"/>
              <a:cs typeface="Calibri" panose="020F0502020204030204" pitchFamily="34" charset="0"/>
            </a:endParaRPr>
          </a:p>
        </p:txBody>
      </p:sp>
      <p:sp>
        <p:nvSpPr>
          <p:cNvPr id="134" name="Rounded Rectangle 133">
            <a:extLst>
              <a:ext uri="{FF2B5EF4-FFF2-40B4-BE49-F238E27FC236}">
                <a16:creationId xmlns:a16="http://schemas.microsoft.com/office/drawing/2014/main" id="{E2B5EF2E-29C0-C042-98DE-5C500FA33C17}"/>
              </a:ext>
            </a:extLst>
          </p:cNvPr>
          <p:cNvSpPr/>
          <p:nvPr/>
        </p:nvSpPr>
        <p:spPr>
          <a:xfrm>
            <a:off x="9103692" y="3927795"/>
            <a:ext cx="2927099" cy="411170"/>
          </a:xfrm>
          <a:prstGeom prst="roundRect">
            <a:avLst/>
          </a:prstGeom>
          <a:solidFill>
            <a:srgbClr val="B452AC">
              <a:alpha val="51000"/>
            </a:srgb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IN" sz="1200">
                <a:solidFill>
                  <a:schemeClr val="bg1"/>
                </a:solidFill>
                <a:latin typeface="Calibri" panose="020F0502020204030204" pitchFamily="34" charset="0"/>
                <a:cs typeface="Calibri" panose="020F0502020204030204" pitchFamily="34" charset="0"/>
              </a:rPr>
              <a:t>Open Dialogue: Transparent comm. amongst all stakeholders for dynamic </a:t>
            </a:r>
            <a:r>
              <a:rPr lang="en-IN" sz="1200" err="1">
                <a:solidFill>
                  <a:schemeClr val="bg1"/>
                </a:solidFill>
                <a:latin typeface="Calibri" panose="020F0502020204030204" pitchFamily="34" charset="0"/>
                <a:cs typeface="Calibri" panose="020F0502020204030204" pitchFamily="34" charset="0"/>
              </a:rPr>
              <a:t>alloc</a:t>
            </a:r>
            <a:r>
              <a:rPr lang="en-IN" sz="1200">
                <a:solidFill>
                  <a:schemeClr val="bg1"/>
                </a:solidFill>
                <a:latin typeface="Calibri" panose="020F0502020204030204" pitchFamily="34" charset="0"/>
                <a:cs typeface="Calibri" panose="020F0502020204030204" pitchFamily="34" charset="0"/>
              </a:rPr>
              <a:t>. </a:t>
            </a:r>
            <a:endParaRPr lang="en-US" sz="1200">
              <a:solidFill>
                <a:schemeClr val="bg1"/>
              </a:solidFill>
              <a:latin typeface="Calibri" panose="020F0502020204030204" pitchFamily="34" charset="0"/>
              <a:cs typeface="Calibri" panose="020F0502020204030204" pitchFamily="34" charset="0"/>
            </a:endParaRPr>
          </a:p>
        </p:txBody>
      </p:sp>
      <p:sp>
        <p:nvSpPr>
          <p:cNvPr id="133" name="Rounded Rectangle 132">
            <a:extLst>
              <a:ext uri="{FF2B5EF4-FFF2-40B4-BE49-F238E27FC236}">
                <a16:creationId xmlns:a16="http://schemas.microsoft.com/office/drawing/2014/main" id="{E7F82A39-85F9-5F46-B8EF-59434F2CCFA7}"/>
              </a:ext>
            </a:extLst>
          </p:cNvPr>
          <p:cNvSpPr/>
          <p:nvPr/>
        </p:nvSpPr>
        <p:spPr>
          <a:xfrm>
            <a:off x="9110175" y="3455187"/>
            <a:ext cx="2927099" cy="411170"/>
          </a:xfrm>
          <a:prstGeom prst="roundRect">
            <a:avLst/>
          </a:prstGeom>
          <a:solidFill>
            <a:srgbClr val="7A7A6B">
              <a:alpha val="55000"/>
            </a:srgb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a:solidFill>
                  <a:schemeClr val="bg1"/>
                </a:solidFill>
                <a:latin typeface="Calibri" panose="020F0502020204030204" pitchFamily="34" charset="0"/>
                <a:cs typeface="Calibri" panose="020F0502020204030204" pitchFamily="34" charset="0"/>
              </a:rPr>
              <a:t>Tangible Empathy: Flexibility along the SC allows scope for variability</a:t>
            </a:r>
          </a:p>
        </p:txBody>
      </p:sp>
      <p:sp>
        <p:nvSpPr>
          <p:cNvPr id="189" name="Rectangle 188">
            <a:extLst>
              <a:ext uri="{FF2B5EF4-FFF2-40B4-BE49-F238E27FC236}">
                <a16:creationId xmlns:a16="http://schemas.microsoft.com/office/drawing/2014/main" id="{648A7411-C23B-A84F-BC77-1A0FBBFB959A}"/>
              </a:ext>
            </a:extLst>
          </p:cNvPr>
          <p:cNvSpPr/>
          <p:nvPr/>
        </p:nvSpPr>
        <p:spPr>
          <a:xfrm>
            <a:off x="3849561" y="4850116"/>
            <a:ext cx="1710569" cy="1112107"/>
          </a:xfrm>
          <a:prstGeom prst="rect">
            <a:avLst/>
          </a:prstGeom>
          <a:noFill/>
          <a:ln>
            <a:solidFill>
              <a:srgbClr val="55247C"/>
            </a:solidFill>
            <a:prstDash val="dash"/>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accent6">
                  <a:lumMod val="75000"/>
                </a:schemeClr>
              </a:solidFill>
              <a:latin typeface="Calibri" panose="020F0502020204030204" pitchFamily="34" charset="0"/>
              <a:cs typeface="Calibri" panose="020F0502020204030204" pitchFamily="34" charset="0"/>
            </a:endParaRPr>
          </a:p>
        </p:txBody>
      </p:sp>
      <p:sp>
        <p:nvSpPr>
          <p:cNvPr id="190" name="Rectangle 189">
            <a:extLst>
              <a:ext uri="{FF2B5EF4-FFF2-40B4-BE49-F238E27FC236}">
                <a16:creationId xmlns:a16="http://schemas.microsoft.com/office/drawing/2014/main" id="{68546D97-2707-4547-8DE6-0F400B1CEFC4}"/>
              </a:ext>
            </a:extLst>
          </p:cNvPr>
          <p:cNvSpPr/>
          <p:nvPr/>
        </p:nvSpPr>
        <p:spPr>
          <a:xfrm>
            <a:off x="5587542" y="4848236"/>
            <a:ext cx="1483249" cy="1112107"/>
          </a:xfrm>
          <a:prstGeom prst="rect">
            <a:avLst/>
          </a:prstGeom>
          <a:noFill/>
          <a:ln>
            <a:solidFill>
              <a:srgbClr val="55247C"/>
            </a:solidFill>
            <a:prstDash val="dash"/>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accent6">
                  <a:lumMod val="75000"/>
                </a:schemeClr>
              </a:solidFill>
              <a:latin typeface="Calibri" panose="020F0502020204030204" pitchFamily="34" charset="0"/>
              <a:cs typeface="Calibri" panose="020F0502020204030204" pitchFamily="34" charset="0"/>
            </a:endParaRPr>
          </a:p>
        </p:txBody>
      </p:sp>
      <p:sp>
        <p:nvSpPr>
          <p:cNvPr id="191" name="Rectangle 190">
            <a:extLst>
              <a:ext uri="{FF2B5EF4-FFF2-40B4-BE49-F238E27FC236}">
                <a16:creationId xmlns:a16="http://schemas.microsoft.com/office/drawing/2014/main" id="{BDC1B885-44F7-4440-BD1B-36B67EFCA64F}"/>
              </a:ext>
            </a:extLst>
          </p:cNvPr>
          <p:cNvSpPr/>
          <p:nvPr/>
        </p:nvSpPr>
        <p:spPr>
          <a:xfrm>
            <a:off x="7136437" y="4848236"/>
            <a:ext cx="1561120" cy="1112107"/>
          </a:xfrm>
          <a:prstGeom prst="rect">
            <a:avLst/>
          </a:prstGeom>
          <a:noFill/>
          <a:ln>
            <a:solidFill>
              <a:srgbClr val="55247C"/>
            </a:solidFill>
            <a:prstDash val="dash"/>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accent6">
                  <a:lumMod val="75000"/>
                </a:schemeClr>
              </a:solidFill>
              <a:latin typeface="Calibri" panose="020F0502020204030204" pitchFamily="34" charset="0"/>
              <a:cs typeface="Calibri" panose="020F0502020204030204" pitchFamily="34" charset="0"/>
            </a:endParaRPr>
          </a:p>
        </p:txBody>
      </p:sp>
      <p:sp>
        <p:nvSpPr>
          <p:cNvPr id="192" name="Triangle 99">
            <a:extLst>
              <a:ext uri="{FF2B5EF4-FFF2-40B4-BE49-F238E27FC236}">
                <a16:creationId xmlns:a16="http://schemas.microsoft.com/office/drawing/2014/main" id="{6EC6B140-213B-4142-9768-25E0BC54A7ED}"/>
              </a:ext>
            </a:extLst>
          </p:cNvPr>
          <p:cNvSpPr/>
          <p:nvPr/>
        </p:nvSpPr>
        <p:spPr>
          <a:xfrm>
            <a:off x="6682366" y="4540233"/>
            <a:ext cx="2015191" cy="308002"/>
          </a:xfrm>
          <a:custGeom>
            <a:avLst/>
            <a:gdLst>
              <a:gd name="connsiteX0" fmla="*/ 0 w 1134031"/>
              <a:gd name="connsiteY0" fmla="*/ 184435 h 184435"/>
              <a:gd name="connsiteX1" fmla="*/ 567016 w 1134031"/>
              <a:gd name="connsiteY1" fmla="*/ 0 h 184435"/>
              <a:gd name="connsiteX2" fmla="*/ 1134031 w 1134031"/>
              <a:gd name="connsiteY2" fmla="*/ 184435 h 184435"/>
              <a:gd name="connsiteX3" fmla="*/ 0 w 1134031"/>
              <a:gd name="connsiteY3" fmla="*/ 184435 h 184435"/>
              <a:gd name="connsiteX0" fmla="*/ 312785 w 1446816"/>
              <a:gd name="connsiteY0" fmla="*/ 308002 h 308002"/>
              <a:gd name="connsiteX1" fmla="*/ 0 w 1446816"/>
              <a:gd name="connsiteY1" fmla="*/ 0 h 308002"/>
              <a:gd name="connsiteX2" fmla="*/ 1446816 w 1446816"/>
              <a:gd name="connsiteY2" fmla="*/ 308002 h 308002"/>
              <a:gd name="connsiteX3" fmla="*/ 312785 w 1446816"/>
              <a:gd name="connsiteY3" fmla="*/ 308002 h 308002"/>
            </a:gdLst>
            <a:ahLst/>
            <a:cxnLst>
              <a:cxn ang="0">
                <a:pos x="connsiteX0" y="connsiteY0"/>
              </a:cxn>
              <a:cxn ang="0">
                <a:pos x="connsiteX1" y="connsiteY1"/>
              </a:cxn>
              <a:cxn ang="0">
                <a:pos x="connsiteX2" y="connsiteY2"/>
              </a:cxn>
              <a:cxn ang="0">
                <a:pos x="connsiteX3" y="connsiteY3"/>
              </a:cxn>
            </a:cxnLst>
            <a:rect l="l" t="t" r="r" b="b"/>
            <a:pathLst>
              <a:path w="1446816" h="308002">
                <a:moveTo>
                  <a:pt x="312785" y="308002"/>
                </a:moveTo>
                <a:lnTo>
                  <a:pt x="0" y="0"/>
                </a:lnTo>
                <a:lnTo>
                  <a:pt x="1446816" y="308002"/>
                </a:lnTo>
                <a:lnTo>
                  <a:pt x="312785" y="308002"/>
                </a:lnTo>
                <a:close/>
              </a:path>
            </a:pathLst>
          </a:custGeom>
          <a:noFill/>
          <a:ln>
            <a:solidFill>
              <a:srgbClr val="55247C"/>
            </a:solidFill>
            <a:prstDash val="dash"/>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accent6">
                  <a:lumMod val="75000"/>
                </a:schemeClr>
              </a:solidFill>
              <a:latin typeface="Calibri" panose="020F0502020204030204" pitchFamily="34" charset="0"/>
              <a:cs typeface="Calibri" panose="020F0502020204030204" pitchFamily="34" charset="0"/>
            </a:endParaRPr>
          </a:p>
        </p:txBody>
      </p:sp>
      <p:sp>
        <p:nvSpPr>
          <p:cNvPr id="193" name="Triangle 101">
            <a:extLst>
              <a:ext uri="{FF2B5EF4-FFF2-40B4-BE49-F238E27FC236}">
                <a16:creationId xmlns:a16="http://schemas.microsoft.com/office/drawing/2014/main" id="{9ADF29C9-C755-6A44-9F28-88D29F909925}"/>
              </a:ext>
            </a:extLst>
          </p:cNvPr>
          <p:cNvSpPr/>
          <p:nvPr/>
        </p:nvSpPr>
        <p:spPr>
          <a:xfrm>
            <a:off x="3857983" y="4514983"/>
            <a:ext cx="1977900" cy="333252"/>
          </a:xfrm>
          <a:custGeom>
            <a:avLst/>
            <a:gdLst>
              <a:gd name="connsiteX0" fmla="*/ 0 w 1134031"/>
              <a:gd name="connsiteY0" fmla="*/ 254168 h 254168"/>
              <a:gd name="connsiteX1" fmla="*/ 567016 w 1134031"/>
              <a:gd name="connsiteY1" fmla="*/ 0 h 254168"/>
              <a:gd name="connsiteX2" fmla="*/ 1134031 w 1134031"/>
              <a:gd name="connsiteY2" fmla="*/ 254168 h 254168"/>
              <a:gd name="connsiteX3" fmla="*/ 0 w 1134031"/>
              <a:gd name="connsiteY3" fmla="*/ 254168 h 254168"/>
              <a:gd name="connsiteX0" fmla="*/ 0 w 1318306"/>
              <a:gd name="connsiteY0" fmla="*/ 333252 h 333252"/>
              <a:gd name="connsiteX1" fmla="*/ 1318306 w 1318306"/>
              <a:gd name="connsiteY1" fmla="*/ 0 h 333252"/>
              <a:gd name="connsiteX2" fmla="*/ 1134031 w 1318306"/>
              <a:gd name="connsiteY2" fmla="*/ 333252 h 333252"/>
              <a:gd name="connsiteX3" fmla="*/ 0 w 1318306"/>
              <a:gd name="connsiteY3" fmla="*/ 333252 h 333252"/>
            </a:gdLst>
            <a:ahLst/>
            <a:cxnLst>
              <a:cxn ang="0">
                <a:pos x="connsiteX0" y="connsiteY0"/>
              </a:cxn>
              <a:cxn ang="0">
                <a:pos x="connsiteX1" y="connsiteY1"/>
              </a:cxn>
              <a:cxn ang="0">
                <a:pos x="connsiteX2" y="connsiteY2"/>
              </a:cxn>
              <a:cxn ang="0">
                <a:pos x="connsiteX3" y="connsiteY3"/>
              </a:cxn>
            </a:cxnLst>
            <a:rect l="l" t="t" r="r" b="b"/>
            <a:pathLst>
              <a:path w="1318306" h="333252">
                <a:moveTo>
                  <a:pt x="0" y="333252"/>
                </a:moveTo>
                <a:lnTo>
                  <a:pt x="1318306" y="0"/>
                </a:lnTo>
                <a:lnTo>
                  <a:pt x="1134031" y="333252"/>
                </a:lnTo>
                <a:lnTo>
                  <a:pt x="0" y="333252"/>
                </a:lnTo>
                <a:close/>
              </a:path>
            </a:pathLst>
          </a:custGeom>
          <a:noFill/>
          <a:ln>
            <a:solidFill>
              <a:srgbClr val="55247C"/>
            </a:solidFill>
            <a:prstDash val="dash"/>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accent6">
                  <a:lumMod val="75000"/>
                </a:schemeClr>
              </a:solidFill>
              <a:latin typeface="Calibri" panose="020F0502020204030204" pitchFamily="34" charset="0"/>
              <a:cs typeface="Calibri" panose="020F0502020204030204" pitchFamily="34" charset="0"/>
            </a:endParaRPr>
          </a:p>
        </p:txBody>
      </p:sp>
      <p:sp>
        <p:nvSpPr>
          <p:cNvPr id="194" name="Triangle 102">
            <a:extLst>
              <a:ext uri="{FF2B5EF4-FFF2-40B4-BE49-F238E27FC236}">
                <a16:creationId xmlns:a16="http://schemas.microsoft.com/office/drawing/2014/main" id="{D7E24DE0-EF67-6F47-B64B-0C35114DB197}"/>
              </a:ext>
            </a:extLst>
          </p:cNvPr>
          <p:cNvSpPr/>
          <p:nvPr/>
        </p:nvSpPr>
        <p:spPr>
          <a:xfrm>
            <a:off x="5587542" y="4516812"/>
            <a:ext cx="1483249" cy="329545"/>
          </a:xfrm>
          <a:custGeom>
            <a:avLst/>
            <a:gdLst>
              <a:gd name="connsiteX0" fmla="*/ 0 w 1137870"/>
              <a:gd name="connsiteY0" fmla="*/ 466705 h 466705"/>
              <a:gd name="connsiteX1" fmla="*/ 531533 w 1137870"/>
              <a:gd name="connsiteY1" fmla="*/ 0 h 466705"/>
              <a:gd name="connsiteX2" fmla="*/ 1137870 w 1137870"/>
              <a:gd name="connsiteY2" fmla="*/ 466705 h 466705"/>
              <a:gd name="connsiteX3" fmla="*/ 0 w 1137870"/>
              <a:gd name="connsiteY3" fmla="*/ 466705 h 466705"/>
              <a:gd name="connsiteX0" fmla="*/ 0 w 1137870"/>
              <a:gd name="connsiteY0" fmla="*/ 308763 h 308763"/>
              <a:gd name="connsiteX1" fmla="*/ 523221 w 1137870"/>
              <a:gd name="connsiteY1" fmla="*/ 0 h 308763"/>
              <a:gd name="connsiteX2" fmla="*/ 1137870 w 1137870"/>
              <a:gd name="connsiteY2" fmla="*/ 308763 h 308763"/>
              <a:gd name="connsiteX3" fmla="*/ 0 w 1137870"/>
              <a:gd name="connsiteY3" fmla="*/ 308763 h 308763"/>
              <a:gd name="connsiteX0" fmla="*/ 0 w 1137870"/>
              <a:gd name="connsiteY0" fmla="*/ 329545 h 329545"/>
              <a:gd name="connsiteX1" fmla="*/ 510752 w 1137870"/>
              <a:gd name="connsiteY1" fmla="*/ 0 h 329545"/>
              <a:gd name="connsiteX2" fmla="*/ 1137870 w 1137870"/>
              <a:gd name="connsiteY2" fmla="*/ 329545 h 329545"/>
              <a:gd name="connsiteX3" fmla="*/ 0 w 1137870"/>
              <a:gd name="connsiteY3" fmla="*/ 329545 h 329545"/>
            </a:gdLst>
            <a:ahLst/>
            <a:cxnLst>
              <a:cxn ang="0">
                <a:pos x="connsiteX0" y="connsiteY0"/>
              </a:cxn>
              <a:cxn ang="0">
                <a:pos x="connsiteX1" y="connsiteY1"/>
              </a:cxn>
              <a:cxn ang="0">
                <a:pos x="connsiteX2" y="connsiteY2"/>
              </a:cxn>
              <a:cxn ang="0">
                <a:pos x="connsiteX3" y="connsiteY3"/>
              </a:cxn>
            </a:cxnLst>
            <a:rect l="l" t="t" r="r" b="b"/>
            <a:pathLst>
              <a:path w="1137870" h="329545">
                <a:moveTo>
                  <a:pt x="0" y="329545"/>
                </a:moveTo>
                <a:lnTo>
                  <a:pt x="510752" y="0"/>
                </a:lnTo>
                <a:lnTo>
                  <a:pt x="1137870" y="329545"/>
                </a:lnTo>
                <a:lnTo>
                  <a:pt x="0" y="329545"/>
                </a:lnTo>
                <a:close/>
              </a:path>
            </a:pathLst>
          </a:custGeom>
          <a:noFill/>
          <a:ln>
            <a:solidFill>
              <a:srgbClr val="55247C"/>
            </a:solidFill>
            <a:prstDash val="dash"/>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solidFill>
                <a:schemeClr val="accent6">
                  <a:lumMod val="75000"/>
                </a:schemeClr>
              </a:solidFill>
              <a:latin typeface="Calibri" panose="020F0502020204030204" pitchFamily="34" charset="0"/>
              <a:cs typeface="Calibri" panose="020F0502020204030204" pitchFamily="34" charset="0"/>
            </a:endParaRPr>
          </a:p>
        </p:txBody>
      </p:sp>
      <p:sp>
        <p:nvSpPr>
          <p:cNvPr id="3" name="Rectangle 2">
            <a:extLst>
              <a:ext uri="{FF2B5EF4-FFF2-40B4-BE49-F238E27FC236}">
                <a16:creationId xmlns:a16="http://schemas.microsoft.com/office/drawing/2014/main" id="{07DA5241-D6D8-2044-A378-BB3D49B1B8B2}"/>
              </a:ext>
            </a:extLst>
          </p:cNvPr>
          <p:cNvSpPr/>
          <p:nvPr/>
        </p:nvSpPr>
        <p:spPr>
          <a:xfrm>
            <a:off x="3757080" y="618066"/>
            <a:ext cx="5082166" cy="3759190"/>
          </a:xfrm>
          <a:prstGeom prst="rect">
            <a:avLst/>
          </a:prstGeom>
          <a:noFill/>
          <a:ln w="19050">
            <a:solidFill>
              <a:schemeClr val="accent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latin typeface="Calibri" panose="020F0502020204030204" pitchFamily="34" charset="0"/>
              <a:cs typeface="Calibri" panose="020F0502020204030204" pitchFamily="34" charset="0"/>
            </a:endParaRPr>
          </a:p>
        </p:txBody>
      </p:sp>
      <p:sp>
        <p:nvSpPr>
          <p:cNvPr id="4" name="TextBox 3">
            <a:extLst>
              <a:ext uri="{FF2B5EF4-FFF2-40B4-BE49-F238E27FC236}">
                <a16:creationId xmlns:a16="http://schemas.microsoft.com/office/drawing/2014/main" id="{9DA7CEF5-1A12-734E-ADC8-375BE716C8B8}"/>
              </a:ext>
            </a:extLst>
          </p:cNvPr>
          <p:cNvSpPr txBox="1"/>
          <p:nvPr/>
        </p:nvSpPr>
        <p:spPr>
          <a:xfrm>
            <a:off x="4335021" y="560633"/>
            <a:ext cx="3906982" cy="221702"/>
          </a:xfrm>
          <a:prstGeom prst="rect">
            <a:avLst/>
          </a:prstGeom>
          <a:solidFill>
            <a:schemeClr val="bg1"/>
          </a:solidFill>
        </p:spPr>
        <p:txBody>
          <a:bodyPr wrap="none" lIns="0" tIns="0" rIns="0" bIns="0" rtlCol="0">
            <a:noAutofit/>
          </a:bodyPr>
          <a:lstStyle/>
          <a:p>
            <a:pPr algn="ctr" defTabSz="190492">
              <a:spcAft>
                <a:spcPts val="1000"/>
              </a:spcAft>
            </a:pPr>
            <a:r>
              <a:rPr lang="en-US" sz="1200" b="1">
                <a:solidFill>
                  <a:schemeClr val="accent1"/>
                </a:solidFill>
                <a:latin typeface="Calibri" panose="020F0502020204030204" pitchFamily="34" charset="0"/>
                <a:cs typeface="Calibri" panose="020F0502020204030204" pitchFamily="34" charset="0"/>
              </a:rPr>
              <a:t>A P2P network to enforce social conscientiousness</a:t>
            </a:r>
            <a:endParaRPr lang="en-US" sz="1167" b="1">
              <a:solidFill>
                <a:schemeClr val="accent1"/>
              </a:solidFill>
              <a:latin typeface="Calibri" panose="020F0502020204030204" pitchFamily="34" charset="0"/>
              <a:cs typeface="Calibri" panose="020F0502020204030204" pitchFamily="34" charset="0"/>
            </a:endParaRPr>
          </a:p>
        </p:txBody>
      </p:sp>
      <p:sp>
        <p:nvSpPr>
          <p:cNvPr id="6" name="TextBox 5">
            <a:extLst>
              <a:ext uri="{FF2B5EF4-FFF2-40B4-BE49-F238E27FC236}">
                <a16:creationId xmlns:a16="http://schemas.microsoft.com/office/drawing/2014/main" id="{F8C5A2B0-4945-5C4F-A590-A8FEFDF69338}"/>
              </a:ext>
            </a:extLst>
          </p:cNvPr>
          <p:cNvSpPr txBox="1"/>
          <p:nvPr/>
        </p:nvSpPr>
        <p:spPr>
          <a:xfrm>
            <a:off x="4779836" y="4447313"/>
            <a:ext cx="2858334" cy="207058"/>
          </a:xfrm>
          <a:prstGeom prst="rect">
            <a:avLst/>
          </a:prstGeom>
          <a:solidFill>
            <a:schemeClr val="bg1"/>
          </a:solidFill>
        </p:spPr>
        <p:txBody>
          <a:bodyPr wrap="none" lIns="0" tIns="0" rIns="0" bIns="0" rtlCol="0">
            <a:noAutofit/>
          </a:bodyPr>
          <a:lstStyle/>
          <a:p>
            <a:pPr algn="ctr" defTabSz="190492">
              <a:spcAft>
                <a:spcPts val="1000"/>
              </a:spcAft>
            </a:pPr>
            <a:r>
              <a:rPr lang="en-US" sz="1167" b="1">
                <a:solidFill>
                  <a:schemeClr val="accent1"/>
                </a:solidFill>
                <a:latin typeface="Calibri" panose="020F0502020204030204" pitchFamily="34" charset="0"/>
                <a:cs typeface="Calibri" panose="020F0502020204030204" pitchFamily="34" charset="0"/>
              </a:rPr>
              <a:t>Tenets of the buddy-driven ecosystem </a:t>
            </a:r>
          </a:p>
        </p:txBody>
      </p:sp>
      <p:sp>
        <p:nvSpPr>
          <p:cNvPr id="7" name="Rectangle 6">
            <a:extLst>
              <a:ext uri="{FF2B5EF4-FFF2-40B4-BE49-F238E27FC236}">
                <a16:creationId xmlns:a16="http://schemas.microsoft.com/office/drawing/2014/main" id="{BEA96FBC-150E-2641-8D46-CA4BC3C15B64}"/>
              </a:ext>
            </a:extLst>
          </p:cNvPr>
          <p:cNvSpPr/>
          <p:nvPr/>
        </p:nvSpPr>
        <p:spPr>
          <a:xfrm>
            <a:off x="8938724" y="1948901"/>
            <a:ext cx="3172603" cy="4057616"/>
          </a:xfrm>
          <a:prstGeom prst="rect">
            <a:avLst/>
          </a:prstGeom>
          <a:noFill/>
          <a:ln w="19050">
            <a:solidFill>
              <a:schemeClr val="accent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latin typeface="Calibri" panose="020F0502020204030204" pitchFamily="34" charset="0"/>
              <a:cs typeface="Calibri" panose="020F0502020204030204" pitchFamily="34" charset="0"/>
            </a:endParaRPr>
          </a:p>
        </p:txBody>
      </p:sp>
      <p:sp>
        <p:nvSpPr>
          <p:cNvPr id="8" name="TextBox 7">
            <a:extLst>
              <a:ext uri="{FF2B5EF4-FFF2-40B4-BE49-F238E27FC236}">
                <a16:creationId xmlns:a16="http://schemas.microsoft.com/office/drawing/2014/main" id="{92C36C34-165B-2F46-B884-7FA224EF490B}"/>
              </a:ext>
            </a:extLst>
          </p:cNvPr>
          <p:cNvSpPr txBox="1"/>
          <p:nvPr/>
        </p:nvSpPr>
        <p:spPr>
          <a:xfrm>
            <a:off x="9167494" y="1902086"/>
            <a:ext cx="2627746" cy="259016"/>
          </a:xfrm>
          <a:prstGeom prst="rect">
            <a:avLst/>
          </a:prstGeom>
          <a:solidFill>
            <a:schemeClr val="bg1"/>
          </a:solidFill>
        </p:spPr>
        <p:txBody>
          <a:bodyPr wrap="none" lIns="0" tIns="0" rIns="0" bIns="0" rtlCol="0">
            <a:noAutofit/>
          </a:bodyPr>
          <a:lstStyle/>
          <a:p>
            <a:pPr algn="ctr" defTabSz="190492">
              <a:spcAft>
                <a:spcPts val="1000"/>
              </a:spcAft>
            </a:pPr>
            <a:r>
              <a:rPr lang="en-US" sz="1167" b="1">
                <a:solidFill>
                  <a:schemeClr val="accent1"/>
                </a:solidFill>
                <a:latin typeface="Calibri" panose="020F0502020204030204" pitchFamily="34" charset="0"/>
                <a:cs typeface="Calibri" panose="020F0502020204030204" pitchFamily="34" charset="0"/>
              </a:rPr>
              <a:t>Sustainability is in the ecosystem’s DNA</a:t>
            </a:r>
          </a:p>
        </p:txBody>
      </p:sp>
      <p:sp>
        <p:nvSpPr>
          <p:cNvPr id="12" name="Rectangle 11">
            <a:extLst>
              <a:ext uri="{FF2B5EF4-FFF2-40B4-BE49-F238E27FC236}">
                <a16:creationId xmlns:a16="http://schemas.microsoft.com/office/drawing/2014/main" id="{08F6513D-2E45-3F48-A60F-3145C2FCC6ED}"/>
              </a:ext>
            </a:extLst>
          </p:cNvPr>
          <p:cNvSpPr/>
          <p:nvPr/>
        </p:nvSpPr>
        <p:spPr>
          <a:xfrm>
            <a:off x="25377" y="618065"/>
            <a:ext cx="3632223" cy="1235902"/>
          </a:xfrm>
          <a:prstGeom prst="rect">
            <a:avLst/>
          </a:prstGeom>
          <a:noFill/>
          <a:ln w="19050">
            <a:solidFill>
              <a:schemeClr val="accent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latin typeface="Calibri" panose="020F0502020204030204" pitchFamily="34" charset="0"/>
              <a:cs typeface="Calibri" panose="020F0502020204030204" pitchFamily="34" charset="0"/>
            </a:endParaRPr>
          </a:p>
        </p:txBody>
      </p:sp>
      <p:sp>
        <p:nvSpPr>
          <p:cNvPr id="13" name="TextBox 12">
            <a:extLst>
              <a:ext uri="{FF2B5EF4-FFF2-40B4-BE49-F238E27FC236}">
                <a16:creationId xmlns:a16="http://schemas.microsoft.com/office/drawing/2014/main" id="{3EB7953E-88EA-3246-99D7-8C81DFC5A797}"/>
              </a:ext>
            </a:extLst>
          </p:cNvPr>
          <p:cNvSpPr txBox="1"/>
          <p:nvPr/>
        </p:nvSpPr>
        <p:spPr>
          <a:xfrm>
            <a:off x="663916" y="558695"/>
            <a:ext cx="2249003" cy="250021"/>
          </a:xfrm>
          <a:prstGeom prst="rect">
            <a:avLst/>
          </a:prstGeom>
          <a:solidFill>
            <a:schemeClr val="bg1"/>
          </a:solidFill>
        </p:spPr>
        <p:txBody>
          <a:bodyPr wrap="none" lIns="0" tIns="0" rIns="0" bIns="0" rtlCol="0">
            <a:noAutofit/>
          </a:bodyPr>
          <a:lstStyle/>
          <a:p>
            <a:pPr algn="ctr" defTabSz="190492">
              <a:spcAft>
                <a:spcPts val="1000"/>
              </a:spcAft>
            </a:pPr>
            <a:r>
              <a:rPr lang="en-US" sz="1167" b="1">
                <a:solidFill>
                  <a:schemeClr val="accent1"/>
                </a:solidFill>
                <a:latin typeface="Calibri" panose="020F0502020204030204" pitchFamily="34" charset="0"/>
                <a:cs typeface="Calibri" panose="020F0502020204030204" pitchFamily="34" charset="0"/>
              </a:rPr>
              <a:t>Who could be a buddy?</a:t>
            </a:r>
          </a:p>
        </p:txBody>
      </p:sp>
      <p:sp>
        <p:nvSpPr>
          <p:cNvPr id="14" name="Rectangle 13">
            <a:extLst>
              <a:ext uri="{FF2B5EF4-FFF2-40B4-BE49-F238E27FC236}">
                <a16:creationId xmlns:a16="http://schemas.microsoft.com/office/drawing/2014/main" id="{0327A82A-4FF0-904D-8CC7-EB1D71FE2252}"/>
              </a:ext>
            </a:extLst>
          </p:cNvPr>
          <p:cNvSpPr/>
          <p:nvPr/>
        </p:nvSpPr>
        <p:spPr>
          <a:xfrm>
            <a:off x="25377" y="2037209"/>
            <a:ext cx="3632223" cy="1134296"/>
          </a:xfrm>
          <a:prstGeom prst="rect">
            <a:avLst/>
          </a:prstGeom>
          <a:noFill/>
          <a:ln w="19050">
            <a:solidFill>
              <a:schemeClr val="accent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latin typeface="Calibri" panose="020F0502020204030204" pitchFamily="34" charset="0"/>
              <a:cs typeface="Calibri" panose="020F0502020204030204" pitchFamily="34" charset="0"/>
            </a:endParaRPr>
          </a:p>
        </p:txBody>
      </p:sp>
      <p:sp>
        <p:nvSpPr>
          <p:cNvPr id="15" name="TextBox 14">
            <a:extLst>
              <a:ext uri="{FF2B5EF4-FFF2-40B4-BE49-F238E27FC236}">
                <a16:creationId xmlns:a16="http://schemas.microsoft.com/office/drawing/2014/main" id="{FD85DB80-CA6F-714B-967B-C46689AF2FF9}"/>
              </a:ext>
            </a:extLst>
          </p:cNvPr>
          <p:cNvSpPr txBox="1"/>
          <p:nvPr/>
        </p:nvSpPr>
        <p:spPr>
          <a:xfrm>
            <a:off x="682532" y="1956584"/>
            <a:ext cx="2249003" cy="167119"/>
          </a:xfrm>
          <a:prstGeom prst="rect">
            <a:avLst/>
          </a:prstGeom>
          <a:solidFill>
            <a:schemeClr val="bg1"/>
          </a:solidFill>
        </p:spPr>
        <p:txBody>
          <a:bodyPr wrap="none" lIns="0" tIns="0" rIns="0" bIns="0" rtlCol="0">
            <a:noAutofit/>
          </a:bodyPr>
          <a:lstStyle/>
          <a:p>
            <a:pPr algn="ctr" defTabSz="190492">
              <a:spcAft>
                <a:spcPts val="1000"/>
              </a:spcAft>
            </a:pPr>
            <a:r>
              <a:rPr lang="en-US" sz="1167" b="1">
                <a:solidFill>
                  <a:schemeClr val="accent1"/>
                </a:solidFill>
                <a:latin typeface="Calibri" panose="020F0502020204030204" pitchFamily="34" charset="0"/>
                <a:cs typeface="Calibri" panose="020F0502020204030204" pitchFamily="34" charset="0"/>
              </a:rPr>
              <a:t>The Buddy Cycle</a:t>
            </a:r>
          </a:p>
        </p:txBody>
      </p:sp>
      <p:sp>
        <p:nvSpPr>
          <p:cNvPr id="16" name="Rectangle 15">
            <a:extLst>
              <a:ext uri="{FF2B5EF4-FFF2-40B4-BE49-F238E27FC236}">
                <a16:creationId xmlns:a16="http://schemas.microsoft.com/office/drawing/2014/main" id="{4F57FA0F-B712-3B46-A936-04CE3FBEEF40}"/>
              </a:ext>
            </a:extLst>
          </p:cNvPr>
          <p:cNvSpPr/>
          <p:nvPr/>
        </p:nvSpPr>
        <p:spPr>
          <a:xfrm>
            <a:off x="25377" y="3288408"/>
            <a:ext cx="3632223" cy="1278775"/>
          </a:xfrm>
          <a:prstGeom prst="rect">
            <a:avLst/>
          </a:prstGeom>
          <a:noFill/>
          <a:ln w="19050">
            <a:solidFill>
              <a:schemeClr val="accent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latin typeface="Calibri" panose="020F0502020204030204" pitchFamily="34" charset="0"/>
              <a:cs typeface="Calibri" panose="020F0502020204030204" pitchFamily="34" charset="0"/>
            </a:endParaRPr>
          </a:p>
        </p:txBody>
      </p:sp>
      <p:sp>
        <p:nvSpPr>
          <p:cNvPr id="17" name="TextBox 16">
            <a:extLst>
              <a:ext uri="{FF2B5EF4-FFF2-40B4-BE49-F238E27FC236}">
                <a16:creationId xmlns:a16="http://schemas.microsoft.com/office/drawing/2014/main" id="{0729D518-7151-8941-9636-9D8495E96AE4}"/>
              </a:ext>
            </a:extLst>
          </p:cNvPr>
          <p:cNvSpPr txBox="1"/>
          <p:nvPr/>
        </p:nvSpPr>
        <p:spPr>
          <a:xfrm>
            <a:off x="682532" y="3207785"/>
            <a:ext cx="2249003" cy="221216"/>
          </a:xfrm>
          <a:prstGeom prst="rect">
            <a:avLst/>
          </a:prstGeom>
          <a:solidFill>
            <a:schemeClr val="bg1"/>
          </a:solidFill>
        </p:spPr>
        <p:txBody>
          <a:bodyPr wrap="none" lIns="0" tIns="0" rIns="0" bIns="0" rtlCol="0">
            <a:noAutofit/>
          </a:bodyPr>
          <a:lstStyle/>
          <a:p>
            <a:pPr algn="ctr" defTabSz="190492">
              <a:spcAft>
                <a:spcPts val="1000"/>
              </a:spcAft>
            </a:pPr>
            <a:r>
              <a:rPr lang="en-US" sz="1167" b="1">
                <a:solidFill>
                  <a:schemeClr val="accent1"/>
                </a:solidFill>
                <a:latin typeface="Calibri" panose="020F0502020204030204" pitchFamily="34" charset="0"/>
                <a:cs typeface="Calibri" panose="020F0502020204030204" pitchFamily="34" charset="0"/>
              </a:rPr>
              <a:t>Buddy Value Proposition</a:t>
            </a:r>
          </a:p>
        </p:txBody>
      </p:sp>
      <p:sp>
        <p:nvSpPr>
          <p:cNvPr id="18" name="Rectangle 17">
            <a:extLst>
              <a:ext uri="{FF2B5EF4-FFF2-40B4-BE49-F238E27FC236}">
                <a16:creationId xmlns:a16="http://schemas.microsoft.com/office/drawing/2014/main" id="{830F3D3C-D010-4044-A734-6F93E2DE5E8F}"/>
              </a:ext>
            </a:extLst>
          </p:cNvPr>
          <p:cNvSpPr/>
          <p:nvPr/>
        </p:nvSpPr>
        <p:spPr>
          <a:xfrm>
            <a:off x="25377" y="4727740"/>
            <a:ext cx="3632223" cy="1278775"/>
          </a:xfrm>
          <a:prstGeom prst="rect">
            <a:avLst/>
          </a:prstGeom>
          <a:noFill/>
          <a:ln w="19050">
            <a:solidFill>
              <a:schemeClr val="accent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latin typeface="Calibri" panose="020F0502020204030204" pitchFamily="34" charset="0"/>
              <a:cs typeface="Calibri" panose="020F0502020204030204" pitchFamily="34" charset="0"/>
            </a:endParaRPr>
          </a:p>
        </p:txBody>
      </p:sp>
      <p:sp>
        <p:nvSpPr>
          <p:cNvPr id="19" name="TextBox 18">
            <a:extLst>
              <a:ext uri="{FF2B5EF4-FFF2-40B4-BE49-F238E27FC236}">
                <a16:creationId xmlns:a16="http://schemas.microsoft.com/office/drawing/2014/main" id="{E599ECB1-A40D-F54D-A082-A5FF794D0B1B}"/>
              </a:ext>
            </a:extLst>
          </p:cNvPr>
          <p:cNvSpPr txBox="1"/>
          <p:nvPr/>
        </p:nvSpPr>
        <p:spPr>
          <a:xfrm>
            <a:off x="424873" y="4592252"/>
            <a:ext cx="2879925" cy="266629"/>
          </a:xfrm>
          <a:prstGeom prst="rect">
            <a:avLst/>
          </a:prstGeom>
          <a:solidFill>
            <a:schemeClr val="bg1"/>
          </a:solidFill>
        </p:spPr>
        <p:txBody>
          <a:bodyPr wrap="none" lIns="0" tIns="0" rIns="0" bIns="0" rtlCol="0">
            <a:noAutofit/>
          </a:bodyPr>
          <a:lstStyle/>
          <a:p>
            <a:pPr algn="ctr" defTabSz="190492">
              <a:spcAft>
                <a:spcPts val="1000"/>
              </a:spcAft>
            </a:pPr>
            <a:r>
              <a:rPr lang="en-US" sz="1167" b="1">
                <a:solidFill>
                  <a:schemeClr val="accent1"/>
                </a:solidFill>
                <a:latin typeface="Calibri" panose="020F0502020204030204" pitchFamily="34" charset="0"/>
                <a:cs typeface="Calibri" panose="020F0502020204030204" pitchFamily="34" charset="0"/>
              </a:rPr>
              <a:t>Building buddy incentives</a:t>
            </a:r>
          </a:p>
        </p:txBody>
      </p:sp>
      <p:pic>
        <p:nvPicPr>
          <p:cNvPr id="21" name="Picture 20">
            <a:extLst>
              <a:ext uri="{FF2B5EF4-FFF2-40B4-BE49-F238E27FC236}">
                <a16:creationId xmlns:a16="http://schemas.microsoft.com/office/drawing/2014/main" id="{03AC4F66-FD79-6543-A94C-C40A2531CEAD}"/>
              </a:ext>
            </a:extLst>
          </p:cNvPr>
          <p:cNvPicPr>
            <a:picLocks noChangeAspect="1"/>
          </p:cNvPicPr>
          <p:nvPr/>
        </p:nvPicPr>
        <p:blipFill>
          <a:blip r:embed="rId2"/>
          <a:stretch>
            <a:fillRect/>
          </a:stretch>
        </p:blipFill>
        <p:spPr>
          <a:xfrm>
            <a:off x="3956173" y="1344568"/>
            <a:ext cx="538297" cy="162330"/>
          </a:xfrm>
          <a:prstGeom prst="rect">
            <a:avLst/>
          </a:prstGeom>
        </p:spPr>
      </p:pic>
      <p:pic>
        <p:nvPicPr>
          <p:cNvPr id="22" name="Picture 21">
            <a:extLst>
              <a:ext uri="{FF2B5EF4-FFF2-40B4-BE49-F238E27FC236}">
                <a16:creationId xmlns:a16="http://schemas.microsoft.com/office/drawing/2014/main" id="{1CC1F4F0-79A1-F944-8608-0265C9E74CAC}"/>
              </a:ext>
            </a:extLst>
          </p:cNvPr>
          <p:cNvPicPr>
            <a:picLocks noChangeAspect="1"/>
          </p:cNvPicPr>
          <p:nvPr/>
        </p:nvPicPr>
        <p:blipFill>
          <a:blip r:embed="rId3"/>
          <a:stretch>
            <a:fillRect/>
          </a:stretch>
        </p:blipFill>
        <p:spPr>
          <a:xfrm>
            <a:off x="4233425" y="1383065"/>
            <a:ext cx="665527" cy="374359"/>
          </a:xfrm>
          <a:prstGeom prst="rect">
            <a:avLst/>
          </a:prstGeom>
        </p:spPr>
      </p:pic>
      <p:sp>
        <p:nvSpPr>
          <p:cNvPr id="24" name="TextBox 23">
            <a:extLst>
              <a:ext uri="{FF2B5EF4-FFF2-40B4-BE49-F238E27FC236}">
                <a16:creationId xmlns:a16="http://schemas.microsoft.com/office/drawing/2014/main" id="{BE29B067-4ED3-B94B-AFBA-9BCBA7D8923E}"/>
              </a:ext>
            </a:extLst>
          </p:cNvPr>
          <p:cNvSpPr txBox="1"/>
          <p:nvPr/>
        </p:nvSpPr>
        <p:spPr>
          <a:xfrm>
            <a:off x="3956173" y="908908"/>
            <a:ext cx="999855" cy="145082"/>
          </a:xfrm>
          <a:prstGeom prst="rect">
            <a:avLst/>
          </a:prstGeom>
          <a:solidFill>
            <a:schemeClr val="bg1"/>
          </a:solidFill>
        </p:spPr>
        <p:txBody>
          <a:bodyPr wrap="none" lIns="0" tIns="0" rIns="0" bIns="0" rtlCol="0">
            <a:noAutofit/>
          </a:bodyPr>
          <a:lstStyle/>
          <a:p>
            <a:pPr defTabSz="190492">
              <a:spcAft>
                <a:spcPts val="1000"/>
              </a:spcAft>
            </a:pPr>
            <a:r>
              <a:rPr lang="en-US" sz="1200">
                <a:solidFill>
                  <a:schemeClr val="tx1">
                    <a:lumMod val="95000"/>
                    <a:lumOff val="5000"/>
                  </a:schemeClr>
                </a:solidFill>
                <a:latin typeface="Calibri" panose="020F0502020204030204" pitchFamily="34" charset="0"/>
                <a:cs typeface="Calibri" panose="020F0502020204030204" pitchFamily="34" charset="0"/>
              </a:rPr>
              <a:t>E-Commerce</a:t>
            </a:r>
            <a:br>
              <a:rPr lang="en-US" sz="1200">
                <a:solidFill>
                  <a:schemeClr val="tx1">
                    <a:lumMod val="95000"/>
                    <a:lumOff val="5000"/>
                  </a:schemeClr>
                </a:solidFill>
                <a:latin typeface="Calibri" panose="020F0502020204030204" pitchFamily="34" charset="0"/>
                <a:cs typeface="Calibri" panose="020F0502020204030204" pitchFamily="34" charset="0"/>
              </a:rPr>
            </a:br>
            <a:r>
              <a:rPr lang="en-US" sz="1200">
                <a:solidFill>
                  <a:schemeClr val="tx1">
                    <a:lumMod val="95000"/>
                    <a:lumOff val="5000"/>
                  </a:schemeClr>
                </a:solidFill>
                <a:latin typeface="Calibri" panose="020F0502020204030204" pitchFamily="34" charset="0"/>
                <a:cs typeface="Calibri" panose="020F0502020204030204" pitchFamily="34" charset="0"/>
              </a:rPr>
              <a:t>players</a:t>
            </a:r>
          </a:p>
        </p:txBody>
      </p:sp>
      <p:pic>
        <p:nvPicPr>
          <p:cNvPr id="23" name="Picture 22">
            <a:extLst>
              <a:ext uri="{FF2B5EF4-FFF2-40B4-BE49-F238E27FC236}">
                <a16:creationId xmlns:a16="http://schemas.microsoft.com/office/drawing/2014/main" id="{28CDDFE9-9483-7743-9CCE-EE360BCB225B}"/>
              </a:ext>
            </a:extLst>
          </p:cNvPr>
          <p:cNvPicPr>
            <a:picLocks noChangeAspect="1"/>
          </p:cNvPicPr>
          <p:nvPr/>
        </p:nvPicPr>
        <p:blipFill>
          <a:blip r:embed="rId4"/>
          <a:stretch>
            <a:fillRect/>
          </a:stretch>
        </p:blipFill>
        <p:spPr>
          <a:xfrm>
            <a:off x="4596878" y="1016759"/>
            <a:ext cx="555305" cy="555305"/>
          </a:xfrm>
          <a:prstGeom prst="rect">
            <a:avLst/>
          </a:prstGeom>
        </p:spPr>
      </p:pic>
      <p:pic>
        <p:nvPicPr>
          <p:cNvPr id="28" name="Picture 27" descr="A screen shot of a phone&#10;&#10;Description automatically generated">
            <a:extLst>
              <a:ext uri="{FF2B5EF4-FFF2-40B4-BE49-F238E27FC236}">
                <a16:creationId xmlns:a16="http://schemas.microsoft.com/office/drawing/2014/main" id="{40D55879-2D7C-D94B-AF04-B05730096BE2}"/>
              </a:ext>
            </a:extLst>
          </p:cNvPr>
          <p:cNvPicPr>
            <a:picLocks noChangeAspect="1"/>
          </p:cNvPicPr>
          <p:nvPr/>
        </p:nvPicPr>
        <p:blipFill>
          <a:blip r:embed="rId5">
            <a:extLst>
              <a:ext uri="{BEBA8EAE-BF5A-486C-A8C5-ECC9F3942E4B}">
                <a14:imgProps xmlns:a14="http://schemas.microsoft.com/office/drawing/2010/main">
                  <a14:imgLayer r:embed="rId6">
                    <a14:imgEffect>
                      <a14:backgroundRemoval t="3947" b="96053" l="6916" r="89914">
                        <a14:foregroundMark x1="11960" y1="3684" x2="45965" y2="12807"/>
                        <a14:foregroundMark x1="45965" y1="12807" x2="37464" y2="84035"/>
                        <a14:foregroundMark x1="37464" y1="84035" x2="29539" y2="89912"/>
                        <a14:foregroundMark x1="29539" y1="89912" x2="28386" y2="96140"/>
                        <a14:foregroundMark x1="57061" y1="4035" x2="13256" y2="5175"/>
                        <a14:foregroundMark x1="6916" y1="7105" x2="6916" y2="17281"/>
                        <a14:foregroundMark x1="7061" y1="64123" x2="6916" y2="75614"/>
                      </a14:backgroundRemoval>
                    </a14:imgEffect>
                  </a14:imgLayer>
                </a14:imgProps>
              </a:ext>
              <a:ext uri="{28A0092B-C50C-407E-A947-70E740481C1C}">
                <a14:useLocalDpi xmlns:a14="http://schemas.microsoft.com/office/drawing/2010/main" val="0"/>
              </a:ext>
            </a:extLst>
          </a:blip>
          <a:stretch>
            <a:fillRect/>
          </a:stretch>
        </p:blipFill>
        <p:spPr>
          <a:xfrm>
            <a:off x="5310310" y="836776"/>
            <a:ext cx="2107764" cy="3462321"/>
          </a:xfrm>
          <a:prstGeom prst="rect">
            <a:avLst/>
          </a:prstGeom>
          <a:ln w="12700">
            <a:prstDash val="dashDot"/>
            <a:tailEnd type="triangle"/>
          </a:ln>
        </p:spPr>
      </p:pic>
      <p:sp>
        <p:nvSpPr>
          <p:cNvPr id="33" name="TextBox 32">
            <a:extLst>
              <a:ext uri="{FF2B5EF4-FFF2-40B4-BE49-F238E27FC236}">
                <a16:creationId xmlns:a16="http://schemas.microsoft.com/office/drawing/2014/main" id="{97FA84AC-5337-9046-97D1-0851E4358ED3}"/>
              </a:ext>
            </a:extLst>
          </p:cNvPr>
          <p:cNvSpPr txBox="1"/>
          <p:nvPr/>
        </p:nvSpPr>
        <p:spPr>
          <a:xfrm>
            <a:off x="7222380" y="781586"/>
            <a:ext cx="1510619" cy="411696"/>
          </a:xfrm>
          <a:prstGeom prst="rect">
            <a:avLst/>
          </a:prstGeom>
          <a:solidFill>
            <a:schemeClr val="bg1"/>
          </a:solidFill>
        </p:spPr>
        <p:txBody>
          <a:bodyPr wrap="none" lIns="0" tIns="0" rIns="0" bIns="0" rtlCol="0">
            <a:noAutofit/>
          </a:bodyPr>
          <a:lstStyle/>
          <a:p>
            <a:pPr algn="r" defTabSz="190492">
              <a:spcAft>
                <a:spcPts val="1000"/>
              </a:spcAft>
            </a:pPr>
            <a:r>
              <a:rPr lang="en-US" sz="1200">
                <a:solidFill>
                  <a:schemeClr val="tx1">
                    <a:lumMod val="95000"/>
                    <a:lumOff val="5000"/>
                  </a:schemeClr>
                </a:solidFill>
                <a:latin typeface="Calibri" panose="020F0502020204030204" pitchFamily="34" charset="0"/>
                <a:cs typeface="Calibri" panose="020F0502020204030204" pitchFamily="34" charset="0"/>
              </a:rPr>
              <a:t>Digital commerce player</a:t>
            </a:r>
            <a:br>
              <a:rPr lang="en-US" sz="1200">
                <a:solidFill>
                  <a:schemeClr val="tx1">
                    <a:lumMod val="95000"/>
                    <a:lumOff val="5000"/>
                  </a:schemeClr>
                </a:solidFill>
                <a:latin typeface="Calibri" panose="020F0502020204030204" pitchFamily="34" charset="0"/>
                <a:cs typeface="Calibri" panose="020F0502020204030204" pitchFamily="34" charset="0"/>
              </a:rPr>
            </a:br>
            <a:r>
              <a:rPr lang="en-US" sz="1200">
                <a:solidFill>
                  <a:schemeClr val="tx1">
                    <a:lumMod val="95000"/>
                    <a:lumOff val="5000"/>
                  </a:schemeClr>
                </a:solidFill>
                <a:latin typeface="Calibri" panose="020F0502020204030204" pitchFamily="34" charset="0"/>
                <a:cs typeface="Calibri" panose="020F0502020204030204" pitchFamily="34" charset="0"/>
              </a:rPr>
              <a:t>to offer incentives </a:t>
            </a:r>
            <a:br>
              <a:rPr lang="en-US" sz="1200">
                <a:solidFill>
                  <a:schemeClr val="tx1">
                    <a:lumMod val="95000"/>
                    <a:lumOff val="5000"/>
                  </a:schemeClr>
                </a:solidFill>
                <a:latin typeface="Calibri" panose="020F0502020204030204" pitchFamily="34" charset="0"/>
                <a:cs typeface="Calibri" panose="020F0502020204030204" pitchFamily="34" charset="0"/>
              </a:rPr>
            </a:br>
            <a:r>
              <a:rPr lang="en-US" sz="1200">
                <a:solidFill>
                  <a:schemeClr val="tx1">
                    <a:lumMod val="95000"/>
                    <a:lumOff val="5000"/>
                  </a:schemeClr>
                </a:solidFill>
                <a:latin typeface="Calibri" panose="020F0502020204030204" pitchFamily="34" charset="0"/>
                <a:cs typeface="Calibri" panose="020F0502020204030204" pitchFamily="34" charset="0"/>
              </a:rPr>
              <a:t>against </a:t>
            </a:r>
            <a:r>
              <a:rPr lang="en-US" sz="1200" err="1">
                <a:solidFill>
                  <a:srgbClr val="7030A0"/>
                </a:solidFill>
                <a:latin typeface="Calibri" panose="020F0502020204030204" pitchFamily="34" charset="0"/>
                <a:cs typeface="Calibri" panose="020F0502020204030204" pitchFamily="34" charset="0"/>
              </a:rPr>
              <a:t>EcoPoints</a:t>
            </a:r>
            <a:endParaRPr lang="en-US" sz="1200">
              <a:solidFill>
                <a:srgbClr val="7030A0"/>
              </a:solidFill>
              <a:latin typeface="Calibri" panose="020F0502020204030204" pitchFamily="34" charset="0"/>
              <a:cs typeface="Calibri" panose="020F0502020204030204" pitchFamily="34" charset="0"/>
            </a:endParaRPr>
          </a:p>
        </p:txBody>
      </p:sp>
      <p:pic>
        <p:nvPicPr>
          <p:cNvPr id="35" name="Picture 34">
            <a:extLst>
              <a:ext uri="{FF2B5EF4-FFF2-40B4-BE49-F238E27FC236}">
                <a16:creationId xmlns:a16="http://schemas.microsoft.com/office/drawing/2014/main" id="{16476E30-E7B8-A449-BE58-D2778BA1453D}"/>
              </a:ext>
            </a:extLst>
          </p:cNvPr>
          <p:cNvPicPr>
            <a:picLocks noChangeAspect="1"/>
          </p:cNvPicPr>
          <p:nvPr/>
        </p:nvPicPr>
        <p:blipFill>
          <a:blip r:embed="rId7"/>
          <a:stretch>
            <a:fillRect/>
          </a:stretch>
        </p:blipFill>
        <p:spPr>
          <a:xfrm>
            <a:off x="7426177" y="1393132"/>
            <a:ext cx="388703" cy="388703"/>
          </a:xfrm>
          <a:prstGeom prst="rect">
            <a:avLst/>
          </a:prstGeom>
        </p:spPr>
      </p:pic>
      <p:pic>
        <p:nvPicPr>
          <p:cNvPr id="36" name="Picture 35">
            <a:extLst>
              <a:ext uri="{FF2B5EF4-FFF2-40B4-BE49-F238E27FC236}">
                <a16:creationId xmlns:a16="http://schemas.microsoft.com/office/drawing/2014/main" id="{833573B0-6B73-7F4C-BFBF-24D74C189B83}"/>
              </a:ext>
            </a:extLst>
          </p:cNvPr>
          <p:cNvPicPr>
            <a:picLocks noChangeAspect="1"/>
          </p:cNvPicPr>
          <p:nvPr/>
        </p:nvPicPr>
        <p:blipFill>
          <a:blip r:embed="rId8"/>
          <a:stretch>
            <a:fillRect/>
          </a:stretch>
        </p:blipFill>
        <p:spPr>
          <a:xfrm>
            <a:off x="11221975" y="6631708"/>
            <a:ext cx="362181" cy="226291"/>
          </a:xfrm>
          <a:prstGeom prst="rect">
            <a:avLst/>
          </a:prstGeom>
        </p:spPr>
      </p:pic>
      <p:pic>
        <p:nvPicPr>
          <p:cNvPr id="37" name="Picture 36">
            <a:extLst>
              <a:ext uri="{FF2B5EF4-FFF2-40B4-BE49-F238E27FC236}">
                <a16:creationId xmlns:a16="http://schemas.microsoft.com/office/drawing/2014/main" id="{23F6CF53-A322-2343-950F-33F665CE6200}"/>
              </a:ext>
            </a:extLst>
          </p:cNvPr>
          <p:cNvPicPr>
            <a:picLocks noChangeAspect="1"/>
          </p:cNvPicPr>
          <p:nvPr/>
        </p:nvPicPr>
        <p:blipFill>
          <a:blip r:embed="rId8"/>
          <a:stretch>
            <a:fillRect/>
          </a:stretch>
        </p:blipFill>
        <p:spPr>
          <a:xfrm>
            <a:off x="7897620" y="1417541"/>
            <a:ext cx="543986" cy="339883"/>
          </a:xfrm>
          <a:prstGeom prst="rect">
            <a:avLst/>
          </a:prstGeom>
        </p:spPr>
      </p:pic>
      <p:cxnSp>
        <p:nvCxnSpPr>
          <p:cNvPr id="49" name="Elbow Connector 48">
            <a:extLst>
              <a:ext uri="{FF2B5EF4-FFF2-40B4-BE49-F238E27FC236}">
                <a16:creationId xmlns:a16="http://schemas.microsoft.com/office/drawing/2014/main" id="{28620EB3-5E8E-FB4D-B84D-0506DE6E04DF}"/>
              </a:ext>
            </a:extLst>
          </p:cNvPr>
          <p:cNvCxnSpPr>
            <a:cxnSpLocks/>
          </p:cNvCxnSpPr>
          <p:nvPr/>
        </p:nvCxnSpPr>
        <p:spPr>
          <a:xfrm>
            <a:off x="5907455" y="1109581"/>
            <a:ext cx="1510619" cy="165909"/>
          </a:xfrm>
          <a:prstGeom prst="bentConnector3">
            <a:avLst/>
          </a:prstGeom>
          <a:ln w="12700">
            <a:prstDash val="dash"/>
            <a:tailEnd type="triangle"/>
          </a:ln>
        </p:spPr>
        <p:style>
          <a:lnRef idx="1">
            <a:schemeClr val="accent1"/>
          </a:lnRef>
          <a:fillRef idx="0">
            <a:schemeClr val="accent1"/>
          </a:fillRef>
          <a:effectRef idx="0">
            <a:schemeClr val="accent1"/>
          </a:effectRef>
          <a:fontRef idx="minor">
            <a:schemeClr val="tx1"/>
          </a:fontRef>
        </p:style>
      </p:cxnSp>
      <p:cxnSp>
        <p:nvCxnSpPr>
          <p:cNvPr id="51" name="Elbow Connector 50">
            <a:extLst>
              <a:ext uri="{FF2B5EF4-FFF2-40B4-BE49-F238E27FC236}">
                <a16:creationId xmlns:a16="http://schemas.microsoft.com/office/drawing/2014/main" id="{37BA419F-F31C-6E46-B3C6-F96D4AFA522A}"/>
              </a:ext>
            </a:extLst>
          </p:cNvPr>
          <p:cNvCxnSpPr>
            <a:cxnSpLocks/>
            <a:stCxn id="22" idx="3"/>
            <a:endCxn id="65" idx="4"/>
          </p:cNvCxnSpPr>
          <p:nvPr/>
        </p:nvCxnSpPr>
        <p:spPr>
          <a:xfrm>
            <a:off x="4898952" y="1570245"/>
            <a:ext cx="582292" cy="1200664"/>
          </a:xfrm>
          <a:prstGeom prst="bentConnector4">
            <a:avLst>
              <a:gd name="adj1" fmla="val 48037"/>
              <a:gd name="adj2" fmla="val 119039"/>
            </a:avLst>
          </a:prstGeom>
          <a:ln w="12700">
            <a:prstDash val="dashDot"/>
            <a:tailEnd type="triangle"/>
          </a:ln>
        </p:spPr>
        <p:style>
          <a:lnRef idx="1">
            <a:schemeClr val="accent1"/>
          </a:lnRef>
          <a:fillRef idx="0">
            <a:schemeClr val="accent1"/>
          </a:fillRef>
          <a:effectRef idx="0">
            <a:schemeClr val="accent1"/>
          </a:effectRef>
          <a:fontRef idx="minor">
            <a:schemeClr val="tx1"/>
          </a:fontRef>
        </p:style>
      </p:cxnSp>
      <p:sp>
        <p:nvSpPr>
          <p:cNvPr id="65" name="Oval 64">
            <a:extLst>
              <a:ext uri="{FF2B5EF4-FFF2-40B4-BE49-F238E27FC236}">
                <a16:creationId xmlns:a16="http://schemas.microsoft.com/office/drawing/2014/main" id="{E8205A47-B70B-AE45-BD0F-4FEB68AB73C4}"/>
              </a:ext>
            </a:extLst>
          </p:cNvPr>
          <p:cNvSpPr/>
          <p:nvPr/>
        </p:nvSpPr>
        <p:spPr>
          <a:xfrm>
            <a:off x="5458384" y="2725190"/>
            <a:ext cx="45719" cy="4571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sp>
        <p:nvSpPr>
          <p:cNvPr id="69" name="TextBox 68">
            <a:extLst>
              <a:ext uri="{FF2B5EF4-FFF2-40B4-BE49-F238E27FC236}">
                <a16:creationId xmlns:a16="http://schemas.microsoft.com/office/drawing/2014/main" id="{27409121-9CEE-A54C-8F6C-A88ED103F76B}"/>
              </a:ext>
            </a:extLst>
          </p:cNvPr>
          <p:cNvSpPr txBox="1"/>
          <p:nvPr/>
        </p:nvSpPr>
        <p:spPr>
          <a:xfrm>
            <a:off x="3844591" y="1969279"/>
            <a:ext cx="1512501" cy="555304"/>
          </a:xfrm>
          <a:prstGeom prst="rect">
            <a:avLst/>
          </a:prstGeom>
          <a:solidFill>
            <a:schemeClr val="bg1"/>
          </a:solidFill>
        </p:spPr>
        <p:txBody>
          <a:bodyPr wrap="none" lIns="0" tIns="0" rIns="0" bIns="0" rtlCol="0">
            <a:noAutofit/>
          </a:bodyPr>
          <a:lstStyle/>
          <a:p>
            <a:pPr defTabSz="190492">
              <a:spcAft>
                <a:spcPts val="1000"/>
              </a:spcAft>
            </a:pPr>
            <a:r>
              <a:rPr lang="en-US" sz="1200">
                <a:solidFill>
                  <a:schemeClr val="tx1">
                    <a:lumMod val="95000"/>
                    <a:lumOff val="5000"/>
                  </a:schemeClr>
                </a:solidFill>
                <a:latin typeface="Calibri" panose="020F0502020204030204" pitchFamily="34" charset="0"/>
                <a:cs typeface="Calibri" panose="020F0502020204030204" pitchFamily="34" charset="0"/>
              </a:rPr>
              <a:t>track/modify each order</a:t>
            </a:r>
            <a:br>
              <a:rPr lang="en-US" sz="1200">
                <a:solidFill>
                  <a:schemeClr val="tx1">
                    <a:lumMod val="95000"/>
                    <a:lumOff val="5000"/>
                  </a:schemeClr>
                </a:solidFill>
                <a:latin typeface="Calibri" panose="020F0502020204030204" pitchFamily="34" charset="0"/>
                <a:cs typeface="Calibri" panose="020F0502020204030204" pitchFamily="34" charset="0"/>
              </a:rPr>
            </a:br>
            <a:r>
              <a:rPr lang="en-US" sz="1200">
                <a:solidFill>
                  <a:schemeClr val="tx1">
                    <a:lumMod val="95000"/>
                    <a:lumOff val="5000"/>
                  </a:schemeClr>
                </a:solidFill>
                <a:latin typeface="Calibri" panose="020F0502020204030204" pitchFamily="34" charset="0"/>
                <a:cs typeface="Calibri" panose="020F0502020204030204" pitchFamily="34" charset="0"/>
              </a:rPr>
              <a:t>from multiple platforms</a:t>
            </a:r>
            <a:br>
              <a:rPr lang="en-US" sz="1200">
                <a:solidFill>
                  <a:schemeClr val="tx1">
                    <a:lumMod val="95000"/>
                    <a:lumOff val="5000"/>
                  </a:schemeClr>
                </a:solidFill>
                <a:latin typeface="Calibri" panose="020F0502020204030204" pitchFamily="34" charset="0"/>
                <a:cs typeface="Calibri" panose="020F0502020204030204" pitchFamily="34" charset="0"/>
              </a:rPr>
            </a:br>
            <a:r>
              <a:rPr lang="en-US" sz="1200">
                <a:solidFill>
                  <a:schemeClr val="tx1">
                    <a:lumMod val="95000"/>
                    <a:lumOff val="5000"/>
                  </a:schemeClr>
                </a:solidFill>
                <a:latin typeface="Calibri" panose="020F0502020204030204" pitchFamily="34" charset="0"/>
                <a:cs typeface="Calibri" panose="020F0502020204030204" pitchFamily="34" charset="0"/>
              </a:rPr>
              <a:t>(app/website redirection)</a:t>
            </a:r>
          </a:p>
        </p:txBody>
      </p:sp>
      <p:cxnSp>
        <p:nvCxnSpPr>
          <p:cNvPr id="70" name="Elbow Connector 69">
            <a:extLst>
              <a:ext uri="{FF2B5EF4-FFF2-40B4-BE49-F238E27FC236}">
                <a16:creationId xmlns:a16="http://schemas.microsoft.com/office/drawing/2014/main" id="{27F92B38-FAA5-B042-87BA-D85594F8ED90}"/>
              </a:ext>
            </a:extLst>
          </p:cNvPr>
          <p:cNvCxnSpPr>
            <a:cxnSpLocks/>
          </p:cNvCxnSpPr>
          <p:nvPr/>
        </p:nvCxnSpPr>
        <p:spPr>
          <a:xfrm>
            <a:off x="6364193" y="1192533"/>
            <a:ext cx="1256251" cy="805571"/>
          </a:xfrm>
          <a:prstGeom prst="bentConnector3">
            <a:avLst>
              <a:gd name="adj1" fmla="val 34560"/>
            </a:avLst>
          </a:prstGeom>
          <a:ln w="12700">
            <a:prstDash val="dashDot"/>
            <a:tailEnd type="triangle"/>
          </a:ln>
        </p:spPr>
        <p:style>
          <a:lnRef idx="1">
            <a:schemeClr val="accent1"/>
          </a:lnRef>
          <a:fillRef idx="0">
            <a:schemeClr val="accent1"/>
          </a:fillRef>
          <a:effectRef idx="0">
            <a:schemeClr val="accent1"/>
          </a:effectRef>
          <a:fontRef idx="minor">
            <a:schemeClr val="tx1"/>
          </a:fontRef>
        </p:style>
      </p:cxnSp>
      <p:pic>
        <p:nvPicPr>
          <p:cNvPr id="77" name="Graphic 76" descr="Group success">
            <a:extLst>
              <a:ext uri="{FF2B5EF4-FFF2-40B4-BE49-F238E27FC236}">
                <a16:creationId xmlns:a16="http://schemas.microsoft.com/office/drawing/2014/main" id="{73C02F39-D84E-CD4F-846A-D4824F49CE9E}"/>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794104" y="1723047"/>
            <a:ext cx="622542" cy="622542"/>
          </a:xfrm>
          <a:prstGeom prst="rect">
            <a:avLst/>
          </a:prstGeom>
        </p:spPr>
      </p:pic>
      <p:sp>
        <p:nvSpPr>
          <p:cNvPr id="78" name="TextBox 77">
            <a:extLst>
              <a:ext uri="{FF2B5EF4-FFF2-40B4-BE49-F238E27FC236}">
                <a16:creationId xmlns:a16="http://schemas.microsoft.com/office/drawing/2014/main" id="{73EEE082-8F6C-6141-B088-F40E72C1D898}"/>
              </a:ext>
            </a:extLst>
          </p:cNvPr>
          <p:cNvSpPr txBox="1"/>
          <p:nvPr/>
        </p:nvSpPr>
        <p:spPr>
          <a:xfrm>
            <a:off x="7070791" y="2228405"/>
            <a:ext cx="1719758" cy="587425"/>
          </a:xfrm>
          <a:prstGeom prst="rect">
            <a:avLst/>
          </a:prstGeom>
          <a:solidFill>
            <a:schemeClr val="bg1"/>
          </a:solidFill>
        </p:spPr>
        <p:txBody>
          <a:bodyPr wrap="none" lIns="0" tIns="0" rIns="0" bIns="0" rtlCol="0">
            <a:noAutofit/>
          </a:bodyPr>
          <a:lstStyle/>
          <a:p>
            <a:pPr defTabSz="190492">
              <a:spcAft>
                <a:spcPts val="1000"/>
              </a:spcAft>
            </a:pPr>
            <a:r>
              <a:rPr lang="en-US" sz="1200">
                <a:solidFill>
                  <a:schemeClr val="tx1">
                    <a:lumMod val="95000"/>
                    <a:lumOff val="5000"/>
                  </a:schemeClr>
                </a:solidFill>
                <a:latin typeface="Calibri" panose="020F0502020204030204" pitchFamily="34" charset="0"/>
                <a:cs typeface="Calibri" panose="020F0502020204030204" pitchFamily="34" charset="0"/>
              </a:rPr>
              <a:t>Add/modify/delete </a:t>
            </a:r>
            <a:r>
              <a:rPr lang="en-US" sz="1200">
                <a:solidFill>
                  <a:srgbClr val="7D38B4"/>
                </a:solidFill>
                <a:latin typeface="Calibri" panose="020F0502020204030204" pitchFamily="34" charset="0"/>
                <a:cs typeface="Calibri" panose="020F0502020204030204" pitchFamily="34" charset="0"/>
              </a:rPr>
              <a:t>buddies</a:t>
            </a:r>
            <a:br>
              <a:rPr lang="en-US" sz="1200">
                <a:solidFill>
                  <a:schemeClr val="tx1">
                    <a:lumMod val="95000"/>
                    <a:lumOff val="5000"/>
                  </a:schemeClr>
                </a:solidFill>
                <a:latin typeface="Calibri" panose="020F0502020204030204" pitchFamily="34" charset="0"/>
                <a:cs typeface="Calibri" panose="020F0502020204030204" pitchFamily="34" charset="0"/>
              </a:rPr>
            </a:br>
            <a:r>
              <a:rPr lang="en-US" sz="1200">
                <a:solidFill>
                  <a:schemeClr val="tx1">
                    <a:lumMod val="95000"/>
                    <a:lumOff val="5000"/>
                  </a:schemeClr>
                </a:solidFill>
                <a:latin typeface="Calibri" panose="020F0502020204030204" pitchFamily="34" charset="0"/>
                <a:cs typeface="Calibri" panose="020F0502020204030204" pitchFamily="34" charset="0"/>
              </a:rPr>
              <a:t>in your network . Compete</a:t>
            </a:r>
            <a:br>
              <a:rPr lang="en-US" sz="1200">
                <a:solidFill>
                  <a:schemeClr val="tx1">
                    <a:lumMod val="95000"/>
                    <a:lumOff val="5000"/>
                  </a:schemeClr>
                </a:solidFill>
                <a:latin typeface="Calibri" panose="020F0502020204030204" pitchFamily="34" charset="0"/>
                <a:cs typeface="Calibri" panose="020F0502020204030204" pitchFamily="34" charset="0"/>
              </a:rPr>
            </a:br>
            <a:r>
              <a:rPr lang="en-US" sz="1200">
                <a:solidFill>
                  <a:schemeClr val="tx1">
                    <a:lumMod val="95000"/>
                    <a:lumOff val="5000"/>
                  </a:schemeClr>
                </a:solidFill>
                <a:latin typeface="Calibri" panose="020F0502020204030204" pitchFamily="34" charset="0"/>
                <a:cs typeface="Calibri" panose="020F0502020204030204" pitchFamily="34" charset="0"/>
              </a:rPr>
              <a:t>with your buddies on</a:t>
            </a:r>
            <a:br>
              <a:rPr lang="en-US" sz="1200">
                <a:solidFill>
                  <a:schemeClr val="tx1">
                    <a:lumMod val="95000"/>
                    <a:lumOff val="5000"/>
                  </a:schemeClr>
                </a:solidFill>
                <a:latin typeface="Calibri" panose="020F0502020204030204" pitchFamily="34" charset="0"/>
                <a:cs typeface="Calibri" panose="020F0502020204030204" pitchFamily="34" charset="0"/>
              </a:rPr>
            </a:br>
            <a:r>
              <a:rPr lang="en-US" sz="1200">
                <a:solidFill>
                  <a:schemeClr val="tx1">
                    <a:lumMod val="95000"/>
                    <a:lumOff val="5000"/>
                  </a:schemeClr>
                </a:solidFill>
                <a:latin typeface="Calibri" panose="020F0502020204030204" pitchFamily="34" charset="0"/>
                <a:cs typeface="Calibri" panose="020F0502020204030204" pitchFamily="34" charset="0"/>
              </a:rPr>
              <a:t>sustainability &amp; rewards</a:t>
            </a:r>
          </a:p>
        </p:txBody>
      </p:sp>
      <p:cxnSp>
        <p:nvCxnSpPr>
          <p:cNvPr id="79" name="Elbow Connector 78">
            <a:extLst>
              <a:ext uri="{FF2B5EF4-FFF2-40B4-BE49-F238E27FC236}">
                <a16:creationId xmlns:a16="http://schemas.microsoft.com/office/drawing/2014/main" id="{EB81CAAB-AB68-714D-B776-E054DE560C6C}"/>
              </a:ext>
            </a:extLst>
          </p:cNvPr>
          <p:cNvCxnSpPr>
            <a:cxnSpLocks/>
          </p:cNvCxnSpPr>
          <p:nvPr/>
        </p:nvCxnSpPr>
        <p:spPr>
          <a:xfrm flipV="1">
            <a:off x="6998345" y="3045413"/>
            <a:ext cx="639825" cy="587426"/>
          </a:xfrm>
          <a:prstGeom prst="bentConnector2">
            <a:avLst/>
          </a:prstGeom>
          <a:ln w="12700">
            <a:prstDash val="dashDot"/>
            <a:tailEnd type="triangle"/>
          </a:ln>
        </p:spPr>
        <p:style>
          <a:lnRef idx="1">
            <a:schemeClr val="accent1"/>
          </a:lnRef>
          <a:fillRef idx="0">
            <a:schemeClr val="accent1"/>
          </a:fillRef>
          <a:effectRef idx="0">
            <a:schemeClr val="accent1"/>
          </a:effectRef>
          <a:fontRef idx="minor">
            <a:schemeClr val="tx1"/>
          </a:fontRef>
        </p:style>
      </p:cxnSp>
      <p:sp>
        <p:nvSpPr>
          <p:cNvPr id="81" name="TextBox 80">
            <a:extLst>
              <a:ext uri="{FF2B5EF4-FFF2-40B4-BE49-F238E27FC236}">
                <a16:creationId xmlns:a16="http://schemas.microsoft.com/office/drawing/2014/main" id="{885C5690-1A0B-FF40-BF65-60A458AD4573}"/>
              </a:ext>
            </a:extLst>
          </p:cNvPr>
          <p:cNvSpPr txBox="1"/>
          <p:nvPr/>
        </p:nvSpPr>
        <p:spPr>
          <a:xfrm>
            <a:off x="7294085" y="3337015"/>
            <a:ext cx="1376364" cy="772223"/>
          </a:xfrm>
          <a:prstGeom prst="rect">
            <a:avLst/>
          </a:prstGeom>
          <a:solidFill>
            <a:schemeClr val="bg1"/>
          </a:solidFill>
        </p:spPr>
        <p:txBody>
          <a:bodyPr wrap="none" lIns="0" tIns="0" rIns="0" bIns="0" rtlCol="0">
            <a:noAutofit/>
          </a:bodyPr>
          <a:lstStyle/>
          <a:p>
            <a:pPr defTabSz="190492">
              <a:spcAft>
                <a:spcPts val="1000"/>
              </a:spcAft>
            </a:pPr>
            <a:r>
              <a:rPr lang="en-US" sz="1200">
                <a:solidFill>
                  <a:schemeClr val="tx1">
                    <a:lumMod val="95000"/>
                    <a:lumOff val="5000"/>
                  </a:schemeClr>
                </a:solidFill>
                <a:latin typeface="Calibri" panose="020F0502020204030204" pitchFamily="34" charset="0"/>
                <a:cs typeface="Calibri" panose="020F0502020204030204" pitchFamily="34" charset="0"/>
              </a:rPr>
              <a:t>Ability to have your </a:t>
            </a:r>
            <a:br>
              <a:rPr lang="en-US" sz="1200">
                <a:solidFill>
                  <a:schemeClr val="tx1">
                    <a:lumMod val="95000"/>
                    <a:lumOff val="5000"/>
                  </a:schemeClr>
                </a:solidFill>
                <a:latin typeface="Calibri" panose="020F0502020204030204" pitchFamily="34" charset="0"/>
                <a:cs typeface="Calibri" panose="020F0502020204030204" pitchFamily="34" charset="0"/>
              </a:rPr>
            </a:br>
            <a:r>
              <a:rPr lang="en-US" sz="1200">
                <a:solidFill>
                  <a:srgbClr val="7D38B4"/>
                </a:solidFill>
                <a:latin typeface="Calibri" panose="020F0502020204030204" pitchFamily="34" charset="0"/>
                <a:cs typeface="Calibri" panose="020F0502020204030204" pitchFamily="34" charset="0"/>
              </a:rPr>
              <a:t>buddy</a:t>
            </a:r>
            <a:r>
              <a:rPr lang="en-US" sz="1200">
                <a:solidFill>
                  <a:schemeClr val="tx1">
                    <a:lumMod val="95000"/>
                    <a:lumOff val="5000"/>
                  </a:schemeClr>
                </a:solidFill>
                <a:latin typeface="Calibri" panose="020F0502020204030204" pitchFamily="34" charset="0"/>
                <a:cs typeface="Calibri" panose="020F0502020204030204" pitchFamily="34" charset="0"/>
              </a:rPr>
              <a:t> pick up your </a:t>
            </a:r>
            <a:br>
              <a:rPr lang="en-US" sz="1200">
                <a:solidFill>
                  <a:schemeClr val="tx1">
                    <a:lumMod val="95000"/>
                    <a:lumOff val="5000"/>
                  </a:schemeClr>
                </a:solidFill>
                <a:latin typeface="Calibri" panose="020F0502020204030204" pitchFamily="34" charset="0"/>
                <a:cs typeface="Calibri" panose="020F0502020204030204" pitchFamily="34" charset="0"/>
              </a:rPr>
            </a:br>
            <a:r>
              <a:rPr lang="en-US" sz="1200">
                <a:solidFill>
                  <a:schemeClr val="tx1">
                    <a:lumMod val="95000"/>
                    <a:lumOff val="5000"/>
                  </a:schemeClr>
                </a:solidFill>
                <a:latin typeface="Calibri" panose="020F0502020204030204" pitchFamily="34" charset="0"/>
                <a:cs typeface="Calibri" panose="020F0502020204030204" pitchFamily="34" charset="0"/>
              </a:rPr>
              <a:t>order and share the</a:t>
            </a:r>
            <a:br>
              <a:rPr lang="en-US" sz="1200">
                <a:solidFill>
                  <a:schemeClr val="tx1">
                    <a:lumMod val="95000"/>
                    <a:lumOff val="5000"/>
                  </a:schemeClr>
                </a:solidFill>
                <a:latin typeface="Calibri" panose="020F0502020204030204" pitchFamily="34" charset="0"/>
                <a:cs typeface="Calibri" panose="020F0502020204030204" pitchFamily="34" charset="0"/>
              </a:rPr>
            </a:br>
            <a:r>
              <a:rPr lang="en-US" sz="1200">
                <a:solidFill>
                  <a:schemeClr val="tx1">
                    <a:lumMod val="95000"/>
                    <a:lumOff val="5000"/>
                  </a:schemeClr>
                </a:solidFill>
                <a:latin typeface="Calibri" panose="020F0502020204030204" pitchFamily="34" charset="0"/>
                <a:cs typeface="Calibri" panose="020F0502020204030204" pitchFamily="34" charset="0"/>
              </a:rPr>
              <a:t> reward!</a:t>
            </a:r>
          </a:p>
        </p:txBody>
      </p:sp>
      <p:cxnSp>
        <p:nvCxnSpPr>
          <p:cNvPr id="82" name="Elbow Connector 81">
            <a:extLst>
              <a:ext uri="{FF2B5EF4-FFF2-40B4-BE49-F238E27FC236}">
                <a16:creationId xmlns:a16="http://schemas.microsoft.com/office/drawing/2014/main" id="{DD36A761-A7FB-464C-828D-837AAEC52ACD}"/>
              </a:ext>
            </a:extLst>
          </p:cNvPr>
          <p:cNvCxnSpPr>
            <a:cxnSpLocks/>
          </p:cNvCxnSpPr>
          <p:nvPr/>
        </p:nvCxnSpPr>
        <p:spPr>
          <a:xfrm rot="10800000">
            <a:off x="4696184" y="3567271"/>
            <a:ext cx="891358" cy="360525"/>
          </a:xfrm>
          <a:prstGeom prst="bentConnector3">
            <a:avLst>
              <a:gd name="adj1" fmla="val 50000"/>
            </a:avLst>
          </a:prstGeom>
          <a:ln w="12700">
            <a:prstDash val="dashDot"/>
            <a:tailEnd type="triangle"/>
          </a:ln>
        </p:spPr>
        <p:style>
          <a:lnRef idx="1">
            <a:schemeClr val="accent1"/>
          </a:lnRef>
          <a:fillRef idx="0">
            <a:schemeClr val="accent1"/>
          </a:fillRef>
          <a:effectRef idx="0">
            <a:schemeClr val="accent1"/>
          </a:effectRef>
          <a:fontRef idx="minor">
            <a:schemeClr val="tx1"/>
          </a:fontRef>
        </p:style>
      </p:cxnSp>
      <p:sp>
        <p:nvSpPr>
          <p:cNvPr id="84" name="TextBox 83">
            <a:extLst>
              <a:ext uri="{FF2B5EF4-FFF2-40B4-BE49-F238E27FC236}">
                <a16:creationId xmlns:a16="http://schemas.microsoft.com/office/drawing/2014/main" id="{240DA3C9-B4E9-AD49-9ADE-C7E80DC4A0A8}"/>
              </a:ext>
            </a:extLst>
          </p:cNvPr>
          <p:cNvSpPr txBox="1"/>
          <p:nvPr/>
        </p:nvSpPr>
        <p:spPr>
          <a:xfrm>
            <a:off x="3810340" y="3035914"/>
            <a:ext cx="668825" cy="411696"/>
          </a:xfrm>
          <a:prstGeom prst="rect">
            <a:avLst/>
          </a:prstGeom>
          <a:solidFill>
            <a:schemeClr val="bg1"/>
          </a:solidFill>
        </p:spPr>
        <p:txBody>
          <a:bodyPr wrap="none" lIns="0" tIns="0" rIns="0" bIns="0" rtlCol="0">
            <a:noAutofit/>
          </a:bodyPr>
          <a:lstStyle/>
          <a:p>
            <a:pPr defTabSz="190492">
              <a:spcAft>
                <a:spcPts val="1000"/>
              </a:spcAft>
            </a:pPr>
            <a:r>
              <a:rPr lang="en-US" sz="1200">
                <a:solidFill>
                  <a:schemeClr val="tx1">
                    <a:lumMod val="95000"/>
                    <a:lumOff val="5000"/>
                  </a:schemeClr>
                </a:solidFill>
                <a:latin typeface="Calibri" panose="020F0502020204030204" pitchFamily="34" charset="0"/>
                <a:cs typeface="Calibri" panose="020F0502020204030204" pitchFamily="34" charset="0"/>
              </a:rPr>
              <a:t>Trigger: Become a </a:t>
            </a:r>
            <a:r>
              <a:rPr lang="en-US" sz="1200">
                <a:solidFill>
                  <a:srgbClr val="7D38B4"/>
                </a:solidFill>
                <a:latin typeface="Calibri" panose="020F0502020204030204" pitchFamily="34" charset="0"/>
                <a:cs typeface="Calibri" panose="020F0502020204030204" pitchFamily="34" charset="0"/>
              </a:rPr>
              <a:t>buddy</a:t>
            </a:r>
            <a:br>
              <a:rPr lang="en-US" sz="1200">
                <a:solidFill>
                  <a:schemeClr val="tx1">
                    <a:lumMod val="95000"/>
                    <a:lumOff val="5000"/>
                  </a:schemeClr>
                </a:solidFill>
                <a:latin typeface="Calibri" panose="020F0502020204030204" pitchFamily="34" charset="0"/>
                <a:cs typeface="Calibri" panose="020F0502020204030204" pitchFamily="34" charset="0"/>
              </a:rPr>
            </a:br>
            <a:r>
              <a:rPr lang="en-US" sz="1200">
                <a:solidFill>
                  <a:schemeClr val="tx1">
                    <a:lumMod val="95000"/>
                    <a:lumOff val="5000"/>
                  </a:schemeClr>
                </a:solidFill>
                <a:latin typeface="Calibri" panose="020F0502020204030204" pitchFamily="34" charset="0"/>
                <a:cs typeface="Calibri" panose="020F0502020204030204" pitchFamily="34" charset="0"/>
              </a:rPr>
              <a:t>to gain social, economic, </a:t>
            </a:r>
            <a:br>
              <a:rPr lang="en-US" sz="1200">
                <a:solidFill>
                  <a:schemeClr val="tx1">
                    <a:lumMod val="95000"/>
                    <a:lumOff val="5000"/>
                  </a:schemeClr>
                </a:solidFill>
                <a:latin typeface="Calibri" panose="020F0502020204030204" pitchFamily="34" charset="0"/>
                <a:cs typeface="Calibri" panose="020F0502020204030204" pitchFamily="34" charset="0"/>
              </a:rPr>
            </a:br>
            <a:r>
              <a:rPr lang="en-US" sz="1200">
                <a:solidFill>
                  <a:schemeClr val="tx1">
                    <a:lumMod val="95000"/>
                    <a:lumOff val="5000"/>
                  </a:schemeClr>
                </a:solidFill>
                <a:latin typeface="Calibri" panose="020F0502020204030204" pitchFamily="34" charset="0"/>
                <a:cs typeface="Calibri" panose="020F0502020204030204" pitchFamily="34" charset="0"/>
              </a:rPr>
              <a:t>environmental</a:t>
            </a:r>
            <a:br>
              <a:rPr lang="en-US" sz="1200">
                <a:solidFill>
                  <a:schemeClr val="tx1">
                    <a:lumMod val="95000"/>
                    <a:lumOff val="5000"/>
                  </a:schemeClr>
                </a:solidFill>
                <a:latin typeface="Calibri" panose="020F0502020204030204" pitchFamily="34" charset="0"/>
                <a:cs typeface="Calibri" panose="020F0502020204030204" pitchFamily="34" charset="0"/>
              </a:rPr>
            </a:br>
            <a:r>
              <a:rPr lang="en-US" sz="1200">
                <a:solidFill>
                  <a:schemeClr val="tx1">
                    <a:lumMod val="95000"/>
                    <a:lumOff val="5000"/>
                  </a:schemeClr>
                </a:solidFill>
                <a:latin typeface="Calibri" panose="020F0502020204030204" pitchFamily="34" charset="0"/>
                <a:cs typeface="Calibri" panose="020F0502020204030204" pitchFamily="34" charset="0"/>
              </a:rPr>
              <a:t>stewardship and </a:t>
            </a:r>
            <a:br>
              <a:rPr lang="en-US" sz="1200">
                <a:solidFill>
                  <a:schemeClr val="tx1">
                    <a:lumMod val="95000"/>
                    <a:lumOff val="5000"/>
                  </a:schemeClr>
                </a:solidFill>
                <a:latin typeface="Calibri" panose="020F0502020204030204" pitchFamily="34" charset="0"/>
                <a:cs typeface="Calibri" panose="020F0502020204030204" pitchFamily="34" charset="0"/>
              </a:rPr>
            </a:br>
            <a:r>
              <a:rPr lang="en-US" sz="1200">
                <a:solidFill>
                  <a:schemeClr val="tx1">
                    <a:lumMod val="95000"/>
                    <a:lumOff val="5000"/>
                  </a:schemeClr>
                </a:solidFill>
                <a:latin typeface="Calibri" panose="020F0502020204030204" pitchFamily="34" charset="0"/>
                <a:cs typeface="Calibri" panose="020F0502020204030204" pitchFamily="34" charset="0"/>
              </a:rPr>
              <a:t>gain social media</a:t>
            </a:r>
            <a:br>
              <a:rPr lang="en-US" sz="1200">
                <a:solidFill>
                  <a:schemeClr val="tx1">
                    <a:lumMod val="95000"/>
                    <a:lumOff val="5000"/>
                  </a:schemeClr>
                </a:solidFill>
                <a:latin typeface="Calibri" panose="020F0502020204030204" pitchFamily="34" charset="0"/>
                <a:cs typeface="Calibri" panose="020F0502020204030204" pitchFamily="34" charset="0"/>
              </a:rPr>
            </a:br>
            <a:r>
              <a:rPr lang="en-US" sz="1200">
                <a:solidFill>
                  <a:schemeClr val="tx1">
                    <a:lumMod val="95000"/>
                    <a:lumOff val="5000"/>
                  </a:schemeClr>
                </a:solidFill>
                <a:latin typeface="Calibri" panose="020F0502020204030204" pitchFamily="34" charset="0"/>
                <a:cs typeface="Calibri" panose="020F0502020204030204" pitchFamily="34" charset="0"/>
              </a:rPr>
              <a:t>recognition</a:t>
            </a:r>
          </a:p>
        </p:txBody>
      </p:sp>
      <p:sp>
        <p:nvSpPr>
          <p:cNvPr id="87" name="Rounded Rectangle 86">
            <a:extLst>
              <a:ext uri="{FF2B5EF4-FFF2-40B4-BE49-F238E27FC236}">
                <a16:creationId xmlns:a16="http://schemas.microsoft.com/office/drawing/2014/main" id="{670DD037-440F-7248-BEAC-DB49EB4DD5D3}"/>
              </a:ext>
            </a:extLst>
          </p:cNvPr>
          <p:cNvSpPr/>
          <p:nvPr/>
        </p:nvSpPr>
        <p:spPr>
          <a:xfrm>
            <a:off x="115823" y="1061659"/>
            <a:ext cx="1228436" cy="172569"/>
          </a:xfrm>
          <a:prstGeom prst="roundRect">
            <a:avLst/>
          </a:prstGeom>
          <a:solidFill>
            <a:schemeClr val="accent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15-60 </a:t>
            </a:r>
            <a:r>
              <a:rPr lang="en-US" sz="1200" err="1">
                <a:latin typeface="Calibri" panose="020F0502020204030204" pitchFamily="34" charset="0"/>
                <a:cs typeface="Calibri" panose="020F0502020204030204" pitchFamily="34" charset="0"/>
              </a:rPr>
              <a:t>yrs</a:t>
            </a:r>
            <a:endParaRPr lang="en-US" sz="1200">
              <a:latin typeface="Calibri" panose="020F0502020204030204" pitchFamily="34" charset="0"/>
              <a:cs typeface="Calibri" panose="020F0502020204030204" pitchFamily="34" charset="0"/>
            </a:endParaRPr>
          </a:p>
        </p:txBody>
      </p:sp>
      <p:sp>
        <p:nvSpPr>
          <p:cNvPr id="88" name="Rounded Rectangle 87">
            <a:extLst>
              <a:ext uri="{FF2B5EF4-FFF2-40B4-BE49-F238E27FC236}">
                <a16:creationId xmlns:a16="http://schemas.microsoft.com/office/drawing/2014/main" id="{7FBBEDA2-74D6-FA48-B7A7-044D17561D6D}"/>
              </a:ext>
            </a:extLst>
          </p:cNvPr>
          <p:cNvSpPr/>
          <p:nvPr/>
        </p:nvSpPr>
        <p:spPr>
          <a:xfrm>
            <a:off x="126857" y="1297443"/>
            <a:ext cx="1228436" cy="172569"/>
          </a:xfrm>
          <a:prstGeom prst="roundRect">
            <a:avLst/>
          </a:prstGeom>
          <a:solidFill>
            <a:schemeClr val="accent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Office-goers</a:t>
            </a:r>
          </a:p>
        </p:txBody>
      </p:sp>
      <p:sp>
        <p:nvSpPr>
          <p:cNvPr id="89" name="Rounded Rectangle 88">
            <a:extLst>
              <a:ext uri="{FF2B5EF4-FFF2-40B4-BE49-F238E27FC236}">
                <a16:creationId xmlns:a16="http://schemas.microsoft.com/office/drawing/2014/main" id="{2E5F53DA-4A29-3141-955F-BD354512C1DE}"/>
              </a:ext>
            </a:extLst>
          </p:cNvPr>
          <p:cNvSpPr/>
          <p:nvPr/>
        </p:nvSpPr>
        <p:spPr>
          <a:xfrm>
            <a:off x="125958" y="1542188"/>
            <a:ext cx="1228436" cy="172569"/>
          </a:xfrm>
          <a:prstGeom prst="roundRect">
            <a:avLst/>
          </a:prstGeom>
          <a:solidFill>
            <a:schemeClr val="accent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Freq. travelers</a:t>
            </a:r>
          </a:p>
        </p:txBody>
      </p:sp>
      <p:grpSp>
        <p:nvGrpSpPr>
          <p:cNvPr id="102" name="Group 101">
            <a:extLst>
              <a:ext uri="{FF2B5EF4-FFF2-40B4-BE49-F238E27FC236}">
                <a16:creationId xmlns:a16="http://schemas.microsoft.com/office/drawing/2014/main" id="{2C7D840E-081B-8143-95F4-98486B5F06E6}"/>
              </a:ext>
            </a:extLst>
          </p:cNvPr>
          <p:cNvGrpSpPr/>
          <p:nvPr/>
        </p:nvGrpSpPr>
        <p:grpSpPr>
          <a:xfrm>
            <a:off x="1553667" y="1073042"/>
            <a:ext cx="126337" cy="134219"/>
            <a:chOff x="7812684" y="2660359"/>
            <a:chExt cx="306171" cy="306910"/>
          </a:xfrm>
        </p:grpSpPr>
        <p:sp>
          <p:nvSpPr>
            <p:cNvPr id="103" name="Freeform 94">
              <a:extLst>
                <a:ext uri="{FF2B5EF4-FFF2-40B4-BE49-F238E27FC236}">
                  <a16:creationId xmlns:a16="http://schemas.microsoft.com/office/drawing/2014/main" id="{A99C98DF-78FB-774B-A0F1-C1D2018A68DC}"/>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104" name="Freeform 95">
              <a:extLst>
                <a:ext uri="{FF2B5EF4-FFF2-40B4-BE49-F238E27FC236}">
                  <a16:creationId xmlns:a16="http://schemas.microsoft.com/office/drawing/2014/main" id="{ED4A4781-0B70-7744-B80A-47F8B0D034B9}"/>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grpSp>
        <p:nvGrpSpPr>
          <p:cNvPr id="111" name="Group 110">
            <a:extLst>
              <a:ext uri="{FF2B5EF4-FFF2-40B4-BE49-F238E27FC236}">
                <a16:creationId xmlns:a16="http://schemas.microsoft.com/office/drawing/2014/main" id="{A00484F5-170D-B14C-A806-1544177BFF33}"/>
              </a:ext>
            </a:extLst>
          </p:cNvPr>
          <p:cNvGrpSpPr/>
          <p:nvPr/>
        </p:nvGrpSpPr>
        <p:grpSpPr>
          <a:xfrm>
            <a:off x="1558221" y="1316617"/>
            <a:ext cx="126337" cy="134219"/>
            <a:chOff x="7812684" y="2660359"/>
            <a:chExt cx="306171" cy="306910"/>
          </a:xfrm>
        </p:grpSpPr>
        <p:sp>
          <p:nvSpPr>
            <p:cNvPr id="112" name="Freeform 94">
              <a:extLst>
                <a:ext uri="{FF2B5EF4-FFF2-40B4-BE49-F238E27FC236}">
                  <a16:creationId xmlns:a16="http://schemas.microsoft.com/office/drawing/2014/main" id="{A74DD834-641E-6045-9AE2-FF7F92833CA9}"/>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113" name="Freeform 95">
              <a:extLst>
                <a:ext uri="{FF2B5EF4-FFF2-40B4-BE49-F238E27FC236}">
                  <a16:creationId xmlns:a16="http://schemas.microsoft.com/office/drawing/2014/main" id="{87E305AB-C2DA-E244-B25F-22674A656562}"/>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grpSp>
        <p:nvGrpSpPr>
          <p:cNvPr id="114" name="Group 113">
            <a:extLst>
              <a:ext uri="{FF2B5EF4-FFF2-40B4-BE49-F238E27FC236}">
                <a16:creationId xmlns:a16="http://schemas.microsoft.com/office/drawing/2014/main" id="{56F77DCA-BCC3-8D48-B2E5-9C1DDBC66FC2}"/>
              </a:ext>
            </a:extLst>
          </p:cNvPr>
          <p:cNvGrpSpPr/>
          <p:nvPr/>
        </p:nvGrpSpPr>
        <p:grpSpPr>
          <a:xfrm>
            <a:off x="1553666" y="1543055"/>
            <a:ext cx="126337" cy="134219"/>
            <a:chOff x="7812684" y="2660359"/>
            <a:chExt cx="306171" cy="306910"/>
          </a:xfrm>
        </p:grpSpPr>
        <p:sp>
          <p:nvSpPr>
            <p:cNvPr id="115" name="Freeform 94">
              <a:extLst>
                <a:ext uri="{FF2B5EF4-FFF2-40B4-BE49-F238E27FC236}">
                  <a16:creationId xmlns:a16="http://schemas.microsoft.com/office/drawing/2014/main" id="{7E941B66-AA80-C14A-823E-6614E3216ACA}"/>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116" name="Freeform 95">
              <a:extLst>
                <a:ext uri="{FF2B5EF4-FFF2-40B4-BE49-F238E27FC236}">
                  <a16:creationId xmlns:a16="http://schemas.microsoft.com/office/drawing/2014/main" id="{1990B5D9-5AE7-F849-8C36-DF06B3BF42B0}"/>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sp>
        <p:nvSpPr>
          <p:cNvPr id="117" name="Rounded Rectangle 116">
            <a:extLst>
              <a:ext uri="{FF2B5EF4-FFF2-40B4-BE49-F238E27FC236}">
                <a16:creationId xmlns:a16="http://schemas.microsoft.com/office/drawing/2014/main" id="{4695F9BA-1401-154A-9ADE-7EC0942EC071}"/>
              </a:ext>
            </a:extLst>
          </p:cNvPr>
          <p:cNvSpPr/>
          <p:nvPr/>
        </p:nvSpPr>
        <p:spPr>
          <a:xfrm>
            <a:off x="1801681" y="1064125"/>
            <a:ext cx="692889" cy="172569"/>
          </a:xfrm>
          <a:prstGeom prst="roundRect">
            <a:avLst/>
          </a:prstGeom>
          <a:solidFill>
            <a:schemeClr val="accent1">
              <a:lumMod val="60000"/>
              <a:lumOff val="4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200 Mn</a:t>
            </a:r>
          </a:p>
        </p:txBody>
      </p:sp>
      <p:sp>
        <p:nvSpPr>
          <p:cNvPr id="118" name="Rounded Rectangle 117">
            <a:extLst>
              <a:ext uri="{FF2B5EF4-FFF2-40B4-BE49-F238E27FC236}">
                <a16:creationId xmlns:a16="http://schemas.microsoft.com/office/drawing/2014/main" id="{FABCC931-F336-9741-8148-08CB1B35CC4B}"/>
              </a:ext>
            </a:extLst>
          </p:cNvPr>
          <p:cNvSpPr/>
          <p:nvPr/>
        </p:nvSpPr>
        <p:spPr>
          <a:xfrm>
            <a:off x="1812715" y="1299909"/>
            <a:ext cx="692889" cy="172569"/>
          </a:xfrm>
          <a:prstGeom prst="roundRect">
            <a:avLst/>
          </a:prstGeom>
          <a:solidFill>
            <a:schemeClr val="accent1">
              <a:lumMod val="60000"/>
              <a:lumOff val="4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60 Mn</a:t>
            </a:r>
          </a:p>
        </p:txBody>
      </p:sp>
      <p:sp>
        <p:nvSpPr>
          <p:cNvPr id="119" name="Rounded Rectangle 118">
            <a:extLst>
              <a:ext uri="{FF2B5EF4-FFF2-40B4-BE49-F238E27FC236}">
                <a16:creationId xmlns:a16="http://schemas.microsoft.com/office/drawing/2014/main" id="{797F5051-709A-0A47-ABE4-9280F0019A0A}"/>
              </a:ext>
            </a:extLst>
          </p:cNvPr>
          <p:cNvSpPr/>
          <p:nvPr/>
        </p:nvSpPr>
        <p:spPr>
          <a:xfrm>
            <a:off x="1811816" y="1544654"/>
            <a:ext cx="692889" cy="172569"/>
          </a:xfrm>
          <a:prstGeom prst="roundRect">
            <a:avLst/>
          </a:prstGeom>
          <a:solidFill>
            <a:schemeClr val="accent1">
              <a:lumMod val="60000"/>
              <a:lumOff val="4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1 Mn</a:t>
            </a:r>
          </a:p>
        </p:txBody>
      </p:sp>
      <p:sp>
        <p:nvSpPr>
          <p:cNvPr id="120" name="Rounded Rectangle 119">
            <a:extLst>
              <a:ext uri="{FF2B5EF4-FFF2-40B4-BE49-F238E27FC236}">
                <a16:creationId xmlns:a16="http://schemas.microsoft.com/office/drawing/2014/main" id="{A6F90A2F-E37C-0C49-B028-C593C96ADB62}"/>
              </a:ext>
            </a:extLst>
          </p:cNvPr>
          <p:cNvSpPr/>
          <p:nvPr/>
        </p:nvSpPr>
        <p:spPr>
          <a:xfrm>
            <a:off x="119887" y="825758"/>
            <a:ext cx="1228436" cy="172569"/>
          </a:xfrm>
          <a:prstGeom prst="roundRect">
            <a:avLst/>
          </a:prstGeom>
          <a:solidFill>
            <a:schemeClr val="accent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T1-T2 resident</a:t>
            </a:r>
          </a:p>
        </p:txBody>
      </p:sp>
      <p:grpSp>
        <p:nvGrpSpPr>
          <p:cNvPr id="121" name="Group 120">
            <a:extLst>
              <a:ext uri="{FF2B5EF4-FFF2-40B4-BE49-F238E27FC236}">
                <a16:creationId xmlns:a16="http://schemas.microsoft.com/office/drawing/2014/main" id="{23698783-9B68-4A49-AF53-49D7119150FB}"/>
              </a:ext>
            </a:extLst>
          </p:cNvPr>
          <p:cNvGrpSpPr/>
          <p:nvPr/>
        </p:nvGrpSpPr>
        <p:grpSpPr>
          <a:xfrm>
            <a:off x="1557731" y="837141"/>
            <a:ext cx="126337" cy="134219"/>
            <a:chOff x="7812684" y="2660359"/>
            <a:chExt cx="306171" cy="306910"/>
          </a:xfrm>
        </p:grpSpPr>
        <p:sp>
          <p:nvSpPr>
            <p:cNvPr id="122" name="Freeform 94">
              <a:extLst>
                <a:ext uri="{FF2B5EF4-FFF2-40B4-BE49-F238E27FC236}">
                  <a16:creationId xmlns:a16="http://schemas.microsoft.com/office/drawing/2014/main" id="{D5AC3FF3-30F4-7E44-8435-FA1B81B0144D}"/>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123" name="Freeform 95">
              <a:extLst>
                <a:ext uri="{FF2B5EF4-FFF2-40B4-BE49-F238E27FC236}">
                  <a16:creationId xmlns:a16="http://schemas.microsoft.com/office/drawing/2014/main" id="{417A4A21-C3E1-894F-AFBD-46D0164D122E}"/>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sp>
        <p:nvSpPr>
          <p:cNvPr id="124" name="Rounded Rectangle 123">
            <a:extLst>
              <a:ext uri="{FF2B5EF4-FFF2-40B4-BE49-F238E27FC236}">
                <a16:creationId xmlns:a16="http://schemas.microsoft.com/office/drawing/2014/main" id="{9C29CE80-8E78-714E-9768-A0E111C49504}"/>
              </a:ext>
            </a:extLst>
          </p:cNvPr>
          <p:cNvSpPr/>
          <p:nvPr/>
        </p:nvSpPr>
        <p:spPr>
          <a:xfrm>
            <a:off x="1805745" y="828224"/>
            <a:ext cx="692889" cy="172569"/>
          </a:xfrm>
          <a:prstGeom prst="roundRect">
            <a:avLst/>
          </a:prstGeom>
          <a:solidFill>
            <a:schemeClr val="accent1">
              <a:lumMod val="60000"/>
              <a:lumOff val="4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350 Mn</a:t>
            </a:r>
          </a:p>
        </p:txBody>
      </p:sp>
      <p:sp>
        <p:nvSpPr>
          <p:cNvPr id="125" name="Rounded Rectangle 124">
            <a:extLst>
              <a:ext uri="{FF2B5EF4-FFF2-40B4-BE49-F238E27FC236}">
                <a16:creationId xmlns:a16="http://schemas.microsoft.com/office/drawing/2014/main" id="{6C602743-4082-7840-BB4F-E8E7EAB4EAC1}"/>
              </a:ext>
            </a:extLst>
          </p:cNvPr>
          <p:cNvSpPr/>
          <p:nvPr/>
        </p:nvSpPr>
        <p:spPr>
          <a:xfrm>
            <a:off x="2620311" y="825518"/>
            <a:ext cx="942333" cy="858754"/>
          </a:xfrm>
          <a:prstGeom prst="roundRect">
            <a:avLst/>
          </a:prstGeom>
          <a:solidFill>
            <a:schemeClr val="accent1">
              <a:lumMod val="20000"/>
              <a:lumOff val="8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accent1"/>
                </a:solidFill>
                <a:latin typeface="Calibri" panose="020F0502020204030204" pitchFamily="34" charset="0"/>
                <a:cs typeface="Calibri" panose="020F0502020204030204" pitchFamily="34" charset="0"/>
              </a:rPr>
              <a:t>SAM</a:t>
            </a:r>
          </a:p>
          <a:p>
            <a:pPr algn="ctr"/>
            <a:r>
              <a:rPr lang="en-US" sz="1200">
                <a:solidFill>
                  <a:schemeClr val="tx1"/>
                </a:solidFill>
                <a:latin typeface="Calibri" panose="020F0502020204030204" pitchFamily="34" charset="0"/>
                <a:cs typeface="Calibri" panose="020F0502020204030204" pitchFamily="34" charset="0"/>
              </a:rPr>
              <a:t>20 Mn buddies</a:t>
            </a:r>
          </a:p>
          <a:p>
            <a:pPr algn="ctr"/>
            <a:r>
              <a:rPr lang="en-US" sz="900">
                <a:solidFill>
                  <a:schemeClr val="tx1"/>
                </a:solidFill>
                <a:latin typeface="Calibri" panose="020F0502020204030204" pitchFamily="34" charset="0"/>
                <a:cs typeface="Calibri" panose="020F0502020204030204" pitchFamily="34" charset="0"/>
              </a:rPr>
              <a:t>by 2030</a:t>
            </a:r>
          </a:p>
        </p:txBody>
      </p:sp>
      <p:grpSp>
        <p:nvGrpSpPr>
          <p:cNvPr id="126" name="Group 125">
            <a:extLst>
              <a:ext uri="{FF2B5EF4-FFF2-40B4-BE49-F238E27FC236}">
                <a16:creationId xmlns:a16="http://schemas.microsoft.com/office/drawing/2014/main" id="{4BA832A5-C7E7-0D4D-AEC6-CFC9EF998C9C}"/>
              </a:ext>
            </a:extLst>
          </p:cNvPr>
          <p:cNvGrpSpPr/>
          <p:nvPr/>
        </p:nvGrpSpPr>
        <p:grpSpPr>
          <a:xfrm>
            <a:off x="2550271" y="1200879"/>
            <a:ext cx="126337" cy="134219"/>
            <a:chOff x="7812684" y="2660359"/>
            <a:chExt cx="306171" cy="306910"/>
          </a:xfrm>
        </p:grpSpPr>
        <p:sp>
          <p:nvSpPr>
            <p:cNvPr id="127" name="Freeform 94">
              <a:extLst>
                <a:ext uri="{FF2B5EF4-FFF2-40B4-BE49-F238E27FC236}">
                  <a16:creationId xmlns:a16="http://schemas.microsoft.com/office/drawing/2014/main" id="{4F54942F-00EC-FF40-8846-75C6A04A06CB}"/>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128" name="Freeform 95">
              <a:extLst>
                <a:ext uri="{FF2B5EF4-FFF2-40B4-BE49-F238E27FC236}">
                  <a16:creationId xmlns:a16="http://schemas.microsoft.com/office/drawing/2014/main" id="{AD5A89DB-6C5B-3044-8B44-B2F3AEC4B8D1}"/>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sp>
        <p:nvSpPr>
          <p:cNvPr id="129" name="Pentagon 128">
            <a:extLst>
              <a:ext uri="{FF2B5EF4-FFF2-40B4-BE49-F238E27FC236}">
                <a16:creationId xmlns:a16="http://schemas.microsoft.com/office/drawing/2014/main" id="{4D92F8C9-3DDD-1C4B-81C5-C54F443FF0B7}"/>
              </a:ext>
            </a:extLst>
          </p:cNvPr>
          <p:cNvSpPr/>
          <p:nvPr/>
        </p:nvSpPr>
        <p:spPr>
          <a:xfrm>
            <a:off x="75527" y="2161342"/>
            <a:ext cx="1185715" cy="188496"/>
          </a:xfrm>
          <a:prstGeom prst="homePlate">
            <a:avLst/>
          </a:prstGeom>
          <a:solidFill>
            <a:schemeClr val="accent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Acquire</a:t>
            </a:r>
          </a:p>
        </p:txBody>
      </p:sp>
      <p:sp>
        <p:nvSpPr>
          <p:cNvPr id="130" name="Chevron 129">
            <a:extLst>
              <a:ext uri="{FF2B5EF4-FFF2-40B4-BE49-F238E27FC236}">
                <a16:creationId xmlns:a16="http://schemas.microsoft.com/office/drawing/2014/main" id="{65559EF5-9919-6E41-A053-84CE9AF3A298}"/>
              </a:ext>
            </a:extLst>
          </p:cNvPr>
          <p:cNvSpPr/>
          <p:nvPr/>
        </p:nvSpPr>
        <p:spPr>
          <a:xfrm>
            <a:off x="1225548" y="2171109"/>
            <a:ext cx="1185715" cy="188496"/>
          </a:xfrm>
          <a:prstGeom prst="chevron">
            <a:avLst/>
          </a:prstGeom>
          <a:solidFill>
            <a:schemeClr val="accent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Engage</a:t>
            </a:r>
          </a:p>
        </p:txBody>
      </p:sp>
      <p:sp>
        <p:nvSpPr>
          <p:cNvPr id="131" name="Chevron 130">
            <a:extLst>
              <a:ext uri="{FF2B5EF4-FFF2-40B4-BE49-F238E27FC236}">
                <a16:creationId xmlns:a16="http://schemas.microsoft.com/office/drawing/2014/main" id="{C2E0AF24-169E-8D40-BB76-A3B088D352F6}"/>
              </a:ext>
            </a:extLst>
          </p:cNvPr>
          <p:cNvSpPr/>
          <p:nvPr/>
        </p:nvSpPr>
        <p:spPr>
          <a:xfrm>
            <a:off x="2389341" y="2171109"/>
            <a:ext cx="1179738" cy="188496"/>
          </a:xfrm>
          <a:prstGeom prst="chevron">
            <a:avLst/>
          </a:prstGeom>
          <a:solidFill>
            <a:schemeClr val="accent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bg1"/>
                </a:solidFill>
                <a:latin typeface="Calibri" panose="020F0502020204030204" pitchFamily="34" charset="0"/>
                <a:cs typeface="Calibri" panose="020F0502020204030204" pitchFamily="34" charset="0"/>
              </a:rPr>
              <a:t>Retain</a:t>
            </a:r>
          </a:p>
        </p:txBody>
      </p:sp>
      <p:sp>
        <p:nvSpPr>
          <p:cNvPr id="132" name="Rounded Rectangle 131">
            <a:extLst>
              <a:ext uri="{FF2B5EF4-FFF2-40B4-BE49-F238E27FC236}">
                <a16:creationId xmlns:a16="http://schemas.microsoft.com/office/drawing/2014/main" id="{9C5B9A96-2834-0444-8A68-C71FD6FF6777}"/>
              </a:ext>
            </a:extLst>
          </p:cNvPr>
          <p:cNvSpPr/>
          <p:nvPr/>
        </p:nvSpPr>
        <p:spPr>
          <a:xfrm>
            <a:off x="75527" y="2423150"/>
            <a:ext cx="1147611" cy="649797"/>
          </a:xfrm>
          <a:prstGeom prst="roundRect">
            <a:avLst/>
          </a:prstGeom>
          <a:noFill/>
          <a:ln>
            <a:solidFill>
              <a:srgbClr val="7D38B4"/>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en-US" sz="1100">
                <a:solidFill>
                  <a:sysClr val="windowText" lastClr="000000"/>
                </a:solidFill>
                <a:latin typeface="Calibri" panose="020F0502020204030204" pitchFamily="34" charset="0"/>
                <a:cs typeface="Calibri" panose="020F0502020204030204" pitchFamily="34" charset="0"/>
              </a:rPr>
              <a:t>In-App trigger, SM marketing, </a:t>
            </a:r>
          </a:p>
          <a:p>
            <a:r>
              <a:rPr lang="en-US" sz="1100">
                <a:solidFill>
                  <a:sysClr val="windowText" lastClr="000000"/>
                </a:solidFill>
                <a:latin typeface="Calibri" panose="020F0502020204030204" pitchFamily="34" charset="0"/>
                <a:cs typeface="Calibri" panose="020F0502020204030204" pitchFamily="34" charset="0"/>
              </a:rPr>
              <a:t>personalization</a:t>
            </a:r>
          </a:p>
        </p:txBody>
      </p:sp>
      <p:sp>
        <p:nvSpPr>
          <p:cNvPr id="135" name="Rounded Rectangle 134">
            <a:extLst>
              <a:ext uri="{FF2B5EF4-FFF2-40B4-BE49-F238E27FC236}">
                <a16:creationId xmlns:a16="http://schemas.microsoft.com/office/drawing/2014/main" id="{C5767A3F-CC06-6E44-8870-0DD1DE9FCD99}"/>
              </a:ext>
            </a:extLst>
          </p:cNvPr>
          <p:cNvSpPr/>
          <p:nvPr/>
        </p:nvSpPr>
        <p:spPr>
          <a:xfrm>
            <a:off x="1272169" y="2423149"/>
            <a:ext cx="1147611" cy="649797"/>
          </a:xfrm>
          <a:prstGeom prst="roundRect">
            <a:avLst/>
          </a:prstGeom>
          <a:noFill/>
          <a:ln>
            <a:solidFill>
              <a:srgbClr val="7D38B4"/>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en-US" sz="1100">
                <a:solidFill>
                  <a:sysClr val="windowText" lastClr="000000"/>
                </a:solidFill>
                <a:latin typeface="Calibri" panose="020F0502020204030204" pitchFamily="34" charset="0"/>
                <a:cs typeface="Calibri" panose="020F0502020204030204" pitchFamily="34" charset="0"/>
              </a:rPr>
              <a:t>E-comm, direct &amp; social media messaging</a:t>
            </a:r>
          </a:p>
        </p:txBody>
      </p:sp>
      <p:sp>
        <p:nvSpPr>
          <p:cNvPr id="136" name="Rounded Rectangle 135">
            <a:extLst>
              <a:ext uri="{FF2B5EF4-FFF2-40B4-BE49-F238E27FC236}">
                <a16:creationId xmlns:a16="http://schemas.microsoft.com/office/drawing/2014/main" id="{86C553BF-4A15-8B47-8FB2-B60A3AFDA0A9}"/>
              </a:ext>
            </a:extLst>
          </p:cNvPr>
          <p:cNvSpPr/>
          <p:nvPr/>
        </p:nvSpPr>
        <p:spPr>
          <a:xfrm>
            <a:off x="2467919" y="2423149"/>
            <a:ext cx="1147611" cy="649797"/>
          </a:xfrm>
          <a:prstGeom prst="roundRect">
            <a:avLst/>
          </a:prstGeom>
          <a:noFill/>
          <a:ln>
            <a:solidFill>
              <a:srgbClr val="7D38B4"/>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en-US" sz="1100">
                <a:solidFill>
                  <a:sysClr val="windowText" lastClr="000000"/>
                </a:solidFill>
                <a:latin typeface="Calibri" panose="020F0502020204030204" pitchFamily="34" charset="0"/>
                <a:cs typeface="Calibri" panose="020F0502020204030204" pitchFamily="34" charset="0"/>
              </a:rPr>
              <a:t>Rewards via </a:t>
            </a:r>
            <a:r>
              <a:rPr lang="en-US" sz="1100" err="1">
                <a:solidFill>
                  <a:sysClr val="windowText" lastClr="000000"/>
                </a:solidFill>
                <a:latin typeface="Calibri" panose="020F0502020204030204" pitchFamily="34" charset="0"/>
                <a:cs typeface="Calibri" panose="020F0502020204030204" pitchFamily="34" charset="0"/>
              </a:rPr>
              <a:t>EcoPoints</a:t>
            </a:r>
            <a:r>
              <a:rPr lang="en-US" sz="1100">
                <a:solidFill>
                  <a:sysClr val="windowText" lastClr="000000"/>
                </a:solidFill>
                <a:latin typeface="Calibri" panose="020F0502020204030204" pitchFamily="34" charset="0"/>
                <a:cs typeface="Calibri" panose="020F0502020204030204" pitchFamily="34" charset="0"/>
              </a:rPr>
              <a:t>, tie into other SM</a:t>
            </a:r>
          </a:p>
        </p:txBody>
      </p:sp>
      <p:grpSp>
        <p:nvGrpSpPr>
          <p:cNvPr id="142" name="Group 141">
            <a:extLst>
              <a:ext uri="{FF2B5EF4-FFF2-40B4-BE49-F238E27FC236}">
                <a16:creationId xmlns:a16="http://schemas.microsoft.com/office/drawing/2014/main" id="{21464D2A-7AD9-6B47-9375-274E7D3B7C30}"/>
              </a:ext>
            </a:extLst>
          </p:cNvPr>
          <p:cNvGrpSpPr/>
          <p:nvPr/>
        </p:nvGrpSpPr>
        <p:grpSpPr>
          <a:xfrm>
            <a:off x="107191" y="3498896"/>
            <a:ext cx="1122390" cy="857801"/>
            <a:chOff x="2287967" y="1540213"/>
            <a:chExt cx="3756041" cy="2734032"/>
          </a:xfrm>
        </p:grpSpPr>
        <p:sp>
          <p:nvSpPr>
            <p:cNvPr id="139" name="Freeform 6">
              <a:extLst>
                <a:ext uri="{FF2B5EF4-FFF2-40B4-BE49-F238E27FC236}">
                  <a16:creationId xmlns:a16="http://schemas.microsoft.com/office/drawing/2014/main" id="{9AFC86ED-12AF-CE42-BB41-1426D29C5EEB}"/>
                </a:ext>
              </a:extLst>
            </p:cNvPr>
            <p:cNvSpPr>
              <a:spLocks/>
            </p:cNvSpPr>
            <p:nvPr/>
          </p:nvSpPr>
          <p:spPr bwMode="auto">
            <a:xfrm>
              <a:off x="3583765" y="1540213"/>
              <a:ext cx="1164444" cy="847195"/>
            </a:xfrm>
            <a:custGeom>
              <a:avLst/>
              <a:gdLst>
                <a:gd name="T0" fmla="*/ 492 w 984"/>
                <a:gd name="T1" fmla="*/ 0 h 854"/>
                <a:gd name="T2" fmla="*/ 0 w 984"/>
                <a:gd name="T3" fmla="*/ 854 h 854"/>
                <a:gd name="T4" fmla="*/ 984 w 984"/>
                <a:gd name="T5" fmla="*/ 854 h 854"/>
              </a:gdLst>
              <a:ahLst/>
              <a:cxnLst>
                <a:cxn ang="0">
                  <a:pos x="T0" y="T1"/>
                </a:cxn>
                <a:cxn ang="0">
                  <a:pos x="T2" y="T3"/>
                </a:cxn>
                <a:cxn ang="0">
                  <a:pos x="T4" y="T5"/>
                </a:cxn>
              </a:cxnLst>
              <a:rect l="0" t="0" r="r" b="b"/>
              <a:pathLst>
                <a:path w="984" h="854">
                  <a:moveTo>
                    <a:pt x="492" y="0"/>
                  </a:moveTo>
                  <a:lnTo>
                    <a:pt x="0" y="854"/>
                  </a:lnTo>
                  <a:lnTo>
                    <a:pt x="984" y="854"/>
                  </a:lnTo>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5760" rIns="0" bIns="0" rtlCol="0" anchor="ctr"/>
            <a:lstStyle/>
            <a:p>
              <a:pPr algn="ctr">
                <a:lnSpc>
                  <a:spcPct val="95000"/>
                </a:lnSpc>
              </a:pPr>
              <a:endParaRPr lang="en-US" sz="1200">
                <a:solidFill>
                  <a:prstClr val="white"/>
                </a:solidFill>
                <a:latin typeface="Calibri" panose="020F0502020204030204" pitchFamily="34" charset="0"/>
                <a:cs typeface="Calibri" panose="020F0502020204030204" pitchFamily="34" charset="0"/>
              </a:endParaRPr>
            </a:p>
          </p:txBody>
        </p:sp>
        <p:sp>
          <p:nvSpPr>
            <p:cNvPr id="140" name="Freeform 7">
              <a:extLst>
                <a:ext uri="{FF2B5EF4-FFF2-40B4-BE49-F238E27FC236}">
                  <a16:creationId xmlns:a16="http://schemas.microsoft.com/office/drawing/2014/main" id="{1492BF4D-B6E0-DD47-938D-CEC240A0BF53}"/>
                </a:ext>
              </a:extLst>
            </p:cNvPr>
            <p:cNvSpPr>
              <a:spLocks/>
            </p:cNvSpPr>
            <p:nvPr/>
          </p:nvSpPr>
          <p:spPr bwMode="auto">
            <a:xfrm>
              <a:off x="2936459" y="2481644"/>
              <a:ext cx="2460242" cy="854139"/>
            </a:xfrm>
            <a:custGeom>
              <a:avLst/>
              <a:gdLst>
                <a:gd name="T0" fmla="*/ 0 w 2079"/>
                <a:gd name="T1" fmla="*/ 861 h 861"/>
                <a:gd name="T2" fmla="*/ 2079 w 2079"/>
                <a:gd name="T3" fmla="*/ 861 h 861"/>
                <a:gd name="T4" fmla="*/ 1587 w 2079"/>
                <a:gd name="T5" fmla="*/ 0 h 861"/>
                <a:gd name="T6" fmla="*/ 492 w 2079"/>
                <a:gd name="T7" fmla="*/ 0 h 861"/>
                <a:gd name="T8" fmla="*/ 0 w 2079"/>
                <a:gd name="T9" fmla="*/ 861 h 861"/>
              </a:gdLst>
              <a:ahLst/>
              <a:cxnLst>
                <a:cxn ang="0">
                  <a:pos x="T0" y="T1"/>
                </a:cxn>
                <a:cxn ang="0">
                  <a:pos x="T2" y="T3"/>
                </a:cxn>
                <a:cxn ang="0">
                  <a:pos x="T4" y="T5"/>
                </a:cxn>
                <a:cxn ang="0">
                  <a:pos x="T6" y="T7"/>
                </a:cxn>
                <a:cxn ang="0">
                  <a:pos x="T8" y="T9"/>
                </a:cxn>
              </a:cxnLst>
              <a:rect l="0" t="0" r="r" b="b"/>
              <a:pathLst>
                <a:path w="2079" h="861">
                  <a:moveTo>
                    <a:pt x="0" y="861"/>
                  </a:moveTo>
                  <a:lnTo>
                    <a:pt x="2079" y="861"/>
                  </a:lnTo>
                  <a:lnTo>
                    <a:pt x="1587" y="0"/>
                  </a:lnTo>
                  <a:lnTo>
                    <a:pt x="492" y="0"/>
                  </a:lnTo>
                  <a:lnTo>
                    <a:pt x="0" y="861"/>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pPr>
              <a:endParaRPr lang="en-US" sz="1200">
                <a:solidFill>
                  <a:prstClr val="white"/>
                </a:solidFill>
                <a:latin typeface="Calibri" panose="020F0502020204030204" pitchFamily="34" charset="0"/>
                <a:cs typeface="Calibri" panose="020F0502020204030204" pitchFamily="34" charset="0"/>
              </a:endParaRPr>
            </a:p>
          </p:txBody>
        </p:sp>
        <p:sp>
          <p:nvSpPr>
            <p:cNvPr id="141" name="Freeform 8">
              <a:extLst>
                <a:ext uri="{FF2B5EF4-FFF2-40B4-BE49-F238E27FC236}">
                  <a16:creationId xmlns:a16="http://schemas.microsoft.com/office/drawing/2014/main" id="{9DD226AE-AAC9-874B-957B-58CF6C4C8301}"/>
                </a:ext>
              </a:extLst>
            </p:cNvPr>
            <p:cNvSpPr>
              <a:spLocks/>
            </p:cNvSpPr>
            <p:nvPr/>
          </p:nvSpPr>
          <p:spPr bwMode="auto">
            <a:xfrm>
              <a:off x="2287967" y="3429034"/>
              <a:ext cx="3756041" cy="845211"/>
            </a:xfrm>
            <a:custGeom>
              <a:avLst/>
              <a:gdLst>
                <a:gd name="T0" fmla="*/ 246 w 3174"/>
                <a:gd name="T1" fmla="*/ 426 h 852"/>
                <a:gd name="T2" fmla="*/ 0 w 3174"/>
                <a:gd name="T3" fmla="*/ 852 h 852"/>
                <a:gd name="T4" fmla="*/ 3174 w 3174"/>
                <a:gd name="T5" fmla="*/ 852 h 852"/>
                <a:gd name="T6" fmla="*/ 2928 w 3174"/>
                <a:gd name="T7" fmla="*/ 426 h 852"/>
                <a:gd name="T8" fmla="*/ 2682 w 3174"/>
                <a:gd name="T9" fmla="*/ 0 h 852"/>
                <a:gd name="T10" fmla="*/ 492 w 3174"/>
                <a:gd name="T11" fmla="*/ 0 h 852"/>
                <a:gd name="T12" fmla="*/ 246 w 3174"/>
                <a:gd name="T13" fmla="*/ 426 h 852"/>
              </a:gdLst>
              <a:ahLst/>
              <a:cxnLst>
                <a:cxn ang="0">
                  <a:pos x="T0" y="T1"/>
                </a:cxn>
                <a:cxn ang="0">
                  <a:pos x="T2" y="T3"/>
                </a:cxn>
                <a:cxn ang="0">
                  <a:pos x="T4" y="T5"/>
                </a:cxn>
                <a:cxn ang="0">
                  <a:pos x="T6" y="T7"/>
                </a:cxn>
                <a:cxn ang="0">
                  <a:pos x="T8" y="T9"/>
                </a:cxn>
                <a:cxn ang="0">
                  <a:pos x="T10" y="T11"/>
                </a:cxn>
                <a:cxn ang="0">
                  <a:pos x="T12" y="T13"/>
                </a:cxn>
              </a:cxnLst>
              <a:rect l="0" t="0" r="r" b="b"/>
              <a:pathLst>
                <a:path w="3174" h="852">
                  <a:moveTo>
                    <a:pt x="246" y="426"/>
                  </a:moveTo>
                  <a:lnTo>
                    <a:pt x="0" y="852"/>
                  </a:lnTo>
                  <a:lnTo>
                    <a:pt x="3174" y="852"/>
                  </a:lnTo>
                  <a:lnTo>
                    <a:pt x="2928" y="426"/>
                  </a:lnTo>
                  <a:lnTo>
                    <a:pt x="2682" y="0"/>
                  </a:lnTo>
                  <a:lnTo>
                    <a:pt x="492" y="0"/>
                  </a:lnTo>
                  <a:lnTo>
                    <a:pt x="246" y="426"/>
                  </a:lnTo>
                  <a:close/>
                </a:path>
              </a:pathLst>
            </a:cu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pPr>
              <a:endParaRPr lang="en-US" sz="1200">
                <a:solidFill>
                  <a:prstClr val="white"/>
                </a:solidFill>
                <a:latin typeface="Calibri" panose="020F0502020204030204" pitchFamily="34" charset="0"/>
                <a:cs typeface="Calibri" panose="020F0502020204030204" pitchFamily="34" charset="0"/>
              </a:endParaRPr>
            </a:p>
          </p:txBody>
        </p:sp>
      </p:grpSp>
      <p:pic>
        <p:nvPicPr>
          <p:cNvPr id="144" name="Graphic 143" descr="Coins">
            <a:extLst>
              <a:ext uri="{FF2B5EF4-FFF2-40B4-BE49-F238E27FC236}">
                <a16:creationId xmlns:a16="http://schemas.microsoft.com/office/drawing/2014/main" id="{8D49B0BD-9EA8-9849-B9AD-F1FE522EF928}"/>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542571" y="4082518"/>
            <a:ext cx="279921" cy="279921"/>
          </a:xfrm>
          <a:prstGeom prst="rect">
            <a:avLst/>
          </a:prstGeom>
        </p:spPr>
      </p:pic>
      <p:pic>
        <p:nvPicPr>
          <p:cNvPr id="146" name="Graphic 145" descr="Children">
            <a:extLst>
              <a:ext uri="{FF2B5EF4-FFF2-40B4-BE49-F238E27FC236}">
                <a16:creationId xmlns:a16="http://schemas.microsoft.com/office/drawing/2014/main" id="{11BE6DF5-82B4-EE48-B3E1-64163EA5F7D5}"/>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534059" y="3805690"/>
            <a:ext cx="259715" cy="259715"/>
          </a:xfrm>
          <a:prstGeom prst="rect">
            <a:avLst/>
          </a:prstGeom>
        </p:spPr>
      </p:pic>
      <p:pic>
        <p:nvPicPr>
          <p:cNvPr id="148" name="Graphic 147" descr="Sustainability">
            <a:extLst>
              <a:ext uri="{FF2B5EF4-FFF2-40B4-BE49-F238E27FC236}">
                <a16:creationId xmlns:a16="http://schemas.microsoft.com/office/drawing/2014/main" id="{0C6BD2F4-24D3-8142-B0A6-1F1E19B592DF}"/>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571624" y="3569087"/>
            <a:ext cx="184869" cy="184869"/>
          </a:xfrm>
          <a:prstGeom prst="rect">
            <a:avLst/>
          </a:prstGeom>
        </p:spPr>
      </p:pic>
      <p:cxnSp>
        <p:nvCxnSpPr>
          <p:cNvPr id="149" name="Straight Connector 148">
            <a:extLst>
              <a:ext uri="{FF2B5EF4-FFF2-40B4-BE49-F238E27FC236}">
                <a16:creationId xmlns:a16="http://schemas.microsoft.com/office/drawing/2014/main" id="{7A567D2D-38DF-314F-A3D5-93F03CB4B05E}"/>
              </a:ext>
            </a:extLst>
          </p:cNvPr>
          <p:cNvCxnSpPr>
            <a:cxnSpLocks/>
          </p:cNvCxnSpPr>
          <p:nvPr/>
        </p:nvCxnSpPr>
        <p:spPr>
          <a:xfrm flipH="1">
            <a:off x="793774" y="3644955"/>
            <a:ext cx="310638" cy="0"/>
          </a:xfrm>
          <a:prstGeom prst="line">
            <a:avLst/>
          </a:prstGeom>
          <a:ln w="9525">
            <a:solidFill>
              <a:schemeClr val="tx1">
                <a:lumMod val="60000"/>
                <a:lumOff val="40000"/>
              </a:schemeClr>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27EA17A1-F985-5D4C-8CC0-BDBEDEBA1F1B}"/>
              </a:ext>
            </a:extLst>
          </p:cNvPr>
          <p:cNvCxnSpPr>
            <a:cxnSpLocks/>
          </p:cNvCxnSpPr>
          <p:nvPr/>
        </p:nvCxnSpPr>
        <p:spPr>
          <a:xfrm flipH="1">
            <a:off x="950604" y="3927795"/>
            <a:ext cx="310638" cy="0"/>
          </a:xfrm>
          <a:prstGeom prst="line">
            <a:avLst/>
          </a:prstGeom>
          <a:ln w="9525">
            <a:solidFill>
              <a:schemeClr val="tx1">
                <a:lumMod val="60000"/>
                <a:lumOff val="40000"/>
              </a:schemeClr>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16240CD0-A1C6-2B46-B37B-5D911A36B46E}"/>
              </a:ext>
            </a:extLst>
          </p:cNvPr>
          <p:cNvCxnSpPr>
            <a:cxnSpLocks/>
          </p:cNvCxnSpPr>
          <p:nvPr/>
        </p:nvCxnSpPr>
        <p:spPr>
          <a:xfrm flipH="1">
            <a:off x="1116850" y="4210964"/>
            <a:ext cx="310638" cy="0"/>
          </a:xfrm>
          <a:prstGeom prst="line">
            <a:avLst/>
          </a:prstGeom>
          <a:ln w="9525">
            <a:solidFill>
              <a:schemeClr val="tx1">
                <a:lumMod val="60000"/>
                <a:lumOff val="40000"/>
              </a:schemeClr>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154" name="TextBox 153">
            <a:extLst>
              <a:ext uri="{FF2B5EF4-FFF2-40B4-BE49-F238E27FC236}">
                <a16:creationId xmlns:a16="http://schemas.microsoft.com/office/drawing/2014/main" id="{093E097C-060F-C346-8A11-D5AF8A1BBFB5}"/>
              </a:ext>
            </a:extLst>
          </p:cNvPr>
          <p:cNvSpPr txBox="1"/>
          <p:nvPr/>
        </p:nvSpPr>
        <p:spPr>
          <a:xfrm>
            <a:off x="1178878" y="3505066"/>
            <a:ext cx="2094130" cy="276999"/>
          </a:xfrm>
          <a:prstGeom prst="rect">
            <a:avLst/>
          </a:prstGeom>
          <a:noFill/>
        </p:spPr>
        <p:txBody>
          <a:bodyPr wrap="square" rtlCol="0">
            <a:spAutoFit/>
          </a:bodyPr>
          <a:lstStyle/>
          <a:p>
            <a:r>
              <a:rPr lang="en-US" sz="1200">
                <a:latin typeface="Calibri" panose="020F0502020204030204" pitchFamily="34" charset="0"/>
                <a:cs typeface="Calibri" panose="020F0502020204030204" pitchFamily="34" charset="0"/>
              </a:rPr>
              <a:t>Environmental: ESG Champion </a:t>
            </a:r>
          </a:p>
        </p:txBody>
      </p:sp>
      <p:sp>
        <p:nvSpPr>
          <p:cNvPr id="155" name="TextBox 154">
            <a:extLst>
              <a:ext uri="{FF2B5EF4-FFF2-40B4-BE49-F238E27FC236}">
                <a16:creationId xmlns:a16="http://schemas.microsoft.com/office/drawing/2014/main" id="{9A50F0C8-D5A1-4549-BB34-1616322F84EE}"/>
              </a:ext>
            </a:extLst>
          </p:cNvPr>
          <p:cNvSpPr txBox="1"/>
          <p:nvPr/>
        </p:nvSpPr>
        <p:spPr>
          <a:xfrm>
            <a:off x="1257347" y="3786477"/>
            <a:ext cx="2173788" cy="276999"/>
          </a:xfrm>
          <a:prstGeom prst="rect">
            <a:avLst/>
          </a:prstGeom>
          <a:noFill/>
        </p:spPr>
        <p:txBody>
          <a:bodyPr wrap="square" rtlCol="0">
            <a:spAutoFit/>
          </a:bodyPr>
          <a:lstStyle/>
          <a:p>
            <a:r>
              <a:rPr lang="en-US" sz="1200">
                <a:latin typeface="Calibri" panose="020F0502020204030204" pitchFamily="34" charset="0"/>
                <a:cs typeface="Calibri" panose="020F0502020204030204" pitchFamily="34" charset="0"/>
              </a:rPr>
              <a:t>Social: Validation from peer-set</a:t>
            </a:r>
          </a:p>
        </p:txBody>
      </p:sp>
      <p:sp>
        <p:nvSpPr>
          <p:cNvPr id="156" name="TextBox 155">
            <a:extLst>
              <a:ext uri="{FF2B5EF4-FFF2-40B4-BE49-F238E27FC236}">
                <a16:creationId xmlns:a16="http://schemas.microsoft.com/office/drawing/2014/main" id="{C74F7FEB-B66F-5B41-9789-667288D1DCEE}"/>
              </a:ext>
            </a:extLst>
          </p:cNvPr>
          <p:cNvSpPr txBox="1"/>
          <p:nvPr/>
        </p:nvSpPr>
        <p:spPr>
          <a:xfrm>
            <a:off x="1400001" y="4069563"/>
            <a:ext cx="2094130" cy="461665"/>
          </a:xfrm>
          <a:prstGeom prst="rect">
            <a:avLst/>
          </a:prstGeom>
          <a:noFill/>
        </p:spPr>
        <p:txBody>
          <a:bodyPr wrap="square" rtlCol="0">
            <a:spAutoFit/>
          </a:bodyPr>
          <a:lstStyle/>
          <a:p>
            <a:r>
              <a:rPr lang="en-US" sz="1200">
                <a:latin typeface="Calibri" panose="020F0502020204030204" pitchFamily="34" charset="0"/>
                <a:cs typeface="Calibri" panose="020F0502020204030204" pitchFamily="34" charset="0"/>
              </a:rPr>
              <a:t>Economic: Additional revenue stream</a:t>
            </a:r>
          </a:p>
        </p:txBody>
      </p:sp>
      <p:sp>
        <p:nvSpPr>
          <p:cNvPr id="167" name="label">
            <a:extLst>
              <a:ext uri="{FF2B5EF4-FFF2-40B4-BE49-F238E27FC236}">
                <a16:creationId xmlns:a16="http://schemas.microsoft.com/office/drawing/2014/main" id="{02B625D1-658A-3B49-AB9C-0E49148E1B51}"/>
              </a:ext>
            </a:extLst>
          </p:cNvPr>
          <p:cNvSpPr>
            <a:spLocks noChangeArrowheads="1"/>
          </p:cNvSpPr>
          <p:nvPr/>
        </p:nvSpPr>
        <p:spPr bwMode="gray">
          <a:xfrm>
            <a:off x="10746307" y="3680568"/>
            <a:ext cx="1025636" cy="312278"/>
          </a:xfrm>
          <a:prstGeom prst="rect">
            <a:avLst/>
          </a:prstGeom>
          <a:noFill/>
          <a:ln w="9525" algn="ctr">
            <a:noFill/>
            <a:miter lim="800000"/>
            <a:headEnd type="none" w="lg" len="lg"/>
            <a:tailEnd type="none" w="lg" len="lg"/>
          </a:ln>
        </p:spPr>
        <p:txBody>
          <a:bodyPr wrap="square" tIns="91440" bIns="91440" anchor="ctr">
            <a:noAutofit/>
          </a:bodyPr>
          <a:lstStyle/>
          <a:p>
            <a:pPr algn="ctr">
              <a:buSzPts val="1200"/>
            </a:pPr>
            <a:endParaRPr lang="en-US" sz="1200">
              <a:latin typeface="Calibri" panose="020F0502020204030204" pitchFamily="34" charset="0"/>
              <a:cs typeface="Calibri" panose="020F0502020204030204" pitchFamily="34" charset="0"/>
            </a:endParaRPr>
          </a:p>
        </p:txBody>
      </p:sp>
      <p:grpSp>
        <p:nvGrpSpPr>
          <p:cNvPr id="195" name="Group 194">
            <a:extLst>
              <a:ext uri="{FF2B5EF4-FFF2-40B4-BE49-F238E27FC236}">
                <a16:creationId xmlns:a16="http://schemas.microsoft.com/office/drawing/2014/main" id="{6B2ECE89-BDBE-8F42-8526-893B3BC2EFF6}"/>
              </a:ext>
            </a:extLst>
          </p:cNvPr>
          <p:cNvGrpSpPr/>
          <p:nvPr/>
        </p:nvGrpSpPr>
        <p:grpSpPr>
          <a:xfrm rot="5400000">
            <a:off x="6206418" y="4307088"/>
            <a:ext cx="126337" cy="134219"/>
            <a:chOff x="7812684" y="2660359"/>
            <a:chExt cx="306171" cy="306910"/>
          </a:xfrm>
        </p:grpSpPr>
        <p:sp>
          <p:nvSpPr>
            <p:cNvPr id="196" name="Freeform 94">
              <a:extLst>
                <a:ext uri="{FF2B5EF4-FFF2-40B4-BE49-F238E27FC236}">
                  <a16:creationId xmlns:a16="http://schemas.microsoft.com/office/drawing/2014/main" id="{74BCCD8B-6957-9F4A-BABE-FD0FEC427A94}"/>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197" name="Freeform 95">
              <a:extLst>
                <a:ext uri="{FF2B5EF4-FFF2-40B4-BE49-F238E27FC236}">
                  <a16:creationId xmlns:a16="http://schemas.microsoft.com/office/drawing/2014/main" id="{08494416-22C5-354E-A7B0-3159A3976761}"/>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sp>
        <p:nvSpPr>
          <p:cNvPr id="198" name="TextBox 197">
            <a:extLst>
              <a:ext uri="{FF2B5EF4-FFF2-40B4-BE49-F238E27FC236}">
                <a16:creationId xmlns:a16="http://schemas.microsoft.com/office/drawing/2014/main" id="{119E6C7F-488E-B14E-86DB-DE41721FF93C}"/>
              </a:ext>
            </a:extLst>
          </p:cNvPr>
          <p:cNvSpPr txBox="1"/>
          <p:nvPr/>
        </p:nvSpPr>
        <p:spPr>
          <a:xfrm>
            <a:off x="4387911" y="4754314"/>
            <a:ext cx="908820" cy="184086"/>
          </a:xfrm>
          <a:prstGeom prst="rect">
            <a:avLst/>
          </a:prstGeom>
          <a:solidFill>
            <a:schemeClr val="bg1"/>
          </a:solidFill>
        </p:spPr>
        <p:txBody>
          <a:bodyPr wrap="none" lIns="0" tIns="0" rIns="0" bIns="0" rtlCol="0">
            <a:noAutofit/>
          </a:bodyPr>
          <a:lstStyle/>
          <a:p>
            <a:pPr algn="ctr" defTabSz="190492">
              <a:spcAft>
                <a:spcPts val="1000"/>
              </a:spcAft>
            </a:pPr>
            <a:r>
              <a:rPr lang="en-US" sz="1167" b="1">
                <a:solidFill>
                  <a:schemeClr val="accent1"/>
                </a:solidFill>
                <a:latin typeface="Calibri" panose="020F0502020204030204" pitchFamily="34" charset="0"/>
                <a:cs typeface="Calibri" panose="020F0502020204030204" pitchFamily="34" charset="0"/>
              </a:rPr>
              <a:t>Accessibility</a:t>
            </a:r>
          </a:p>
        </p:txBody>
      </p:sp>
      <p:sp>
        <p:nvSpPr>
          <p:cNvPr id="199" name="TextBox 198">
            <a:extLst>
              <a:ext uri="{FF2B5EF4-FFF2-40B4-BE49-F238E27FC236}">
                <a16:creationId xmlns:a16="http://schemas.microsoft.com/office/drawing/2014/main" id="{B6688BF5-2D71-A94B-B671-83F64F97EDC9}"/>
              </a:ext>
            </a:extLst>
          </p:cNvPr>
          <p:cNvSpPr txBox="1"/>
          <p:nvPr/>
        </p:nvSpPr>
        <p:spPr>
          <a:xfrm>
            <a:off x="5821699" y="4758863"/>
            <a:ext cx="908820" cy="184086"/>
          </a:xfrm>
          <a:prstGeom prst="rect">
            <a:avLst/>
          </a:prstGeom>
          <a:solidFill>
            <a:schemeClr val="bg1"/>
          </a:solidFill>
        </p:spPr>
        <p:txBody>
          <a:bodyPr wrap="none" lIns="0" tIns="0" rIns="0" bIns="0" rtlCol="0">
            <a:noAutofit/>
          </a:bodyPr>
          <a:lstStyle/>
          <a:p>
            <a:pPr algn="ctr" defTabSz="190492">
              <a:spcAft>
                <a:spcPts val="1000"/>
              </a:spcAft>
            </a:pPr>
            <a:r>
              <a:rPr lang="en-US" sz="1167" b="1">
                <a:solidFill>
                  <a:schemeClr val="accent1"/>
                </a:solidFill>
                <a:latin typeface="Calibri" panose="020F0502020204030204" pitchFamily="34" charset="0"/>
                <a:cs typeface="Calibri" panose="020F0502020204030204" pitchFamily="34" charset="0"/>
              </a:rPr>
              <a:t>Transparency</a:t>
            </a:r>
          </a:p>
        </p:txBody>
      </p:sp>
      <p:sp>
        <p:nvSpPr>
          <p:cNvPr id="200" name="TextBox 199">
            <a:extLst>
              <a:ext uri="{FF2B5EF4-FFF2-40B4-BE49-F238E27FC236}">
                <a16:creationId xmlns:a16="http://schemas.microsoft.com/office/drawing/2014/main" id="{91BA6569-D206-D145-8525-D81D013855E5}"/>
              </a:ext>
            </a:extLst>
          </p:cNvPr>
          <p:cNvSpPr txBox="1"/>
          <p:nvPr/>
        </p:nvSpPr>
        <p:spPr>
          <a:xfrm>
            <a:off x="7340619" y="4770078"/>
            <a:ext cx="908820" cy="184086"/>
          </a:xfrm>
          <a:prstGeom prst="rect">
            <a:avLst/>
          </a:prstGeom>
          <a:solidFill>
            <a:schemeClr val="bg1"/>
          </a:solidFill>
        </p:spPr>
        <p:txBody>
          <a:bodyPr wrap="none" lIns="0" tIns="0" rIns="0" bIns="0" rtlCol="0">
            <a:noAutofit/>
          </a:bodyPr>
          <a:lstStyle/>
          <a:p>
            <a:pPr algn="ctr" defTabSz="190492">
              <a:spcAft>
                <a:spcPts val="1000"/>
              </a:spcAft>
            </a:pPr>
            <a:r>
              <a:rPr lang="en-US" sz="1167" b="1">
                <a:solidFill>
                  <a:schemeClr val="accent1"/>
                </a:solidFill>
                <a:latin typeface="Calibri" panose="020F0502020204030204" pitchFamily="34" charset="0"/>
                <a:cs typeface="Calibri" panose="020F0502020204030204" pitchFamily="34" charset="0"/>
              </a:rPr>
              <a:t>Security</a:t>
            </a:r>
          </a:p>
        </p:txBody>
      </p:sp>
      <p:sp>
        <p:nvSpPr>
          <p:cNvPr id="201" name="TextBox 200">
            <a:extLst>
              <a:ext uri="{FF2B5EF4-FFF2-40B4-BE49-F238E27FC236}">
                <a16:creationId xmlns:a16="http://schemas.microsoft.com/office/drawing/2014/main" id="{7267232C-1638-AD4D-A941-52308D369ED5}"/>
              </a:ext>
            </a:extLst>
          </p:cNvPr>
          <p:cNvSpPr txBox="1"/>
          <p:nvPr/>
        </p:nvSpPr>
        <p:spPr>
          <a:xfrm>
            <a:off x="3835235" y="5072043"/>
            <a:ext cx="1724895" cy="646331"/>
          </a:xfrm>
          <a:prstGeom prst="rect">
            <a:avLst/>
          </a:prstGeom>
          <a:noFill/>
        </p:spPr>
        <p:txBody>
          <a:bodyPr wrap="square" rtlCol="0">
            <a:spAutoFit/>
          </a:bodyPr>
          <a:lstStyle/>
          <a:p>
            <a:r>
              <a:rPr lang="en-US" sz="1200">
                <a:latin typeface="Calibri" panose="020F0502020204030204" pitchFamily="34" charset="0"/>
                <a:cs typeface="Calibri" panose="020F0502020204030204" pitchFamily="34" charset="0"/>
              </a:rPr>
              <a:t>Aggregation of multiple </a:t>
            </a:r>
            <a:r>
              <a:rPr lang="en-US" sz="1200" err="1">
                <a:latin typeface="Calibri" panose="020F0502020204030204" pitchFamily="34" charset="0"/>
                <a:cs typeface="Calibri" panose="020F0502020204030204" pitchFamily="34" charset="0"/>
              </a:rPr>
              <a:t>ecomm</a:t>
            </a:r>
            <a:r>
              <a:rPr lang="en-US" sz="1200">
                <a:latin typeface="Calibri" panose="020F0502020204030204" pitchFamily="34" charset="0"/>
                <a:cs typeface="Calibri" panose="020F0502020204030204" pitchFamily="34" charset="0"/>
              </a:rPr>
              <a:t> players through an intuitive UI format </a:t>
            </a:r>
          </a:p>
        </p:txBody>
      </p:sp>
      <p:sp>
        <p:nvSpPr>
          <p:cNvPr id="202" name="TextBox 201">
            <a:extLst>
              <a:ext uri="{FF2B5EF4-FFF2-40B4-BE49-F238E27FC236}">
                <a16:creationId xmlns:a16="http://schemas.microsoft.com/office/drawing/2014/main" id="{809B7A2C-630E-C14D-9FDA-19C184CB0463}"/>
              </a:ext>
            </a:extLst>
          </p:cNvPr>
          <p:cNvSpPr txBox="1"/>
          <p:nvPr/>
        </p:nvSpPr>
        <p:spPr>
          <a:xfrm>
            <a:off x="5575813" y="4988790"/>
            <a:ext cx="1511260" cy="830997"/>
          </a:xfrm>
          <a:prstGeom prst="rect">
            <a:avLst/>
          </a:prstGeom>
          <a:noFill/>
        </p:spPr>
        <p:txBody>
          <a:bodyPr wrap="square" rtlCol="0">
            <a:spAutoFit/>
          </a:bodyPr>
          <a:lstStyle/>
          <a:p>
            <a:r>
              <a:rPr lang="en-US" sz="1200">
                <a:latin typeface="Calibri" panose="020F0502020204030204" pitchFamily="34" charset="0"/>
                <a:cs typeface="Calibri" panose="020F0502020204030204" pitchFamily="34" charset="0"/>
              </a:rPr>
              <a:t>Providing maximum visibility &amp; ownership of delivery channels to the consumer</a:t>
            </a:r>
          </a:p>
        </p:txBody>
      </p:sp>
      <p:sp>
        <p:nvSpPr>
          <p:cNvPr id="203" name="TextBox 202">
            <a:extLst>
              <a:ext uri="{FF2B5EF4-FFF2-40B4-BE49-F238E27FC236}">
                <a16:creationId xmlns:a16="http://schemas.microsoft.com/office/drawing/2014/main" id="{76E54B56-C244-234B-A312-CE5D841A7BDB}"/>
              </a:ext>
            </a:extLst>
          </p:cNvPr>
          <p:cNvSpPr txBox="1"/>
          <p:nvPr/>
        </p:nvSpPr>
        <p:spPr>
          <a:xfrm>
            <a:off x="7141990" y="5041755"/>
            <a:ext cx="1581918" cy="646331"/>
          </a:xfrm>
          <a:prstGeom prst="rect">
            <a:avLst/>
          </a:prstGeom>
          <a:noFill/>
        </p:spPr>
        <p:txBody>
          <a:bodyPr wrap="square" rtlCol="0">
            <a:spAutoFit/>
          </a:bodyPr>
          <a:lstStyle/>
          <a:p>
            <a:r>
              <a:rPr lang="en-US" sz="1200">
                <a:latin typeface="Calibri" panose="020F0502020204030204" pitchFamily="34" charset="0"/>
                <a:cs typeface="Calibri" panose="020F0502020204030204" pitchFamily="34" charset="0"/>
              </a:rPr>
              <a:t>Introducing trust as the core driver for ecosystem scalability</a:t>
            </a:r>
          </a:p>
        </p:txBody>
      </p:sp>
      <p:pic>
        <p:nvPicPr>
          <p:cNvPr id="2" name="Picture 1">
            <a:extLst>
              <a:ext uri="{FF2B5EF4-FFF2-40B4-BE49-F238E27FC236}">
                <a16:creationId xmlns:a16="http://schemas.microsoft.com/office/drawing/2014/main" id="{CE7F2F44-B339-6C44-A322-CE92F5735019}"/>
              </a:ext>
            </a:extLst>
          </p:cNvPr>
          <p:cNvPicPr>
            <a:picLocks noChangeAspect="1"/>
          </p:cNvPicPr>
          <p:nvPr/>
        </p:nvPicPr>
        <p:blipFill>
          <a:blip r:embed="rId17">
            <a:extLst>
              <a:ext uri="{BEBA8EAE-BF5A-486C-A8C5-ECC9F3942E4B}">
                <a14:imgProps xmlns:a14="http://schemas.microsoft.com/office/drawing/2010/main">
                  <a14:imgLayer r:embed="rId18">
                    <a14:imgEffect>
                      <a14:backgroundRemoval t="8900" b="89968" l="10000" r="90000">
                        <a14:foregroundMark x1="26581" y1="33414" x2="31613" y2="26861"/>
                        <a14:foregroundMark x1="31613" y1="26861" x2="41484" y2="22735"/>
                        <a14:foregroundMark x1="41484" y1="22735" x2="52774" y2="24029"/>
                        <a14:foregroundMark x1="52774" y1="24029" x2="62645" y2="31068"/>
                        <a14:foregroundMark x1="62645" y1="31068" x2="67548" y2="41100"/>
                        <a14:foregroundMark x1="67548" y1="41100" x2="68645" y2="53155"/>
                        <a14:foregroundMark x1="68645" y1="53155" x2="65097" y2="63916"/>
                        <a14:foregroundMark x1="65097" y1="63916" x2="60774" y2="70793"/>
                        <a14:foregroundMark x1="60774" y1="70793" x2="51871" y2="78317"/>
                        <a14:foregroundMark x1="51871" y1="78317" x2="38129" y2="81796"/>
                        <a14:foregroundMark x1="38129" y1="81796" x2="32194" y2="80178"/>
                        <a14:foregroundMark x1="32194" y1="80178" x2="30839" y2="66748"/>
                        <a14:foregroundMark x1="30839" y1="66748" x2="35161" y2="34061"/>
                        <a14:foregroundMark x1="35161" y1="34061" x2="27161" y2="32201"/>
                        <a14:foregroundMark x1="27161" y1="32201" x2="28323" y2="39401"/>
                        <a14:foregroundMark x1="28323" y1="39401" x2="53548" y2="50809"/>
                        <a14:foregroundMark x1="53548" y1="50809" x2="59742" y2="48544"/>
                        <a14:foregroundMark x1="59742" y1="48544" x2="64129" y2="42233"/>
                        <a14:foregroundMark x1="64129" y1="42233" x2="71548" y2="47896"/>
                        <a14:foregroundMark x1="71548" y1="47896" x2="69548" y2="58981"/>
                        <a14:foregroundMark x1="40774" y1="14159" x2="54710" y2="67718"/>
                        <a14:foregroundMark x1="54710" y1="67718" x2="67161" y2="85275"/>
                        <a14:foregroundMark x1="62000" y1="19903" x2="39290" y2="79288"/>
                        <a14:foregroundMark x1="39290" y1="79288" x2="39484" y2="79207"/>
                        <a14:foregroundMark x1="28839" y1="53479" x2="81806" y2="57201"/>
                        <a14:foregroundMark x1="21871" y1="44175" x2="27226" y2="63835"/>
                        <a14:foregroundMark x1="79290" y1="45146" x2="73419" y2="81230"/>
                        <a14:foregroundMark x1="53419" y1="8900" x2="57548" y2="9466"/>
                        <a14:foregroundMark x1="56452" y1="40939" x2="56452" y2="63592"/>
                        <a14:foregroundMark x1="33548" y1="76537" x2="37032" y2="74110"/>
                        <a14:foregroundMark x1="30774" y1="42961" x2="24323" y2="42718"/>
                        <a14:foregroundMark x1="23161" y1="38916" x2="23161" y2="38916"/>
                        <a14:foregroundMark x1="23355" y1="38754" x2="29226" y2="41748"/>
                        <a14:foregroundMark x1="29226" y1="41748" x2="33806" y2="41990"/>
                        <a14:foregroundMark x1="66645" y1="43932" x2="69871" y2="41990"/>
                      </a14:backgroundRemoval>
                    </a14:imgEffect>
                  </a14:imgLayer>
                </a14:imgProps>
              </a:ext>
            </a:extLst>
          </a:blip>
          <a:stretch>
            <a:fillRect/>
          </a:stretch>
        </p:blipFill>
        <p:spPr>
          <a:xfrm>
            <a:off x="8709963" y="1979854"/>
            <a:ext cx="2029952" cy="1618723"/>
          </a:xfrm>
          <a:prstGeom prst="rect">
            <a:avLst/>
          </a:prstGeom>
        </p:spPr>
      </p:pic>
      <p:sp>
        <p:nvSpPr>
          <p:cNvPr id="150" name="Rounded Rectangle 149">
            <a:extLst>
              <a:ext uri="{FF2B5EF4-FFF2-40B4-BE49-F238E27FC236}">
                <a16:creationId xmlns:a16="http://schemas.microsoft.com/office/drawing/2014/main" id="{7D5A8E8D-5EDB-5C43-AED0-79EB0FA74FF5}"/>
              </a:ext>
            </a:extLst>
          </p:cNvPr>
          <p:cNvSpPr/>
          <p:nvPr/>
        </p:nvSpPr>
        <p:spPr>
          <a:xfrm>
            <a:off x="9110176" y="4408692"/>
            <a:ext cx="2927099" cy="442434"/>
          </a:xfrm>
          <a:prstGeom prst="roundRect">
            <a:avLst/>
          </a:prstGeom>
          <a:solidFill>
            <a:srgbClr val="084AE7">
              <a:alpha val="63000"/>
            </a:srgb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IN" sz="1200">
                <a:solidFill>
                  <a:schemeClr val="bg1"/>
                </a:solidFill>
                <a:latin typeface="Calibri" panose="020F0502020204030204" pitchFamily="34" charset="0"/>
                <a:cs typeface="Calibri" panose="020F0502020204030204" pitchFamily="34" charset="0"/>
              </a:rPr>
              <a:t>Animated Purpose: Aggregation of </a:t>
            </a:r>
            <a:r>
              <a:rPr lang="en-IN" sz="1200" err="1">
                <a:solidFill>
                  <a:schemeClr val="bg1"/>
                </a:solidFill>
                <a:latin typeface="Calibri" panose="020F0502020204030204" pitchFamily="34" charset="0"/>
                <a:cs typeface="Calibri" panose="020F0502020204030204" pitchFamily="34" charset="0"/>
              </a:rPr>
              <a:t>ecomm</a:t>
            </a:r>
            <a:r>
              <a:rPr lang="en-IN" sz="1200">
                <a:solidFill>
                  <a:schemeClr val="bg1"/>
                </a:solidFill>
                <a:latin typeface="Calibri" panose="020F0502020204030204" pitchFamily="34" charset="0"/>
                <a:cs typeface="Calibri" panose="020F0502020204030204" pitchFamily="34" charset="0"/>
              </a:rPr>
              <a:t> players in a novel P2P ecosystem</a:t>
            </a:r>
            <a:endParaRPr lang="en-US" sz="1100">
              <a:solidFill>
                <a:schemeClr val="bg1"/>
              </a:solidFill>
              <a:latin typeface="Calibri" panose="020F0502020204030204" pitchFamily="34" charset="0"/>
              <a:cs typeface="Calibri" panose="020F0502020204030204" pitchFamily="34" charset="0"/>
            </a:endParaRPr>
          </a:p>
        </p:txBody>
      </p:sp>
      <p:sp>
        <p:nvSpPr>
          <p:cNvPr id="151" name="Rounded Rectangle 150">
            <a:extLst>
              <a:ext uri="{FF2B5EF4-FFF2-40B4-BE49-F238E27FC236}">
                <a16:creationId xmlns:a16="http://schemas.microsoft.com/office/drawing/2014/main" id="{61017FCA-A92C-F243-B7EB-3A2ADE9A42BA}"/>
              </a:ext>
            </a:extLst>
          </p:cNvPr>
          <p:cNvSpPr/>
          <p:nvPr/>
        </p:nvSpPr>
        <p:spPr>
          <a:xfrm>
            <a:off x="9089055" y="4950527"/>
            <a:ext cx="2927099" cy="441007"/>
          </a:xfrm>
          <a:prstGeom prst="roundRect">
            <a:avLst/>
          </a:prstGeom>
          <a:solidFill>
            <a:srgbClr val="05B471">
              <a:alpha val="54000"/>
            </a:srgb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IN" sz="1200">
                <a:solidFill>
                  <a:schemeClr val="bg1"/>
                </a:solidFill>
                <a:latin typeface="Calibri" panose="020F0502020204030204" pitchFamily="34" charset="0"/>
                <a:cs typeface="Calibri" panose="020F0502020204030204" pitchFamily="34" charset="0"/>
              </a:rPr>
              <a:t>Planetary Considerations: Significant carbon emission, traffic  reduction with P2P</a:t>
            </a:r>
            <a:endParaRPr lang="en-US" sz="1200">
              <a:solidFill>
                <a:schemeClr val="bg1"/>
              </a:solidFill>
              <a:latin typeface="Calibri" panose="020F0502020204030204" pitchFamily="34" charset="0"/>
              <a:cs typeface="Calibri" panose="020F0502020204030204" pitchFamily="34" charset="0"/>
            </a:endParaRPr>
          </a:p>
        </p:txBody>
      </p:sp>
      <p:sp>
        <p:nvSpPr>
          <p:cNvPr id="5" name="Rectangle 4">
            <a:extLst>
              <a:ext uri="{FF2B5EF4-FFF2-40B4-BE49-F238E27FC236}">
                <a16:creationId xmlns:a16="http://schemas.microsoft.com/office/drawing/2014/main" id="{8341088B-5D1E-BC4D-ABAF-1A0E1FF5695A}"/>
              </a:ext>
            </a:extLst>
          </p:cNvPr>
          <p:cNvSpPr/>
          <p:nvPr/>
        </p:nvSpPr>
        <p:spPr>
          <a:xfrm>
            <a:off x="10481367" y="2166348"/>
            <a:ext cx="1784094" cy="1015663"/>
          </a:xfrm>
          <a:prstGeom prst="rect">
            <a:avLst/>
          </a:prstGeom>
        </p:spPr>
        <p:txBody>
          <a:bodyPr wrap="square">
            <a:spAutoFit/>
          </a:bodyPr>
          <a:lstStyle/>
          <a:p>
            <a:r>
              <a:rPr lang="en-IN" sz="1200">
                <a:solidFill>
                  <a:srgbClr val="000000"/>
                </a:solidFill>
                <a:latin typeface="Calibri" panose="020F0502020204030204" pitchFamily="34" charset="0"/>
                <a:cs typeface="Calibri" panose="020F0502020204030204" pitchFamily="34" charset="0"/>
              </a:rPr>
              <a:t>Sustainability DNA  assessment shows that the P2P ecosystem furthers a sustainable supply chain effort</a:t>
            </a:r>
            <a:endParaRPr lang="en-US" sz="1200">
              <a:latin typeface="Calibri" panose="020F0502020204030204" pitchFamily="34" charset="0"/>
              <a:cs typeface="Calibri" panose="020F0502020204030204" pitchFamily="34" charset="0"/>
            </a:endParaRPr>
          </a:p>
        </p:txBody>
      </p:sp>
      <p:sp>
        <p:nvSpPr>
          <p:cNvPr id="175" name="Text Placeholder 1">
            <a:extLst>
              <a:ext uri="{FF2B5EF4-FFF2-40B4-BE49-F238E27FC236}">
                <a16:creationId xmlns:a16="http://schemas.microsoft.com/office/drawing/2014/main" id="{1294205C-9370-544A-899D-6E26C84BE411}"/>
              </a:ext>
            </a:extLst>
          </p:cNvPr>
          <p:cNvSpPr>
            <a:spLocks noGrp="1"/>
          </p:cNvSpPr>
          <p:nvPr>
            <p:ph type="body" sz="quarter" idx="11"/>
          </p:nvPr>
        </p:nvSpPr>
        <p:spPr>
          <a:xfrm>
            <a:off x="43378" y="102548"/>
            <a:ext cx="11170591" cy="442837"/>
          </a:xfrm>
        </p:spPr>
        <p:txBody>
          <a:bodyPr>
            <a:normAutofit/>
          </a:bodyPr>
          <a:lstStyle/>
          <a:p>
            <a:pPr marL="0" indent="0">
              <a:buNone/>
            </a:pPr>
            <a:r>
              <a:rPr lang="en-US" sz="2000">
                <a:latin typeface="Calibri" panose="020F0502020204030204" pitchFamily="34" charset="0"/>
                <a:cs typeface="Calibri" panose="020F0502020204030204" pitchFamily="34" charset="0"/>
              </a:rPr>
              <a:t>Redefining last-mile delivery with a P2P social ecosystem approach</a:t>
            </a:r>
          </a:p>
        </p:txBody>
      </p:sp>
      <p:sp>
        <p:nvSpPr>
          <p:cNvPr id="137" name="Rectangle 136">
            <a:extLst>
              <a:ext uri="{FF2B5EF4-FFF2-40B4-BE49-F238E27FC236}">
                <a16:creationId xmlns:a16="http://schemas.microsoft.com/office/drawing/2014/main" id="{E8C01EDD-FD48-204E-B4FD-B8FF17C5FD75}"/>
              </a:ext>
            </a:extLst>
          </p:cNvPr>
          <p:cNvSpPr/>
          <p:nvPr/>
        </p:nvSpPr>
        <p:spPr>
          <a:xfrm>
            <a:off x="8921318" y="618065"/>
            <a:ext cx="3210267" cy="1278775"/>
          </a:xfrm>
          <a:prstGeom prst="rect">
            <a:avLst/>
          </a:prstGeom>
          <a:noFill/>
          <a:ln w="19050">
            <a:solidFill>
              <a:schemeClr val="accent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latin typeface="Calibri" panose="020F0502020204030204" pitchFamily="34" charset="0"/>
              <a:cs typeface="Calibri" panose="020F0502020204030204" pitchFamily="34" charset="0"/>
            </a:endParaRPr>
          </a:p>
        </p:txBody>
      </p:sp>
      <p:sp>
        <p:nvSpPr>
          <p:cNvPr id="138" name="TextBox 137">
            <a:extLst>
              <a:ext uri="{FF2B5EF4-FFF2-40B4-BE49-F238E27FC236}">
                <a16:creationId xmlns:a16="http://schemas.microsoft.com/office/drawing/2014/main" id="{D470054E-B5F0-EC47-9E24-5449FBE72B72}"/>
              </a:ext>
            </a:extLst>
          </p:cNvPr>
          <p:cNvSpPr txBox="1"/>
          <p:nvPr/>
        </p:nvSpPr>
        <p:spPr>
          <a:xfrm>
            <a:off x="9157349" y="529830"/>
            <a:ext cx="2879925" cy="266629"/>
          </a:xfrm>
          <a:prstGeom prst="rect">
            <a:avLst/>
          </a:prstGeom>
          <a:solidFill>
            <a:schemeClr val="bg1"/>
          </a:solidFill>
        </p:spPr>
        <p:txBody>
          <a:bodyPr wrap="none" lIns="0" tIns="0" rIns="0" bIns="0" rtlCol="0">
            <a:noAutofit/>
          </a:bodyPr>
          <a:lstStyle/>
          <a:p>
            <a:pPr algn="ctr" defTabSz="190492">
              <a:spcAft>
                <a:spcPts val="1000"/>
              </a:spcAft>
            </a:pPr>
            <a:r>
              <a:rPr lang="en-US" sz="1167" b="1">
                <a:solidFill>
                  <a:schemeClr val="accent1"/>
                </a:solidFill>
                <a:latin typeface="Calibri" panose="020F0502020204030204" pitchFamily="34" charset="0"/>
                <a:cs typeface="Calibri" panose="020F0502020204030204" pitchFamily="34" charset="0"/>
              </a:rPr>
              <a:t>How do we onboard &amp; track our buddies?</a:t>
            </a:r>
          </a:p>
        </p:txBody>
      </p:sp>
      <p:grpSp>
        <p:nvGrpSpPr>
          <p:cNvPr id="143" name="Group 142">
            <a:extLst>
              <a:ext uri="{FF2B5EF4-FFF2-40B4-BE49-F238E27FC236}">
                <a16:creationId xmlns:a16="http://schemas.microsoft.com/office/drawing/2014/main" id="{8AFF0EFA-EFB5-8B49-B957-610B37E6FD91}"/>
              </a:ext>
            </a:extLst>
          </p:cNvPr>
          <p:cNvGrpSpPr/>
          <p:nvPr/>
        </p:nvGrpSpPr>
        <p:grpSpPr>
          <a:xfrm>
            <a:off x="9019980" y="748786"/>
            <a:ext cx="1388952" cy="1101882"/>
            <a:chOff x="629999" y="2466974"/>
            <a:chExt cx="4416552" cy="3474544"/>
          </a:xfrm>
        </p:grpSpPr>
        <p:sp>
          <p:nvSpPr>
            <p:cNvPr id="145" name="Freeform 13">
              <a:extLst>
                <a:ext uri="{FF2B5EF4-FFF2-40B4-BE49-F238E27FC236}">
                  <a16:creationId xmlns:a16="http://schemas.microsoft.com/office/drawing/2014/main" id="{6F0A6D5B-A398-2840-85CF-2C2AE15DEBA4}"/>
                </a:ext>
              </a:extLst>
            </p:cNvPr>
            <p:cNvSpPr>
              <a:spLocks/>
            </p:cNvSpPr>
            <p:nvPr/>
          </p:nvSpPr>
          <p:spPr bwMode="auto">
            <a:xfrm>
              <a:off x="2277330" y="4857499"/>
              <a:ext cx="1969224" cy="1084019"/>
            </a:xfrm>
            <a:custGeom>
              <a:avLst/>
              <a:gdLst>
                <a:gd name="T0" fmla="*/ 883 w 1738"/>
                <a:gd name="T1" fmla="*/ 956 h 956"/>
                <a:gd name="T2" fmla="*/ 0 w 1738"/>
                <a:gd name="T3" fmla="*/ 669 h 956"/>
                <a:gd name="T4" fmla="*/ 46 w 1738"/>
                <a:gd name="T5" fmla="*/ 166 h 956"/>
                <a:gd name="T6" fmla="*/ 483 w 1738"/>
                <a:gd name="T7" fmla="*/ 0 h 956"/>
                <a:gd name="T8" fmla="*/ 660 w 1738"/>
                <a:gd name="T9" fmla="*/ 91 h 956"/>
                <a:gd name="T10" fmla="*/ 883 w 1738"/>
                <a:gd name="T11" fmla="*/ 126 h 956"/>
                <a:gd name="T12" fmla="*/ 1106 w 1738"/>
                <a:gd name="T13" fmla="*/ 91 h 956"/>
                <a:gd name="T14" fmla="*/ 1248 w 1738"/>
                <a:gd name="T15" fmla="*/ 24 h 956"/>
                <a:gd name="T16" fmla="*/ 1263 w 1738"/>
                <a:gd name="T17" fmla="*/ 468 h 956"/>
                <a:gd name="T18" fmla="*/ 1738 w 1738"/>
                <a:gd name="T19" fmla="*/ 690 h 956"/>
                <a:gd name="T20" fmla="*/ 883 w 1738"/>
                <a:gd name="T21" fmla="*/ 95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8" h="956">
                  <a:moveTo>
                    <a:pt x="883" y="956"/>
                  </a:moveTo>
                  <a:cubicBezTo>
                    <a:pt x="567" y="956"/>
                    <a:pt x="263" y="857"/>
                    <a:pt x="0" y="669"/>
                  </a:cubicBezTo>
                  <a:cubicBezTo>
                    <a:pt x="46" y="166"/>
                    <a:pt x="46" y="166"/>
                    <a:pt x="46" y="166"/>
                  </a:cubicBezTo>
                  <a:cubicBezTo>
                    <a:pt x="483" y="0"/>
                    <a:pt x="483" y="0"/>
                    <a:pt x="483" y="0"/>
                  </a:cubicBezTo>
                  <a:cubicBezTo>
                    <a:pt x="539" y="39"/>
                    <a:pt x="600" y="70"/>
                    <a:pt x="660" y="91"/>
                  </a:cubicBezTo>
                  <a:cubicBezTo>
                    <a:pt x="731" y="114"/>
                    <a:pt x="806" y="126"/>
                    <a:pt x="883" y="126"/>
                  </a:cubicBezTo>
                  <a:cubicBezTo>
                    <a:pt x="961" y="126"/>
                    <a:pt x="1036" y="114"/>
                    <a:pt x="1106" y="91"/>
                  </a:cubicBezTo>
                  <a:cubicBezTo>
                    <a:pt x="1154" y="75"/>
                    <a:pt x="1201" y="53"/>
                    <a:pt x="1248" y="24"/>
                  </a:cubicBezTo>
                  <a:cubicBezTo>
                    <a:pt x="1263" y="468"/>
                    <a:pt x="1263" y="468"/>
                    <a:pt x="1263" y="468"/>
                  </a:cubicBezTo>
                  <a:cubicBezTo>
                    <a:pt x="1738" y="690"/>
                    <a:pt x="1738" y="690"/>
                    <a:pt x="1738" y="690"/>
                  </a:cubicBezTo>
                  <a:cubicBezTo>
                    <a:pt x="1480" y="864"/>
                    <a:pt x="1186" y="956"/>
                    <a:pt x="883" y="956"/>
                  </a:cubicBezTo>
                  <a:close/>
                </a:path>
              </a:pathLst>
            </a:custGeom>
            <a:solidFill>
              <a:schemeClr val="accent1">
                <a:lumMod val="40000"/>
                <a:lumOff val="60000"/>
              </a:schemeClr>
            </a:solidFill>
            <a:ln w="9525" cap="rnd">
              <a:noFill/>
              <a:round/>
              <a:headEnd/>
              <a:tailEnd/>
            </a:ln>
          </p:spPr>
          <p:txBody>
            <a:bodyPr vert="horz" wrap="square" lIns="91440" tIns="45720" rIns="91440" bIns="45720" numCol="1" anchor="t" anchorCtr="0" compatLnSpc="1">
              <a:prstTxWarp prst="textNoShape">
                <a:avLst/>
              </a:prstTxWarp>
              <a:noAutofit/>
            </a:bodyPr>
            <a:lstStyle/>
            <a:p>
              <a:endParaRPr lang="en-US">
                <a:latin typeface="Calibri" panose="020F0502020204030204" pitchFamily="34" charset="0"/>
                <a:cs typeface="Calibri" panose="020F0502020204030204" pitchFamily="34" charset="0"/>
              </a:endParaRPr>
            </a:p>
          </p:txBody>
        </p:sp>
        <p:sp>
          <p:nvSpPr>
            <p:cNvPr id="147" name="Freeform 14">
              <a:extLst>
                <a:ext uri="{FF2B5EF4-FFF2-40B4-BE49-F238E27FC236}">
                  <a16:creationId xmlns:a16="http://schemas.microsoft.com/office/drawing/2014/main" id="{35CBE31F-1816-C64A-9F62-5C5A8809E9A1}"/>
                </a:ext>
              </a:extLst>
            </p:cNvPr>
            <p:cNvSpPr>
              <a:spLocks/>
            </p:cNvSpPr>
            <p:nvPr/>
          </p:nvSpPr>
          <p:spPr bwMode="auto">
            <a:xfrm>
              <a:off x="3768450" y="3721407"/>
              <a:ext cx="1278101" cy="1869815"/>
            </a:xfrm>
            <a:custGeom>
              <a:avLst/>
              <a:gdLst>
                <a:gd name="T0" fmla="*/ 14 w 1128"/>
                <a:gd name="T1" fmla="*/ 1430 h 1651"/>
                <a:gd name="T2" fmla="*/ 0 w 1128"/>
                <a:gd name="T3" fmla="*/ 983 h 1651"/>
                <a:gd name="T4" fmla="*/ 197 w 1128"/>
                <a:gd name="T5" fmla="*/ 750 h 1651"/>
                <a:gd name="T6" fmla="*/ 274 w 1128"/>
                <a:gd name="T7" fmla="*/ 425 h 1651"/>
                <a:gd name="T8" fmla="*/ 265 w 1128"/>
                <a:gd name="T9" fmla="*/ 312 h 1651"/>
                <a:gd name="T10" fmla="*/ 255 w 1128"/>
                <a:gd name="T11" fmla="*/ 260 h 1651"/>
                <a:gd name="T12" fmla="*/ 673 w 1128"/>
                <a:gd name="T13" fmla="*/ 362 h 1651"/>
                <a:gd name="T14" fmla="*/ 1041 w 1128"/>
                <a:gd name="T15" fmla="*/ 0 h 1651"/>
                <a:gd name="T16" fmla="*/ 1029 w 1128"/>
                <a:gd name="T17" fmla="*/ 896 h 1651"/>
                <a:gd name="T18" fmla="*/ 485 w 1128"/>
                <a:gd name="T19" fmla="*/ 1651 h 1651"/>
                <a:gd name="T20" fmla="*/ 14 w 1128"/>
                <a:gd name="T21" fmla="*/ 1430 h 1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8" h="1651">
                  <a:moveTo>
                    <a:pt x="14" y="1430"/>
                  </a:moveTo>
                  <a:cubicBezTo>
                    <a:pt x="0" y="983"/>
                    <a:pt x="0" y="983"/>
                    <a:pt x="0" y="983"/>
                  </a:cubicBezTo>
                  <a:cubicBezTo>
                    <a:pt x="80" y="921"/>
                    <a:pt x="148" y="841"/>
                    <a:pt x="197" y="750"/>
                  </a:cubicBezTo>
                  <a:cubicBezTo>
                    <a:pt x="247" y="650"/>
                    <a:pt x="274" y="538"/>
                    <a:pt x="274" y="425"/>
                  </a:cubicBezTo>
                  <a:cubicBezTo>
                    <a:pt x="274" y="383"/>
                    <a:pt x="271" y="346"/>
                    <a:pt x="265" y="312"/>
                  </a:cubicBezTo>
                  <a:cubicBezTo>
                    <a:pt x="262" y="295"/>
                    <a:pt x="259" y="278"/>
                    <a:pt x="255" y="260"/>
                  </a:cubicBezTo>
                  <a:cubicBezTo>
                    <a:pt x="673" y="362"/>
                    <a:pt x="673" y="362"/>
                    <a:pt x="673" y="362"/>
                  </a:cubicBezTo>
                  <a:cubicBezTo>
                    <a:pt x="1041" y="0"/>
                    <a:pt x="1041" y="0"/>
                    <a:pt x="1041" y="0"/>
                  </a:cubicBezTo>
                  <a:cubicBezTo>
                    <a:pt x="1128" y="299"/>
                    <a:pt x="1124" y="608"/>
                    <a:pt x="1029" y="896"/>
                  </a:cubicBezTo>
                  <a:cubicBezTo>
                    <a:pt x="933" y="1196"/>
                    <a:pt x="745" y="1456"/>
                    <a:pt x="485" y="1651"/>
                  </a:cubicBezTo>
                  <a:lnTo>
                    <a:pt x="14" y="1430"/>
                  </a:lnTo>
                  <a:close/>
                </a:path>
              </a:pathLst>
            </a:custGeom>
            <a:solidFill>
              <a:schemeClr val="accent1">
                <a:lumMod val="60000"/>
                <a:lumOff val="40000"/>
              </a:schemeClr>
            </a:solidFill>
            <a:ln w="9525" cap="rnd">
              <a:noFill/>
              <a:round/>
              <a:headEnd/>
              <a:tailEnd/>
            </a:ln>
          </p:spPr>
          <p:txBody>
            <a:bodyPr vert="horz" wrap="square" lIns="91440" tIns="45720" rIns="91440" bIns="45720" numCol="1" anchor="t" anchorCtr="0" compatLnSpc="1">
              <a:prstTxWarp prst="textNoShape">
                <a:avLst/>
              </a:prstTxWarp>
              <a:noAutofit/>
            </a:bodyPr>
            <a:lstStyle/>
            <a:p>
              <a:endParaRPr lang="en-US">
                <a:latin typeface="Calibri" panose="020F0502020204030204" pitchFamily="34" charset="0"/>
                <a:cs typeface="Calibri" panose="020F0502020204030204" pitchFamily="34" charset="0"/>
              </a:endParaRPr>
            </a:p>
          </p:txBody>
        </p:sp>
        <p:sp>
          <p:nvSpPr>
            <p:cNvPr id="176" name="Freeform 15">
              <a:extLst>
                <a:ext uri="{FF2B5EF4-FFF2-40B4-BE49-F238E27FC236}">
                  <a16:creationId xmlns:a16="http://schemas.microsoft.com/office/drawing/2014/main" id="{0CF70E31-EBFE-264F-BEDC-C3B1E4A5E0C9}"/>
                </a:ext>
              </a:extLst>
            </p:cNvPr>
            <p:cNvSpPr>
              <a:spLocks/>
            </p:cNvSpPr>
            <p:nvPr/>
          </p:nvSpPr>
          <p:spPr bwMode="auto">
            <a:xfrm>
              <a:off x="3342415" y="2466974"/>
              <a:ext cx="1581059" cy="1585794"/>
            </a:xfrm>
            <a:custGeom>
              <a:avLst/>
              <a:gdLst>
                <a:gd name="T0" fmla="*/ 608 w 1395"/>
                <a:gd name="T1" fmla="*/ 1296 h 1399"/>
                <a:gd name="T2" fmla="*/ 364 w 1395"/>
                <a:gd name="T3" fmla="*/ 966 h 1399"/>
                <a:gd name="T4" fmla="*/ 1 w 1395"/>
                <a:gd name="T5" fmla="*/ 832 h 1399"/>
                <a:gd name="T6" fmla="*/ 223 w 1395"/>
                <a:gd name="T7" fmla="*/ 440 h 1399"/>
                <a:gd name="T8" fmla="*/ 0 w 1395"/>
                <a:gd name="T9" fmla="*/ 0 h 1399"/>
                <a:gd name="T10" fmla="*/ 850 w 1395"/>
                <a:gd name="T11" fmla="*/ 286 h 1399"/>
                <a:gd name="T12" fmla="*/ 1395 w 1395"/>
                <a:gd name="T13" fmla="*/ 1039 h 1399"/>
                <a:gd name="T14" fmla="*/ 1029 w 1395"/>
                <a:gd name="T15" fmla="*/ 1399 h 1399"/>
                <a:gd name="T16" fmla="*/ 608 w 1395"/>
                <a:gd name="T17" fmla="*/ 1296 h 1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5" h="1399">
                  <a:moveTo>
                    <a:pt x="608" y="1296"/>
                  </a:moveTo>
                  <a:cubicBezTo>
                    <a:pt x="561" y="1165"/>
                    <a:pt x="477" y="1052"/>
                    <a:pt x="364" y="966"/>
                  </a:cubicBezTo>
                  <a:cubicBezTo>
                    <a:pt x="255" y="888"/>
                    <a:pt x="131" y="842"/>
                    <a:pt x="1" y="832"/>
                  </a:cubicBezTo>
                  <a:cubicBezTo>
                    <a:pt x="223" y="440"/>
                    <a:pt x="223" y="440"/>
                    <a:pt x="223" y="440"/>
                  </a:cubicBezTo>
                  <a:cubicBezTo>
                    <a:pt x="0" y="0"/>
                    <a:pt x="0" y="0"/>
                    <a:pt x="0" y="0"/>
                  </a:cubicBezTo>
                  <a:cubicBezTo>
                    <a:pt x="312" y="10"/>
                    <a:pt x="605" y="109"/>
                    <a:pt x="850" y="286"/>
                  </a:cubicBezTo>
                  <a:cubicBezTo>
                    <a:pt x="1103" y="471"/>
                    <a:pt x="1291" y="731"/>
                    <a:pt x="1395" y="1039"/>
                  </a:cubicBezTo>
                  <a:cubicBezTo>
                    <a:pt x="1029" y="1399"/>
                    <a:pt x="1029" y="1399"/>
                    <a:pt x="1029" y="1399"/>
                  </a:cubicBezTo>
                  <a:lnTo>
                    <a:pt x="608" y="1296"/>
                  </a:lnTo>
                  <a:close/>
                </a:path>
              </a:pathLst>
            </a:custGeom>
            <a:solidFill>
              <a:schemeClr val="accent1">
                <a:lumMod val="75000"/>
              </a:schemeClr>
            </a:solidFill>
            <a:ln w="9525" cap="rnd">
              <a:noFill/>
              <a:round/>
              <a:headEnd/>
              <a:tailEnd/>
            </a:ln>
          </p:spPr>
          <p:txBody>
            <a:bodyPr vert="horz" wrap="square" lIns="91440" tIns="45720" rIns="91440" bIns="45720" numCol="1" anchor="t" anchorCtr="0" compatLnSpc="1">
              <a:prstTxWarp prst="textNoShape">
                <a:avLst/>
              </a:prstTxWarp>
              <a:noAutofit/>
            </a:bodyPr>
            <a:lstStyle/>
            <a:p>
              <a:endParaRPr lang="en-US">
                <a:latin typeface="Calibri" panose="020F0502020204030204" pitchFamily="34" charset="0"/>
                <a:cs typeface="Calibri" panose="020F0502020204030204" pitchFamily="34" charset="0"/>
              </a:endParaRPr>
            </a:p>
          </p:txBody>
        </p:sp>
        <p:sp>
          <p:nvSpPr>
            <p:cNvPr id="177" name="Freeform 16">
              <a:extLst>
                <a:ext uri="{FF2B5EF4-FFF2-40B4-BE49-F238E27FC236}">
                  <a16:creationId xmlns:a16="http://schemas.microsoft.com/office/drawing/2014/main" id="{A81D3989-2496-9A40-A742-725FD60E7A06}"/>
                </a:ext>
              </a:extLst>
            </p:cNvPr>
            <p:cNvSpPr>
              <a:spLocks/>
            </p:cNvSpPr>
            <p:nvPr/>
          </p:nvSpPr>
          <p:spPr bwMode="auto">
            <a:xfrm>
              <a:off x="1515203" y="3574663"/>
              <a:ext cx="1240232" cy="1988159"/>
            </a:xfrm>
            <a:custGeom>
              <a:avLst/>
              <a:gdLst>
                <a:gd name="T0" fmla="*/ 613 w 1096"/>
                <a:gd name="T1" fmla="*/ 1759 h 1759"/>
                <a:gd name="T2" fmla="*/ 96 w 1096"/>
                <a:gd name="T3" fmla="*/ 1028 h 1759"/>
                <a:gd name="T4" fmla="*/ 97 w 1096"/>
                <a:gd name="T5" fmla="*/ 98 h 1759"/>
                <a:gd name="T6" fmla="*/ 572 w 1096"/>
                <a:gd name="T7" fmla="*/ 0 h 1759"/>
                <a:gd name="T8" fmla="*/ 883 w 1096"/>
                <a:gd name="T9" fmla="*/ 353 h 1759"/>
                <a:gd name="T10" fmla="*/ 862 w 1096"/>
                <a:gd name="T11" fmla="*/ 445 h 1759"/>
                <a:gd name="T12" fmla="*/ 853 w 1096"/>
                <a:gd name="T13" fmla="*/ 556 h 1759"/>
                <a:gd name="T14" fmla="*/ 933 w 1096"/>
                <a:gd name="T15" fmla="*/ 881 h 1759"/>
                <a:gd name="T16" fmla="*/ 1096 w 1096"/>
                <a:gd name="T17" fmla="*/ 1089 h 1759"/>
                <a:gd name="T18" fmla="*/ 658 w 1096"/>
                <a:gd name="T19" fmla="*/ 1255 h 1759"/>
                <a:gd name="T20" fmla="*/ 613 w 1096"/>
                <a:gd name="T21" fmla="*/ 1759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6" h="1759">
                  <a:moveTo>
                    <a:pt x="613" y="1759"/>
                  </a:moveTo>
                  <a:cubicBezTo>
                    <a:pt x="367" y="1566"/>
                    <a:pt x="189" y="1315"/>
                    <a:pt x="96" y="1028"/>
                  </a:cubicBezTo>
                  <a:cubicBezTo>
                    <a:pt x="0" y="728"/>
                    <a:pt x="0" y="407"/>
                    <a:pt x="97" y="98"/>
                  </a:cubicBezTo>
                  <a:cubicBezTo>
                    <a:pt x="572" y="0"/>
                    <a:pt x="572" y="0"/>
                    <a:pt x="572" y="0"/>
                  </a:cubicBezTo>
                  <a:cubicBezTo>
                    <a:pt x="883" y="353"/>
                    <a:pt x="883" y="353"/>
                    <a:pt x="883" y="353"/>
                  </a:cubicBezTo>
                  <a:cubicBezTo>
                    <a:pt x="873" y="387"/>
                    <a:pt x="866" y="416"/>
                    <a:pt x="862" y="445"/>
                  </a:cubicBezTo>
                  <a:cubicBezTo>
                    <a:pt x="856" y="474"/>
                    <a:pt x="853" y="513"/>
                    <a:pt x="853" y="556"/>
                  </a:cubicBezTo>
                  <a:cubicBezTo>
                    <a:pt x="853" y="671"/>
                    <a:pt x="881" y="784"/>
                    <a:pt x="933" y="881"/>
                  </a:cubicBezTo>
                  <a:cubicBezTo>
                    <a:pt x="973" y="959"/>
                    <a:pt x="1029" y="1030"/>
                    <a:pt x="1096" y="1089"/>
                  </a:cubicBezTo>
                  <a:cubicBezTo>
                    <a:pt x="658" y="1255"/>
                    <a:pt x="658" y="1255"/>
                    <a:pt x="658" y="1255"/>
                  </a:cubicBezTo>
                  <a:lnTo>
                    <a:pt x="613" y="1759"/>
                  </a:lnTo>
                  <a:close/>
                </a:path>
              </a:pathLst>
            </a:custGeom>
            <a:solidFill>
              <a:schemeClr val="accent1">
                <a:lumMod val="20000"/>
                <a:lumOff val="80000"/>
              </a:schemeClr>
            </a:solidFill>
            <a:ln w="9525" cap="rnd">
              <a:noFill/>
              <a:round/>
              <a:headEnd/>
              <a:tailE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buClr>
                  <a:schemeClr val="bg1"/>
                </a:buClr>
              </a:pPr>
              <a:endParaRPr lang="en-US" sz="2400" kern="0">
                <a:latin typeface="Calibri" panose="020F0502020204030204" pitchFamily="34" charset="0"/>
                <a:cs typeface="Calibri" panose="020F0502020204030204" pitchFamily="34" charset="0"/>
              </a:endParaRPr>
            </a:p>
          </p:txBody>
        </p:sp>
        <p:sp>
          <p:nvSpPr>
            <p:cNvPr id="181" name="Freeform 17">
              <a:extLst>
                <a:ext uri="{FF2B5EF4-FFF2-40B4-BE49-F238E27FC236}">
                  <a16:creationId xmlns:a16="http://schemas.microsoft.com/office/drawing/2014/main" id="{52962781-A8DF-374E-BA57-55412DA6FE04}"/>
                </a:ext>
              </a:extLst>
            </p:cNvPr>
            <p:cNvSpPr>
              <a:spLocks/>
            </p:cNvSpPr>
            <p:nvPr/>
          </p:nvSpPr>
          <p:spPr bwMode="auto">
            <a:xfrm>
              <a:off x="629999" y="2466974"/>
              <a:ext cx="2878096" cy="942009"/>
            </a:xfrm>
            <a:custGeom>
              <a:avLst/>
              <a:gdLst>
                <a:gd name="T0" fmla="*/ 0 w 608"/>
                <a:gd name="T1" fmla="*/ 199 h 199"/>
                <a:gd name="T2" fmla="*/ 0 w 608"/>
                <a:gd name="T3" fmla="*/ 0 h 199"/>
                <a:gd name="T4" fmla="*/ 555 w 608"/>
                <a:gd name="T5" fmla="*/ 0 h 199"/>
                <a:gd name="T6" fmla="*/ 608 w 608"/>
                <a:gd name="T7" fmla="*/ 105 h 199"/>
                <a:gd name="T8" fmla="*/ 555 w 608"/>
                <a:gd name="T9" fmla="*/ 199 h 199"/>
                <a:gd name="T10" fmla="*/ 0 w 608"/>
                <a:gd name="T11" fmla="*/ 199 h 199"/>
              </a:gdLst>
              <a:ahLst/>
              <a:cxnLst>
                <a:cxn ang="0">
                  <a:pos x="T0" y="T1"/>
                </a:cxn>
                <a:cxn ang="0">
                  <a:pos x="T2" y="T3"/>
                </a:cxn>
                <a:cxn ang="0">
                  <a:pos x="T4" y="T5"/>
                </a:cxn>
                <a:cxn ang="0">
                  <a:pos x="T6" y="T7"/>
                </a:cxn>
                <a:cxn ang="0">
                  <a:pos x="T8" y="T9"/>
                </a:cxn>
                <a:cxn ang="0">
                  <a:pos x="T10" y="T11"/>
                </a:cxn>
              </a:cxnLst>
              <a:rect l="0" t="0" r="r" b="b"/>
              <a:pathLst>
                <a:path w="608" h="199">
                  <a:moveTo>
                    <a:pt x="0" y="199"/>
                  </a:moveTo>
                  <a:lnTo>
                    <a:pt x="0" y="0"/>
                  </a:lnTo>
                  <a:lnTo>
                    <a:pt x="555" y="0"/>
                  </a:lnTo>
                  <a:lnTo>
                    <a:pt x="608" y="105"/>
                  </a:lnTo>
                  <a:lnTo>
                    <a:pt x="555" y="199"/>
                  </a:lnTo>
                  <a:lnTo>
                    <a:pt x="0" y="199"/>
                  </a:lnTo>
                  <a:close/>
                </a:path>
              </a:pathLst>
            </a:custGeom>
            <a:solidFill>
              <a:schemeClr val="accent1">
                <a:lumMod val="50000"/>
              </a:schemeClr>
            </a:solidFill>
            <a:ln w="9525" cap="rnd">
              <a:noFill/>
              <a:round/>
              <a:headEnd/>
              <a:tailEnd/>
            </a:ln>
          </p:spPr>
          <p:txBody>
            <a:bodyPr vert="horz" wrap="square" lIns="91440" tIns="45720" rIns="91440" bIns="45720" numCol="1" anchor="t" anchorCtr="0" compatLnSpc="1">
              <a:prstTxWarp prst="textNoShape">
                <a:avLst/>
              </a:prstTxWarp>
              <a:noAutofit/>
            </a:bodyPr>
            <a:lstStyle/>
            <a:p>
              <a:endParaRPr lang="en-US">
                <a:latin typeface="Calibri" panose="020F0502020204030204" pitchFamily="34" charset="0"/>
                <a:cs typeface="Calibri" panose="020F0502020204030204" pitchFamily="34" charset="0"/>
              </a:endParaRPr>
            </a:p>
          </p:txBody>
        </p:sp>
      </p:grpSp>
      <p:sp>
        <p:nvSpPr>
          <p:cNvPr id="185" name="label">
            <a:extLst>
              <a:ext uri="{FF2B5EF4-FFF2-40B4-BE49-F238E27FC236}">
                <a16:creationId xmlns:a16="http://schemas.microsoft.com/office/drawing/2014/main" id="{3E729CEB-8EFB-B640-A1BF-6F66C77D9069}"/>
              </a:ext>
            </a:extLst>
          </p:cNvPr>
          <p:cNvSpPr>
            <a:spLocks noChangeArrowheads="1"/>
          </p:cNvSpPr>
          <p:nvPr/>
        </p:nvSpPr>
        <p:spPr bwMode="gray">
          <a:xfrm>
            <a:off x="8921318" y="720178"/>
            <a:ext cx="1084654" cy="352953"/>
          </a:xfrm>
          <a:prstGeom prst="rect">
            <a:avLst/>
          </a:prstGeom>
          <a:noFill/>
          <a:ln w="9525" algn="ctr">
            <a:noFill/>
            <a:miter lim="800000"/>
            <a:headEnd type="none" w="lg" len="lg"/>
            <a:tailEnd type="none" w="lg" len="lg"/>
          </a:ln>
        </p:spPr>
        <p:txBody>
          <a:bodyPr wrap="square" tIns="91440" bIns="91440" anchor="ctr">
            <a:noAutofit/>
          </a:bodyPr>
          <a:lstStyle/>
          <a:p>
            <a:pPr algn="ctr"/>
            <a:r>
              <a:rPr lang="en-US" sz="1200">
                <a:solidFill>
                  <a:schemeClr val="bg1"/>
                </a:solidFill>
                <a:latin typeface="Calibri" panose="020F0502020204030204" pitchFamily="34" charset="0"/>
                <a:cs typeface="Calibri" panose="020F0502020204030204" pitchFamily="34" charset="0"/>
              </a:rPr>
              <a:t>Interest</a:t>
            </a:r>
          </a:p>
        </p:txBody>
      </p:sp>
      <p:sp>
        <p:nvSpPr>
          <p:cNvPr id="186" name="label">
            <a:extLst>
              <a:ext uri="{FF2B5EF4-FFF2-40B4-BE49-F238E27FC236}">
                <a16:creationId xmlns:a16="http://schemas.microsoft.com/office/drawing/2014/main" id="{BB666AB8-6C4B-B84D-AD92-19BCD6835050}"/>
              </a:ext>
            </a:extLst>
          </p:cNvPr>
          <p:cNvSpPr>
            <a:spLocks noChangeArrowheads="1"/>
          </p:cNvSpPr>
          <p:nvPr/>
        </p:nvSpPr>
        <p:spPr bwMode="gray">
          <a:xfrm rot="15581182">
            <a:off x="9080893" y="1221592"/>
            <a:ext cx="812993" cy="312278"/>
          </a:xfrm>
          <a:prstGeom prst="rect">
            <a:avLst/>
          </a:prstGeom>
          <a:noFill/>
          <a:ln w="9525" algn="ctr">
            <a:noFill/>
            <a:miter lim="800000"/>
            <a:headEnd type="none" w="lg" len="lg"/>
            <a:tailEnd type="none" w="lg" len="lg"/>
          </a:ln>
        </p:spPr>
        <p:txBody>
          <a:bodyPr wrap="square" tIns="91440" bIns="91440" anchor="ctr">
            <a:noAutofit/>
          </a:bodyPr>
          <a:lstStyle/>
          <a:p>
            <a:pPr algn="ctr">
              <a:buSzPts val="1200"/>
            </a:pPr>
            <a:r>
              <a:rPr lang="en-US" sz="1200">
                <a:latin typeface="Calibri" panose="020F0502020204030204" pitchFamily="34" charset="0"/>
                <a:cs typeface="Calibri" panose="020F0502020204030204" pitchFamily="34" charset="0"/>
              </a:rPr>
              <a:t>Track</a:t>
            </a:r>
          </a:p>
        </p:txBody>
      </p:sp>
      <p:sp>
        <p:nvSpPr>
          <p:cNvPr id="187" name="label">
            <a:extLst>
              <a:ext uri="{FF2B5EF4-FFF2-40B4-BE49-F238E27FC236}">
                <a16:creationId xmlns:a16="http://schemas.microsoft.com/office/drawing/2014/main" id="{461B1FC9-8E7C-C94B-B747-F805E9F2224D}"/>
              </a:ext>
            </a:extLst>
          </p:cNvPr>
          <p:cNvSpPr>
            <a:spLocks noChangeArrowheads="1"/>
          </p:cNvSpPr>
          <p:nvPr/>
        </p:nvSpPr>
        <p:spPr bwMode="gray">
          <a:xfrm rot="2279244">
            <a:off x="9816451" y="1015064"/>
            <a:ext cx="1080193" cy="312278"/>
          </a:xfrm>
          <a:prstGeom prst="rect">
            <a:avLst/>
          </a:prstGeom>
          <a:noFill/>
          <a:ln w="9525" algn="ctr">
            <a:noFill/>
            <a:miter lim="800000"/>
            <a:headEnd type="none" w="lg" len="lg"/>
            <a:tailEnd type="none" w="lg" len="lg"/>
          </a:ln>
        </p:spPr>
        <p:txBody>
          <a:bodyPr wrap="square" tIns="91440" bIns="91440" anchor="ctr">
            <a:noAutofit/>
          </a:bodyPr>
          <a:lstStyle/>
          <a:p>
            <a:pPr>
              <a:buSzPts val="1200"/>
            </a:pPr>
            <a:r>
              <a:rPr lang="en-US" sz="1200">
                <a:solidFill>
                  <a:schemeClr val="bg1"/>
                </a:solidFill>
                <a:latin typeface="Calibri" panose="020F0502020204030204" pitchFamily="34" charset="0"/>
                <a:cs typeface="Calibri" panose="020F0502020204030204" pitchFamily="34" charset="0"/>
              </a:rPr>
              <a:t>Check</a:t>
            </a:r>
          </a:p>
        </p:txBody>
      </p:sp>
      <p:sp>
        <p:nvSpPr>
          <p:cNvPr id="188" name="label">
            <a:extLst>
              <a:ext uri="{FF2B5EF4-FFF2-40B4-BE49-F238E27FC236}">
                <a16:creationId xmlns:a16="http://schemas.microsoft.com/office/drawing/2014/main" id="{1C6E822D-4DCB-EC41-96E5-19472F016CB6}"/>
              </a:ext>
            </a:extLst>
          </p:cNvPr>
          <p:cNvSpPr>
            <a:spLocks noChangeArrowheads="1"/>
          </p:cNvSpPr>
          <p:nvPr/>
        </p:nvSpPr>
        <p:spPr bwMode="gray">
          <a:xfrm rot="17903962">
            <a:off x="9889545" y="1323705"/>
            <a:ext cx="652832" cy="312278"/>
          </a:xfrm>
          <a:prstGeom prst="rect">
            <a:avLst/>
          </a:prstGeom>
          <a:noFill/>
          <a:ln w="9525" algn="ctr">
            <a:noFill/>
            <a:miter lim="800000"/>
            <a:headEnd type="none" w="lg" len="lg"/>
            <a:tailEnd type="none" w="lg" len="lg"/>
          </a:ln>
        </p:spPr>
        <p:txBody>
          <a:bodyPr wrap="square" tIns="91440" bIns="91440" anchor="ctr">
            <a:noAutofit/>
          </a:bodyPr>
          <a:lstStyle/>
          <a:p>
            <a:pPr algn="ctr">
              <a:buSzPts val="1200"/>
            </a:pPr>
            <a:r>
              <a:rPr lang="en-US" sz="1200">
                <a:solidFill>
                  <a:schemeClr val="bg1"/>
                </a:solidFill>
                <a:latin typeface="Calibri" panose="020F0502020204030204" pitchFamily="34" charset="0"/>
                <a:cs typeface="Calibri" panose="020F0502020204030204" pitchFamily="34" charset="0"/>
              </a:rPr>
              <a:t>Select</a:t>
            </a:r>
          </a:p>
        </p:txBody>
      </p:sp>
      <p:sp>
        <p:nvSpPr>
          <p:cNvPr id="204" name="label">
            <a:extLst>
              <a:ext uri="{FF2B5EF4-FFF2-40B4-BE49-F238E27FC236}">
                <a16:creationId xmlns:a16="http://schemas.microsoft.com/office/drawing/2014/main" id="{93FA8128-D7EE-C24D-8B84-98D2019BE8D4}"/>
              </a:ext>
            </a:extLst>
          </p:cNvPr>
          <p:cNvSpPr>
            <a:spLocks noChangeArrowheads="1"/>
          </p:cNvSpPr>
          <p:nvPr/>
        </p:nvSpPr>
        <p:spPr bwMode="gray">
          <a:xfrm>
            <a:off x="9479999" y="1517363"/>
            <a:ext cx="652832" cy="312278"/>
          </a:xfrm>
          <a:prstGeom prst="rect">
            <a:avLst/>
          </a:prstGeom>
          <a:noFill/>
          <a:ln w="9525" algn="ctr">
            <a:noFill/>
            <a:miter lim="800000"/>
            <a:headEnd type="none" w="lg" len="lg"/>
            <a:tailEnd type="none" w="lg" len="lg"/>
          </a:ln>
        </p:spPr>
        <p:txBody>
          <a:bodyPr wrap="square" tIns="91440" bIns="91440" anchor="ctr">
            <a:noAutofit/>
          </a:bodyPr>
          <a:lstStyle/>
          <a:p>
            <a:pPr algn="ctr">
              <a:buSzPts val="1200"/>
            </a:pPr>
            <a:r>
              <a:rPr lang="en-US" sz="1200">
                <a:latin typeface="Calibri" panose="020F0502020204030204" pitchFamily="34" charset="0"/>
                <a:cs typeface="Calibri" panose="020F0502020204030204" pitchFamily="34" charset="0"/>
              </a:rPr>
              <a:t>Train</a:t>
            </a:r>
          </a:p>
        </p:txBody>
      </p:sp>
      <p:pic>
        <p:nvPicPr>
          <p:cNvPr id="205" name="Graphic 204" descr="Group success">
            <a:extLst>
              <a:ext uri="{FF2B5EF4-FFF2-40B4-BE49-F238E27FC236}">
                <a16:creationId xmlns:a16="http://schemas.microsoft.com/office/drawing/2014/main" id="{A5AE4464-C1B3-7149-89D9-46D2284F3E6D}"/>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672795" y="1109055"/>
            <a:ext cx="352958" cy="352958"/>
          </a:xfrm>
          <a:prstGeom prst="rect">
            <a:avLst/>
          </a:prstGeom>
        </p:spPr>
      </p:pic>
      <p:sp>
        <p:nvSpPr>
          <p:cNvPr id="206" name="Rounded Rectangle 205">
            <a:extLst>
              <a:ext uri="{FF2B5EF4-FFF2-40B4-BE49-F238E27FC236}">
                <a16:creationId xmlns:a16="http://schemas.microsoft.com/office/drawing/2014/main" id="{57730987-976A-4540-9E5D-77683893241C}"/>
              </a:ext>
            </a:extLst>
          </p:cNvPr>
          <p:cNvSpPr/>
          <p:nvPr/>
        </p:nvSpPr>
        <p:spPr>
          <a:xfrm>
            <a:off x="10459436" y="818353"/>
            <a:ext cx="1615627" cy="215841"/>
          </a:xfrm>
          <a:prstGeom prst="roundRect">
            <a:avLst/>
          </a:prstGeom>
          <a:noFill/>
          <a:ln>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100">
                <a:solidFill>
                  <a:sysClr val="windowText" lastClr="000000"/>
                </a:solidFill>
                <a:latin typeface="Calibri" panose="020F0502020204030204" pitchFamily="34" charset="0"/>
                <a:cs typeface="Calibri" panose="020F0502020204030204" pitchFamily="34" charset="0"/>
              </a:rPr>
              <a:t>Onboard &amp; info-capture</a:t>
            </a:r>
          </a:p>
        </p:txBody>
      </p:sp>
      <p:sp>
        <p:nvSpPr>
          <p:cNvPr id="207" name="Rounded Rectangle 206">
            <a:extLst>
              <a:ext uri="{FF2B5EF4-FFF2-40B4-BE49-F238E27FC236}">
                <a16:creationId xmlns:a16="http://schemas.microsoft.com/office/drawing/2014/main" id="{FF0C1C14-351A-B942-93E8-84881106FAC6}"/>
              </a:ext>
            </a:extLst>
          </p:cNvPr>
          <p:cNvSpPr/>
          <p:nvPr/>
        </p:nvSpPr>
        <p:spPr>
          <a:xfrm>
            <a:off x="10464433" y="1061356"/>
            <a:ext cx="1615627" cy="215841"/>
          </a:xfrm>
          <a:prstGeom prst="roundRect">
            <a:avLst/>
          </a:prstGeom>
          <a:noFill/>
          <a:ln>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100">
                <a:solidFill>
                  <a:sysClr val="windowText" lastClr="000000"/>
                </a:solidFill>
                <a:latin typeface="Calibri" panose="020F0502020204030204" pitchFamily="34" charset="0"/>
                <a:cs typeface="Calibri" panose="020F0502020204030204" pitchFamily="34" charset="0"/>
              </a:rPr>
              <a:t>Real-time, GPS tracking</a:t>
            </a:r>
          </a:p>
        </p:txBody>
      </p:sp>
      <p:sp>
        <p:nvSpPr>
          <p:cNvPr id="208" name="Rounded Rectangle 207">
            <a:extLst>
              <a:ext uri="{FF2B5EF4-FFF2-40B4-BE49-F238E27FC236}">
                <a16:creationId xmlns:a16="http://schemas.microsoft.com/office/drawing/2014/main" id="{F1785BC0-CA47-174B-922B-543C79771D42}"/>
              </a:ext>
            </a:extLst>
          </p:cNvPr>
          <p:cNvSpPr/>
          <p:nvPr/>
        </p:nvSpPr>
        <p:spPr>
          <a:xfrm>
            <a:off x="10459436" y="1304353"/>
            <a:ext cx="1615627" cy="215841"/>
          </a:xfrm>
          <a:prstGeom prst="roundRect">
            <a:avLst/>
          </a:prstGeom>
          <a:noFill/>
          <a:ln>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100">
                <a:solidFill>
                  <a:sysClr val="windowText" lastClr="000000"/>
                </a:solidFill>
                <a:latin typeface="Calibri" panose="020F0502020204030204" pitchFamily="34" charset="0"/>
                <a:cs typeface="Calibri" panose="020F0502020204030204" pitchFamily="34" charset="0"/>
              </a:rPr>
              <a:t>360 deg buddy feedback</a:t>
            </a:r>
          </a:p>
        </p:txBody>
      </p:sp>
      <p:sp>
        <p:nvSpPr>
          <p:cNvPr id="209" name="Rounded Rectangle 208">
            <a:extLst>
              <a:ext uri="{FF2B5EF4-FFF2-40B4-BE49-F238E27FC236}">
                <a16:creationId xmlns:a16="http://schemas.microsoft.com/office/drawing/2014/main" id="{F3C9E123-AF31-B14B-9B1F-EF8940B3C579}"/>
              </a:ext>
            </a:extLst>
          </p:cNvPr>
          <p:cNvSpPr/>
          <p:nvPr/>
        </p:nvSpPr>
        <p:spPr>
          <a:xfrm>
            <a:off x="10459436" y="1547275"/>
            <a:ext cx="1615627" cy="215841"/>
          </a:xfrm>
          <a:prstGeom prst="roundRect">
            <a:avLst/>
          </a:prstGeom>
          <a:noFill/>
          <a:ln>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100">
                <a:solidFill>
                  <a:sysClr val="windowText" lastClr="000000"/>
                </a:solidFill>
                <a:latin typeface="Calibri" panose="020F0502020204030204" pitchFamily="34" charset="0"/>
                <a:cs typeface="Calibri" panose="020F0502020204030204" pitchFamily="34" charset="0"/>
              </a:rPr>
              <a:t>KPIs (</a:t>
            </a:r>
            <a:r>
              <a:rPr lang="en-US" sz="1100" err="1">
                <a:solidFill>
                  <a:sysClr val="windowText" lastClr="000000"/>
                </a:solidFill>
                <a:latin typeface="Calibri" panose="020F0502020204030204" pitchFamily="34" charset="0"/>
                <a:cs typeface="Calibri" panose="020F0502020204030204" pitchFamily="34" charset="0"/>
              </a:rPr>
              <a:t>eg</a:t>
            </a:r>
            <a:r>
              <a:rPr lang="en-US" sz="1100">
                <a:solidFill>
                  <a:sysClr val="windowText" lastClr="000000"/>
                </a:solidFill>
                <a:latin typeface="Calibri" panose="020F0502020204030204" pitchFamily="34" charset="0"/>
                <a:cs typeface="Calibri" panose="020F0502020204030204" pitchFamily="34" charset="0"/>
              </a:rPr>
              <a:t> % acc. delivery)</a:t>
            </a:r>
          </a:p>
        </p:txBody>
      </p:sp>
      <p:sp>
        <p:nvSpPr>
          <p:cNvPr id="210" name="Rounded Rectangle 209">
            <a:extLst>
              <a:ext uri="{FF2B5EF4-FFF2-40B4-BE49-F238E27FC236}">
                <a16:creationId xmlns:a16="http://schemas.microsoft.com/office/drawing/2014/main" id="{621469CE-8E29-C342-B349-D1BD6A8FC95B}"/>
              </a:ext>
            </a:extLst>
          </p:cNvPr>
          <p:cNvSpPr/>
          <p:nvPr/>
        </p:nvSpPr>
        <p:spPr>
          <a:xfrm>
            <a:off x="86170" y="4978349"/>
            <a:ext cx="692889" cy="172569"/>
          </a:xfrm>
          <a:prstGeom prst="roundRect">
            <a:avLst/>
          </a:prstGeom>
          <a:solidFill>
            <a:schemeClr val="accent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Tier 1</a:t>
            </a:r>
          </a:p>
        </p:txBody>
      </p:sp>
      <p:sp>
        <p:nvSpPr>
          <p:cNvPr id="211" name="Rounded Rectangle 210">
            <a:extLst>
              <a:ext uri="{FF2B5EF4-FFF2-40B4-BE49-F238E27FC236}">
                <a16:creationId xmlns:a16="http://schemas.microsoft.com/office/drawing/2014/main" id="{A9BAEF43-1B3D-F94D-9268-7D84BB76B47F}"/>
              </a:ext>
            </a:extLst>
          </p:cNvPr>
          <p:cNvSpPr/>
          <p:nvPr/>
        </p:nvSpPr>
        <p:spPr>
          <a:xfrm>
            <a:off x="74725" y="5660403"/>
            <a:ext cx="692889" cy="172569"/>
          </a:xfrm>
          <a:prstGeom prst="roundRect">
            <a:avLst/>
          </a:prstGeom>
          <a:solidFill>
            <a:schemeClr val="accent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Tier 2</a:t>
            </a:r>
          </a:p>
        </p:txBody>
      </p:sp>
      <p:sp>
        <p:nvSpPr>
          <p:cNvPr id="213" name="Rounded Rectangle 212">
            <a:extLst>
              <a:ext uri="{FF2B5EF4-FFF2-40B4-BE49-F238E27FC236}">
                <a16:creationId xmlns:a16="http://schemas.microsoft.com/office/drawing/2014/main" id="{5BA84EFF-D44D-4C4C-992D-8C4FE132B48C}"/>
              </a:ext>
            </a:extLst>
          </p:cNvPr>
          <p:cNvSpPr/>
          <p:nvPr/>
        </p:nvSpPr>
        <p:spPr>
          <a:xfrm>
            <a:off x="833232" y="4965637"/>
            <a:ext cx="996832" cy="172570"/>
          </a:xfrm>
          <a:prstGeom prst="roundRect">
            <a:avLst/>
          </a:prstGeom>
          <a:solidFill>
            <a:schemeClr val="accent1">
              <a:lumMod val="60000"/>
              <a:lumOff val="4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Offices</a:t>
            </a:r>
          </a:p>
        </p:txBody>
      </p:sp>
      <p:sp>
        <p:nvSpPr>
          <p:cNvPr id="214" name="Rounded Rectangle 213">
            <a:extLst>
              <a:ext uri="{FF2B5EF4-FFF2-40B4-BE49-F238E27FC236}">
                <a16:creationId xmlns:a16="http://schemas.microsoft.com/office/drawing/2014/main" id="{E70052F3-1998-8043-9BBC-8AEF9A2086AD}"/>
              </a:ext>
            </a:extLst>
          </p:cNvPr>
          <p:cNvSpPr/>
          <p:nvPr/>
        </p:nvSpPr>
        <p:spPr>
          <a:xfrm>
            <a:off x="816963" y="5647691"/>
            <a:ext cx="1001656" cy="172569"/>
          </a:xfrm>
          <a:prstGeom prst="roundRect">
            <a:avLst/>
          </a:prstGeom>
          <a:solidFill>
            <a:schemeClr val="accent1">
              <a:lumMod val="60000"/>
              <a:lumOff val="4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Kirana</a:t>
            </a:r>
          </a:p>
        </p:txBody>
      </p:sp>
      <p:sp>
        <p:nvSpPr>
          <p:cNvPr id="215" name="Rounded Rectangle 214">
            <a:extLst>
              <a:ext uri="{FF2B5EF4-FFF2-40B4-BE49-F238E27FC236}">
                <a16:creationId xmlns:a16="http://schemas.microsoft.com/office/drawing/2014/main" id="{06FE0D36-3044-C24B-963D-2C81A66C5719}"/>
              </a:ext>
            </a:extLst>
          </p:cNvPr>
          <p:cNvSpPr/>
          <p:nvPr/>
        </p:nvSpPr>
        <p:spPr>
          <a:xfrm>
            <a:off x="823403" y="5164231"/>
            <a:ext cx="1001656" cy="172569"/>
          </a:xfrm>
          <a:prstGeom prst="roundRect">
            <a:avLst/>
          </a:prstGeom>
          <a:solidFill>
            <a:schemeClr val="accent1">
              <a:lumMod val="60000"/>
              <a:lumOff val="4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Metro </a:t>
            </a:r>
            <a:r>
              <a:rPr lang="en-US" sz="1200" err="1">
                <a:latin typeface="Calibri" panose="020F0502020204030204" pitchFamily="34" charset="0"/>
                <a:cs typeface="Calibri" panose="020F0502020204030204" pitchFamily="34" charset="0"/>
              </a:rPr>
              <a:t>Stn</a:t>
            </a:r>
            <a:endParaRPr lang="en-US" sz="1200">
              <a:latin typeface="Calibri" panose="020F0502020204030204" pitchFamily="34" charset="0"/>
              <a:cs typeface="Calibri" panose="020F0502020204030204" pitchFamily="34" charset="0"/>
            </a:endParaRPr>
          </a:p>
        </p:txBody>
      </p:sp>
      <p:sp>
        <p:nvSpPr>
          <p:cNvPr id="216" name="Rounded Rectangle 215">
            <a:extLst>
              <a:ext uri="{FF2B5EF4-FFF2-40B4-BE49-F238E27FC236}">
                <a16:creationId xmlns:a16="http://schemas.microsoft.com/office/drawing/2014/main" id="{1639849F-B778-114D-A1FF-CAB5F35A1B3F}"/>
              </a:ext>
            </a:extLst>
          </p:cNvPr>
          <p:cNvSpPr/>
          <p:nvPr/>
        </p:nvSpPr>
        <p:spPr>
          <a:xfrm>
            <a:off x="823403" y="5370344"/>
            <a:ext cx="1015707" cy="187747"/>
          </a:xfrm>
          <a:prstGeom prst="roundRect">
            <a:avLst/>
          </a:prstGeom>
          <a:solidFill>
            <a:schemeClr val="accent1">
              <a:lumMod val="60000"/>
              <a:lumOff val="4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Societies</a:t>
            </a:r>
          </a:p>
        </p:txBody>
      </p:sp>
      <p:sp>
        <p:nvSpPr>
          <p:cNvPr id="217" name="Rounded Rectangle 216">
            <a:extLst>
              <a:ext uri="{FF2B5EF4-FFF2-40B4-BE49-F238E27FC236}">
                <a16:creationId xmlns:a16="http://schemas.microsoft.com/office/drawing/2014/main" id="{99CE71C6-4516-A24F-BABA-62DD455B25D7}"/>
              </a:ext>
            </a:extLst>
          </p:cNvPr>
          <p:cNvSpPr/>
          <p:nvPr/>
        </p:nvSpPr>
        <p:spPr>
          <a:xfrm>
            <a:off x="1938586" y="4985077"/>
            <a:ext cx="1655481" cy="179153"/>
          </a:xfrm>
          <a:prstGeom prst="roundRect">
            <a:avLst/>
          </a:prstGeom>
          <a:solidFill>
            <a:schemeClr val="accent1">
              <a:lumMod val="20000"/>
              <a:lumOff val="8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latin typeface="Calibri" panose="020F0502020204030204" pitchFamily="34" charset="0"/>
              <a:cs typeface="Calibri" panose="020F0502020204030204" pitchFamily="34" charset="0"/>
            </a:endParaRPr>
          </a:p>
        </p:txBody>
      </p:sp>
      <p:sp>
        <p:nvSpPr>
          <p:cNvPr id="218" name="Rounded Rectangle 217">
            <a:extLst>
              <a:ext uri="{FF2B5EF4-FFF2-40B4-BE49-F238E27FC236}">
                <a16:creationId xmlns:a16="http://schemas.microsoft.com/office/drawing/2014/main" id="{B074E267-E8C3-5F40-8CD2-A8C19768A7E6}"/>
              </a:ext>
            </a:extLst>
          </p:cNvPr>
          <p:cNvSpPr/>
          <p:nvPr/>
        </p:nvSpPr>
        <p:spPr>
          <a:xfrm>
            <a:off x="1947153" y="5184172"/>
            <a:ext cx="1655481" cy="179153"/>
          </a:xfrm>
          <a:prstGeom prst="roundRect">
            <a:avLst/>
          </a:prstGeom>
          <a:solidFill>
            <a:schemeClr val="accent1">
              <a:lumMod val="20000"/>
              <a:lumOff val="8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latin typeface="Calibri" panose="020F0502020204030204" pitchFamily="34" charset="0"/>
              <a:cs typeface="Calibri" panose="020F0502020204030204" pitchFamily="34" charset="0"/>
            </a:endParaRPr>
          </a:p>
        </p:txBody>
      </p:sp>
      <p:sp>
        <p:nvSpPr>
          <p:cNvPr id="219" name="Rounded Rectangle 218">
            <a:extLst>
              <a:ext uri="{FF2B5EF4-FFF2-40B4-BE49-F238E27FC236}">
                <a16:creationId xmlns:a16="http://schemas.microsoft.com/office/drawing/2014/main" id="{1B83C010-760C-3747-8E66-0F67BED91C4A}"/>
              </a:ext>
            </a:extLst>
          </p:cNvPr>
          <p:cNvSpPr/>
          <p:nvPr/>
        </p:nvSpPr>
        <p:spPr>
          <a:xfrm>
            <a:off x="1957202" y="5383267"/>
            <a:ext cx="1655481" cy="179153"/>
          </a:xfrm>
          <a:prstGeom prst="roundRect">
            <a:avLst/>
          </a:prstGeom>
          <a:solidFill>
            <a:schemeClr val="accent1">
              <a:lumMod val="20000"/>
              <a:lumOff val="8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latin typeface="Calibri" panose="020F0502020204030204" pitchFamily="34" charset="0"/>
              <a:cs typeface="Calibri" panose="020F0502020204030204" pitchFamily="34" charset="0"/>
            </a:endParaRPr>
          </a:p>
        </p:txBody>
      </p:sp>
      <p:sp>
        <p:nvSpPr>
          <p:cNvPr id="220" name="Rounded Rectangle 219">
            <a:extLst>
              <a:ext uri="{FF2B5EF4-FFF2-40B4-BE49-F238E27FC236}">
                <a16:creationId xmlns:a16="http://schemas.microsoft.com/office/drawing/2014/main" id="{AB6E7926-A660-C44F-B09B-5C4FAC007326}"/>
              </a:ext>
            </a:extLst>
          </p:cNvPr>
          <p:cNvSpPr/>
          <p:nvPr/>
        </p:nvSpPr>
        <p:spPr>
          <a:xfrm>
            <a:off x="1951732" y="5653819"/>
            <a:ext cx="1655481" cy="179153"/>
          </a:xfrm>
          <a:prstGeom prst="roundRect">
            <a:avLst/>
          </a:prstGeom>
          <a:solidFill>
            <a:schemeClr val="accent1">
              <a:lumMod val="20000"/>
              <a:lumOff val="8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latin typeface="Calibri" panose="020F0502020204030204" pitchFamily="34" charset="0"/>
              <a:cs typeface="Calibri" panose="020F0502020204030204" pitchFamily="34" charset="0"/>
            </a:endParaRPr>
          </a:p>
        </p:txBody>
      </p:sp>
      <p:sp>
        <p:nvSpPr>
          <p:cNvPr id="231" name="TextBox 230">
            <a:extLst>
              <a:ext uri="{FF2B5EF4-FFF2-40B4-BE49-F238E27FC236}">
                <a16:creationId xmlns:a16="http://schemas.microsoft.com/office/drawing/2014/main" id="{FB3D4176-DFA8-6A42-94DD-EB36EEF0669F}"/>
              </a:ext>
            </a:extLst>
          </p:cNvPr>
          <p:cNvSpPr txBox="1"/>
          <p:nvPr/>
        </p:nvSpPr>
        <p:spPr>
          <a:xfrm>
            <a:off x="225461" y="4740898"/>
            <a:ext cx="450192" cy="276999"/>
          </a:xfrm>
          <a:prstGeom prst="rect">
            <a:avLst/>
          </a:prstGeom>
          <a:noFill/>
        </p:spPr>
        <p:txBody>
          <a:bodyPr wrap="square" rtlCol="0">
            <a:spAutoFit/>
          </a:bodyPr>
          <a:lstStyle/>
          <a:p>
            <a:r>
              <a:rPr lang="en-US" sz="1200">
                <a:solidFill>
                  <a:schemeClr val="bg2">
                    <a:lumMod val="25000"/>
                  </a:schemeClr>
                </a:solidFill>
                <a:latin typeface="Calibri" panose="020F0502020204030204" pitchFamily="34" charset="0"/>
                <a:cs typeface="Calibri" panose="020F0502020204030204" pitchFamily="34" charset="0"/>
              </a:rPr>
              <a:t>City</a:t>
            </a:r>
          </a:p>
        </p:txBody>
      </p:sp>
      <p:sp>
        <p:nvSpPr>
          <p:cNvPr id="232" name="TextBox 231">
            <a:extLst>
              <a:ext uri="{FF2B5EF4-FFF2-40B4-BE49-F238E27FC236}">
                <a16:creationId xmlns:a16="http://schemas.microsoft.com/office/drawing/2014/main" id="{3D99C727-2570-A24B-BF72-271CFECDABF3}"/>
              </a:ext>
            </a:extLst>
          </p:cNvPr>
          <p:cNvSpPr txBox="1"/>
          <p:nvPr/>
        </p:nvSpPr>
        <p:spPr>
          <a:xfrm>
            <a:off x="951669" y="4733500"/>
            <a:ext cx="801346" cy="276999"/>
          </a:xfrm>
          <a:prstGeom prst="rect">
            <a:avLst/>
          </a:prstGeom>
          <a:noFill/>
        </p:spPr>
        <p:txBody>
          <a:bodyPr wrap="square" rtlCol="0">
            <a:spAutoFit/>
          </a:bodyPr>
          <a:lstStyle/>
          <a:p>
            <a:r>
              <a:rPr lang="en-US" sz="1200">
                <a:solidFill>
                  <a:schemeClr val="bg2">
                    <a:lumMod val="25000"/>
                  </a:schemeClr>
                </a:solidFill>
                <a:latin typeface="Calibri" panose="020F0502020204030204" pitchFamily="34" charset="0"/>
                <a:cs typeface="Calibri" panose="020F0502020204030204" pitchFamily="34" charset="0"/>
              </a:rPr>
              <a:t>Location</a:t>
            </a:r>
          </a:p>
        </p:txBody>
      </p:sp>
      <p:sp>
        <p:nvSpPr>
          <p:cNvPr id="233" name="TextBox 232">
            <a:extLst>
              <a:ext uri="{FF2B5EF4-FFF2-40B4-BE49-F238E27FC236}">
                <a16:creationId xmlns:a16="http://schemas.microsoft.com/office/drawing/2014/main" id="{62E8C7FA-A921-9A41-9AA5-AD688CC24834}"/>
              </a:ext>
            </a:extLst>
          </p:cNvPr>
          <p:cNvSpPr txBox="1"/>
          <p:nvPr/>
        </p:nvSpPr>
        <p:spPr>
          <a:xfrm>
            <a:off x="1882942" y="4723752"/>
            <a:ext cx="1614670" cy="276999"/>
          </a:xfrm>
          <a:prstGeom prst="rect">
            <a:avLst/>
          </a:prstGeom>
          <a:noFill/>
        </p:spPr>
        <p:txBody>
          <a:bodyPr wrap="square" rtlCol="0">
            <a:spAutoFit/>
          </a:bodyPr>
          <a:lstStyle/>
          <a:p>
            <a:r>
              <a:rPr lang="en-US" sz="1200">
                <a:solidFill>
                  <a:schemeClr val="bg2">
                    <a:lumMod val="25000"/>
                  </a:schemeClr>
                </a:solidFill>
                <a:latin typeface="Calibri" panose="020F0502020204030204" pitchFamily="34" charset="0"/>
                <a:cs typeface="Calibri" panose="020F0502020204030204" pitchFamily="34" charset="0"/>
              </a:rPr>
              <a:t>Commission Metrics</a:t>
            </a:r>
          </a:p>
        </p:txBody>
      </p:sp>
      <p:sp>
        <p:nvSpPr>
          <p:cNvPr id="234" name="TextBox 233">
            <a:extLst>
              <a:ext uri="{FF2B5EF4-FFF2-40B4-BE49-F238E27FC236}">
                <a16:creationId xmlns:a16="http://schemas.microsoft.com/office/drawing/2014/main" id="{9721AB9C-1772-4145-A7DE-C7A0FDDFC78B}"/>
              </a:ext>
            </a:extLst>
          </p:cNvPr>
          <p:cNvSpPr txBox="1"/>
          <p:nvPr/>
        </p:nvSpPr>
        <p:spPr>
          <a:xfrm>
            <a:off x="1992473" y="4924129"/>
            <a:ext cx="1576606" cy="276999"/>
          </a:xfrm>
          <a:prstGeom prst="rect">
            <a:avLst/>
          </a:prstGeom>
          <a:noFill/>
        </p:spPr>
        <p:txBody>
          <a:bodyPr wrap="square" rtlCol="0">
            <a:spAutoFit/>
          </a:bodyPr>
          <a:lstStyle/>
          <a:p>
            <a:r>
              <a:rPr lang="en-US" sz="1200">
                <a:latin typeface="Calibri" panose="020F0502020204030204" pitchFamily="34" charset="0"/>
                <a:cs typeface="Calibri" panose="020F0502020204030204" pitchFamily="34" charset="0"/>
              </a:rPr>
              <a:t>ESG Score - </a:t>
            </a:r>
            <a:r>
              <a:rPr lang="en-US" sz="1200" err="1">
                <a:latin typeface="Calibri" panose="020F0502020204030204" pitchFamily="34" charset="0"/>
                <a:cs typeface="Calibri" panose="020F0502020204030204" pitchFamily="34" charset="0"/>
              </a:rPr>
              <a:t>EcoPoints</a:t>
            </a:r>
            <a:endParaRPr lang="en-US" sz="1200">
              <a:latin typeface="Calibri" panose="020F0502020204030204" pitchFamily="34" charset="0"/>
              <a:cs typeface="Calibri" panose="020F0502020204030204" pitchFamily="34" charset="0"/>
            </a:endParaRPr>
          </a:p>
        </p:txBody>
      </p:sp>
      <p:sp>
        <p:nvSpPr>
          <p:cNvPr id="235" name="TextBox 234">
            <a:extLst>
              <a:ext uri="{FF2B5EF4-FFF2-40B4-BE49-F238E27FC236}">
                <a16:creationId xmlns:a16="http://schemas.microsoft.com/office/drawing/2014/main" id="{453D07F7-812B-FA42-AAA4-5B2557F99DF8}"/>
              </a:ext>
            </a:extLst>
          </p:cNvPr>
          <p:cNvSpPr txBox="1"/>
          <p:nvPr/>
        </p:nvSpPr>
        <p:spPr>
          <a:xfrm>
            <a:off x="2073594" y="5132025"/>
            <a:ext cx="1490883" cy="276999"/>
          </a:xfrm>
          <a:prstGeom prst="rect">
            <a:avLst/>
          </a:prstGeom>
          <a:noFill/>
        </p:spPr>
        <p:txBody>
          <a:bodyPr wrap="square" rtlCol="0">
            <a:spAutoFit/>
          </a:bodyPr>
          <a:lstStyle/>
          <a:p>
            <a:r>
              <a:rPr lang="en-US" sz="1200">
                <a:latin typeface="Calibri" panose="020F0502020204030204" pitchFamily="34" charset="0"/>
                <a:cs typeface="Calibri" panose="020F0502020204030204" pitchFamily="34" charset="0"/>
              </a:rPr>
              <a:t>-</a:t>
            </a:r>
          </a:p>
        </p:txBody>
      </p:sp>
      <p:sp>
        <p:nvSpPr>
          <p:cNvPr id="236" name="TextBox 235">
            <a:extLst>
              <a:ext uri="{FF2B5EF4-FFF2-40B4-BE49-F238E27FC236}">
                <a16:creationId xmlns:a16="http://schemas.microsoft.com/office/drawing/2014/main" id="{1B2886DB-519F-6441-BD88-2AF794DD8781}"/>
              </a:ext>
            </a:extLst>
          </p:cNvPr>
          <p:cNvSpPr txBox="1"/>
          <p:nvPr/>
        </p:nvSpPr>
        <p:spPr>
          <a:xfrm>
            <a:off x="2087645" y="5340580"/>
            <a:ext cx="1490883" cy="276999"/>
          </a:xfrm>
          <a:prstGeom prst="rect">
            <a:avLst/>
          </a:prstGeom>
          <a:noFill/>
        </p:spPr>
        <p:txBody>
          <a:bodyPr wrap="square" rtlCol="0">
            <a:spAutoFit/>
          </a:bodyPr>
          <a:lstStyle/>
          <a:p>
            <a:r>
              <a:rPr lang="en-US" sz="1200">
                <a:latin typeface="Calibri" panose="020F0502020204030204" pitchFamily="34" charset="0"/>
                <a:cs typeface="Calibri" panose="020F0502020204030204" pitchFamily="34" charset="0"/>
              </a:rPr>
              <a:t>Peer network scale</a:t>
            </a:r>
          </a:p>
        </p:txBody>
      </p:sp>
      <p:sp>
        <p:nvSpPr>
          <p:cNvPr id="237" name="TextBox 236">
            <a:extLst>
              <a:ext uri="{FF2B5EF4-FFF2-40B4-BE49-F238E27FC236}">
                <a16:creationId xmlns:a16="http://schemas.microsoft.com/office/drawing/2014/main" id="{630C0CE8-8D0B-7F4C-9909-458161EA2FED}"/>
              </a:ext>
            </a:extLst>
          </p:cNvPr>
          <p:cNvSpPr txBox="1"/>
          <p:nvPr/>
        </p:nvSpPr>
        <p:spPr>
          <a:xfrm>
            <a:off x="2087645" y="5595475"/>
            <a:ext cx="1490883" cy="276999"/>
          </a:xfrm>
          <a:prstGeom prst="rect">
            <a:avLst/>
          </a:prstGeom>
          <a:noFill/>
        </p:spPr>
        <p:txBody>
          <a:bodyPr wrap="square" rtlCol="0">
            <a:spAutoFit/>
          </a:bodyPr>
          <a:lstStyle/>
          <a:p>
            <a:r>
              <a:rPr lang="en-US" sz="1200">
                <a:latin typeface="Calibri" panose="020F0502020204030204" pitchFamily="34" charset="0"/>
                <a:cs typeface="Calibri" panose="020F0502020204030204" pitchFamily="34" charset="0"/>
              </a:rPr>
              <a:t>% of dist. cost</a:t>
            </a:r>
          </a:p>
        </p:txBody>
      </p:sp>
      <p:sp>
        <p:nvSpPr>
          <p:cNvPr id="10" name="Chevron 11">
            <a:extLst>
              <a:ext uri="{FF2B5EF4-FFF2-40B4-BE49-F238E27FC236}">
                <a16:creationId xmlns:a16="http://schemas.microsoft.com/office/drawing/2014/main" id="{27AACEBC-6D3A-270D-6316-F8BC54F78720}"/>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1" name="Chevron 12">
            <a:extLst>
              <a:ext uri="{FF2B5EF4-FFF2-40B4-BE49-F238E27FC236}">
                <a16:creationId xmlns:a16="http://schemas.microsoft.com/office/drawing/2014/main" id="{D8D92503-89E1-BEA3-951B-2267F2B7C77D}"/>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0" name="Chevron 13">
            <a:extLst>
              <a:ext uri="{FF2B5EF4-FFF2-40B4-BE49-F238E27FC236}">
                <a16:creationId xmlns:a16="http://schemas.microsoft.com/office/drawing/2014/main" id="{A1957A3A-906C-81E0-9042-1821CEF9FB0D}"/>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34" name="Chevron 14">
            <a:extLst>
              <a:ext uri="{FF2B5EF4-FFF2-40B4-BE49-F238E27FC236}">
                <a16:creationId xmlns:a16="http://schemas.microsoft.com/office/drawing/2014/main" id="{9607D310-D96E-422F-99C0-06E9DCEC36BC}"/>
              </a:ext>
            </a:extLst>
          </p:cNvPr>
          <p:cNvSpPr/>
          <p:nvPr/>
        </p:nvSpPr>
        <p:spPr>
          <a:xfrm>
            <a:off x="6327570" y="6241611"/>
            <a:ext cx="172390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bg1"/>
                </a:solidFill>
                <a:latin typeface="Arial" panose="020B0604020202020204" pitchFamily="34" charset="0"/>
                <a:cs typeface="Arial" panose="020B0604020202020204" pitchFamily="34" charset="0"/>
              </a:rPr>
              <a:t>Redefining P2P Ecosystem</a:t>
            </a:r>
          </a:p>
        </p:txBody>
      </p:sp>
      <p:sp>
        <p:nvSpPr>
          <p:cNvPr id="38" name="Chevron 15">
            <a:extLst>
              <a:ext uri="{FF2B5EF4-FFF2-40B4-BE49-F238E27FC236}">
                <a16:creationId xmlns:a16="http://schemas.microsoft.com/office/drawing/2014/main" id="{1BD343FE-AE70-2DE6-C37B-B544E0D5F705}"/>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39" name="Chevron 16">
            <a:extLst>
              <a:ext uri="{FF2B5EF4-FFF2-40B4-BE49-F238E27FC236}">
                <a16:creationId xmlns:a16="http://schemas.microsoft.com/office/drawing/2014/main" id="{9BD06BEB-1AF8-7396-847F-36EF8F56382D}"/>
              </a:ext>
            </a:extLst>
          </p:cNvPr>
          <p:cNvSpPr/>
          <p:nvPr/>
        </p:nvSpPr>
        <p:spPr>
          <a:xfrm>
            <a:off x="831272" y="6234822"/>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Industry Analysis</a:t>
            </a:r>
          </a:p>
        </p:txBody>
      </p:sp>
      <p:sp>
        <p:nvSpPr>
          <p:cNvPr id="40" name="Chevron 12">
            <a:extLst>
              <a:ext uri="{FF2B5EF4-FFF2-40B4-BE49-F238E27FC236}">
                <a16:creationId xmlns:a16="http://schemas.microsoft.com/office/drawing/2014/main" id="{A2CEE02D-2843-6701-CF8B-1F4207647F3C}"/>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41" name="Chevron 13">
            <a:extLst>
              <a:ext uri="{FF2B5EF4-FFF2-40B4-BE49-F238E27FC236}">
                <a16:creationId xmlns:a16="http://schemas.microsoft.com/office/drawing/2014/main" id="{10CA02BE-A611-E0CB-D301-AAF59CF30B63}"/>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Tree>
    <p:extLst>
      <p:ext uri="{BB962C8B-B14F-4D97-AF65-F5344CB8AC3E}">
        <p14:creationId xmlns:p14="http://schemas.microsoft.com/office/powerpoint/2010/main" val="5517208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3650" y="188057"/>
            <a:ext cx="11972473" cy="627684"/>
          </a:xfrm>
        </p:spPr>
        <p:txBody>
          <a:bodyPr vert="horz" lIns="91440" tIns="45720" rIns="91440" bIns="45720" rtlCol="0" anchor="t">
            <a:noAutofit/>
          </a:bodyPr>
          <a:lstStyle/>
          <a:p>
            <a:pPr marL="0" indent="0">
              <a:buNone/>
            </a:pPr>
            <a:r>
              <a:rPr lang="en-US" sz="2000">
                <a:latin typeface="Calibri" panose="020F0502020204030204" pitchFamily="34" charset="0"/>
                <a:cs typeface="Calibri" panose="020F0502020204030204" pitchFamily="34" charset="0"/>
              </a:rPr>
              <a:t>Cost Benefit Analysis + Incentives</a:t>
            </a:r>
          </a:p>
        </p:txBody>
      </p:sp>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grpSp>
        <p:nvGrpSpPr>
          <p:cNvPr id="18" name="Group 17">
            <a:extLst>
              <a:ext uri="{FF2B5EF4-FFF2-40B4-BE49-F238E27FC236}">
                <a16:creationId xmlns:a16="http://schemas.microsoft.com/office/drawing/2014/main" id="{9CF4F8C4-0E14-E875-9CC5-A697FBB4CE0F}"/>
              </a:ext>
            </a:extLst>
          </p:cNvPr>
          <p:cNvGrpSpPr/>
          <p:nvPr/>
        </p:nvGrpSpPr>
        <p:grpSpPr>
          <a:xfrm>
            <a:off x="3436995" y="734802"/>
            <a:ext cx="4644860" cy="4384538"/>
            <a:chOff x="3278081" y="608753"/>
            <a:chExt cx="4644860" cy="4384538"/>
          </a:xfrm>
        </p:grpSpPr>
        <p:grpSp>
          <p:nvGrpSpPr>
            <p:cNvPr id="9" name="Group 8">
              <a:extLst>
                <a:ext uri="{FF2B5EF4-FFF2-40B4-BE49-F238E27FC236}">
                  <a16:creationId xmlns:a16="http://schemas.microsoft.com/office/drawing/2014/main" id="{95669AC5-33DC-11CE-1353-57867AEFB276}"/>
                </a:ext>
              </a:extLst>
            </p:cNvPr>
            <p:cNvGrpSpPr/>
            <p:nvPr/>
          </p:nvGrpSpPr>
          <p:grpSpPr>
            <a:xfrm>
              <a:off x="3348059" y="1109375"/>
              <a:ext cx="4531306" cy="3724039"/>
              <a:chOff x="3348059" y="849735"/>
              <a:chExt cx="4531306" cy="3724039"/>
            </a:xfrm>
          </p:grpSpPr>
          <p:graphicFrame>
            <p:nvGraphicFramePr>
              <p:cNvPr id="74" name="Chart 73">
                <a:extLst>
                  <a:ext uri="{FF2B5EF4-FFF2-40B4-BE49-F238E27FC236}">
                    <a16:creationId xmlns:a16="http://schemas.microsoft.com/office/drawing/2014/main" id="{72256287-0585-FFEE-7ED6-2A34D832B891}"/>
                  </a:ext>
                </a:extLst>
              </p:cNvPr>
              <p:cNvGraphicFramePr/>
              <p:nvPr/>
            </p:nvGraphicFramePr>
            <p:xfrm>
              <a:off x="3888320" y="849735"/>
              <a:ext cx="3301200" cy="3724039"/>
            </p:xfrm>
            <a:graphic>
              <a:graphicData uri="http://schemas.openxmlformats.org/drawingml/2006/chart">
                <c:chart xmlns:c="http://schemas.openxmlformats.org/drawingml/2006/chart" xmlns:r="http://schemas.openxmlformats.org/officeDocument/2006/relationships" r:id="rId3"/>
              </a:graphicData>
            </a:graphic>
          </p:graphicFrame>
          <p:sp>
            <p:nvSpPr>
              <p:cNvPr id="98" name="Line Callout 1 97">
                <a:extLst>
                  <a:ext uri="{FF2B5EF4-FFF2-40B4-BE49-F238E27FC236}">
                    <a16:creationId xmlns:a16="http://schemas.microsoft.com/office/drawing/2014/main" id="{09163EC2-67B5-12CD-E607-B9A6400C3A99}"/>
                  </a:ext>
                </a:extLst>
              </p:cNvPr>
              <p:cNvSpPr/>
              <p:nvPr/>
            </p:nvSpPr>
            <p:spPr>
              <a:xfrm>
                <a:off x="3348059" y="1564668"/>
                <a:ext cx="831600" cy="215444"/>
              </a:xfrm>
              <a:prstGeom prst="borderCallout1">
                <a:avLst>
                  <a:gd name="adj1" fmla="val 45294"/>
                  <a:gd name="adj2" fmla="val 98804"/>
                  <a:gd name="adj3" fmla="val -20427"/>
                  <a:gd name="adj4" fmla="val 110156"/>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300">
                    <a:solidFill>
                      <a:schemeClr val="tx1"/>
                    </a:solidFill>
                  </a:rPr>
                  <a:t>Co-Loading</a:t>
                </a:r>
              </a:p>
            </p:txBody>
          </p:sp>
          <p:sp>
            <p:nvSpPr>
              <p:cNvPr id="100" name="Line Callout 1 99">
                <a:extLst>
                  <a:ext uri="{FF2B5EF4-FFF2-40B4-BE49-F238E27FC236}">
                    <a16:creationId xmlns:a16="http://schemas.microsoft.com/office/drawing/2014/main" id="{26590484-C4D7-F473-50BA-80DEF7F940E1}"/>
                  </a:ext>
                </a:extLst>
              </p:cNvPr>
              <p:cNvSpPr/>
              <p:nvPr/>
            </p:nvSpPr>
            <p:spPr>
              <a:xfrm>
                <a:off x="3348059" y="1255453"/>
                <a:ext cx="831600" cy="215444"/>
              </a:xfrm>
              <a:prstGeom prst="borderCallout1">
                <a:avLst>
                  <a:gd name="adj1" fmla="val -1865"/>
                  <a:gd name="adj2" fmla="val 98804"/>
                  <a:gd name="adj3" fmla="val 26731"/>
                  <a:gd name="adj4" fmla="val 112036"/>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300">
                    <a:solidFill>
                      <a:schemeClr val="tx1"/>
                    </a:solidFill>
                  </a:rPr>
                  <a:t>CO</a:t>
                </a:r>
                <a:r>
                  <a:rPr lang="en-US" sz="1300" baseline="-25000">
                    <a:solidFill>
                      <a:schemeClr val="tx1"/>
                    </a:solidFill>
                  </a:rPr>
                  <a:t>2</a:t>
                </a:r>
                <a:r>
                  <a:rPr lang="en-US" sz="1300">
                    <a:solidFill>
                      <a:schemeClr val="tx1"/>
                    </a:solidFill>
                  </a:rPr>
                  <a:t> Credits</a:t>
                </a:r>
              </a:p>
            </p:txBody>
          </p:sp>
          <p:sp>
            <p:nvSpPr>
              <p:cNvPr id="101" name="Line Callout 1 100">
                <a:extLst>
                  <a:ext uri="{FF2B5EF4-FFF2-40B4-BE49-F238E27FC236}">
                    <a16:creationId xmlns:a16="http://schemas.microsoft.com/office/drawing/2014/main" id="{3BB3500B-E9E1-198F-8898-34F82BC11FE3}"/>
                  </a:ext>
                </a:extLst>
              </p:cNvPr>
              <p:cNvSpPr/>
              <p:nvPr/>
            </p:nvSpPr>
            <p:spPr>
              <a:xfrm>
                <a:off x="6923710" y="4239749"/>
                <a:ext cx="952560" cy="215444"/>
              </a:xfrm>
              <a:prstGeom prst="borderCallout1">
                <a:avLst>
                  <a:gd name="adj1" fmla="val 45293"/>
                  <a:gd name="adj2" fmla="val 349"/>
                  <a:gd name="adj3" fmla="val 52124"/>
                  <a:gd name="adj4" fmla="val -13494"/>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Employee Cost</a:t>
                </a:r>
              </a:p>
            </p:txBody>
          </p:sp>
          <p:sp>
            <p:nvSpPr>
              <p:cNvPr id="102" name="Line Callout 1 101">
                <a:extLst>
                  <a:ext uri="{FF2B5EF4-FFF2-40B4-BE49-F238E27FC236}">
                    <a16:creationId xmlns:a16="http://schemas.microsoft.com/office/drawing/2014/main" id="{535F970A-5C69-8B58-6B66-70E22A47E015}"/>
                  </a:ext>
                </a:extLst>
              </p:cNvPr>
              <p:cNvSpPr/>
              <p:nvPr/>
            </p:nvSpPr>
            <p:spPr>
              <a:xfrm>
                <a:off x="6926805" y="3990621"/>
                <a:ext cx="952560" cy="215444"/>
              </a:xfrm>
              <a:prstGeom prst="borderCallout1">
                <a:avLst>
                  <a:gd name="adj1" fmla="val 45293"/>
                  <a:gd name="adj2" fmla="val 349"/>
                  <a:gd name="adj3" fmla="val 84772"/>
                  <a:gd name="adj4" fmla="val -13494"/>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Fleet RMO</a:t>
                </a:r>
              </a:p>
            </p:txBody>
          </p:sp>
          <p:sp>
            <p:nvSpPr>
              <p:cNvPr id="103" name="Line Callout 1 102">
                <a:extLst>
                  <a:ext uri="{FF2B5EF4-FFF2-40B4-BE49-F238E27FC236}">
                    <a16:creationId xmlns:a16="http://schemas.microsoft.com/office/drawing/2014/main" id="{62496E60-03C2-8C33-57DA-44C46B38E726}"/>
                  </a:ext>
                </a:extLst>
              </p:cNvPr>
              <p:cNvSpPr/>
              <p:nvPr/>
            </p:nvSpPr>
            <p:spPr>
              <a:xfrm>
                <a:off x="6923710" y="3741493"/>
                <a:ext cx="952560" cy="215444"/>
              </a:xfrm>
              <a:prstGeom prst="borderCallout1">
                <a:avLst>
                  <a:gd name="adj1" fmla="val 45293"/>
                  <a:gd name="adj2" fmla="val 349"/>
                  <a:gd name="adj3" fmla="val 102910"/>
                  <a:gd name="adj4" fmla="val -13494"/>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Charging Setup</a:t>
                </a:r>
              </a:p>
            </p:txBody>
          </p:sp>
          <p:sp>
            <p:nvSpPr>
              <p:cNvPr id="104" name="Line Callout 1 103">
                <a:extLst>
                  <a:ext uri="{FF2B5EF4-FFF2-40B4-BE49-F238E27FC236}">
                    <a16:creationId xmlns:a16="http://schemas.microsoft.com/office/drawing/2014/main" id="{94AFF280-A644-78C6-572B-6B2ACCC0C174}"/>
                  </a:ext>
                </a:extLst>
              </p:cNvPr>
              <p:cNvSpPr/>
              <p:nvPr/>
            </p:nvSpPr>
            <p:spPr>
              <a:xfrm>
                <a:off x="6926805" y="3281155"/>
                <a:ext cx="952560" cy="355051"/>
              </a:xfrm>
              <a:prstGeom prst="borderCallout1">
                <a:avLst>
                  <a:gd name="adj1" fmla="val 45293"/>
                  <a:gd name="adj2" fmla="val 349"/>
                  <a:gd name="adj3" fmla="val 52124"/>
                  <a:gd name="adj4" fmla="val -13494"/>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Outsourced Fleet</a:t>
                </a:r>
              </a:p>
            </p:txBody>
          </p:sp>
          <p:sp>
            <p:nvSpPr>
              <p:cNvPr id="105" name="Line Callout 1 104">
                <a:extLst>
                  <a:ext uri="{FF2B5EF4-FFF2-40B4-BE49-F238E27FC236}">
                    <a16:creationId xmlns:a16="http://schemas.microsoft.com/office/drawing/2014/main" id="{2EF80FF3-1F9F-76FA-9104-AF7D977FA91C}"/>
                  </a:ext>
                </a:extLst>
              </p:cNvPr>
              <p:cNvSpPr/>
              <p:nvPr/>
            </p:nvSpPr>
            <p:spPr>
              <a:xfrm>
                <a:off x="6923710" y="2383712"/>
                <a:ext cx="952560" cy="215444"/>
              </a:xfrm>
              <a:prstGeom prst="borderCallout1">
                <a:avLst>
                  <a:gd name="adj1" fmla="val 45293"/>
                  <a:gd name="adj2" fmla="val 349"/>
                  <a:gd name="adj3" fmla="val -103861"/>
                  <a:gd name="adj4" fmla="val -15955"/>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Buddy Cost</a:t>
                </a:r>
              </a:p>
            </p:txBody>
          </p:sp>
          <p:sp>
            <p:nvSpPr>
              <p:cNvPr id="106" name="Line Callout 1 105">
                <a:extLst>
                  <a:ext uri="{FF2B5EF4-FFF2-40B4-BE49-F238E27FC236}">
                    <a16:creationId xmlns:a16="http://schemas.microsoft.com/office/drawing/2014/main" id="{5B0104A0-4F20-96A3-C373-E658AA23F643}"/>
                  </a:ext>
                </a:extLst>
              </p:cNvPr>
              <p:cNvSpPr/>
              <p:nvPr/>
            </p:nvSpPr>
            <p:spPr>
              <a:xfrm>
                <a:off x="6923710" y="2122572"/>
                <a:ext cx="952560" cy="215444"/>
              </a:xfrm>
              <a:prstGeom prst="borderCallout1">
                <a:avLst>
                  <a:gd name="adj1" fmla="val 45293"/>
                  <a:gd name="adj2" fmla="val 349"/>
                  <a:gd name="adj3" fmla="val -38565"/>
                  <a:gd name="adj4" fmla="val -16776"/>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Locker Setup</a:t>
                </a:r>
              </a:p>
            </p:txBody>
          </p:sp>
          <p:sp>
            <p:nvSpPr>
              <p:cNvPr id="107" name="Line Callout 1 106">
                <a:extLst>
                  <a:ext uri="{FF2B5EF4-FFF2-40B4-BE49-F238E27FC236}">
                    <a16:creationId xmlns:a16="http://schemas.microsoft.com/office/drawing/2014/main" id="{59B5827F-2FA5-2D50-F105-9750C87ED3F9}"/>
                  </a:ext>
                </a:extLst>
              </p:cNvPr>
              <p:cNvSpPr/>
              <p:nvPr/>
            </p:nvSpPr>
            <p:spPr>
              <a:xfrm>
                <a:off x="6923710" y="1854485"/>
                <a:ext cx="952560" cy="215444"/>
              </a:xfrm>
              <a:prstGeom prst="borderCallout1">
                <a:avLst>
                  <a:gd name="adj1" fmla="val 45293"/>
                  <a:gd name="adj2" fmla="val 349"/>
                  <a:gd name="adj3" fmla="val 63008"/>
                  <a:gd name="adj4" fmla="val -22519"/>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SDS Setup</a:t>
                </a:r>
              </a:p>
            </p:txBody>
          </p:sp>
          <p:sp>
            <p:nvSpPr>
              <p:cNvPr id="108" name="Line Callout 1 107">
                <a:extLst>
                  <a:ext uri="{FF2B5EF4-FFF2-40B4-BE49-F238E27FC236}">
                    <a16:creationId xmlns:a16="http://schemas.microsoft.com/office/drawing/2014/main" id="{538EDEA9-1631-7020-B160-4AED6DD9AB0A}"/>
                  </a:ext>
                </a:extLst>
              </p:cNvPr>
              <p:cNvSpPr/>
              <p:nvPr/>
            </p:nvSpPr>
            <p:spPr>
              <a:xfrm>
                <a:off x="6923710" y="1588977"/>
                <a:ext cx="952560" cy="215444"/>
              </a:xfrm>
              <a:prstGeom prst="borderCallout1">
                <a:avLst>
                  <a:gd name="adj1" fmla="val 45293"/>
                  <a:gd name="adj2" fmla="val 349"/>
                  <a:gd name="adj3" fmla="val 146442"/>
                  <a:gd name="adj4" fmla="val -22519"/>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EV Purchase</a:t>
                </a:r>
              </a:p>
            </p:txBody>
          </p:sp>
          <p:sp>
            <p:nvSpPr>
              <p:cNvPr id="3" name="Line Callout 1 2">
                <a:extLst>
                  <a:ext uri="{FF2B5EF4-FFF2-40B4-BE49-F238E27FC236}">
                    <a16:creationId xmlns:a16="http://schemas.microsoft.com/office/drawing/2014/main" id="{1BC66671-2940-9D43-DEC7-C68E3BB8C26D}"/>
                  </a:ext>
                </a:extLst>
              </p:cNvPr>
              <p:cNvSpPr/>
              <p:nvPr/>
            </p:nvSpPr>
            <p:spPr>
              <a:xfrm>
                <a:off x="3348059" y="2553852"/>
                <a:ext cx="831600" cy="215444"/>
              </a:xfrm>
              <a:prstGeom prst="borderCallout1">
                <a:avLst>
                  <a:gd name="adj1" fmla="val 45294"/>
                  <a:gd name="adj2" fmla="val 98804"/>
                  <a:gd name="adj3" fmla="val -20427"/>
                  <a:gd name="adj4" fmla="val 110156"/>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200">
                    <a:solidFill>
                      <a:schemeClr val="tx1"/>
                    </a:solidFill>
                  </a:rPr>
                  <a:t>Ad Revenue</a:t>
                </a:r>
              </a:p>
            </p:txBody>
          </p:sp>
          <p:sp>
            <p:nvSpPr>
              <p:cNvPr id="4" name="Line Callout 1 3">
                <a:extLst>
                  <a:ext uri="{FF2B5EF4-FFF2-40B4-BE49-F238E27FC236}">
                    <a16:creationId xmlns:a16="http://schemas.microsoft.com/office/drawing/2014/main" id="{AF645C71-CEFF-8D3A-59A7-BBB99E9E631C}"/>
                  </a:ext>
                </a:extLst>
              </p:cNvPr>
              <p:cNvSpPr/>
              <p:nvPr/>
            </p:nvSpPr>
            <p:spPr>
              <a:xfrm>
                <a:off x="3348059" y="2869856"/>
                <a:ext cx="831600" cy="402397"/>
              </a:xfrm>
              <a:prstGeom prst="borderCallout1">
                <a:avLst>
                  <a:gd name="adj1" fmla="val 45294"/>
                  <a:gd name="adj2" fmla="val 98804"/>
                  <a:gd name="adj3" fmla="val 67943"/>
                  <a:gd name="adj4" fmla="val 114907"/>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200">
                    <a:solidFill>
                      <a:schemeClr val="tx1"/>
                    </a:solidFill>
                  </a:rPr>
                  <a:t>E-Comm Delivery</a:t>
                </a:r>
              </a:p>
            </p:txBody>
          </p:sp>
        </p:grpSp>
        <p:sp>
          <p:nvSpPr>
            <p:cNvPr id="5" name="Rectangle 4">
              <a:extLst>
                <a:ext uri="{FF2B5EF4-FFF2-40B4-BE49-F238E27FC236}">
                  <a16:creationId xmlns:a16="http://schemas.microsoft.com/office/drawing/2014/main" id="{ECAFC2F2-FA6C-09CA-EEC3-36AAEE330E16}"/>
                </a:ext>
              </a:extLst>
            </p:cNvPr>
            <p:cNvSpPr/>
            <p:nvPr/>
          </p:nvSpPr>
          <p:spPr bwMode="gray">
            <a:xfrm>
              <a:off x="4208761" y="4723778"/>
              <a:ext cx="1120310" cy="215444"/>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Revenue</a:t>
              </a:r>
            </a:p>
          </p:txBody>
        </p:sp>
        <p:sp>
          <p:nvSpPr>
            <p:cNvPr id="6" name="Rectangle 5">
              <a:extLst>
                <a:ext uri="{FF2B5EF4-FFF2-40B4-BE49-F238E27FC236}">
                  <a16:creationId xmlns:a16="http://schemas.microsoft.com/office/drawing/2014/main" id="{5506B882-02A6-A5CB-D23E-1AFCF8F9BAAD}"/>
                </a:ext>
              </a:extLst>
            </p:cNvPr>
            <p:cNvSpPr/>
            <p:nvPr/>
          </p:nvSpPr>
          <p:spPr bwMode="gray">
            <a:xfrm>
              <a:off x="5742620" y="4706922"/>
              <a:ext cx="1120310" cy="232299"/>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Cost</a:t>
              </a:r>
            </a:p>
          </p:txBody>
        </p:sp>
        <p:sp>
          <p:nvSpPr>
            <p:cNvPr id="7" name="Rectangle 6">
              <a:extLst>
                <a:ext uri="{FF2B5EF4-FFF2-40B4-BE49-F238E27FC236}">
                  <a16:creationId xmlns:a16="http://schemas.microsoft.com/office/drawing/2014/main" id="{CB6A7752-DF1E-DB3A-3D4A-115606C67970}"/>
                </a:ext>
              </a:extLst>
            </p:cNvPr>
            <p:cNvSpPr/>
            <p:nvPr/>
          </p:nvSpPr>
          <p:spPr bwMode="gray">
            <a:xfrm>
              <a:off x="4230284" y="1116484"/>
              <a:ext cx="2617271" cy="232299"/>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Values in INR Billion</a:t>
              </a:r>
            </a:p>
          </p:txBody>
        </p:sp>
        <p:sp>
          <p:nvSpPr>
            <p:cNvPr id="8" name="Rectangle 7">
              <a:extLst>
                <a:ext uri="{FF2B5EF4-FFF2-40B4-BE49-F238E27FC236}">
                  <a16:creationId xmlns:a16="http://schemas.microsoft.com/office/drawing/2014/main" id="{00DAE24B-09BA-59F9-F15E-DAC56D7E1791}"/>
                </a:ext>
              </a:extLst>
            </p:cNvPr>
            <p:cNvSpPr/>
            <p:nvPr/>
          </p:nvSpPr>
          <p:spPr bwMode="gray">
            <a:xfrm>
              <a:off x="3278081" y="617595"/>
              <a:ext cx="4644860" cy="518606"/>
            </a:xfrm>
            <a:prstGeom prst="rect">
              <a:avLst/>
            </a:prstGeom>
            <a:solidFill>
              <a:schemeClr val="tx1"/>
            </a:solidFill>
            <a:ln w="19050" algn="ctr">
              <a:noFill/>
              <a:miter lim="800000"/>
              <a:headEnd/>
              <a:tailEnd/>
            </a:ln>
            <a:effectLst/>
          </p:spPr>
          <p:txBody>
            <a:bodyPr wrap="square" lIns="72000" tIns="88900" rIns="72000" bIns="88900" rtlCol="0" anchor="ctr"/>
            <a:lstStyle/>
            <a:p>
              <a:pPr algn="ctr">
                <a:lnSpc>
                  <a:spcPct val="106000"/>
                </a:lnSpc>
                <a:defRPr/>
              </a:pPr>
              <a:r>
                <a:rPr lang="en-US" sz="1400" b="1">
                  <a:solidFill>
                    <a:schemeClr val="bg1"/>
                  </a:solidFill>
                  <a:latin typeface="Calibri" panose="020F0502020204030204" pitchFamily="34" charset="0"/>
                  <a:cs typeface="Calibri" panose="020F0502020204030204" pitchFamily="34" charset="0"/>
                </a:rPr>
                <a:t>2023’s New Model: 25% owned-EV fleet, 75% outsourced fleet &amp; 2M buddies</a:t>
              </a:r>
            </a:p>
          </p:txBody>
        </p:sp>
        <p:sp>
          <p:nvSpPr>
            <p:cNvPr id="10" name="Rectangle 9">
              <a:extLst>
                <a:ext uri="{FF2B5EF4-FFF2-40B4-BE49-F238E27FC236}">
                  <a16:creationId xmlns:a16="http://schemas.microsoft.com/office/drawing/2014/main" id="{F83F9CDD-92D5-FD82-8067-02F74CBDCF4C}"/>
                </a:ext>
              </a:extLst>
            </p:cNvPr>
            <p:cNvSpPr/>
            <p:nvPr/>
          </p:nvSpPr>
          <p:spPr>
            <a:xfrm>
              <a:off x="3278081" y="608753"/>
              <a:ext cx="4644860" cy="4384538"/>
            </a:xfrm>
            <a:prstGeom prst="rect">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 name="Group 28">
            <a:extLst>
              <a:ext uri="{FF2B5EF4-FFF2-40B4-BE49-F238E27FC236}">
                <a16:creationId xmlns:a16="http://schemas.microsoft.com/office/drawing/2014/main" id="{ADD03F57-F7A8-87BD-9A48-58367DD67990}"/>
              </a:ext>
            </a:extLst>
          </p:cNvPr>
          <p:cNvGrpSpPr/>
          <p:nvPr/>
        </p:nvGrpSpPr>
        <p:grpSpPr>
          <a:xfrm>
            <a:off x="90780" y="725791"/>
            <a:ext cx="3301200" cy="4384538"/>
            <a:chOff x="78617" y="725791"/>
            <a:chExt cx="3301200" cy="4384538"/>
          </a:xfrm>
        </p:grpSpPr>
        <p:graphicFrame>
          <p:nvGraphicFramePr>
            <p:cNvPr id="72" name="Chart 71">
              <a:extLst>
                <a:ext uri="{FF2B5EF4-FFF2-40B4-BE49-F238E27FC236}">
                  <a16:creationId xmlns:a16="http://schemas.microsoft.com/office/drawing/2014/main" id="{827C4119-40A7-81BF-06E4-A9A6E5342C62}"/>
                </a:ext>
              </a:extLst>
            </p:cNvPr>
            <p:cNvGraphicFramePr/>
            <p:nvPr/>
          </p:nvGraphicFramePr>
          <p:xfrm>
            <a:off x="78617" y="916744"/>
            <a:ext cx="3301200" cy="4020654"/>
          </p:xfrm>
          <a:graphic>
            <a:graphicData uri="http://schemas.openxmlformats.org/drawingml/2006/chart">
              <c:chart xmlns:c="http://schemas.openxmlformats.org/drawingml/2006/chart" xmlns:r="http://schemas.openxmlformats.org/officeDocument/2006/relationships" r:id="rId4"/>
            </a:graphicData>
          </a:graphic>
        </p:graphicFrame>
        <p:sp>
          <p:nvSpPr>
            <p:cNvPr id="80" name="Rectangle 79">
              <a:extLst>
                <a:ext uri="{FF2B5EF4-FFF2-40B4-BE49-F238E27FC236}">
                  <a16:creationId xmlns:a16="http://schemas.microsoft.com/office/drawing/2014/main" id="{BD3634D5-E6C3-3F0F-D5E6-FDB16D23799C}"/>
                </a:ext>
              </a:extLst>
            </p:cNvPr>
            <p:cNvSpPr/>
            <p:nvPr/>
          </p:nvSpPr>
          <p:spPr bwMode="gray">
            <a:xfrm>
              <a:off x="207769" y="1233522"/>
              <a:ext cx="2940546" cy="232299"/>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Values in INR Billion</a:t>
              </a:r>
            </a:p>
          </p:txBody>
        </p:sp>
        <p:sp>
          <p:nvSpPr>
            <p:cNvPr id="81" name="Rectangle 80">
              <a:extLst>
                <a:ext uri="{FF2B5EF4-FFF2-40B4-BE49-F238E27FC236}">
                  <a16:creationId xmlns:a16="http://schemas.microsoft.com/office/drawing/2014/main" id="{1FB67313-B3D9-B1F0-60CB-8F41B6BBA412}"/>
                </a:ext>
              </a:extLst>
            </p:cNvPr>
            <p:cNvSpPr/>
            <p:nvPr/>
          </p:nvSpPr>
          <p:spPr bwMode="gray">
            <a:xfrm>
              <a:off x="184393" y="734633"/>
              <a:ext cx="3056517" cy="518606"/>
            </a:xfrm>
            <a:prstGeom prst="rect">
              <a:avLst/>
            </a:prstGeom>
            <a:solidFill>
              <a:schemeClr val="tx1"/>
            </a:solidFill>
            <a:ln w="19050" algn="ctr">
              <a:noFill/>
              <a:miter lim="800000"/>
              <a:headEnd/>
              <a:tailEnd/>
            </a:ln>
            <a:effectLst/>
          </p:spPr>
          <p:txBody>
            <a:bodyPr wrap="square" lIns="72000" tIns="88900" rIns="72000" bIns="88900" rtlCol="0" anchor="ctr"/>
            <a:lstStyle/>
            <a:p>
              <a:pPr algn="ctr">
                <a:lnSpc>
                  <a:spcPct val="106000"/>
                </a:lnSpc>
                <a:defRPr/>
              </a:pPr>
              <a:r>
                <a:rPr lang="en-US" sz="1400" b="1">
                  <a:solidFill>
                    <a:schemeClr val="bg1"/>
                  </a:solidFill>
                  <a:latin typeface="Calibri" panose="020F0502020204030204" pitchFamily="34" charset="0"/>
                  <a:cs typeface="Calibri" panose="020F0502020204030204" pitchFamily="34" charset="0"/>
                </a:rPr>
                <a:t>2023’s Current Model: 100% Owned, non-EV Fleet</a:t>
              </a:r>
            </a:p>
          </p:txBody>
        </p:sp>
        <p:sp>
          <p:nvSpPr>
            <p:cNvPr id="23" name="Rectangle 22">
              <a:extLst>
                <a:ext uri="{FF2B5EF4-FFF2-40B4-BE49-F238E27FC236}">
                  <a16:creationId xmlns:a16="http://schemas.microsoft.com/office/drawing/2014/main" id="{34294A3F-413D-8526-0298-6B63AF7B8193}"/>
                </a:ext>
              </a:extLst>
            </p:cNvPr>
            <p:cNvSpPr/>
            <p:nvPr/>
          </p:nvSpPr>
          <p:spPr>
            <a:xfrm>
              <a:off x="184392" y="725791"/>
              <a:ext cx="3056519" cy="4384538"/>
            </a:xfrm>
            <a:prstGeom prst="rect">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a:extLst>
                <a:ext uri="{FF2B5EF4-FFF2-40B4-BE49-F238E27FC236}">
                  <a16:creationId xmlns:a16="http://schemas.microsoft.com/office/drawing/2014/main" id="{AB52155B-4FE9-1264-F063-80EC7B8D7AD1}"/>
                </a:ext>
              </a:extLst>
            </p:cNvPr>
            <p:cNvSpPr/>
            <p:nvPr/>
          </p:nvSpPr>
          <p:spPr bwMode="gray">
            <a:xfrm>
              <a:off x="404025" y="4840815"/>
              <a:ext cx="1120310" cy="215444"/>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Revenue</a:t>
              </a:r>
            </a:p>
          </p:txBody>
        </p:sp>
        <p:sp>
          <p:nvSpPr>
            <p:cNvPr id="79" name="Rectangle 78">
              <a:extLst>
                <a:ext uri="{FF2B5EF4-FFF2-40B4-BE49-F238E27FC236}">
                  <a16:creationId xmlns:a16="http://schemas.microsoft.com/office/drawing/2014/main" id="{CD1A4C09-54C1-977A-79B8-729783A0F551}"/>
                </a:ext>
              </a:extLst>
            </p:cNvPr>
            <p:cNvSpPr/>
            <p:nvPr/>
          </p:nvSpPr>
          <p:spPr bwMode="gray">
            <a:xfrm>
              <a:off x="1900986" y="4823959"/>
              <a:ext cx="1120310" cy="232299"/>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Cost</a:t>
              </a:r>
            </a:p>
          </p:txBody>
        </p:sp>
        <p:sp>
          <p:nvSpPr>
            <p:cNvPr id="22" name="Rectangle 21">
              <a:extLst>
                <a:ext uri="{FF2B5EF4-FFF2-40B4-BE49-F238E27FC236}">
                  <a16:creationId xmlns:a16="http://schemas.microsoft.com/office/drawing/2014/main" id="{2332C044-F796-9FB6-4164-E65384AAF794}"/>
                </a:ext>
              </a:extLst>
            </p:cNvPr>
            <p:cNvSpPr/>
            <p:nvPr/>
          </p:nvSpPr>
          <p:spPr bwMode="gray">
            <a:xfrm>
              <a:off x="542412" y="3537391"/>
              <a:ext cx="894560" cy="488145"/>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E-comm Delivery</a:t>
              </a:r>
            </a:p>
          </p:txBody>
        </p:sp>
        <p:sp>
          <p:nvSpPr>
            <p:cNvPr id="25" name="Rectangle 24">
              <a:extLst>
                <a:ext uri="{FF2B5EF4-FFF2-40B4-BE49-F238E27FC236}">
                  <a16:creationId xmlns:a16="http://schemas.microsoft.com/office/drawing/2014/main" id="{427E6543-DB0F-FC53-121F-15C1FBDFEEA4}"/>
                </a:ext>
              </a:extLst>
            </p:cNvPr>
            <p:cNvSpPr/>
            <p:nvPr/>
          </p:nvSpPr>
          <p:spPr bwMode="gray">
            <a:xfrm>
              <a:off x="2037978" y="3412150"/>
              <a:ext cx="894560" cy="488145"/>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Employee Cost</a:t>
              </a:r>
            </a:p>
          </p:txBody>
        </p:sp>
        <p:sp>
          <p:nvSpPr>
            <p:cNvPr id="26" name="Rectangle 25">
              <a:extLst>
                <a:ext uri="{FF2B5EF4-FFF2-40B4-BE49-F238E27FC236}">
                  <a16:creationId xmlns:a16="http://schemas.microsoft.com/office/drawing/2014/main" id="{70701901-B939-D80E-18A8-0840A94F0650}"/>
                </a:ext>
              </a:extLst>
            </p:cNvPr>
            <p:cNvSpPr/>
            <p:nvPr/>
          </p:nvSpPr>
          <p:spPr bwMode="gray">
            <a:xfrm>
              <a:off x="1900986" y="4264611"/>
              <a:ext cx="1120310" cy="488145"/>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Fleet RMO</a:t>
              </a:r>
            </a:p>
          </p:txBody>
        </p:sp>
      </p:grpSp>
      <p:sp>
        <p:nvSpPr>
          <p:cNvPr id="30" name="Rectangle 29">
            <a:extLst>
              <a:ext uri="{FF2B5EF4-FFF2-40B4-BE49-F238E27FC236}">
                <a16:creationId xmlns:a16="http://schemas.microsoft.com/office/drawing/2014/main" id="{8F0A88D7-B075-0686-5562-3AA65CF4F009}"/>
              </a:ext>
            </a:extLst>
          </p:cNvPr>
          <p:cNvSpPr/>
          <p:nvPr/>
        </p:nvSpPr>
        <p:spPr bwMode="gray">
          <a:xfrm>
            <a:off x="196555" y="5185281"/>
            <a:ext cx="1486588" cy="215444"/>
          </a:xfrm>
          <a:prstGeom prst="rect">
            <a:avLst/>
          </a:prstGeom>
          <a:solidFill>
            <a:schemeClr val="tx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Challenges</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35" name="Rectangle 34">
            <a:extLst>
              <a:ext uri="{FF2B5EF4-FFF2-40B4-BE49-F238E27FC236}">
                <a16:creationId xmlns:a16="http://schemas.microsoft.com/office/drawing/2014/main" id="{7AE36799-B95A-DBC4-58A5-9B4C001B4F2D}"/>
              </a:ext>
            </a:extLst>
          </p:cNvPr>
          <p:cNvSpPr/>
          <p:nvPr/>
        </p:nvSpPr>
        <p:spPr bwMode="gray">
          <a:xfrm>
            <a:off x="1766485" y="5185281"/>
            <a:ext cx="1486588" cy="215444"/>
          </a:xfrm>
          <a:prstGeom prst="rect">
            <a:avLst/>
          </a:prstGeom>
          <a:solidFill>
            <a:schemeClr val="tx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Opportunity</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36" name="Rectangle 35">
            <a:extLst>
              <a:ext uri="{FF2B5EF4-FFF2-40B4-BE49-F238E27FC236}">
                <a16:creationId xmlns:a16="http://schemas.microsoft.com/office/drawing/2014/main" id="{065B803D-F77E-9B18-90D8-B4EFED673CB2}"/>
              </a:ext>
            </a:extLst>
          </p:cNvPr>
          <p:cNvSpPr/>
          <p:nvPr/>
        </p:nvSpPr>
        <p:spPr bwMode="gray">
          <a:xfrm>
            <a:off x="1766485" y="5456574"/>
            <a:ext cx="1484435" cy="191225"/>
          </a:xfrm>
          <a:prstGeom prst="rect">
            <a:avLst/>
          </a:prstGeom>
          <a:solidFill>
            <a:schemeClr val="accent1">
              <a:lumMod val="75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Fleet outsourcing</a:t>
            </a:r>
          </a:p>
        </p:txBody>
      </p:sp>
      <p:sp>
        <p:nvSpPr>
          <p:cNvPr id="37" name="Rectangle 36">
            <a:extLst>
              <a:ext uri="{FF2B5EF4-FFF2-40B4-BE49-F238E27FC236}">
                <a16:creationId xmlns:a16="http://schemas.microsoft.com/office/drawing/2014/main" id="{D30A8337-C1F5-2289-C522-DC95DA96914E}"/>
              </a:ext>
            </a:extLst>
          </p:cNvPr>
          <p:cNvSpPr/>
          <p:nvPr/>
        </p:nvSpPr>
        <p:spPr bwMode="gray">
          <a:xfrm>
            <a:off x="1766485" y="5690219"/>
            <a:ext cx="1484435" cy="176129"/>
          </a:xfrm>
          <a:prstGeom prst="rect">
            <a:avLst/>
          </a:prstGeom>
          <a:solidFill>
            <a:schemeClr val="accent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P2P System</a:t>
            </a:r>
          </a:p>
        </p:txBody>
      </p:sp>
      <p:sp>
        <p:nvSpPr>
          <p:cNvPr id="38" name="Rectangle 37">
            <a:extLst>
              <a:ext uri="{FF2B5EF4-FFF2-40B4-BE49-F238E27FC236}">
                <a16:creationId xmlns:a16="http://schemas.microsoft.com/office/drawing/2014/main" id="{A499FB2B-7C92-9429-198E-B0736BBB435B}"/>
              </a:ext>
            </a:extLst>
          </p:cNvPr>
          <p:cNvSpPr/>
          <p:nvPr/>
        </p:nvSpPr>
        <p:spPr bwMode="gray">
          <a:xfrm>
            <a:off x="196555" y="5452258"/>
            <a:ext cx="1484435" cy="191226"/>
          </a:xfrm>
          <a:prstGeom prst="rect">
            <a:avLst/>
          </a:prstGeom>
          <a:solidFill>
            <a:schemeClr val="accent1">
              <a:lumMod val="75000"/>
            </a:schemeClr>
          </a:solidFill>
          <a:ln w="19050" algn="ctr">
            <a:noFill/>
            <a:miter lim="800000"/>
            <a:headEnd/>
            <a:tailEnd/>
          </a:ln>
          <a:effectLst>
            <a:outerShdw blurRad="50800" dist="38100" algn="l" rotWithShape="0">
              <a:prstClr val="black">
                <a:alpha val="40000"/>
              </a:prstClr>
            </a:outerShdw>
          </a:effectLst>
        </p:spPr>
        <p:txBody>
          <a:bodyPr wrap="square" lIns="0" tIns="88900" rIns="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i="0" u="none" strike="noStrike" kern="1200" cap="none" spc="0" normalizeH="0" baseline="0" noProof="0">
                <a:ln>
                  <a:noFill/>
                </a:ln>
                <a:solidFill>
                  <a:schemeClr val="bg1"/>
                </a:solidFill>
                <a:effectLst/>
                <a:uLnTx/>
                <a:uFillTx/>
                <a:latin typeface="Calibri"/>
                <a:ea typeface="+mn-ea"/>
                <a:cs typeface="Verdana" panose="020B0604030504040204" pitchFamily="34" charset="0"/>
              </a:rPr>
              <a:t>Single source of Revenue</a:t>
            </a:r>
          </a:p>
        </p:txBody>
      </p:sp>
      <p:sp>
        <p:nvSpPr>
          <p:cNvPr id="39" name="Rectangle 38">
            <a:extLst>
              <a:ext uri="{FF2B5EF4-FFF2-40B4-BE49-F238E27FC236}">
                <a16:creationId xmlns:a16="http://schemas.microsoft.com/office/drawing/2014/main" id="{690D7936-3D1C-B19E-A61D-B0E1B48E348E}"/>
              </a:ext>
            </a:extLst>
          </p:cNvPr>
          <p:cNvSpPr/>
          <p:nvPr/>
        </p:nvSpPr>
        <p:spPr bwMode="gray">
          <a:xfrm>
            <a:off x="196555" y="5688953"/>
            <a:ext cx="1484434" cy="176129"/>
          </a:xfrm>
          <a:prstGeom prst="rect">
            <a:avLst/>
          </a:prstGeom>
          <a:solidFill>
            <a:schemeClr val="accent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CO2 emissions</a:t>
            </a:r>
          </a:p>
        </p:txBody>
      </p:sp>
      <p:sp>
        <p:nvSpPr>
          <p:cNvPr id="42" name="Rectangle 41">
            <a:extLst>
              <a:ext uri="{FF2B5EF4-FFF2-40B4-BE49-F238E27FC236}">
                <a16:creationId xmlns:a16="http://schemas.microsoft.com/office/drawing/2014/main" id="{3766AB83-5349-3732-5473-F84F11395FA8}"/>
              </a:ext>
            </a:extLst>
          </p:cNvPr>
          <p:cNvSpPr/>
          <p:nvPr/>
        </p:nvSpPr>
        <p:spPr bwMode="gray">
          <a:xfrm>
            <a:off x="3424849" y="5195863"/>
            <a:ext cx="2260479" cy="215444"/>
          </a:xfrm>
          <a:prstGeom prst="rect">
            <a:avLst/>
          </a:prstGeom>
          <a:solidFill>
            <a:schemeClr val="tx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Challenges</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43" name="Rectangle 42">
            <a:extLst>
              <a:ext uri="{FF2B5EF4-FFF2-40B4-BE49-F238E27FC236}">
                <a16:creationId xmlns:a16="http://schemas.microsoft.com/office/drawing/2014/main" id="{160B69F4-7489-B6C8-A759-03182A8B79AD}"/>
              </a:ext>
            </a:extLst>
          </p:cNvPr>
          <p:cNvSpPr/>
          <p:nvPr/>
        </p:nvSpPr>
        <p:spPr bwMode="gray">
          <a:xfrm>
            <a:off x="5814165" y="5195863"/>
            <a:ext cx="2260478" cy="215444"/>
          </a:xfrm>
          <a:prstGeom prst="rect">
            <a:avLst/>
          </a:prstGeom>
          <a:solidFill>
            <a:schemeClr val="tx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Opportunity</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44" name="Rectangle 43">
            <a:extLst>
              <a:ext uri="{FF2B5EF4-FFF2-40B4-BE49-F238E27FC236}">
                <a16:creationId xmlns:a16="http://schemas.microsoft.com/office/drawing/2014/main" id="{8598B64D-CDCD-7CFB-0870-04FBA7BEB526}"/>
              </a:ext>
            </a:extLst>
          </p:cNvPr>
          <p:cNvSpPr/>
          <p:nvPr/>
        </p:nvSpPr>
        <p:spPr bwMode="gray">
          <a:xfrm>
            <a:off x="5814165" y="5473298"/>
            <a:ext cx="2260477" cy="191226"/>
          </a:xfrm>
          <a:prstGeom prst="rect">
            <a:avLst/>
          </a:prstGeom>
          <a:solidFill>
            <a:schemeClr val="accent1">
              <a:lumMod val="75000"/>
            </a:schemeClr>
          </a:solidFill>
          <a:ln w="19050" algn="ctr">
            <a:noFill/>
            <a:miter lim="800000"/>
            <a:headEnd/>
            <a:tailEnd/>
          </a:ln>
          <a:effectLst>
            <a:outerShdw blurRad="50800" dist="38100" algn="l" rotWithShape="0">
              <a:prstClr val="black">
                <a:alpha val="40000"/>
              </a:prstClr>
            </a:outerShdw>
          </a:effectLst>
        </p:spPr>
        <p:txBody>
          <a:bodyPr wrap="square" lIns="0" tIns="88900" rIns="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Leverage ZETHLAG to rent EV trucks</a:t>
            </a:r>
          </a:p>
        </p:txBody>
      </p:sp>
      <p:sp>
        <p:nvSpPr>
          <p:cNvPr id="45" name="Rectangle 44">
            <a:extLst>
              <a:ext uri="{FF2B5EF4-FFF2-40B4-BE49-F238E27FC236}">
                <a16:creationId xmlns:a16="http://schemas.microsoft.com/office/drawing/2014/main" id="{B0F0E075-ECC0-C181-2A08-68CC09B2C3FE}"/>
              </a:ext>
            </a:extLst>
          </p:cNvPr>
          <p:cNvSpPr/>
          <p:nvPr/>
        </p:nvSpPr>
        <p:spPr bwMode="gray">
          <a:xfrm>
            <a:off x="5814061" y="5730846"/>
            <a:ext cx="2260477" cy="328370"/>
          </a:xfrm>
          <a:prstGeom prst="rect">
            <a:avLst/>
          </a:prstGeom>
          <a:solidFill>
            <a:schemeClr val="accent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Monetize EV charging stations by reducing fleet</a:t>
            </a:r>
          </a:p>
        </p:txBody>
      </p:sp>
      <p:sp>
        <p:nvSpPr>
          <p:cNvPr id="46" name="Rectangle 45">
            <a:extLst>
              <a:ext uri="{FF2B5EF4-FFF2-40B4-BE49-F238E27FC236}">
                <a16:creationId xmlns:a16="http://schemas.microsoft.com/office/drawing/2014/main" id="{86798683-275C-0F4E-3873-9B4A57E1493F}"/>
              </a:ext>
            </a:extLst>
          </p:cNvPr>
          <p:cNvSpPr/>
          <p:nvPr/>
        </p:nvSpPr>
        <p:spPr bwMode="gray">
          <a:xfrm>
            <a:off x="3420975" y="5731996"/>
            <a:ext cx="2260477" cy="327219"/>
          </a:xfrm>
          <a:prstGeom prst="rect">
            <a:avLst/>
          </a:prstGeom>
          <a:solidFill>
            <a:schemeClr val="accent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Outsourced Fleet accounts for 66% of costs</a:t>
            </a:r>
          </a:p>
        </p:txBody>
      </p:sp>
      <p:sp>
        <p:nvSpPr>
          <p:cNvPr id="47" name="Rectangle 46">
            <a:extLst>
              <a:ext uri="{FF2B5EF4-FFF2-40B4-BE49-F238E27FC236}">
                <a16:creationId xmlns:a16="http://schemas.microsoft.com/office/drawing/2014/main" id="{D867C079-9B73-C896-96D5-0A367E581606}"/>
              </a:ext>
            </a:extLst>
          </p:cNvPr>
          <p:cNvSpPr/>
          <p:nvPr/>
        </p:nvSpPr>
        <p:spPr bwMode="gray">
          <a:xfrm>
            <a:off x="3420975" y="5472632"/>
            <a:ext cx="2260479" cy="211884"/>
          </a:xfrm>
          <a:prstGeom prst="rect">
            <a:avLst/>
          </a:prstGeom>
          <a:solidFill>
            <a:schemeClr val="accent1">
              <a:lumMod val="75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Govt. schemes can’t be leveraged</a:t>
            </a:r>
          </a:p>
        </p:txBody>
      </p:sp>
      <p:graphicFrame>
        <p:nvGraphicFramePr>
          <p:cNvPr id="48" name="Table 48">
            <a:extLst>
              <a:ext uri="{FF2B5EF4-FFF2-40B4-BE49-F238E27FC236}">
                <a16:creationId xmlns:a16="http://schemas.microsoft.com/office/drawing/2014/main" id="{82C3B1F8-CE38-F4BB-29D7-6B315817E6A5}"/>
              </a:ext>
            </a:extLst>
          </p:cNvPr>
          <p:cNvGraphicFramePr>
            <a:graphicFrameLocks noGrp="1"/>
          </p:cNvGraphicFramePr>
          <p:nvPr>
            <p:extLst>
              <p:ext uri="{D42A27DB-BD31-4B8C-83A1-F6EECF244321}">
                <p14:modId xmlns:p14="http://schemas.microsoft.com/office/powerpoint/2010/main" val="1112163570"/>
              </p:ext>
            </p:extLst>
          </p:nvPr>
        </p:nvGraphicFramePr>
        <p:xfrm>
          <a:off x="8244398" y="1068156"/>
          <a:ext cx="3856822" cy="822960"/>
        </p:xfrm>
        <a:graphic>
          <a:graphicData uri="http://schemas.openxmlformats.org/drawingml/2006/table">
            <a:tbl>
              <a:tblPr firstRow="1" bandRow="1">
                <a:tableStyleId>{5C22544A-7EE6-4342-B048-85BDC9FD1C3A}</a:tableStyleId>
              </a:tblPr>
              <a:tblGrid>
                <a:gridCol w="1066631">
                  <a:extLst>
                    <a:ext uri="{9D8B030D-6E8A-4147-A177-3AD203B41FA5}">
                      <a16:colId xmlns:a16="http://schemas.microsoft.com/office/drawing/2014/main" val="1333630594"/>
                    </a:ext>
                  </a:extLst>
                </a:gridCol>
                <a:gridCol w="987902">
                  <a:extLst>
                    <a:ext uri="{9D8B030D-6E8A-4147-A177-3AD203B41FA5}">
                      <a16:colId xmlns:a16="http://schemas.microsoft.com/office/drawing/2014/main" val="3378608562"/>
                    </a:ext>
                  </a:extLst>
                </a:gridCol>
                <a:gridCol w="922042">
                  <a:extLst>
                    <a:ext uri="{9D8B030D-6E8A-4147-A177-3AD203B41FA5}">
                      <a16:colId xmlns:a16="http://schemas.microsoft.com/office/drawing/2014/main" val="728572857"/>
                    </a:ext>
                  </a:extLst>
                </a:gridCol>
                <a:gridCol w="880247">
                  <a:extLst>
                    <a:ext uri="{9D8B030D-6E8A-4147-A177-3AD203B41FA5}">
                      <a16:colId xmlns:a16="http://schemas.microsoft.com/office/drawing/2014/main" val="4282070343"/>
                    </a:ext>
                  </a:extLst>
                </a:gridCol>
              </a:tblGrid>
              <a:tr h="239982">
                <a:tc>
                  <a:txBody>
                    <a:bodyPr/>
                    <a:lstStyle/>
                    <a:p>
                      <a:pPr algn="ctr"/>
                      <a:r>
                        <a:rPr lang="en-US" sz="1200"/>
                        <a:t>Year-Model</a:t>
                      </a:r>
                    </a:p>
                  </a:txBody>
                  <a:tcPr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schemeClr>
                    </a:solidFill>
                  </a:tcPr>
                </a:tc>
                <a:tc>
                  <a:txBody>
                    <a:bodyPr/>
                    <a:lstStyle/>
                    <a:p>
                      <a:pPr algn="ctr"/>
                      <a:r>
                        <a:rPr lang="en-US" sz="1200"/>
                        <a:t>Revenue</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schemeClr>
                    </a:solidFill>
                  </a:tcPr>
                </a:tc>
                <a:tc>
                  <a:txBody>
                    <a:bodyPr/>
                    <a:lstStyle/>
                    <a:p>
                      <a:pPr algn="ctr"/>
                      <a:r>
                        <a:rPr lang="en-US" sz="1200"/>
                        <a:t>Cost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schemeClr>
                    </a:solidFill>
                  </a:tcPr>
                </a:tc>
                <a:tc>
                  <a:txBody>
                    <a:bodyPr/>
                    <a:lstStyle/>
                    <a:p>
                      <a:pPr algn="ctr"/>
                      <a:r>
                        <a:rPr lang="en-US" sz="1200"/>
                        <a:t>Profit</a:t>
                      </a:r>
                    </a:p>
                  </a:txBody>
                  <a:tcPr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schemeClr>
                    </a:solidFill>
                  </a:tcPr>
                </a:tc>
                <a:extLst>
                  <a:ext uri="{0D108BD9-81ED-4DB2-BD59-A6C34878D82A}">
                    <a16:rowId xmlns:a16="http://schemas.microsoft.com/office/drawing/2014/main" val="217849200"/>
                  </a:ext>
                </a:extLst>
              </a:tr>
              <a:tr h="239982">
                <a:tc>
                  <a:txBody>
                    <a:bodyPr/>
                    <a:lstStyle/>
                    <a:p>
                      <a:pPr algn="ctr"/>
                      <a:r>
                        <a:rPr lang="en-US" sz="1200" b="1"/>
                        <a:t>2023 Current</a:t>
                      </a:r>
                    </a:p>
                  </a:txBody>
                  <a:tcPr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a:r>
                        <a:rPr lang="en-US" sz="1200"/>
                        <a:t>INR 29 B</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a:r>
                        <a:rPr lang="en-US" sz="1200"/>
                        <a:t>INR 22 B</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a:r>
                        <a:rPr lang="en-US" sz="1200"/>
                        <a:t>INR 7 B</a:t>
                      </a:r>
                    </a:p>
                  </a:txBody>
                  <a:tcPr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89298374"/>
                  </a:ext>
                </a:extLst>
              </a:tr>
              <a:tr h="239982">
                <a:tc>
                  <a:txBody>
                    <a:bodyPr/>
                    <a:lstStyle/>
                    <a:p>
                      <a:pPr algn="ctr"/>
                      <a:r>
                        <a:rPr lang="en-US" sz="1200" b="1"/>
                        <a:t>2023 New</a:t>
                      </a:r>
                    </a:p>
                  </a:txBody>
                  <a:tcPr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200"/>
                        <a:t>INR 54 B</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200"/>
                        <a:t>INR 44 B</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200"/>
                        <a:t>INR 10 B</a:t>
                      </a:r>
                    </a:p>
                  </a:txBody>
                  <a:tcPr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47293632"/>
                  </a:ext>
                </a:extLst>
              </a:tr>
            </a:tbl>
          </a:graphicData>
        </a:graphic>
      </p:graphicFrame>
      <p:sp>
        <p:nvSpPr>
          <p:cNvPr id="49" name="Rectangle 48">
            <a:extLst>
              <a:ext uri="{FF2B5EF4-FFF2-40B4-BE49-F238E27FC236}">
                <a16:creationId xmlns:a16="http://schemas.microsoft.com/office/drawing/2014/main" id="{2EF7AF42-74DB-D35A-6652-EA9C17C0745B}"/>
              </a:ext>
            </a:extLst>
          </p:cNvPr>
          <p:cNvSpPr/>
          <p:nvPr/>
        </p:nvSpPr>
        <p:spPr bwMode="gray">
          <a:xfrm>
            <a:off x="8236688" y="751652"/>
            <a:ext cx="3864532" cy="251295"/>
          </a:xfrm>
          <a:prstGeom prst="rect">
            <a:avLst/>
          </a:prstGeom>
          <a:solidFill>
            <a:schemeClr val="tx1"/>
          </a:solidFill>
          <a:ln w="19050" algn="ctr">
            <a:noFill/>
            <a:miter lim="800000"/>
            <a:headEnd/>
            <a:tailEnd/>
          </a:ln>
          <a:effectLst/>
        </p:spPr>
        <p:txBody>
          <a:bodyPr wrap="square" lIns="72000" tIns="88900" rIns="72000" bIns="88900" rtlCol="0" anchor="ctr"/>
          <a:lstStyle/>
          <a:p>
            <a:pPr algn="ctr">
              <a:lnSpc>
                <a:spcPct val="106000"/>
              </a:lnSpc>
              <a:defRPr/>
            </a:pPr>
            <a:r>
              <a:rPr lang="en-US" sz="1400" b="1">
                <a:solidFill>
                  <a:schemeClr val="bg1"/>
                </a:solidFill>
                <a:latin typeface="Calibri" panose="020F0502020204030204" pitchFamily="34" charset="0"/>
                <a:cs typeface="Calibri" panose="020F0502020204030204" pitchFamily="34" charset="0"/>
              </a:rPr>
              <a:t>New v/s Current Model: 2023 &amp; 2030 View</a:t>
            </a:r>
          </a:p>
        </p:txBody>
      </p:sp>
      <p:sp>
        <p:nvSpPr>
          <p:cNvPr id="50" name="Rectangle 49">
            <a:extLst>
              <a:ext uri="{FF2B5EF4-FFF2-40B4-BE49-F238E27FC236}">
                <a16:creationId xmlns:a16="http://schemas.microsoft.com/office/drawing/2014/main" id="{1683F234-0648-8FDF-ADC9-C633394226E6}"/>
              </a:ext>
            </a:extLst>
          </p:cNvPr>
          <p:cNvSpPr/>
          <p:nvPr/>
        </p:nvSpPr>
        <p:spPr bwMode="gray">
          <a:xfrm>
            <a:off x="8244398" y="2426917"/>
            <a:ext cx="3856821" cy="251295"/>
          </a:xfrm>
          <a:prstGeom prst="rect">
            <a:avLst/>
          </a:prstGeom>
          <a:solidFill>
            <a:srgbClr val="009193"/>
          </a:solidFill>
          <a:ln w="19050" algn="ctr">
            <a:noFill/>
            <a:miter lim="800000"/>
            <a:headEnd/>
            <a:tailEnd/>
          </a:ln>
          <a:effectLst/>
        </p:spPr>
        <p:txBody>
          <a:bodyPr wrap="square" lIns="72000" tIns="88900" rIns="72000" bIns="88900" rtlCol="0" anchor="ctr"/>
          <a:lstStyle/>
          <a:p>
            <a:pPr algn="ctr">
              <a:lnSpc>
                <a:spcPct val="106000"/>
              </a:lnSpc>
              <a:defRPr/>
            </a:pPr>
            <a:r>
              <a:rPr lang="en-US" sz="1400" b="1">
                <a:solidFill>
                  <a:schemeClr val="bg1"/>
                </a:solidFill>
                <a:latin typeface="Calibri" panose="020F0502020204030204" pitchFamily="34" charset="0"/>
                <a:cs typeface="Calibri" panose="020F0502020204030204" pitchFamily="34" charset="0"/>
              </a:rPr>
              <a:t>Parcel Unit Economics</a:t>
            </a:r>
          </a:p>
        </p:txBody>
      </p:sp>
      <p:sp>
        <p:nvSpPr>
          <p:cNvPr id="73" name="Rectangle 72">
            <a:extLst>
              <a:ext uri="{FF2B5EF4-FFF2-40B4-BE49-F238E27FC236}">
                <a16:creationId xmlns:a16="http://schemas.microsoft.com/office/drawing/2014/main" id="{7823E841-9780-6290-330B-0756D9170924}"/>
              </a:ext>
            </a:extLst>
          </p:cNvPr>
          <p:cNvSpPr/>
          <p:nvPr/>
        </p:nvSpPr>
        <p:spPr bwMode="gray">
          <a:xfrm>
            <a:off x="8244398" y="1953284"/>
            <a:ext cx="3856822" cy="403525"/>
          </a:xfrm>
          <a:prstGeom prst="rect">
            <a:avLst/>
          </a:prstGeom>
          <a:noFill/>
          <a:ln w="12700" algn="ctr">
            <a:solidFill>
              <a:schemeClr val="accent1"/>
            </a:solidFill>
            <a:prstDash val="dash"/>
            <a:miter lim="800000"/>
            <a:headEnd/>
            <a:tailEnd/>
          </a:ln>
          <a:effectLst/>
        </p:spPr>
        <p:txBody>
          <a:bodyPr wrap="square" lIns="72000" tIns="88900" rIns="72000" bIns="88900" rtlCol="0" anchor="ctr"/>
          <a:lstStyle/>
          <a:p>
            <a:pPr algn="ctr">
              <a:lnSpc>
                <a:spcPct val="106000"/>
              </a:lnSpc>
              <a:defRPr/>
            </a:pPr>
            <a:r>
              <a:rPr lang="en-US" sz="1200">
                <a:latin typeface="Calibri" panose="020F0502020204030204" pitchFamily="34" charset="0"/>
                <a:cs typeface="Calibri" panose="020F0502020204030204" pitchFamily="34" charset="0"/>
              </a:rPr>
              <a:t>Y1 Cost Drivers (78% of TC): Fleet outsourcing, Set-up costs of EV charging stations, lockers &amp; SDS/Kirana stores</a:t>
            </a:r>
          </a:p>
        </p:txBody>
      </p:sp>
      <p:sp>
        <p:nvSpPr>
          <p:cNvPr id="75" name="Rectangle 74">
            <a:extLst>
              <a:ext uri="{FF2B5EF4-FFF2-40B4-BE49-F238E27FC236}">
                <a16:creationId xmlns:a16="http://schemas.microsoft.com/office/drawing/2014/main" id="{E40CA6A8-3D11-0223-723C-AE8B12F7491E}"/>
              </a:ext>
            </a:extLst>
          </p:cNvPr>
          <p:cNvSpPr/>
          <p:nvPr/>
        </p:nvSpPr>
        <p:spPr bwMode="gray">
          <a:xfrm>
            <a:off x="8244399" y="5493713"/>
            <a:ext cx="3830274" cy="526669"/>
          </a:xfrm>
          <a:prstGeom prst="rect">
            <a:avLst/>
          </a:prstGeom>
          <a:solidFill>
            <a:schemeClr val="accent1">
              <a:lumMod val="20000"/>
              <a:lumOff val="80000"/>
            </a:schemeClr>
          </a:solidFill>
          <a:ln w="12700" algn="ctr">
            <a:noFill/>
            <a:prstDash val="dash"/>
            <a:miter lim="800000"/>
            <a:headEnd/>
            <a:tailEnd/>
          </a:ln>
          <a:effectLst/>
        </p:spPr>
        <p:txBody>
          <a:bodyPr wrap="square" lIns="72000" tIns="88900" rIns="72000" bIns="88900" rtlCol="0" anchor="ctr"/>
          <a:lstStyle/>
          <a:p>
            <a:pPr algn="ctr">
              <a:lnSpc>
                <a:spcPct val="106000"/>
              </a:lnSpc>
              <a:defRPr/>
            </a:pPr>
            <a:r>
              <a:rPr lang="en-US" sz="1300">
                <a:latin typeface="Calibri" panose="020F0502020204030204" pitchFamily="34" charset="0"/>
                <a:cs typeface="Calibri" panose="020F0502020204030204" pitchFamily="34" charset="0"/>
              </a:rPr>
              <a:t>The 30% cost reduction &amp; disruption is enabled by systematic changes for creating an ecosystem scenario </a:t>
            </a:r>
          </a:p>
        </p:txBody>
      </p:sp>
      <p:sp>
        <p:nvSpPr>
          <p:cNvPr id="20" name="Rectangle 19">
            <a:extLst>
              <a:ext uri="{FF2B5EF4-FFF2-40B4-BE49-F238E27FC236}">
                <a16:creationId xmlns:a16="http://schemas.microsoft.com/office/drawing/2014/main" id="{31CCA234-4EE4-619F-7259-FAD97E4FF016}"/>
              </a:ext>
            </a:extLst>
          </p:cNvPr>
          <p:cNvSpPr/>
          <p:nvPr/>
        </p:nvSpPr>
        <p:spPr bwMode="gray">
          <a:xfrm>
            <a:off x="8236688" y="4048791"/>
            <a:ext cx="3864530" cy="187001"/>
          </a:xfrm>
          <a:prstGeom prst="rect">
            <a:avLst/>
          </a:prstGeom>
          <a:solidFill>
            <a:schemeClr val="accent1">
              <a:lumMod val="60000"/>
              <a:lumOff val="40000"/>
            </a:schemeClr>
          </a:solidFill>
          <a:ln w="19050" algn="ctr">
            <a:noFill/>
            <a:miter lim="800000"/>
            <a:headEnd/>
            <a:tailEnd/>
          </a:ln>
          <a:effectLst/>
        </p:spPr>
        <p:txBody>
          <a:bodyPr wrap="square" lIns="72000" tIns="88900" rIns="72000" bIns="88900" rtlCol="0" anchor="ctr"/>
          <a:lstStyle/>
          <a:p>
            <a:pPr algn="ctr">
              <a:lnSpc>
                <a:spcPct val="106000"/>
              </a:lnSpc>
              <a:defRPr/>
            </a:pPr>
            <a:r>
              <a:rPr lang="en-US" sz="1300" b="1">
                <a:latin typeface="Calibri" panose="020F0502020204030204" pitchFamily="34" charset="0"/>
                <a:cs typeface="Calibri" panose="020F0502020204030204" pitchFamily="34" charset="0"/>
              </a:rPr>
              <a:t>Profit</a:t>
            </a:r>
          </a:p>
        </p:txBody>
      </p:sp>
      <p:sp>
        <p:nvSpPr>
          <p:cNvPr id="91" name="Pentagon 90">
            <a:hlinkClick r:id="rId5"/>
            <a:extLst>
              <a:ext uri="{FF2B5EF4-FFF2-40B4-BE49-F238E27FC236}">
                <a16:creationId xmlns:a16="http://schemas.microsoft.com/office/drawing/2014/main" id="{24A6AF1D-A9BA-F41F-3745-44B8BF7D753B}"/>
              </a:ext>
            </a:extLst>
          </p:cNvPr>
          <p:cNvSpPr/>
          <p:nvPr/>
        </p:nvSpPr>
        <p:spPr>
          <a:xfrm>
            <a:off x="567452" y="5925608"/>
            <a:ext cx="2349314" cy="170324"/>
          </a:xfrm>
          <a:prstGeom prst="homePlate">
            <a:avLst/>
          </a:prstGeom>
          <a:solidFill>
            <a:srgbClr val="582BD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t>Link to Cost-Benefit Analysis</a:t>
            </a:r>
          </a:p>
        </p:txBody>
      </p:sp>
      <p:grpSp>
        <p:nvGrpSpPr>
          <p:cNvPr id="92" name="Group 91">
            <a:extLst>
              <a:ext uri="{FF2B5EF4-FFF2-40B4-BE49-F238E27FC236}">
                <a16:creationId xmlns:a16="http://schemas.microsoft.com/office/drawing/2014/main" id="{E927BE9D-57C2-0E01-07C9-7F962F9AC4DB}"/>
              </a:ext>
            </a:extLst>
          </p:cNvPr>
          <p:cNvGrpSpPr/>
          <p:nvPr/>
        </p:nvGrpSpPr>
        <p:grpSpPr>
          <a:xfrm>
            <a:off x="7971061" y="3803717"/>
            <a:ext cx="4125344" cy="1627039"/>
            <a:chOff x="7971061" y="3803717"/>
            <a:chExt cx="4125344" cy="1627039"/>
          </a:xfrm>
        </p:grpSpPr>
        <p:graphicFrame>
          <p:nvGraphicFramePr>
            <p:cNvPr id="58" name="Chart 57">
              <a:extLst>
                <a:ext uri="{FF2B5EF4-FFF2-40B4-BE49-F238E27FC236}">
                  <a16:creationId xmlns:a16="http://schemas.microsoft.com/office/drawing/2014/main" id="{BA559968-D197-9FD4-C6D3-8B3C27D03B0B}"/>
                </a:ext>
              </a:extLst>
            </p:cNvPr>
            <p:cNvGraphicFramePr/>
            <p:nvPr>
              <p:extLst>
                <p:ext uri="{D42A27DB-BD31-4B8C-83A1-F6EECF244321}">
                  <p14:modId xmlns:p14="http://schemas.microsoft.com/office/powerpoint/2010/main" val="3617323209"/>
                </p:ext>
              </p:extLst>
            </p:nvPr>
          </p:nvGraphicFramePr>
          <p:xfrm>
            <a:off x="7971061" y="3803717"/>
            <a:ext cx="4033275" cy="1391633"/>
          </p:xfrm>
          <a:graphic>
            <a:graphicData uri="http://schemas.openxmlformats.org/drawingml/2006/chart">
              <c:chart xmlns:c="http://schemas.openxmlformats.org/drawingml/2006/chart" xmlns:r="http://schemas.openxmlformats.org/officeDocument/2006/relationships" r:id="rId6"/>
            </a:graphicData>
          </a:graphic>
        </p:graphicFrame>
        <p:sp>
          <p:nvSpPr>
            <p:cNvPr id="59" name="Rectangle 58">
              <a:extLst>
                <a:ext uri="{FF2B5EF4-FFF2-40B4-BE49-F238E27FC236}">
                  <a16:creationId xmlns:a16="http://schemas.microsoft.com/office/drawing/2014/main" id="{DF1807DA-B038-9B4D-DFC7-CA660A2C80EE}"/>
                </a:ext>
              </a:extLst>
            </p:cNvPr>
            <p:cNvSpPr/>
            <p:nvPr/>
          </p:nvSpPr>
          <p:spPr bwMode="gray">
            <a:xfrm>
              <a:off x="8420610" y="5178458"/>
              <a:ext cx="1120310" cy="215444"/>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Current</a:t>
              </a:r>
            </a:p>
          </p:txBody>
        </p:sp>
        <p:sp>
          <p:nvSpPr>
            <p:cNvPr id="60" name="Rectangle 59">
              <a:extLst>
                <a:ext uri="{FF2B5EF4-FFF2-40B4-BE49-F238E27FC236}">
                  <a16:creationId xmlns:a16="http://schemas.microsoft.com/office/drawing/2014/main" id="{76E70D12-95CD-E867-49B9-2C27549C7BCB}"/>
                </a:ext>
              </a:extLst>
            </p:cNvPr>
            <p:cNvSpPr/>
            <p:nvPr/>
          </p:nvSpPr>
          <p:spPr bwMode="gray">
            <a:xfrm>
              <a:off x="10212473" y="5182666"/>
              <a:ext cx="1120310" cy="215444"/>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New</a:t>
              </a:r>
            </a:p>
          </p:txBody>
        </p:sp>
        <p:sp>
          <p:nvSpPr>
            <p:cNvPr id="61" name="Rectangle 60">
              <a:extLst>
                <a:ext uri="{FF2B5EF4-FFF2-40B4-BE49-F238E27FC236}">
                  <a16:creationId xmlns:a16="http://schemas.microsoft.com/office/drawing/2014/main" id="{61B8CED0-2A45-4737-4D50-29F3203C47E4}"/>
                </a:ext>
              </a:extLst>
            </p:cNvPr>
            <p:cNvSpPr/>
            <p:nvPr/>
          </p:nvSpPr>
          <p:spPr bwMode="gray">
            <a:xfrm>
              <a:off x="11567185" y="4362243"/>
              <a:ext cx="457247" cy="187001"/>
            </a:xfrm>
            <a:prstGeom prst="rect">
              <a:avLst/>
            </a:prstGeom>
            <a:solidFill>
              <a:schemeClr val="accent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i="0" u="none" strike="noStrike" kern="1200" cap="none" spc="0" normalizeH="0" baseline="0" noProof="0">
                  <a:ln>
                    <a:noFill/>
                  </a:ln>
                  <a:solidFill>
                    <a:schemeClr val="bg1"/>
                  </a:solidFill>
                  <a:effectLst/>
                  <a:uLnTx/>
                  <a:uFillTx/>
                  <a:latin typeface="Calibri"/>
                  <a:ea typeface="+mn-ea"/>
                  <a:cs typeface="Verdana" panose="020B0604030504040204" pitchFamily="34" charset="0"/>
                </a:rPr>
                <a:t>2023</a:t>
              </a:r>
              <a:endParaRPr kumimoji="0" lang="en-US" sz="1200" i="0" u="none" strike="noStrike" kern="1200" cap="none" spc="0" normalizeH="0" baseline="0" noProof="0">
                <a:ln>
                  <a:noFill/>
                </a:ln>
                <a:solidFill>
                  <a:schemeClr val="bg1"/>
                </a:solidFill>
                <a:effectLst/>
                <a:uLnTx/>
                <a:uFillTx/>
                <a:latin typeface="Calibri"/>
                <a:ea typeface="+mn-ea"/>
                <a:cs typeface="Verdana" panose="020B0604030504040204" pitchFamily="34" charset="0"/>
              </a:endParaRPr>
            </a:p>
          </p:txBody>
        </p:sp>
        <p:sp>
          <p:nvSpPr>
            <p:cNvPr id="62" name="Rectangle 61">
              <a:extLst>
                <a:ext uri="{FF2B5EF4-FFF2-40B4-BE49-F238E27FC236}">
                  <a16:creationId xmlns:a16="http://schemas.microsoft.com/office/drawing/2014/main" id="{A147D210-5DE5-119A-27D5-71D44AA91D37}"/>
                </a:ext>
              </a:extLst>
            </p:cNvPr>
            <p:cNvSpPr/>
            <p:nvPr/>
          </p:nvSpPr>
          <p:spPr bwMode="gray">
            <a:xfrm>
              <a:off x="11579500" y="4594965"/>
              <a:ext cx="457247" cy="187001"/>
            </a:xfrm>
            <a:prstGeom prst="rect">
              <a:avLst/>
            </a:prstGeom>
            <a:solidFill>
              <a:srgbClr val="247500"/>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i="0" u="none" strike="noStrike" kern="1200" cap="none" spc="0" normalizeH="0" baseline="0" noProof="0">
                  <a:ln>
                    <a:noFill/>
                  </a:ln>
                  <a:solidFill>
                    <a:schemeClr val="bg1"/>
                  </a:solidFill>
                  <a:effectLst/>
                  <a:uLnTx/>
                  <a:uFillTx/>
                  <a:latin typeface="Calibri"/>
                  <a:ea typeface="+mn-ea"/>
                  <a:cs typeface="Verdana" panose="020B0604030504040204" pitchFamily="34" charset="0"/>
                </a:rPr>
                <a:t>2030</a:t>
              </a:r>
              <a:endParaRPr kumimoji="0" lang="en-US" sz="1200" i="0" u="none" strike="noStrike" kern="1200" cap="none" spc="0" normalizeH="0" baseline="0" noProof="0">
                <a:ln>
                  <a:noFill/>
                </a:ln>
                <a:solidFill>
                  <a:schemeClr val="bg1"/>
                </a:solidFill>
                <a:effectLst/>
                <a:uLnTx/>
                <a:uFillTx/>
                <a:latin typeface="Calibri"/>
                <a:ea typeface="+mn-ea"/>
                <a:cs typeface="Verdana" panose="020B0604030504040204" pitchFamily="34" charset="0"/>
              </a:endParaRPr>
            </a:p>
          </p:txBody>
        </p:sp>
        <p:cxnSp>
          <p:nvCxnSpPr>
            <p:cNvPr id="63" name="Straight Arrow Connector 62">
              <a:extLst>
                <a:ext uri="{FF2B5EF4-FFF2-40B4-BE49-F238E27FC236}">
                  <a16:creationId xmlns:a16="http://schemas.microsoft.com/office/drawing/2014/main" id="{44AA3625-1A9C-F0B9-E095-FB448DC02DF0}"/>
                </a:ext>
              </a:extLst>
            </p:cNvPr>
            <p:cNvCxnSpPr>
              <a:cxnSpLocks/>
            </p:cNvCxnSpPr>
            <p:nvPr/>
          </p:nvCxnSpPr>
          <p:spPr>
            <a:xfrm flipV="1">
              <a:off x="8691224" y="4648273"/>
              <a:ext cx="576824" cy="25442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6E5ED18F-E343-27D9-838A-83F8E88AFC1C}"/>
                </a:ext>
              </a:extLst>
            </p:cNvPr>
            <p:cNvCxnSpPr>
              <a:cxnSpLocks/>
            </p:cNvCxnSpPr>
            <p:nvPr/>
          </p:nvCxnSpPr>
          <p:spPr>
            <a:xfrm flipV="1">
              <a:off x="10347780" y="4346349"/>
              <a:ext cx="658776" cy="456139"/>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8" name="Rectangle 67">
              <a:extLst>
                <a:ext uri="{FF2B5EF4-FFF2-40B4-BE49-F238E27FC236}">
                  <a16:creationId xmlns:a16="http://schemas.microsoft.com/office/drawing/2014/main" id="{FDA69847-282E-1554-7068-26BD9A11B50F}"/>
                </a:ext>
              </a:extLst>
            </p:cNvPr>
            <p:cNvSpPr/>
            <p:nvPr/>
          </p:nvSpPr>
          <p:spPr bwMode="gray">
            <a:xfrm>
              <a:off x="8420610" y="4448153"/>
              <a:ext cx="658775" cy="341967"/>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600" b="1">
                  <a:solidFill>
                    <a:srgbClr val="247500"/>
                  </a:solidFill>
                  <a:latin typeface="Calibri"/>
                  <a:cs typeface="Verdana" panose="020B0604030504040204" pitchFamily="34" charset="0"/>
                </a:rPr>
                <a:t>132</a:t>
              </a:r>
              <a:r>
                <a:rPr kumimoji="0" lang="en-US" sz="1600" b="1" i="0" u="none" strike="noStrike" kern="1200" cap="none" spc="0" normalizeH="0" baseline="0" noProof="0">
                  <a:ln>
                    <a:noFill/>
                  </a:ln>
                  <a:solidFill>
                    <a:srgbClr val="247500"/>
                  </a:solidFill>
                  <a:effectLst/>
                  <a:uLnTx/>
                  <a:uFillTx/>
                  <a:latin typeface="Calibri"/>
                  <a:ea typeface="+mn-ea"/>
                  <a:cs typeface="Verdana" panose="020B0604030504040204" pitchFamily="34" charset="0"/>
                </a:rPr>
                <a:t>%</a:t>
              </a:r>
              <a:endParaRPr kumimoji="0" lang="en-US" sz="1600" b="1" i="0" u="none" strike="noStrike" kern="1200" cap="none" spc="0" normalizeH="0" baseline="30000" noProof="0">
                <a:ln>
                  <a:noFill/>
                </a:ln>
                <a:solidFill>
                  <a:srgbClr val="247500"/>
                </a:solidFill>
                <a:effectLst/>
                <a:uLnTx/>
                <a:uFillTx/>
                <a:latin typeface="Calibri"/>
                <a:ea typeface="+mn-ea"/>
                <a:cs typeface="Verdana" panose="020B0604030504040204" pitchFamily="34" charset="0"/>
              </a:endParaRPr>
            </a:p>
          </p:txBody>
        </p:sp>
        <p:sp>
          <p:nvSpPr>
            <p:cNvPr id="69" name="Rectangle 68">
              <a:extLst>
                <a:ext uri="{FF2B5EF4-FFF2-40B4-BE49-F238E27FC236}">
                  <a16:creationId xmlns:a16="http://schemas.microsoft.com/office/drawing/2014/main" id="{AE727254-FDA6-8EE0-6CB5-A5DBE12C1D7E}"/>
                </a:ext>
              </a:extLst>
            </p:cNvPr>
            <p:cNvSpPr/>
            <p:nvPr/>
          </p:nvSpPr>
          <p:spPr bwMode="gray">
            <a:xfrm>
              <a:off x="10087516" y="4328992"/>
              <a:ext cx="658775" cy="341967"/>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600" b="1">
                  <a:solidFill>
                    <a:srgbClr val="247500"/>
                  </a:solidFill>
                  <a:latin typeface="Calibri"/>
                  <a:cs typeface="Verdana" panose="020B0604030504040204" pitchFamily="34" charset="0"/>
                </a:rPr>
                <a:t>153</a:t>
              </a:r>
              <a:r>
                <a:rPr kumimoji="0" lang="en-US" sz="1600" b="1" i="0" u="none" strike="noStrike" kern="1200" cap="none" spc="0" normalizeH="0" baseline="0" noProof="0">
                  <a:ln>
                    <a:noFill/>
                  </a:ln>
                  <a:solidFill>
                    <a:srgbClr val="247500"/>
                  </a:solidFill>
                  <a:effectLst/>
                  <a:uLnTx/>
                  <a:uFillTx/>
                  <a:latin typeface="Calibri"/>
                  <a:ea typeface="+mn-ea"/>
                  <a:cs typeface="Verdana" panose="020B0604030504040204" pitchFamily="34" charset="0"/>
                </a:rPr>
                <a:t>%</a:t>
              </a:r>
              <a:endParaRPr kumimoji="0" lang="en-US" sz="1600" b="1" i="0" u="none" strike="noStrike" kern="1200" cap="none" spc="0" normalizeH="0" baseline="30000" noProof="0">
                <a:ln>
                  <a:noFill/>
                </a:ln>
                <a:solidFill>
                  <a:srgbClr val="247500"/>
                </a:solidFill>
                <a:effectLst/>
                <a:uLnTx/>
                <a:uFillTx/>
                <a:latin typeface="Calibri"/>
                <a:ea typeface="+mn-ea"/>
                <a:cs typeface="Verdana" panose="020B0604030504040204" pitchFamily="34" charset="0"/>
              </a:endParaRPr>
            </a:p>
          </p:txBody>
        </p:sp>
        <p:sp>
          <p:nvSpPr>
            <p:cNvPr id="70" name="Rectangle 69">
              <a:extLst>
                <a:ext uri="{FF2B5EF4-FFF2-40B4-BE49-F238E27FC236}">
                  <a16:creationId xmlns:a16="http://schemas.microsoft.com/office/drawing/2014/main" id="{0EFD8C38-5757-A76C-433E-245F51A19B1A}"/>
                </a:ext>
              </a:extLst>
            </p:cNvPr>
            <p:cNvSpPr/>
            <p:nvPr/>
          </p:nvSpPr>
          <p:spPr bwMode="gray">
            <a:xfrm>
              <a:off x="8236688" y="4237655"/>
              <a:ext cx="3859717" cy="1193101"/>
            </a:xfrm>
            <a:prstGeom prst="rect">
              <a:avLst/>
            </a:prstGeom>
            <a:noFill/>
            <a:ln w="12700" algn="ctr">
              <a:solidFill>
                <a:srgbClr val="00AD7F"/>
              </a:solidFill>
              <a:prstDash val="dash"/>
              <a:miter lim="800000"/>
              <a:headEnd/>
              <a:tailEnd/>
            </a:ln>
            <a:effectLst/>
          </p:spPr>
          <p:txBody>
            <a:bodyPr wrap="square" lIns="72000" tIns="88900" rIns="72000" bIns="88900" rtlCol="0" anchor="ctr"/>
            <a:lstStyle/>
            <a:p>
              <a:pPr algn="ctr">
                <a:lnSpc>
                  <a:spcPct val="106000"/>
                </a:lnSpc>
                <a:defRPr/>
              </a:pPr>
              <a:endParaRPr lang="en-US" sz="1200">
                <a:latin typeface="Calibri" panose="020F0502020204030204" pitchFamily="34" charset="0"/>
                <a:cs typeface="Calibri" panose="020F0502020204030204" pitchFamily="34" charset="0"/>
              </a:endParaRPr>
            </a:p>
          </p:txBody>
        </p:sp>
      </p:grpSp>
      <p:grpSp>
        <p:nvGrpSpPr>
          <p:cNvPr id="116" name="Group 115">
            <a:extLst>
              <a:ext uri="{FF2B5EF4-FFF2-40B4-BE49-F238E27FC236}">
                <a16:creationId xmlns:a16="http://schemas.microsoft.com/office/drawing/2014/main" id="{E88054FC-15E3-2913-B307-F966FF779E8E}"/>
              </a:ext>
            </a:extLst>
          </p:cNvPr>
          <p:cNvGrpSpPr/>
          <p:nvPr/>
        </p:nvGrpSpPr>
        <p:grpSpPr>
          <a:xfrm>
            <a:off x="7918320" y="2652892"/>
            <a:ext cx="4182898" cy="1369003"/>
            <a:chOff x="7918320" y="2652892"/>
            <a:chExt cx="4182898" cy="1369003"/>
          </a:xfrm>
        </p:grpSpPr>
        <p:sp>
          <p:nvSpPr>
            <p:cNvPr id="19" name="Rectangle 18">
              <a:extLst>
                <a:ext uri="{FF2B5EF4-FFF2-40B4-BE49-F238E27FC236}">
                  <a16:creationId xmlns:a16="http://schemas.microsoft.com/office/drawing/2014/main" id="{C4CA76ED-F8C9-7C0D-6F5F-DF9702D13C8A}"/>
                </a:ext>
              </a:extLst>
            </p:cNvPr>
            <p:cNvSpPr/>
            <p:nvPr/>
          </p:nvSpPr>
          <p:spPr bwMode="gray">
            <a:xfrm>
              <a:off x="8236688" y="2712440"/>
              <a:ext cx="3864530" cy="201072"/>
            </a:xfrm>
            <a:prstGeom prst="rect">
              <a:avLst/>
            </a:prstGeom>
            <a:solidFill>
              <a:schemeClr val="accent1">
                <a:lumMod val="60000"/>
                <a:lumOff val="40000"/>
              </a:schemeClr>
            </a:solidFill>
            <a:ln w="19050" algn="ctr">
              <a:noFill/>
              <a:miter lim="800000"/>
              <a:headEnd/>
              <a:tailEnd/>
            </a:ln>
            <a:effectLst/>
          </p:spPr>
          <p:txBody>
            <a:bodyPr wrap="square" lIns="72000" tIns="88900" rIns="72000" bIns="88900" rtlCol="0" anchor="ctr"/>
            <a:lstStyle/>
            <a:p>
              <a:pPr algn="ctr">
                <a:lnSpc>
                  <a:spcPct val="106000"/>
                </a:lnSpc>
                <a:defRPr/>
              </a:pPr>
              <a:r>
                <a:rPr lang="en-US" sz="1300" b="1">
                  <a:latin typeface="Calibri" panose="020F0502020204030204" pitchFamily="34" charset="0"/>
                  <a:cs typeface="Calibri" panose="020F0502020204030204" pitchFamily="34" charset="0"/>
                </a:rPr>
                <a:t>Costs</a:t>
              </a:r>
            </a:p>
          </p:txBody>
        </p:sp>
        <p:graphicFrame>
          <p:nvGraphicFramePr>
            <p:cNvPr id="71" name="Chart 70">
              <a:extLst>
                <a:ext uri="{FF2B5EF4-FFF2-40B4-BE49-F238E27FC236}">
                  <a16:creationId xmlns:a16="http://schemas.microsoft.com/office/drawing/2014/main" id="{76C4FD6E-599C-D5E7-6865-B66761E5C9AD}"/>
                </a:ext>
              </a:extLst>
            </p:cNvPr>
            <p:cNvGraphicFramePr/>
            <p:nvPr>
              <p:extLst>
                <p:ext uri="{D42A27DB-BD31-4B8C-83A1-F6EECF244321}">
                  <p14:modId xmlns:p14="http://schemas.microsoft.com/office/powerpoint/2010/main" val="2701111647"/>
                </p:ext>
              </p:extLst>
            </p:nvPr>
          </p:nvGraphicFramePr>
          <p:xfrm>
            <a:off x="7918320" y="2652892"/>
            <a:ext cx="4033275" cy="1163202"/>
          </p:xfrm>
          <a:graphic>
            <a:graphicData uri="http://schemas.openxmlformats.org/drawingml/2006/chart">
              <c:chart xmlns:c="http://schemas.openxmlformats.org/drawingml/2006/chart" xmlns:r="http://schemas.openxmlformats.org/officeDocument/2006/relationships" r:id="rId7"/>
            </a:graphicData>
          </a:graphic>
        </p:graphicFrame>
        <p:sp>
          <p:nvSpPr>
            <p:cNvPr id="94" name="Rectangle 93">
              <a:extLst>
                <a:ext uri="{FF2B5EF4-FFF2-40B4-BE49-F238E27FC236}">
                  <a16:creationId xmlns:a16="http://schemas.microsoft.com/office/drawing/2014/main" id="{7D2526F9-C659-FDD8-B735-6A1B452E559F}"/>
                </a:ext>
              </a:extLst>
            </p:cNvPr>
            <p:cNvSpPr/>
            <p:nvPr/>
          </p:nvSpPr>
          <p:spPr bwMode="gray">
            <a:xfrm>
              <a:off x="8391256" y="3796439"/>
              <a:ext cx="1120310" cy="215444"/>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Current</a:t>
              </a:r>
            </a:p>
          </p:txBody>
        </p:sp>
        <p:sp>
          <p:nvSpPr>
            <p:cNvPr id="95" name="Rectangle 94">
              <a:extLst>
                <a:ext uri="{FF2B5EF4-FFF2-40B4-BE49-F238E27FC236}">
                  <a16:creationId xmlns:a16="http://schemas.microsoft.com/office/drawing/2014/main" id="{0D10A50B-F39F-13E8-EEF5-734D1DD79098}"/>
                </a:ext>
              </a:extLst>
            </p:cNvPr>
            <p:cNvSpPr/>
            <p:nvPr/>
          </p:nvSpPr>
          <p:spPr bwMode="gray">
            <a:xfrm>
              <a:off x="10117013" y="3806451"/>
              <a:ext cx="1120310" cy="215444"/>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New</a:t>
              </a:r>
            </a:p>
          </p:txBody>
        </p:sp>
        <p:sp>
          <p:nvSpPr>
            <p:cNvPr id="96" name="Rectangle 95">
              <a:extLst>
                <a:ext uri="{FF2B5EF4-FFF2-40B4-BE49-F238E27FC236}">
                  <a16:creationId xmlns:a16="http://schemas.microsoft.com/office/drawing/2014/main" id="{B631334C-0A4B-A0A0-693B-55E381A5F697}"/>
                </a:ext>
              </a:extLst>
            </p:cNvPr>
            <p:cNvSpPr/>
            <p:nvPr/>
          </p:nvSpPr>
          <p:spPr bwMode="gray">
            <a:xfrm>
              <a:off x="11567185" y="3026091"/>
              <a:ext cx="457247" cy="187001"/>
            </a:xfrm>
            <a:prstGeom prst="rect">
              <a:avLst/>
            </a:prstGeom>
            <a:solidFill>
              <a:schemeClr val="accent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i="0" u="none" strike="noStrike" kern="1200" cap="none" spc="0" normalizeH="0" baseline="0" noProof="0">
                  <a:ln>
                    <a:noFill/>
                  </a:ln>
                  <a:solidFill>
                    <a:schemeClr val="bg1"/>
                  </a:solidFill>
                  <a:effectLst/>
                  <a:uLnTx/>
                  <a:uFillTx/>
                  <a:latin typeface="Calibri"/>
                  <a:ea typeface="+mn-ea"/>
                  <a:cs typeface="Verdana" panose="020B0604030504040204" pitchFamily="34" charset="0"/>
                </a:rPr>
                <a:t>2023</a:t>
              </a:r>
              <a:endParaRPr kumimoji="0" lang="en-US" sz="1200" i="0" u="none" strike="noStrike" kern="1200" cap="none" spc="0" normalizeH="0" baseline="0" noProof="0">
                <a:ln>
                  <a:noFill/>
                </a:ln>
                <a:solidFill>
                  <a:schemeClr val="bg1"/>
                </a:solidFill>
                <a:effectLst/>
                <a:uLnTx/>
                <a:uFillTx/>
                <a:latin typeface="Calibri"/>
                <a:ea typeface="+mn-ea"/>
                <a:cs typeface="Verdana" panose="020B0604030504040204" pitchFamily="34" charset="0"/>
              </a:endParaRPr>
            </a:p>
          </p:txBody>
        </p:sp>
        <p:sp>
          <p:nvSpPr>
            <p:cNvPr id="97" name="Rectangle 96">
              <a:extLst>
                <a:ext uri="{FF2B5EF4-FFF2-40B4-BE49-F238E27FC236}">
                  <a16:creationId xmlns:a16="http://schemas.microsoft.com/office/drawing/2014/main" id="{79AA2852-9112-5A7E-757F-780DF3F759DF}"/>
                </a:ext>
              </a:extLst>
            </p:cNvPr>
            <p:cNvSpPr/>
            <p:nvPr/>
          </p:nvSpPr>
          <p:spPr bwMode="gray">
            <a:xfrm>
              <a:off x="11579500" y="3258813"/>
              <a:ext cx="457247" cy="187001"/>
            </a:xfrm>
            <a:prstGeom prst="rect">
              <a:avLst/>
            </a:prstGeom>
            <a:solidFill>
              <a:srgbClr val="247500"/>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i="0" u="none" strike="noStrike" kern="1200" cap="none" spc="0" normalizeH="0" baseline="0" noProof="0">
                  <a:ln>
                    <a:noFill/>
                  </a:ln>
                  <a:solidFill>
                    <a:schemeClr val="bg1"/>
                  </a:solidFill>
                  <a:effectLst/>
                  <a:uLnTx/>
                  <a:uFillTx/>
                  <a:latin typeface="Calibri"/>
                  <a:ea typeface="+mn-ea"/>
                  <a:cs typeface="Verdana" panose="020B0604030504040204" pitchFamily="34" charset="0"/>
                </a:rPr>
                <a:t>2030</a:t>
              </a:r>
              <a:endParaRPr kumimoji="0" lang="en-US" sz="1200" i="0" u="none" strike="noStrike" kern="1200" cap="none" spc="0" normalizeH="0" baseline="0" noProof="0">
                <a:ln>
                  <a:noFill/>
                </a:ln>
                <a:solidFill>
                  <a:schemeClr val="bg1"/>
                </a:solidFill>
                <a:effectLst/>
                <a:uLnTx/>
                <a:uFillTx/>
                <a:latin typeface="Calibri"/>
                <a:ea typeface="+mn-ea"/>
                <a:cs typeface="Verdana" panose="020B0604030504040204" pitchFamily="34" charset="0"/>
              </a:endParaRPr>
            </a:p>
          </p:txBody>
        </p:sp>
        <p:sp>
          <p:nvSpPr>
            <p:cNvPr id="99" name="Rectangle 98">
              <a:extLst>
                <a:ext uri="{FF2B5EF4-FFF2-40B4-BE49-F238E27FC236}">
                  <a16:creationId xmlns:a16="http://schemas.microsoft.com/office/drawing/2014/main" id="{D2F8448B-F765-47AA-29D4-80A2F279061E}"/>
                </a:ext>
              </a:extLst>
            </p:cNvPr>
            <p:cNvSpPr/>
            <p:nvPr/>
          </p:nvSpPr>
          <p:spPr bwMode="gray">
            <a:xfrm>
              <a:off x="8229677" y="2873830"/>
              <a:ext cx="3859717" cy="1128420"/>
            </a:xfrm>
            <a:prstGeom prst="rect">
              <a:avLst/>
            </a:prstGeom>
            <a:noFill/>
            <a:ln w="12700" algn="ctr">
              <a:solidFill>
                <a:srgbClr val="00AD7F"/>
              </a:solidFill>
              <a:prstDash val="dash"/>
              <a:miter lim="800000"/>
              <a:headEnd/>
              <a:tailEnd/>
            </a:ln>
            <a:effectLst/>
          </p:spPr>
          <p:txBody>
            <a:bodyPr wrap="square" lIns="72000" tIns="88900" rIns="72000" bIns="88900" rtlCol="0" anchor="ctr"/>
            <a:lstStyle/>
            <a:p>
              <a:pPr algn="ctr">
                <a:lnSpc>
                  <a:spcPct val="106000"/>
                </a:lnSpc>
                <a:defRPr/>
              </a:pPr>
              <a:endParaRPr lang="en-US" sz="1200">
                <a:latin typeface="Calibri" panose="020F0502020204030204" pitchFamily="34" charset="0"/>
                <a:cs typeface="Calibri" panose="020F0502020204030204" pitchFamily="34" charset="0"/>
              </a:endParaRPr>
            </a:p>
          </p:txBody>
        </p:sp>
        <p:cxnSp>
          <p:nvCxnSpPr>
            <p:cNvPr id="109" name="Straight Arrow Connector 108">
              <a:extLst>
                <a:ext uri="{FF2B5EF4-FFF2-40B4-BE49-F238E27FC236}">
                  <a16:creationId xmlns:a16="http://schemas.microsoft.com/office/drawing/2014/main" id="{AE87346C-3DB4-2EDE-B55E-76EDACF9173C}"/>
                </a:ext>
              </a:extLst>
            </p:cNvPr>
            <p:cNvCxnSpPr>
              <a:cxnSpLocks/>
            </p:cNvCxnSpPr>
            <p:nvPr/>
          </p:nvCxnSpPr>
          <p:spPr>
            <a:xfrm flipV="1">
              <a:off x="8651741" y="3074129"/>
              <a:ext cx="561531" cy="44655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Straight Arrow Connector 110">
              <a:extLst>
                <a:ext uri="{FF2B5EF4-FFF2-40B4-BE49-F238E27FC236}">
                  <a16:creationId xmlns:a16="http://schemas.microsoft.com/office/drawing/2014/main" id="{CD107FC8-EFBE-4CEE-DC71-BD1AFD55FADC}"/>
                </a:ext>
              </a:extLst>
            </p:cNvPr>
            <p:cNvCxnSpPr>
              <a:cxnSpLocks/>
            </p:cNvCxnSpPr>
            <p:nvPr/>
          </p:nvCxnSpPr>
          <p:spPr>
            <a:xfrm>
              <a:off x="10414250" y="3189919"/>
              <a:ext cx="679633" cy="2192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3" name="Rectangle 112">
              <a:extLst>
                <a:ext uri="{FF2B5EF4-FFF2-40B4-BE49-F238E27FC236}">
                  <a16:creationId xmlns:a16="http://schemas.microsoft.com/office/drawing/2014/main" id="{03DD2587-85DD-EC09-5ED6-8650264CB928}"/>
                </a:ext>
              </a:extLst>
            </p:cNvPr>
            <p:cNvSpPr/>
            <p:nvPr/>
          </p:nvSpPr>
          <p:spPr bwMode="gray">
            <a:xfrm>
              <a:off x="8361836" y="3012764"/>
              <a:ext cx="658775" cy="341967"/>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600" b="1">
                  <a:solidFill>
                    <a:srgbClr val="C00000"/>
                  </a:solidFill>
                  <a:latin typeface="Calibri"/>
                  <a:cs typeface="Verdana" panose="020B0604030504040204" pitchFamily="34" charset="0"/>
                </a:rPr>
                <a:t>129</a:t>
              </a:r>
              <a:r>
                <a:rPr kumimoji="0" lang="en-US" sz="1600" b="1" i="0" u="none" strike="noStrike" kern="1200" cap="none" spc="0" normalizeH="0" baseline="0" noProof="0">
                  <a:ln>
                    <a:noFill/>
                  </a:ln>
                  <a:solidFill>
                    <a:srgbClr val="C00000"/>
                  </a:solidFill>
                  <a:effectLst/>
                  <a:uLnTx/>
                  <a:uFillTx/>
                  <a:latin typeface="Calibri"/>
                  <a:ea typeface="+mn-ea"/>
                  <a:cs typeface="Verdana" panose="020B0604030504040204" pitchFamily="34" charset="0"/>
                </a:rPr>
                <a:t>%</a:t>
              </a:r>
              <a:endParaRPr kumimoji="0" lang="en-US" sz="1600" b="1" i="0" u="none" strike="noStrike" kern="1200" cap="none" spc="0" normalizeH="0" baseline="30000" noProof="0">
                <a:ln>
                  <a:noFill/>
                </a:ln>
                <a:solidFill>
                  <a:srgbClr val="C00000"/>
                </a:solidFill>
                <a:effectLst/>
                <a:uLnTx/>
                <a:uFillTx/>
                <a:latin typeface="Calibri"/>
                <a:ea typeface="+mn-ea"/>
                <a:cs typeface="Verdana" panose="020B0604030504040204" pitchFamily="34" charset="0"/>
              </a:endParaRPr>
            </a:p>
          </p:txBody>
        </p:sp>
        <p:sp>
          <p:nvSpPr>
            <p:cNvPr id="115" name="Rectangle 114">
              <a:extLst>
                <a:ext uri="{FF2B5EF4-FFF2-40B4-BE49-F238E27FC236}">
                  <a16:creationId xmlns:a16="http://schemas.microsoft.com/office/drawing/2014/main" id="{616921BD-45E1-FA8E-4074-DB314A3C122F}"/>
                </a:ext>
              </a:extLst>
            </p:cNvPr>
            <p:cNvSpPr/>
            <p:nvPr/>
          </p:nvSpPr>
          <p:spPr bwMode="gray">
            <a:xfrm>
              <a:off x="10677168" y="3013942"/>
              <a:ext cx="658775" cy="341967"/>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600" b="1">
                  <a:solidFill>
                    <a:srgbClr val="247500"/>
                  </a:solidFill>
                  <a:latin typeface="Calibri"/>
                  <a:cs typeface="Verdana" panose="020B0604030504040204" pitchFamily="34" charset="0"/>
                </a:rPr>
                <a:t>31</a:t>
              </a:r>
              <a:r>
                <a:rPr kumimoji="0" lang="en-US" sz="1600" b="1" i="0" u="none" strike="noStrike" kern="1200" cap="none" spc="0" normalizeH="0" baseline="0" noProof="0">
                  <a:ln>
                    <a:noFill/>
                  </a:ln>
                  <a:solidFill>
                    <a:srgbClr val="247500"/>
                  </a:solidFill>
                  <a:effectLst/>
                  <a:uLnTx/>
                  <a:uFillTx/>
                  <a:latin typeface="Calibri"/>
                  <a:ea typeface="+mn-ea"/>
                  <a:cs typeface="Verdana" panose="020B0604030504040204" pitchFamily="34" charset="0"/>
                </a:rPr>
                <a:t>%</a:t>
              </a:r>
              <a:endParaRPr kumimoji="0" lang="en-US" sz="1600" b="1" i="0" u="none" strike="noStrike" kern="1200" cap="none" spc="0" normalizeH="0" baseline="30000" noProof="0">
                <a:ln>
                  <a:noFill/>
                </a:ln>
                <a:solidFill>
                  <a:srgbClr val="247500"/>
                </a:solidFill>
                <a:effectLst/>
                <a:uLnTx/>
                <a:uFillTx/>
                <a:latin typeface="Calibri"/>
                <a:ea typeface="+mn-ea"/>
                <a:cs typeface="Verdana" panose="020B0604030504040204" pitchFamily="34" charset="0"/>
              </a:endParaRPr>
            </a:p>
          </p:txBody>
        </p:sp>
      </p:grpSp>
    </p:spTree>
    <p:extLst>
      <p:ext uri="{BB962C8B-B14F-4D97-AF65-F5344CB8AC3E}">
        <p14:creationId xmlns:p14="http://schemas.microsoft.com/office/powerpoint/2010/main" val="12982992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2C3CE19A-D163-D672-E252-950B007F66D3}"/>
              </a:ext>
            </a:extLst>
          </p:cNvPr>
          <p:cNvSpPr>
            <a:spLocks noGrp="1"/>
          </p:cNvSpPr>
          <p:nvPr>
            <p:ph type="body" sz="quarter" idx="10"/>
          </p:nvPr>
        </p:nvSpPr>
        <p:spPr>
          <a:xfrm>
            <a:off x="350727" y="265122"/>
            <a:ext cx="11327981" cy="616479"/>
          </a:xfrm>
        </p:spPr>
        <p:txBody>
          <a:bodyPr vert="horz" lIns="91440" tIns="45720" rIns="91440" bIns="45720" rtlCol="0" anchor="t">
            <a:noAutofit/>
          </a:bodyPr>
          <a:lstStyle/>
          <a:p>
            <a:pPr indent="0">
              <a:buNone/>
            </a:pPr>
            <a:r>
              <a:rPr lang="en-US" b="1">
                <a:latin typeface="Calibri"/>
                <a:cs typeface="Calibri"/>
              </a:rPr>
              <a:t>2-pronged approach for growth strategy involves defining the winning industry standards and expanding the horizontal and vertical boundaries </a:t>
            </a:r>
            <a:endParaRPr lang="en-US" b="1"/>
          </a:p>
        </p:txBody>
      </p:sp>
      <p:sp>
        <p:nvSpPr>
          <p:cNvPr id="3" name="Text Placeholder 1">
            <a:extLst>
              <a:ext uri="{FF2B5EF4-FFF2-40B4-BE49-F238E27FC236}">
                <a16:creationId xmlns:a16="http://schemas.microsoft.com/office/drawing/2014/main" id="{32A4C8F7-C76B-394A-9033-84522AEFC025}"/>
              </a:ext>
            </a:extLst>
          </p:cNvPr>
          <p:cNvSpPr txBox="1">
            <a:spLocks/>
          </p:cNvSpPr>
          <p:nvPr/>
        </p:nvSpPr>
        <p:spPr>
          <a:xfrm>
            <a:off x="513292" y="685271"/>
            <a:ext cx="11170591" cy="616479"/>
          </a:xfrm>
          <a:prstGeom prst="rect">
            <a:avLst/>
          </a:prstGeom>
        </p:spPr>
        <p:txBody>
          <a:bodyPr/>
          <a:lstStyle>
            <a:lvl1pPr marL="0" indent="0" algn="l" defTabSz="274320" rtl="0" eaLnBrk="1" latinLnBrk="0" hangingPunct="1">
              <a:lnSpc>
                <a:spcPct val="100000"/>
              </a:lnSpc>
              <a:spcBef>
                <a:spcPts val="0"/>
              </a:spcBef>
              <a:spcAft>
                <a:spcPts val="1440"/>
              </a:spcAft>
              <a:buFont typeface="Arial" panose="020B0604020202020204" pitchFamily="34" charset="0"/>
              <a:buNone/>
              <a:defRPr sz="2000" b="0" kern="1200">
                <a:solidFill>
                  <a:schemeClr val="tx1"/>
                </a:solidFill>
                <a:latin typeface="+mn-lt"/>
                <a:ea typeface="+mn-ea"/>
                <a:cs typeface="+mn-cs"/>
              </a:defRPr>
            </a:lvl1pPr>
            <a:lvl2pPr marL="274320" indent="-274320" algn="l" defTabSz="274320" rtl="0" eaLnBrk="1" latinLnBrk="0" hangingPunct="1">
              <a:lnSpc>
                <a:spcPct val="100000"/>
              </a:lnSpc>
              <a:spcBef>
                <a:spcPts val="0"/>
              </a:spcBef>
              <a:spcAft>
                <a:spcPts val="1440"/>
              </a:spcAft>
              <a:buClrTx/>
              <a:buFont typeface="Arial" panose="020B0604020202020204" pitchFamily="34" charset="0"/>
              <a:buChar char="•"/>
              <a:defRPr sz="2000" kern="1200">
                <a:solidFill>
                  <a:schemeClr val="tx1"/>
                </a:solidFill>
                <a:latin typeface="+mn-lt"/>
                <a:ea typeface="+mn-ea"/>
                <a:cs typeface="+mn-cs"/>
              </a:defRPr>
            </a:lvl2pPr>
            <a:lvl3pPr marL="548640" indent="-274320" algn="l" defTabSz="274320" rtl="0" eaLnBrk="1" latinLnBrk="0" hangingPunct="1">
              <a:lnSpc>
                <a:spcPct val="100000"/>
              </a:lnSpc>
              <a:spcBef>
                <a:spcPts val="0"/>
              </a:spcBef>
              <a:spcAft>
                <a:spcPts val="1440"/>
              </a:spcAft>
              <a:buFont typeface="System Font"/>
              <a:buChar char="–"/>
              <a:defRPr sz="2000" kern="1200">
                <a:solidFill>
                  <a:schemeClr val="tx1"/>
                </a:solidFill>
                <a:latin typeface="+mn-lt"/>
                <a:ea typeface="+mn-ea"/>
                <a:cs typeface="+mn-cs"/>
              </a:defRPr>
            </a:lvl3pPr>
            <a:lvl4pPr marL="822960" indent="-274320" algn="l" defTabSz="274320" rtl="0" eaLnBrk="1" latinLnBrk="0" hangingPunct="1">
              <a:lnSpc>
                <a:spcPct val="100000"/>
              </a:lnSpc>
              <a:spcBef>
                <a:spcPts val="0"/>
              </a:spcBef>
              <a:spcAft>
                <a:spcPts val="1440"/>
              </a:spcAft>
              <a:buFont typeface="Arial" panose="020B0604020202020204" pitchFamily="34" charset="0"/>
              <a:buChar char="•"/>
              <a:defRPr sz="2000" kern="1200">
                <a:solidFill>
                  <a:schemeClr val="tx1"/>
                </a:solidFill>
                <a:latin typeface="+mn-lt"/>
                <a:ea typeface="+mn-ea"/>
                <a:cs typeface="+mn-cs"/>
              </a:defRPr>
            </a:lvl4pPr>
            <a:lvl5pPr marL="1097280" indent="-274320" algn="l" defTabSz="274320" rtl="0" eaLnBrk="1" latinLnBrk="0" hangingPunct="1">
              <a:lnSpc>
                <a:spcPct val="100000"/>
              </a:lnSpc>
              <a:spcBef>
                <a:spcPts val="0"/>
              </a:spcBef>
              <a:spcAft>
                <a:spcPts val="1440"/>
              </a:spcAft>
              <a:buFont typeface="System Font"/>
              <a:buChar char="–"/>
              <a:defRPr sz="2000" kern="1200">
                <a:solidFill>
                  <a:schemeClr val="tx1"/>
                </a:solidFill>
                <a:latin typeface="+mn-lt"/>
                <a:ea typeface="+mn-ea"/>
                <a:cs typeface="+mn-cs"/>
              </a:defRPr>
            </a:lvl5pPr>
            <a:lvl6pPr marL="13336" indent="0" algn="l" defTabSz="274320" rtl="0" eaLnBrk="1" latinLnBrk="0" hangingPunct="1">
              <a:lnSpc>
                <a:spcPct val="90000"/>
              </a:lnSpc>
              <a:spcBef>
                <a:spcPts val="0"/>
              </a:spcBef>
              <a:spcAft>
                <a:spcPts val="1440"/>
              </a:spcAft>
              <a:buFont typeface="Graphik" panose="020B0503030202060203" pitchFamily="34" charset="0"/>
              <a:buNone/>
              <a:tabLst/>
              <a:defRPr sz="1800" kern="1200">
                <a:solidFill>
                  <a:schemeClr val="tx1"/>
                </a:solidFill>
                <a:latin typeface="+mn-lt"/>
                <a:ea typeface="+mn-ea"/>
                <a:cs typeface="+mn-cs"/>
              </a:defRPr>
            </a:lvl6pPr>
            <a:lvl7pPr marL="0" indent="0" algn="l" defTabSz="274320" rtl="0" eaLnBrk="1" latinLnBrk="0" hangingPunct="1">
              <a:lnSpc>
                <a:spcPct val="90000"/>
              </a:lnSpc>
              <a:spcBef>
                <a:spcPts val="0"/>
              </a:spcBef>
              <a:spcAft>
                <a:spcPts val="1440"/>
              </a:spcAft>
              <a:buFont typeface="Arial" panose="020B0604020202020204" pitchFamily="34" charset="0"/>
              <a:buNone/>
              <a:defRPr sz="1400" kern="1200">
                <a:solidFill>
                  <a:schemeClr val="tx1"/>
                </a:solidFill>
                <a:latin typeface="+mn-lt"/>
                <a:ea typeface="+mn-ea"/>
                <a:cs typeface="+mn-cs"/>
              </a:defRPr>
            </a:lvl7pPr>
            <a:lvl8pPr marL="0" indent="0" algn="l" defTabSz="274320" rtl="0" eaLnBrk="1" latinLnBrk="0" hangingPunct="1">
              <a:lnSpc>
                <a:spcPct val="90000"/>
              </a:lnSpc>
              <a:spcBef>
                <a:spcPts val="0"/>
              </a:spcBef>
              <a:spcAft>
                <a:spcPts val="1440"/>
              </a:spcAft>
              <a:buFont typeface="Arial" panose="020B0604020202020204" pitchFamily="34" charset="0"/>
              <a:buNone/>
              <a:defRPr sz="1100" b="1" kern="1200">
                <a:solidFill>
                  <a:schemeClr val="tx1"/>
                </a:solidFill>
                <a:latin typeface="+mn-lt"/>
                <a:ea typeface="+mn-ea"/>
                <a:cs typeface="+mn-cs"/>
              </a:defRPr>
            </a:lvl8pPr>
            <a:lvl9pPr marL="0" indent="0" algn="l" defTabSz="274320" rtl="0" eaLnBrk="1" latinLnBrk="0" hangingPunct="1">
              <a:lnSpc>
                <a:spcPct val="90000"/>
              </a:lnSpc>
              <a:spcBef>
                <a:spcPts val="0"/>
              </a:spcBef>
              <a:spcAft>
                <a:spcPts val="1440"/>
              </a:spcAft>
              <a:buFont typeface="Arial" panose="020B0604020202020204" pitchFamily="34" charset="0"/>
              <a:buNone/>
              <a:defRPr sz="900" kern="1200">
                <a:solidFill>
                  <a:schemeClr val="tx2"/>
                </a:solidFill>
                <a:latin typeface="+mn-lt"/>
                <a:ea typeface="+mn-ea"/>
                <a:cs typeface="+mn-cs"/>
              </a:defRPr>
            </a:lvl9pPr>
          </a:lstStyle>
          <a:p>
            <a:endParaRPr lang="en-US" sz="1667">
              <a:latin typeface="Calibri" panose="020F0502020204030204" pitchFamily="34" charset="0"/>
              <a:cs typeface="Calibri" panose="020F0502020204030204" pitchFamily="34" charset="0"/>
            </a:endParaRPr>
          </a:p>
        </p:txBody>
      </p:sp>
      <p:sp>
        <p:nvSpPr>
          <p:cNvPr id="10" name="Rectangle 9">
            <a:extLst>
              <a:ext uri="{FF2B5EF4-FFF2-40B4-BE49-F238E27FC236}">
                <a16:creationId xmlns:a16="http://schemas.microsoft.com/office/drawing/2014/main" id="{7DA5041E-F112-2846-8F9E-3DB86AD3E736}"/>
              </a:ext>
            </a:extLst>
          </p:cNvPr>
          <p:cNvSpPr/>
          <p:nvPr/>
        </p:nvSpPr>
        <p:spPr>
          <a:xfrm>
            <a:off x="8765514" y="1064506"/>
            <a:ext cx="2999805" cy="2278563"/>
          </a:xfrm>
          <a:prstGeom prst="rect">
            <a:avLst/>
          </a:prstGeom>
          <a:noFill/>
          <a:ln w="1905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t"/>
          <a:lstStyle/>
          <a:p>
            <a:pPr algn="ctr"/>
            <a:endParaRPr lang="en-US" sz="2800" b="1" dirty="0">
              <a:latin typeface="Calibri" panose="020F0502020204030204" pitchFamily="34" charset="0"/>
              <a:cs typeface="Calibri" panose="020F0502020204030204" pitchFamily="34" charset="0"/>
            </a:endParaRPr>
          </a:p>
        </p:txBody>
      </p:sp>
      <p:graphicFrame>
        <p:nvGraphicFramePr>
          <p:cNvPr id="5127" name="Table 5127">
            <a:extLst>
              <a:ext uri="{FF2B5EF4-FFF2-40B4-BE49-F238E27FC236}">
                <a16:creationId xmlns:a16="http://schemas.microsoft.com/office/drawing/2014/main" id="{447CF91D-4EC7-1E20-4ED6-4560E77399E2}"/>
              </a:ext>
            </a:extLst>
          </p:cNvPr>
          <p:cNvGraphicFramePr>
            <a:graphicFrameLocks noGrp="1"/>
          </p:cNvGraphicFramePr>
          <p:nvPr>
            <p:extLst>
              <p:ext uri="{D42A27DB-BD31-4B8C-83A1-F6EECF244321}">
                <p14:modId xmlns:p14="http://schemas.microsoft.com/office/powerpoint/2010/main" val="3562041857"/>
              </p:ext>
            </p:extLst>
          </p:nvPr>
        </p:nvGraphicFramePr>
        <p:xfrm>
          <a:off x="8951526" y="4447571"/>
          <a:ext cx="2657286" cy="1483360"/>
        </p:xfrm>
        <a:graphic>
          <a:graphicData uri="http://schemas.openxmlformats.org/drawingml/2006/table">
            <a:tbl>
              <a:tblPr firstRow="1" bandRow="1">
                <a:tableStyleId>{2D5ABB26-0587-4C30-8999-92F81FD0307C}</a:tableStyleId>
              </a:tblPr>
              <a:tblGrid>
                <a:gridCol w="2657286">
                  <a:extLst>
                    <a:ext uri="{9D8B030D-6E8A-4147-A177-3AD203B41FA5}">
                      <a16:colId xmlns:a16="http://schemas.microsoft.com/office/drawing/2014/main" val="3060241681"/>
                    </a:ext>
                  </a:extLst>
                </a:gridCol>
              </a:tblGrid>
              <a:tr h="370840">
                <a:tc>
                  <a:txBody>
                    <a:bodyPr/>
                    <a:lstStyle/>
                    <a:p>
                      <a:pPr algn="ctr"/>
                      <a:r>
                        <a:rPr lang="en-US" sz="1400">
                          <a:latin typeface="Arial" panose="020B0604020202020204" pitchFamily="34" charset="0"/>
                          <a:cs typeface="Arial" panose="020B0604020202020204" pitchFamily="34" charset="0"/>
                        </a:rPr>
                        <a:t>Kripi Badonia</a:t>
                      </a:r>
                    </a:p>
                  </a:txBody>
                  <a:tcP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03142449"/>
                  </a:ext>
                </a:extLst>
              </a:tr>
              <a:tr h="370840">
                <a:tc>
                  <a:txBody>
                    <a:bodyPr/>
                    <a:lstStyle/>
                    <a:p>
                      <a:pPr algn="ctr"/>
                      <a:r>
                        <a:rPr lang="en-US" sz="1400" dirty="0">
                          <a:latin typeface="Arial" panose="020B0604020202020204" pitchFamily="34" charset="0"/>
                          <a:cs typeface="Arial" panose="020B0604020202020204" pitchFamily="34" charset="0"/>
                        </a:rPr>
                        <a:t>Kritika Prakash</a:t>
                      </a:r>
                    </a:p>
                  </a:txBody>
                  <a:tcP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45532006"/>
                  </a:ext>
                </a:extLst>
              </a:tr>
              <a:tr h="370840">
                <a:tc>
                  <a:txBody>
                    <a:bodyPr/>
                    <a:lstStyle/>
                    <a:p>
                      <a:pPr algn="ctr"/>
                      <a:r>
                        <a:rPr lang="en-US" sz="1400" dirty="0">
                          <a:latin typeface="Arial" panose="020B0604020202020204" pitchFamily="34" charset="0"/>
                          <a:cs typeface="Arial" panose="020B0604020202020204" pitchFamily="34" charset="0"/>
                        </a:rPr>
                        <a:t>Shivam Pathak </a:t>
                      </a:r>
                    </a:p>
                  </a:txBody>
                  <a:tcP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2531480"/>
                  </a:ext>
                </a:extLst>
              </a:tr>
              <a:tr h="370840">
                <a:tc>
                  <a:txBody>
                    <a:bodyPr/>
                    <a:lstStyle/>
                    <a:p>
                      <a:pPr algn="ctr"/>
                      <a:r>
                        <a:rPr lang="en-US" sz="1400" dirty="0">
                          <a:latin typeface="Arial" panose="020B0604020202020204" pitchFamily="34" charset="0"/>
                          <a:cs typeface="Arial" panose="020B0604020202020204" pitchFamily="34" charset="0"/>
                        </a:rPr>
                        <a:t>Manav Sehgal</a:t>
                      </a:r>
                    </a:p>
                  </a:txBody>
                  <a:tcP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04701312"/>
                  </a:ext>
                </a:extLst>
              </a:tr>
            </a:tbl>
          </a:graphicData>
        </a:graphic>
      </p:graphicFrame>
      <p:grpSp>
        <p:nvGrpSpPr>
          <p:cNvPr id="45" name="Group 44">
            <a:extLst>
              <a:ext uri="{FF2B5EF4-FFF2-40B4-BE49-F238E27FC236}">
                <a16:creationId xmlns:a16="http://schemas.microsoft.com/office/drawing/2014/main" id="{AF0BFB9E-31AB-1232-B065-7B7559AD4ECB}"/>
              </a:ext>
            </a:extLst>
          </p:cNvPr>
          <p:cNvGrpSpPr/>
          <p:nvPr/>
        </p:nvGrpSpPr>
        <p:grpSpPr>
          <a:xfrm>
            <a:off x="426681" y="993510"/>
            <a:ext cx="3511199" cy="5397086"/>
            <a:chOff x="5124535" y="954382"/>
            <a:chExt cx="3511199" cy="5397086"/>
          </a:xfrm>
        </p:grpSpPr>
        <p:sp>
          <p:nvSpPr>
            <p:cNvPr id="63" name="Rectangle 62">
              <a:extLst>
                <a:ext uri="{FF2B5EF4-FFF2-40B4-BE49-F238E27FC236}">
                  <a16:creationId xmlns:a16="http://schemas.microsoft.com/office/drawing/2014/main" id="{A7C17C47-25E4-D122-5694-1E67FF508047}"/>
                </a:ext>
              </a:extLst>
            </p:cNvPr>
            <p:cNvSpPr/>
            <p:nvPr/>
          </p:nvSpPr>
          <p:spPr>
            <a:xfrm>
              <a:off x="5157188" y="1291801"/>
              <a:ext cx="3429000" cy="300968"/>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solidFill>
                    <a:schemeClr val="bg1"/>
                  </a:solidFill>
                  <a:latin typeface="Calibri" panose="020F0502020204030204" pitchFamily="34" charset="0"/>
                  <a:cs typeface="Calibri" panose="020F0502020204030204" pitchFamily="34" charset="0"/>
                </a:rPr>
                <a:t>1. People</a:t>
              </a:r>
            </a:p>
          </p:txBody>
        </p:sp>
        <p:sp>
          <p:nvSpPr>
            <p:cNvPr id="64" name="Rectangle 63">
              <a:extLst>
                <a:ext uri="{FF2B5EF4-FFF2-40B4-BE49-F238E27FC236}">
                  <a16:creationId xmlns:a16="http://schemas.microsoft.com/office/drawing/2014/main" id="{0AE9DF84-B105-DAD6-21A6-2C7194585280}"/>
                </a:ext>
              </a:extLst>
            </p:cNvPr>
            <p:cNvSpPr/>
            <p:nvPr/>
          </p:nvSpPr>
          <p:spPr>
            <a:xfrm>
              <a:off x="5165634" y="2835769"/>
              <a:ext cx="3429000" cy="300968"/>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solidFill>
                    <a:schemeClr val="bg1"/>
                  </a:solidFill>
                  <a:latin typeface="Calibri" panose="020F0502020204030204" pitchFamily="34" charset="0"/>
                  <a:cs typeface="Calibri" panose="020F0502020204030204" pitchFamily="34" charset="0"/>
                </a:rPr>
                <a:t>2. Profit</a:t>
              </a:r>
            </a:p>
          </p:txBody>
        </p:sp>
        <p:sp>
          <p:nvSpPr>
            <p:cNvPr id="65" name="Rectangle 64">
              <a:extLst>
                <a:ext uri="{FF2B5EF4-FFF2-40B4-BE49-F238E27FC236}">
                  <a16:creationId xmlns:a16="http://schemas.microsoft.com/office/drawing/2014/main" id="{D2BBB143-0571-1DB6-9ABC-35B35A1B08AF}"/>
                </a:ext>
              </a:extLst>
            </p:cNvPr>
            <p:cNvSpPr/>
            <p:nvPr/>
          </p:nvSpPr>
          <p:spPr>
            <a:xfrm>
              <a:off x="5157188" y="4706493"/>
              <a:ext cx="3429000" cy="300968"/>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solidFill>
                    <a:schemeClr val="bg1"/>
                  </a:solidFill>
                  <a:latin typeface="Calibri" panose="020F0502020204030204" pitchFamily="34" charset="0"/>
                  <a:cs typeface="Calibri" panose="020F0502020204030204" pitchFamily="34" charset="0"/>
                </a:rPr>
                <a:t>3. Planet</a:t>
              </a:r>
            </a:p>
          </p:txBody>
        </p:sp>
        <p:sp>
          <p:nvSpPr>
            <p:cNvPr id="66" name="Rectangle 65">
              <a:extLst>
                <a:ext uri="{FF2B5EF4-FFF2-40B4-BE49-F238E27FC236}">
                  <a16:creationId xmlns:a16="http://schemas.microsoft.com/office/drawing/2014/main" id="{A80DDD67-2B60-CDAE-C435-7494E3182F5B}"/>
                </a:ext>
              </a:extLst>
            </p:cNvPr>
            <p:cNvSpPr/>
            <p:nvPr/>
          </p:nvSpPr>
          <p:spPr>
            <a:xfrm>
              <a:off x="5124535" y="1064631"/>
              <a:ext cx="3511199" cy="5286837"/>
            </a:xfrm>
            <a:prstGeom prst="rect">
              <a:avLst/>
            </a:prstGeom>
            <a:noFill/>
            <a:ln w="1905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latin typeface="Calibri" panose="020F0502020204030204" pitchFamily="34" charset="0"/>
                <a:cs typeface="Calibri" panose="020F0502020204030204" pitchFamily="34" charset="0"/>
              </a:endParaRPr>
            </a:p>
          </p:txBody>
        </p:sp>
        <p:sp>
          <p:nvSpPr>
            <p:cNvPr id="67" name="Rectangle 66">
              <a:extLst>
                <a:ext uri="{FF2B5EF4-FFF2-40B4-BE49-F238E27FC236}">
                  <a16:creationId xmlns:a16="http://schemas.microsoft.com/office/drawing/2014/main" id="{7FC18756-F634-61B6-875B-B6929307B20F}"/>
                </a:ext>
              </a:extLst>
            </p:cNvPr>
            <p:cNvSpPr/>
            <p:nvPr/>
          </p:nvSpPr>
          <p:spPr>
            <a:xfrm>
              <a:off x="5361777" y="954382"/>
              <a:ext cx="2999806" cy="206246"/>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Winning through People, Profit &amp; Planet</a:t>
              </a:r>
            </a:p>
          </p:txBody>
        </p:sp>
        <p:sp>
          <p:nvSpPr>
            <p:cNvPr id="68" name="Rectangle 67">
              <a:extLst>
                <a:ext uri="{FF2B5EF4-FFF2-40B4-BE49-F238E27FC236}">
                  <a16:creationId xmlns:a16="http://schemas.microsoft.com/office/drawing/2014/main" id="{9F3D062A-ADE7-AA57-A1A6-0349220DA941}"/>
                </a:ext>
              </a:extLst>
            </p:cNvPr>
            <p:cNvSpPr/>
            <p:nvPr/>
          </p:nvSpPr>
          <p:spPr>
            <a:xfrm>
              <a:off x="5979429" y="2087679"/>
              <a:ext cx="2557720" cy="290395"/>
            </a:xfrm>
            <a:prstGeom prst="rect">
              <a:avLst/>
            </a:prstGeom>
            <a:noFill/>
            <a:ln>
              <a:solidFill>
                <a:srgbClr val="C280DB"/>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latin typeface="Calibri" panose="020F0502020204030204" pitchFamily="34" charset="0"/>
                  <a:cs typeface="Calibri" panose="020F0502020204030204" pitchFamily="34" charset="0"/>
                </a:rPr>
                <a:t>Targeting digital natives</a:t>
              </a:r>
            </a:p>
          </p:txBody>
        </p:sp>
        <p:pic>
          <p:nvPicPr>
            <p:cNvPr id="69" name="Graphic 68" descr="Cycle with people with solid fill">
              <a:extLst>
                <a:ext uri="{FF2B5EF4-FFF2-40B4-BE49-F238E27FC236}">
                  <a16:creationId xmlns:a16="http://schemas.microsoft.com/office/drawing/2014/main" id="{8071B965-2ADC-A548-9C9C-6CC9F2663326}"/>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326854" y="1556575"/>
              <a:ext cx="526728" cy="526728"/>
            </a:xfrm>
            <a:prstGeom prst="rect">
              <a:avLst/>
            </a:prstGeom>
          </p:spPr>
        </p:pic>
        <p:pic>
          <p:nvPicPr>
            <p:cNvPr id="70" name="Graphic 69" descr="Smart Phone with solid fill">
              <a:extLst>
                <a:ext uri="{FF2B5EF4-FFF2-40B4-BE49-F238E27FC236}">
                  <a16:creationId xmlns:a16="http://schemas.microsoft.com/office/drawing/2014/main" id="{27592722-F1B2-587C-2D71-8EA7E30AAD1A}"/>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346124" y="2151380"/>
              <a:ext cx="457200" cy="457200"/>
            </a:xfrm>
            <a:prstGeom prst="rect">
              <a:avLst/>
            </a:prstGeom>
          </p:spPr>
        </p:pic>
        <p:sp>
          <p:nvSpPr>
            <p:cNvPr id="71" name="Rectangle 70">
              <a:extLst>
                <a:ext uri="{FF2B5EF4-FFF2-40B4-BE49-F238E27FC236}">
                  <a16:creationId xmlns:a16="http://schemas.microsoft.com/office/drawing/2014/main" id="{A4972F32-5C31-FBF6-5399-979422AA5186}"/>
                </a:ext>
              </a:extLst>
            </p:cNvPr>
            <p:cNvSpPr/>
            <p:nvPr/>
          </p:nvSpPr>
          <p:spPr>
            <a:xfrm>
              <a:off x="5979429" y="1719982"/>
              <a:ext cx="2557720" cy="290395"/>
            </a:xfrm>
            <a:prstGeom prst="rect">
              <a:avLst/>
            </a:prstGeom>
            <a:noFill/>
            <a:ln>
              <a:solidFill>
                <a:srgbClr val="C280DB"/>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latin typeface="Calibri" panose="020F0502020204030204" pitchFamily="34" charset="0"/>
                  <a:cs typeface="Calibri" panose="020F0502020204030204" pitchFamily="34" charset="0"/>
                </a:rPr>
                <a:t>Creating a cycle of trust</a:t>
              </a:r>
            </a:p>
          </p:txBody>
        </p:sp>
      </p:grpSp>
      <p:sp>
        <p:nvSpPr>
          <p:cNvPr id="73" name="TextBox 72">
            <a:extLst>
              <a:ext uri="{FF2B5EF4-FFF2-40B4-BE49-F238E27FC236}">
                <a16:creationId xmlns:a16="http://schemas.microsoft.com/office/drawing/2014/main" id="{82E7589F-9EB3-910B-0770-BDA9023FBCF2}"/>
              </a:ext>
            </a:extLst>
          </p:cNvPr>
          <p:cNvSpPr txBox="1"/>
          <p:nvPr/>
        </p:nvSpPr>
        <p:spPr>
          <a:xfrm>
            <a:off x="7311243" y="3667641"/>
            <a:ext cx="1328269" cy="769441"/>
          </a:xfrm>
          <a:prstGeom prst="rect">
            <a:avLst/>
          </a:prstGeom>
          <a:noFill/>
        </p:spPr>
        <p:txBody>
          <a:bodyPr wrap="square" rtlCol="0">
            <a:spAutoFit/>
          </a:bodyPr>
          <a:lstStyle/>
          <a:p>
            <a:r>
              <a:rPr lang="en-US" sz="1100" i="1" dirty="0">
                <a:latin typeface="Calibri" panose="020F0502020204030204" pitchFamily="34" charset="0"/>
                <a:cs typeface="Calibri" panose="020F0502020204030204" pitchFamily="34" charset="0"/>
              </a:rPr>
              <a:t>Holistic benefit to society by creation of positive externalities </a:t>
            </a:r>
          </a:p>
        </p:txBody>
      </p:sp>
      <p:sp>
        <p:nvSpPr>
          <p:cNvPr id="75" name="Rectangle 74">
            <a:extLst>
              <a:ext uri="{FF2B5EF4-FFF2-40B4-BE49-F238E27FC236}">
                <a16:creationId xmlns:a16="http://schemas.microsoft.com/office/drawing/2014/main" id="{139D2258-9AE9-BA86-1C31-FD62315EA4E5}"/>
              </a:ext>
            </a:extLst>
          </p:cNvPr>
          <p:cNvSpPr/>
          <p:nvPr/>
        </p:nvSpPr>
        <p:spPr>
          <a:xfrm>
            <a:off x="4149572" y="4860951"/>
            <a:ext cx="4433339" cy="1503579"/>
          </a:xfrm>
          <a:prstGeom prst="rect">
            <a:avLst/>
          </a:prstGeom>
          <a:noFill/>
          <a:ln w="1905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latin typeface="Calibri" panose="020F0502020204030204" pitchFamily="34" charset="0"/>
              <a:cs typeface="Calibri" panose="020F0502020204030204" pitchFamily="34" charset="0"/>
            </a:endParaRPr>
          </a:p>
        </p:txBody>
      </p:sp>
      <p:sp>
        <p:nvSpPr>
          <p:cNvPr id="76" name="Rectangle 75">
            <a:extLst>
              <a:ext uri="{FF2B5EF4-FFF2-40B4-BE49-F238E27FC236}">
                <a16:creationId xmlns:a16="http://schemas.microsoft.com/office/drawing/2014/main" id="{8688AAC0-7F60-73CA-4AF4-EE79276A2971}"/>
              </a:ext>
            </a:extLst>
          </p:cNvPr>
          <p:cNvSpPr/>
          <p:nvPr/>
        </p:nvSpPr>
        <p:spPr>
          <a:xfrm>
            <a:off x="4140199" y="1089784"/>
            <a:ext cx="4433339" cy="1953471"/>
          </a:xfrm>
          <a:prstGeom prst="rect">
            <a:avLst/>
          </a:prstGeom>
          <a:noFill/>
          <a:ln w="1905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latin typeface="Calibri" panose="020F0502020204030204" pitchFamily="34" charset="0"/>
              <a:cs typeface="Calibri" panose="020F0502020204030204" pitchFamily="34" charset="0"/>
            </a:endParaRPr>
          </a:p>
        </p:txBody>
      </p:sp>
      <p:sp>
        <p:nvSpPr>
          <p:cNvPr id="77" name="Rectangle 76">
            <a:extLst>
              <a:ext uri="{FF2B5EF4-FFF2-40B4-BE49-F238E27FC236}">
                <a16:creationId xmlns:a16="http://schemas.microsoft.com/office/drawing/2014/main" id="{928B96B5-4E4C-B7B3-DCFE-CA301138714D}"/>
              </a:ext>
            </a:extLst>
          </p:cNvPr>
          <p:cNvSpPr/>
          <p:nvPr/>
        </p:nvSpPr>
        <p:spPr>
          <a:xfrm>
            <a:off x="4140199" y="3283065"/>
            <a:ext cx="4433339" cy="1397660"/>
          </a:xfrm>
          <a:prstGeom prst="rect">
            <a:avLst/>
          </a:prstGeom>
          <a:noFill/>
          <a:ln w="1905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latin typeface="Calibri" panose="020F0502020204030204" pitchFamily="34" charset="0"/>
              <a:cs typeface="Calibri" panose="020F0502020204030204" pitchFamily="34" charset="0"/>
            </a:endParaRPr>
          </a:p>
        </p:txBody>
      </p:sp>
      <p:sp>
        <p:nvSpPr>
          <p:cNvPr id="78" name="TextBox 77">
            <a:extLst>
              <a:ext uri="{FF2B5EF4-FFF2-40B4-BE49-F238E27FC236}">
                <a16:creationId xmlns:a16="http://schemas.microsoft.com/office/drawing/2014/main" id="{549BD571-DD1E-9339-0E1C-5A7B15EC2FC4}"/>
              </a:ext>
            </a:extLst>
          </p:cNvPr>
          <p:cNvSpPr txBox="1"/>
          <p:nvPr/>
        </p:nvSpPr>
        <p:spPr>
          <a:xfrm>
            <a:off x="4177105" y="1809352"/>
            <a:ext cx="1468003" cy="646331"/>
          </a:xfrm>
          <a:prstGeom prst="rect">
            <a:avLst/>
          </a:prstGeom>
          <a:noFill/>
        </p:spPr>
        <p:txBody>
          <a:bodyPr wrap="square" rtlCol="0">
            <a:spAutoFit/>
          </a:bodyPr>
          <a:lstStyle/>
          <a:p>
            <a:pPr marL="171450" indent="-171450">
              <a:buFont typeface="Arial" panose="020B0604020202020204" pitchFamily="34" charset="0"/>
              <a:buChar char="•"/>
            </a:pPr>
            <a:r>
              <a:rPr lang="en-US" sz="1200" dirty="0">
                <a:latin typeface="Calibri" panose="020F0502020204030204" pitchFamily="34" charset="0"/>
                <a:cs typeface="Calibri" panose="020F0502020204030204" pitchFamily="34" charset="0"/>
              </a:rPr>
              <a:t>Open routing model and P2P network </a:t>
            </a:r>
          </a:p>
        </p:txBody>
      </p:sp>
      <p:sp>
        <p:nvSpPr>
          <p:cNvPr id="91" name="Chevron 90">
            <a:extLst>
              <a:ext uri="{FF2B5EF4-FFF2-40B4-BE49-F238E27FC236}">
                <a16:creationId xmlns:a16="http://schemas.microsoft.com/office/drawing/2014/main" id="{9B314C40-750F-87A8-C224-130E92935E17}"/>
              </a:ext>
            </a:extLst>
          </p:cNvPr>
          <p:cNvSpPr/>
          <p:nvPr/>
        </p:nvSpPr>
        <p:spPr>
          <a:xfrm>
            <a:off x="5674714" y="1501112"/>
            <a:ext cx="1472541" cy="260477"/>
          </a:xfrm>
          <a:prstGeom prst="chevron">
            <a:avLst/>
          </a:prstGeom>
          <a:solidFill>
            <a:schemeClr val="tx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bg1"/>
                </a:solidFill>
                <a:latin typeface="Calibri" panose="020F0502020204030204" pitchFamily="34" charset="0"/>
                <a:cs typeface="Calibri" panose="020F0502020204030204" pitchFamily="34" charset="0"/>
              </a:rPr>
              <a:t>Org Linkage</a:t>
            </a:r>
          </a:p>
        </p:txBody>
      </p:sp>
      <p:sp>
        <p:nvSpPr>
          <p:cNvPr id="92" name="Chevron 91">
            <a:extLst>
              <a:ext uri="{FF2B5EF4-FFF2-40B4-BE49-F238E27FC236}">
                <a16:creationId xmlns:a16="http://schemas.microsoft.com/office/drawing/2014/main" id="{E8E51D43-F8F4-5E89-26BF-37F39CC60F25}"/>
              </a:ext>
            </a:extLst>
          </p:cNvPr>
          <p:cNvSpPr/>
          <p:nvPr/>
        </p:nvSpPr>
        <p:spPr>
          <a:xfrm>
            <a:off x="7141905" y="1501112"/>
            <a:ext cx="1404254" cy="260477"/>
          </a:xfrm>
          <a:prstGeom prst="chevron">
            <a:avLst/>
          </a:prstGeom>
          <a:solidFill>
            <a:schemeClr val="tx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bg1"/>
                </a:solidFill>
                <a:latin typeface="Calibri" panose="020F0502020204030204" pitchFamily="34" charset="0"/>
                <a:cs typeface="Calibri" panose="020F0502020204030204" pitchFamily="34" charset="0"/>
              </a:rPr>
              <a:t>Penetrate</a:t>
            </a:r>
          </a:p>
        </p:txBody>
      </p:sp>
      <p:sp>
        <p:nvSpPr>
          <p:cNvPr id="93" name="Chevron 92">
            <a:extLst>
              <a:ext uri="{FF2B5EF4-FFF2-40B4-BE49-F238E27FC236}">
                <a16:creationId xmlns:a16="http://schemas.microsoft.com/office/drawing/2014/main" id="{AC601C16-3EAC-6E39-E694-048453B9A284}"/>
              </a:ext>
            </a:extLst>
          </p:cNvPr>
          <p:cNvSpPr/>
          <p:nvPr/>
        </p:nvSpPr>
        <p:spPr>
          <a:xfrm>
            <a:off x="4172567" y="1501112"/>
            <a:ext cx="1472541" cy="260477"/>
          </a:xfrm>
          <a:prstGeom prst="chevron">
            <a:avLst/>
          </a:prstGeom>
          <a:solidFill>
            <a:schemeClr val="tx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bg1"/>
                </a:solidFill>
                <a:latin typeface="Calibri" panose="020F0502020204030204" pitchFamily="34" charset="0"/>
                <a:cs typeface="Calibri" panose="020F0502020204030204" pitchFamily="34" charset="0"/>
              </a:rPr>
              <a:t>Tech Diffusion</a:t>
            </a:r>
          </a:p>
        </p:txBody>
      </p:sp>
      <p:sp>
        <p:nvSpPr>
          <p:cNvPr id="94" name="Oval 20">
            <a:extLst>
              <a:ext uri="{FF2B5EF4-FFF2-40B4-BE49-F238E27FC236}">
                <a16:creationId xmlns:a16="http://schemas.microsoft.com/office/drawing/2014/main" id="{7E05427F-26DD-7680-2026-1B2CBF05DAAC}"/>
              </a:ext>
            </a:extLst>
          </p:cNvPr>
          <p:cNvSpPr>
            <a:spLocks noChangeArrowheads="1"/>
          </p:cNvSpPr>
          <p:nvPr/>
        </p:nvSpPr>
        <p:spPr bwMode="auto">
          <a:xfrm>
            <a:off x="4802639" y="1326994"/>
            <a:ext cx="193857" cy="197776"/>
          </a:xfrm>
          <a:prstGeom prst="ellipse">
            <a:avLst/>
          </a:prstGeom>
          <a:solidFill>
            <a:schemeClr val="tx1"/>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1</a:t>
            </a:r>
          </a:p>
        </p:txBody>
      </p:sp>
      <p:sp>
        <p:nvSpPr>
          <p:cNvPr id="101" name="Oval 20">
            <a:extLst>
              <a:ext uri="{FF2B5EF4-FFF2-40B4-BE49-F238E27FC236}">
                <a16:creationId xmlns:a16="http://schemas.microsoft.com/office/drawing/2014/main" id="{9B62127F-5633-405D-68F4-5BC9FA0AF7BB}"/>
              </a:ext>
            </a:extLst>
          </p:cNvPr>
          <p:cNvSpPr>
            <a:spLocks noChangeArrowheads="1"/>
          </p:cNvSpPr>
          <p:nvPr/>
        </p:nvSpPr>
        <p:spPr bwMode="auto">
          <a:xfrm>
            <a:off x="6292307" y="1326994"/>
            <a:ext cx="193857" cy="197776"/>
          </a:xfrm>
          <a:prstGeom prst="ellipse">
            <a:avLst/>
          </a:prstGeom>
          <a:solidFill>
            <a:schemeClr val="tx1"/>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2</a:t>
            </a:r>
          </a:p>
        </p:txBody>
      </p:sp>
      <p:sp>
        <p:nvSpPr>
          <p:cNvPr id="105" name="Oval 20">
            <a:extLst>
              <a:ext uri="{FF2B5EF4-FFF2-40B4-BE49-F238E27FC236}">
                <a16:creationId xmlns:a16="http://schemas.microsoft.com/office/drawing/2014/main" id="{19C9BD98-56E8-FB05-D881-6338FC928943}"/>
              </a:ext>
            </a:extLst>
          </p:cNvPr>
          <p:cNvSpPr>
            <a:spLocks noChangeArrowheads="1"/>
          </p:cNvSpPr>
          <p:nvPr/>
        </p:nvSpPr>
        <p:spPr bwMode="auto">
          <a:xfrm>
            <a:off x="7835532" y="1324301"/>
            <a:ext cx="193857" cy="197776"/>
          </a:xfrm>
          <a:prstGeom prst="ellipse">
            <a:avLst/>
          </a:prstGeom>
          <a:solidFill>
            <a:schemeClr val="tx1"/>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3</a:t>
            </a:r>
          </a:p>
        </p:txBody>
      </p:sp>
      <p:sp>
        <p:nvSpPr>
          <p:cNvPr id="106" name="Rectangle 105">
            <a:extLst>
              <a:ext uri="{FF2B5EF4-FFF2-40B4-BE49-F238E27FC236}">
                <a16:creationId xmlns:a16="http://schemas.microsoft.com/office/drawing/2014/main" id="{A9AB544B-42CD-1342-890D-CF850371E18E}"/>
              </a:ext>
            </a:extLst>
          </p:cNvPr>
          <p:cNvSpPr/>
          <p:nvPr/>
        </p:nvSpPr>
        <p:spPr>
          <a:xfrm>
            <a:off x="4611177" y="954423"/>
            <a:ext cx="3429000" cy="199567"/>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Winning the industry standard </a:t>
            </a:r>
          </a:p>
        </p:txBody>
      </p:sp>
      <p:sp>
        <p:nvSpPr>
          <p:cNvPr id="107" name="Rectangle 106">
            <a:extLst>
              <a:ext uri="{FF2B5EF4-FFF2-40B4-BE49-F238E27FC236}">
                <a16:creationId xmlns:a16="http://schemas.microsoft.com/office/drawing/2014/main" id="{A2874A4C-187F-083F-98B3-E4BC3B5EC4F5}"/>
              </a:ext>
            </a:extLst>
          </p:cNvPr>
          <p:cNvSpPr/>
          <p:nvPr/>
        </p:nvSpPr>
        <p:spPr>
          <a:xfrm>
            <a:off x="9043681" y="881601"/>
            <a:ext cx="2492813" cy="274045"/>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latin typeface="Calibri" panose="020F0502020204030204" pitchFamily="34" charset="0"/>
                <a:cs typeface="Calibri" panose="020F0502020204030204" pitchFamily="34" charset="0"/>
              </a:rPr>
              <a:t>Breaking the performance frontier</a:t>
            </a:r>
          </a:p>
        </p:txBody>
      </p:sp>
      <p:sp>
        <p:nvSpPr>
          <p:cNvPr id="108" name="Rectangle 107">
            <a:extLst>
              <a:ext uri="{FF2B5EF4-FFF2-40B4-BE49-F238E27FC236}">
                <a16:creationId xmlns:a16="http://schemas.microsoft.com/office/drawing/2014/main" id="{DB11DB46-1F22-62B4-A60C-3A08E2312D24}"/>
              </a:ext>
            </a:extLst>
          </p:cNvPr>
          <p:cNvSpPr/>
          <p:nvPr/>
        </p:nvSpPr>
        <p:spPr>
          <a:xfrm>
            <a:off x="4642368" y="3172348"/>
            <a:ext cx="3429000" cy="199567"/>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Winning the virtuous cycle</a:t>
            </a:r>
          </a:p>
        </p:txBody>
      </p:sp>
      <p:sp>
        <p:nvSpPr>
          <p:cNvPr id="109" name="TextBox 108">
            <a:extLst>
              <a:ext uri="{FF2B5EF4-FFF2-40B4-BE49-F238E27FC236}">
                <a16:creationId xmlns:a16="http://schemas.microsoft.com/office/drawing/2014/main" id="{03503FCE-E7AB-0C22-AEC0-168CCC5F3494}"/>
              </a:ext>
            </a:extLst>
          </p:cNvPr>
          <p:cNvSpPr txBox="1"/>
          <p:nvPr/>
        </p:nvSpPr>
        <p:spPr>
          <a:xfrm>
            <a:off x="5542958" y="1770843"/>
            <a:ext cx="1741617" cy="830997"/>
          </a:xfrm>
          <a:prstGeom prst="rect">
            <a:avLst/>
          </a:prstGeom>
          <a:noFill/>
        </p:spPr>
        <p:txBody>
          <a:bodyPr wrap="square" rtlCol="0">
            <a:spAutoFit/>
          </a:bodyPr>
          <a:lstStyle/>
          <a:p>
            <a:pPr marL="171450" indent="-171450">
              <a:buFont typeface="Arial" panose="020B0604020202020204" pitchFamily="34" charset="0"/>
              <a:buChar char="•"/>
            </a:pPr>
            <a:r>
              <a:rPr lang="en-US" sz="1200" dirty="0">
                <a:latin typeface="Calibri" panose="020F0502020204030204" pitchFamily="34" charset="0"/>
                <a:cs typeface="Calibri" panose="020F0502020204030204" pitchFamily="34" charset="0"/>
              </a:rPr>
              <a:t>Promote load sharing amongst </a:t>
            </a:r>
            <a:r>
              <a:rPr lang="en-US" sz="1200" dirty="0" err="1">
                <a:latin typeface="Calibri" panose="020F0502020204030204" pitchFamily="34" charset="0"/>
                <a:cs typeface="Calibri" panose="020F0502020204030204" pitchFamily="34" charset="0"/>
              </a:rPr>
              <a:t>peerset</a:t>
            </a:r>
            <a:r>
              <a:rPr lang="en-US" sz="1200" dirty="0">
                <a:latin typeface="Calibri" panose="020F0502020204030204" pitchFamily="34" charset="0"/>
                <a:cs typeface="Calibri" panose="020F0502020204030204" pitchFamily="34" charset="0"/>
              </a:rPr>
              <a:t> with open model to establish standard</a:t>
            </a:r>
          </a:p>
        </p:txBody>
      </p:sp>
      <p:sp>
        <p:nvSpPr>
          <p:cNvPr id="110" name="TextBox 109">
            <a:extLst>
              <a:ext uri="{FF2B5EF4-FFF2-40B4-BE49-F238E27FC236}">
                <a16:creationId xmlns:a16="http://schemas.microsoft.com/office/drawing/2014/main" id="{7C497BC3-4601-7278-106B-3C36996A08AB}"/>
              </a:ext>
            </a:extLst>
          </p:cNvPr>
          <p:cNvSpPr txBox="1"/>
          <p:nvPr/>
        </p:nvSpPr>
        <p:spPr>
          <a:xfrm>
            <a:off x="7150621" y="1755876"/>
            <a:ext cx="1468003" cy="830997"/>
          </a:xfrm>
          <a:prstGeom prst="rect">
            <a:avLst/>
          </a:prstGeom>
          <a:noFill/>
        </p:spPr>
        <p:txBody>
          <a:bodyPr wrap="square" rtlCol="0">
            <a:spAutoFit/>
          </a:bodyPr>
          <a:lstStyle/>
          <a:p>
            <a:pPr marL="171450" indent="-171450">
              <a:buFont typeface="Arial" panose="020B0604020202020204" pitchFamily="34" charset="0"/>
              <a:buChar char="•"/>
            </a:pPr>
            <a:r>
              <a:rPr lang="en-US" sz="1200" dirty="0">
                <a:latin typeface="Calibri" panose="020F0502020204030204" pitchFamily="34" charset="0"/>
                <a:cs typeface="Calibri" panose="020F0502020204030204" pitchFamily="34" charset="0"/>
              </a:rPr>
              <a:t>Aggressive promotion to increase installed base</a:t>
            </a:r>
          </a:p>
        </p:txBody>
      </p:sp>
      <p:grpSp>
        <p:nvGrpSpPr>
          <p:cNvPr id="111" name="Group 110">
            <a:extLst>
              <a:ext uri="{FF2B5EF4-FFF2-40B4-BE49-F238E27FC236}">
                <a16:creationId xmlns:a16="http://schemas.microsoft.com/office/drawing/2014/main" id="{ADAEAB13-27A2-0114-6DDB-D9E845371229}"/>
              </a:ext>
            </a:extLst>
          </p:cNvPr>
          <p:cNvGrpSpPr/>
          <p:nvPr/>
        </p:nvGrpSpPr>
        <p:grpSpPr>
          <a:xfrm rot="5400000">
            <a:off x="6250365" y="2989647"/>
            <a:ext cx="126337" cy="134219"/>
            <a:chOff x="7812684" y="2660359"/>
            <a:chExt cx="306171" cy="306910"/>
          </a:xfrm>
        </p:grpSpPr>
        <p:sp>
          <p:nvSpPr>
            <p:cNvPr id="123" name="Freeform 94">
              <a:extLst>
                <a:ext uri="{FF2B5EF4-FFF2-40B4-BE49-F238E27FC236}">
                  <a16:creationId xmlns:a16="http://schemas.microsoft.com/office/drawing/2014/main" id="{2CEE8AA1-8A9B-3521-7C74-7FCA6EDA1315}"/>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rgbClr val="002060"/>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124" name="Freeform 95">
              <a:extLst>
                <a:ext uri="{FF2B5EF4-FFF2-40B4-BE49-F238E27FC236}">
                  <a16:creationId xmlns:a16="http://schemas.microsoft.com/office/drawing/2014/main" id="{5C89A8BB-3DCA-D632-EE3E-E783440D62E8}"/>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grpSp>
        <p:nvGrpSpPr>
          <p:cNvPr id="112" name="Group 111">
            <a:extLst>
              <a:ext uri="{FF2B5EF4-FFF2-40B4-BE49-F238E27FC236}">
                <a16:creationId xmlns:a16="http://schemas.microsoft.com/office/drawing/2014/main" id="{C4F8C317-AB4B-2A3F-3E95-48AE154E7143}"/>
              </a:ext>
            </a:extLst>
          </p:cNvPr>
          <p:cNvGrpSpPr/>
          <p:nvPr/>
        </p:nvGrpSpPr>
        <p:grpSpPr>
          <a:xfrm rot="5400000">
            <a:off x="6271880" y="4623771"/>
            <a:ext cx="126337" cy="134219"/>
            <a:chOff x="7812684" y="2660359"/>
            <a:chExt cx="306171" cy="306910"/>
          </a:xfrm>
        </p:grpSpPr>
        <p:sp>
          <p:nvSpPr>
            <p:cNvPr id="121" name="Freeform 94">
              <a:extLst>
                <a:ext uri="{FF2B5EF4-FFF2-40B4-BE49-F238E27FC236}">
                  <a16:creationId xmlns:a16="http://schemas.microsoft.com/office/drawing/2014/main" id="{4A729F82-FF4C-D807-F784-51459FE7E1CF}"/>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rgbClr val="002060"/>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122" name="Freeform 95">
              <a:extLst>
                <a:ext uri="{FF2B5EF4-FFF2-40B4-BE49-F238E27FC236}">
                  <a16:creationId xmlns:a16="http://schemas.microsoft.com/office/drawing/2014/main" id="{882201F0-3BC2-F371-5FA2-1DCCA1425891}"/>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pic>
        <p:nvPicPr>
          <p:cNvPr id="113" name="Picture 112" descr="A screenshot of a computer screen&#10;&#10;Description automatically generated">
            <a:extLst>
              <a:ext uri="{FF2B5EF4-FFF2-40B4-BE49-F238E27FC236}">
                <a16:creationId xmlns:a16="http://schemas.microsoft.com/office/drawing/2014/main" id="{248C88F8-2BE2-1AE2-6769-48FE178C15BB}"/>
              </a:ext>
            </a:extLst>
          </p:cNvPr>
          <p:cNvPicPr>
            <a:picLocks noChangeAspect="1"/>
          </p:cNvPicPr>
          <p:nvPr/>
        </p:nvPicPr>
        <p:blipFill rotWithShape="1">
          <a:blip r:embed="rId6"/>
          <a:srcRect r="36298"/>
          <a:stretch/>
        </p:blipFill>
        <p:spPr>
          <a:xfrm>
            <a:off x="4177042" y="3332605"/>
            <a:ext cx="3180823" cy="1351717"/>
          </a:xfrm>
          <a:prstGeom prst="rect">
            <a:avLst/>
          </a:prstGeom>
        </p:spPr>
      </p:pic>
      <p:sp>
        <p:nvSpPr>
          <p:cNvPr id="114" name="Oval 20">
            <a:extLst>
              <a:ext uri="{FF2B5EF4-FFF2-40B4-BE49-F238E27FC236}">
                <a16:creationId xmlns:a16="http://schemas.microsoft.com/office/drawing/2014/main" id="{947DF441-0BA6-565E-523D-7BFBB1EA3688}"/>
              </a:ext>
            </a:extLst>
          </p:cNvPr>
          <p:cNvSpPr>
            <a:spLocks noChangeArrowheads="1"/>
          </p:cNvSpPr>
          <p:nvPr/>
        </p:nvSpPr>
        <p:spPr bwMode="auto">
          <a:xfrm>
            <a:off x="4545149" y="3182406"/>
            <a:ext cx="193857" cy="197776"/>
          </a:xfrm>
          <a:prstGeom prst="ellipse">
            <a:avLst/>
          </a:prstGeom>
          <a:solidFill>
            <a:schemeClr val="tx1"/>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a:cs typeface="Calibri"/>
              </a:rPr>
              <a:t>4</a:t>
            </a:r>
            <a:endParaRPr lang="en-US" sz="700">
              <a:solidFill>
                <a:schemeClr val="bg2">
                  <a:lumMod val="25000"/>
                </a:schemeClr>
              </a:solidFill>
              <a:latin typeface="Calibri" panose="020F0502020204030204" pitchFamily="34" charset="0"/>
              <a:cs typeface="Calibri" panose="020F0502020204030204" pitchFamily="34" charset="0"/>
            </a:endParaRPr>
          </a:p>
        </p:txBody>
      </p:sp>
      <p:grpSp>
        <p:nvGrpSpPr>
          <p:cNvPr id="115" name="Group 114">
            <a:extLst>
              <a:ext uri="{FF2B5EF4-FFF2-40B4-BE49-F238E27FC236}">
                <a16:creationId xmlns:a16="http://schemas.microsoft.com/office/drawing/2014/main" id="{8EE2AE2E-D197-EF92-54EF-C63A9EE0715F}"/>
              </a:ext>
            </a:extLst>
          </p:cNvPr>
          <p:cNvGrpSpPr/>
          <p:nvPr/>
        </p:nvGrpSpPr>
        <p:grpSpPr>
          <a:xfrm>
            <a:off x="8859870" y="1324677"/>
            <a:ext cx="2921475" cy="1804287"/>
            <a:chOff x="5823421" y="5070647"/>
            <a:chExt cx="2093895" cy="1282887"/>
          </a:xfrm>
        </p:grpSpPr>
        <p:pic>
          <p:nvPicPr>
            <p:cNvPr id="117" name="Picture 116" descr="A colorful logo with a green and blue half circle&#10;&#10;Description automatically generated with medium confidence">
              <a:extLst>
                <a:ext uri="{FF2B5EF4-FFF2-40B4-BE49-F238E27FC236}">
                  <a16:creationId xmlns:a16="http://schemas.microsoft.com/office/drawing/2014/main" id="{C79BB92D-A04D-764F-A50F-56719A5916C4}"/>
                </a:ext>
              </a:extLst>
            </p:cNvPr>
            <p:cNvPicPr>
              <a:picLocks noChangeAspect="1"/>
            </p:cNvPicPr>
            <p:nvPr/>
          </p:nvPicPr>
          <p:blipFill rotWithShape="1">
            <a:blip r:embed="rId7">
              <a:extLst>
                <a:ext uri="{BEBA8EAE-BF5A-486C-A8C5-ECC9F3942E4B}">
                  <a14:imgProps xmlns:a14="http://schemas.microsoft.com/office/drawing/2010/main">
                    <a14:imgLayer r:embed="rId8">
                      <a14:imgEffect>
                        <a14:backgroundRemoval t="8371" b="39163" l="22117" r="48381">
                          <a14:foregroundMark x1="25355" y1="19880" x2="36809" y2="34305"/>
                          <a14:foregroundMark x1="36809" y1="34305" x2="48420" y2="29148"/>
                          <a14:foregroundMark x1="48420" y1="29148" x2="42141" y2="28924"/>
                          <a14:foregroundMark x1="42141" y1="28924" x2="42891" y2="28700"/>
                          <a14:foregroundMark x1="29147" y1="25934" x2="36769" y2="24589"/>
                          <a14:foregroundMark x1="36769" y1="24589" x2="41430" y2="25262"/>
                          <a14:foregroundMark x1="37954" y1="16966" x2="37954" y2="16966"/>
                          <a14:foregroundMark x1="29028" y1="16816" x2="42220" y2="13303"/>
                          <a14:foregroundMark x1="42220" y1="13303" x2="42694" y2="13677"/>
                          <a14:foregroundMark x1="24882" y1="20852" x2="29028" y2="15321"/>
                          <a14:foregroundMark x1="29028" y1="15321" x2="29542" y2="15172"/>
                          <a14:foregroundMark x1="32148" y1="13677" x2="32148" y2="13677"/>
                          <a14:foregroundMark x1="33017" y1="11286" x2="33017" y2="11286"/>
                          <a14:foregroundMark x1="33017" y1="11286" x2="33017" y2="11286"/>
                          <a14:foregroundMark x1="33017" y1="11286" x2="33017" y2="11286"/>
                          <a14:foregroundMark x1="33017" y1="11286" x2="33017" y2="11286"/>
                          <a14:foregroundMark x1="33017" y1="11286" x2="39929" y2="10164"/>
                          <a14:foregroundMark x1="39929" y1="10164" x2="44945" y2="15546"/>
                          <a14:foregroundMark x1="22946" y1="31315" x2="22946" y2="31315"/>
                          <a14:foregroundMark x1="22828" y1="30344" x2="22828" y2="30344"/>
                          <a14:foregroundMark x1="22828" y1="30344" x2="22828" y2="30344"/>
                          <a14:foregroundMark x1="22828" y1="30344" x2="25869" y2="20553"/>
                          <a14:foregroundMark x1="25869" y1="20553" x2="32622" y2="10239"/>
                          <a14:foregroundMark x1="32622" y1="10239" x2="38626" y2="8520"/>
                          <a14:foregroundMark x1="38626" y1="8520" x2="48144" y2="19357"/>
                          <a14:foregroundMark x1="22156" y1="34753" x2="28555" y2="34604"/>
                          <a14:foregroundMark x1="31556" y1="25411" x2="31556" y2="25411"/>
                          <a14:foregroundMark x1="36137" y1="17190" x2="29621" y2="39163"/>
                        </a14:backgroundRemoval>
                      </a14:imgEffect>
                    </a14:imgLayer>
                  </a14:imgProps>
                </a:ext>
              </a:extLst>
            </a:blip>
            <a:srcRect l="21348" t="8809" r="53586" b="62128"/>
            <a:stretch/>
          </p:blipFill>
          <p:spPr>
            <a:xfrm>
              <a:off x="5823421" y="5070647"/>
              <a:ext cx="2093895" cy="1282887"/>
            </a:xfrm>
            <a:prstGeom prst="rect">
              <a:avLst/>
            </a:prstGeom>
          </p:spPr>
        </p:pic>
        <p:sp>
          <p:nvSpPr>
            <p:cNvPr id="118" name="TextBox 117">
              <a:extLst>
                <a:ext uri="{FF2B5EF4-FFF2-40B4-BE49-F238E27FC236}">
                  <a16:creationId xmlns:a16="http://schemas.microsoft.com/office/drawing/2014/main" id="{15C21AEE-124A-AECB-D337-84CC6E45A3CB}"/>
                </a:ext>
              </a:extLst>
            </p:cNvPr>
            <p:cNvSpPr txBox="1"/>
            <p:nvPr/>
          </p:nvSpPr>
          <p:spPr>
            <a:xfrm>
              <a:off x="6367807" y="5592784"/>
              <a:ext cx="1054575" cy="426730"/>
            </a:xfrm>
            <a:prstGeom prst="rect">
              <a:avLst/>
            </a:prstGeom>
            <a:noFill/>
          </p:spPr>
          <p:txBody>
            <a:bodyPr wrap="square" rtlCol="0">
              <a:spAutoFit/>
            </a:bodyPr>
            <a:lstStyle/>
            <a:p>
              <a:pPr algn="r"/>
              <a:r>
                <a:rPr lang="en-US" sz="1100" dirty="0">
                  <a:latin typeface="Calibri" panose="020F0502020204030204" pitchFamily="34" charset="0"/>
                  <a:cs typeface="Calibri" panose="020F0502020204030204" pitchFamily="34" charset="0"/>
                </a:rPr>
                <a:t>Winning customer experience: Self-fulfilling virtuous cycle</a:t>
              </a:r>
            </a:p>
          </p:txBody>
        </p:sp>
        <p:sp>
          <p:nvSpPr>
            <p:cNvPr id="119" name="TextBox 118">
              <a:extLst>
                <a:ext uri="{FF2B5EF4-FFF2-40B4-BE49-F238E27FC236}">
                  <a16:creationId xmlns:a16="http://schemas.microsoft.com/office/drawing/2014/main" id="{F5A49B66-E801-63AB-9C51-2A8FDFB7E7AA}"/>
                </a:ext>
              </a:extLst>
            </p:cNvPr>
            <p:cNvSpPr txBox="1"/>
            <p:nvPr/>
          </p:nvSpPr>
          <p:spPr>
            <a:xfrm>
              <a:off x="6477559" y="5239333"/>
              <a:ext cx="1054575" cy="295428"/>
            </a:xfrm>
            <a:prstGeom prst="rect">
              <a:avLst/>
            </a:prstGeom>
            <a:noFill/>
          </p:spPr>
          <p:txBody>
            <a:bodyPr wrap="square" rtlCol="0">
              <a:spAutoFit/>
            </a:bodyPr>
            <a:lstStyle/>
            <a:p>
              <a:pPr algn="ctr"/>
              <a:r>
                <a:rPr lang="en-US" sz="1050" dirty="0">
                  <a:latin typeface="Calibri" panose="020F0502020204030204" pitchFamily="34" charset="0"/>
                  <a:cs typeface="Calibri" panose="020F0502020204030204" pitchFamily="34" charset="0"/>
                </a:rPr>
                <a:t>Seek &amp; Scale: Ecosystem adjacencies  </a:t>
              </a:r>
            </a:p>
          </p:txBody>
        </p:sp>
        <p:sp>
          <p:nvSpPr>
            <p:cNvPr id="120" name="TextBox 119">
              <a:extLst>
                <a:ext uri="{FF2B5EF4-FFF2-40B4-BE49-F238E27FC236}">
                  <a16:creationId xmlns:a16="http://schemas.microsoft.com/office/drawing/2014/main" id="{B1C9DBB4-4F1A-DD57-DBB1-994B1E6B8EBD}"/>
                </a:ext>
              </a:extLst>
            </p:cNvPr>
            <p:cNvSpPr txBox="1"/>
            <p:nvPr/>
          </p:nvSpPr>
          <p:spPr>
            <a:xfrm rot="16200000">
              <a:off x="7216382" y="5651422"/>
              <a:ext cx="850049" cy="363975"/>
            </a:xfrm>
            <a:prstGeom prst="rect">
              <a:avLst/>
            </a:prstGeom>
            <a:noFill/>
          </p:spPr>
          <p:txBody>
            <a:bodyPr wrap="square" rtlCol="0">
              <a:spAutoFit/>
            </a:bodyPr>
            <a:lstStyle/>
            <a:p>
              <a:pPr algn="ctr"/>
              <a:r>
                <a:rPr lang="en-US" sz="900" dirty="0">
                  <a:latin typeface="Calibri" panose="020F0502020204030204" pitchFamily="34" charset="0"/>
                  <a:cs typeface="Calibri" panose="020F0502020204030204" pitchFamily="34" charset="0"/>
                </a:rPr>
                <a:t>Power your P2P: Transparency, Security, Accessibility</a:t>
              </a:r>
            </a:p>
          </p:txBody>
        </p:sp>
      </p:grpSp>
      <p:sp>
        <p:nvSpPr>
          <p:cNvPr id="116" name="TextBox 115">
            <a:extLst>
              <a:ext uri="{FF2B5EF4-FFF2-40B4-BE49-F238E27FC236}">
                <a16:creationId xmlns:a16="http://schemas.microsoft.com/office/drawing/2014/main" id="{FA53A2BF-8FF5-CB1D-6144-46D09F692EBE}"/>
              </a:ext>
            </a:extLst>
          </p:cNvPr>
          <p:cNvSpPr txBox="1"/>
          <p:nvPr/>
        </p:nvSpPr>
        <p:spPr>
          <a:xfrm>
            <a:off x="8764634" y="2779878"/>
            <a:ext cx="2739492" cy="261610"/>
          </a:xfrm>
          <a:prstGeom prst="rect">
            <a:avLst/>
          </a:prstGeom>
          <a:noFill/>
        </p:spPr>
        <p:txBody>
          <a:bodyPr wrap="square" rtlCol="0">
            <a:spAutoFit/>
          </a:bodyPr>
          <a:lstStyle/>
          <a:p>
            <a:pPr algn="ctr"/>
            <a:r>
              <a:rPr lang="en-US" sz="1100" dirty="0">
                <a:latin typeface="Calibri" panose="020F0502020204030204" pitchFamily="34" charset="0"/>
                <a:cs typeface="Calibri" panose="020F0502020204030204" pitchFamily="34" charset="0"/>
              </a:rPr>
              <a:t>Unlock value: People, Planet, Profit</a:t>
            </a:r>
          </a:p>
        </p:txBody>
      </p:sp>
      <p:grpSp>
        <p:nvGrpSpPr>
          <p:cNvPr id="125" name="Group 124">
            <a:extLst>
              <a:ext uri="{FF2B5EF4-FFF2-40B4-BE49-F238E27FC236}">
                <a16:creationId xmlns:a16="http://schemas.microsoft.com/office/drawing/2014/main" id="{5D7958C8-3E7E-1A11-BAAE-C49A39A82D62}"/>
              </a:ext>
            </a:extLst>
          </p:cNvPr>
          <p:cNvGrpSpPr/>
          <p:nvPr/>
        </p:nvGrpSpPr>
        <p:grpSpPr>
          <a:xfrm>
            <a:off x="3946007" y="3343069"/>
            <a:ext cx="155005" cy="171862"/>
            <a:chOff x="7812684" y="2660359"/>
            <a:chExt cx="306171" cy="306910"/>
          </a:xfrm>
        </p:grpSpPr>
        <p:sp>
          <p:nvSpPr>
            <p:cNvPr id="126" name="Freeform 94">
              <a:extLst>
                <a:ext uri="{FF2B5EF4-FFF2-40B4-BE49-F238E27FC236}">
                  <a16:creationId xmlns:a16="http://schemas.microsoft.com/office/drawing/2014/main" id="{220448CD-696E-35EF-36CE-414C6DEA5FB6}"/>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rgbClr val="002060"/>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127" name="Freeform 95">
              <a:extLst>
                <a:ext uri="{FF2B5EF4-FFF2-40B4-BE49-F238E27FC236}">
                  <a16:creationId xmlns:a16="http://schemas.microsoft.com/office/drawing/2014/main" id="{237D7152-AA2F-1BF2-F120-98AE761BBEE2}"/>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grpSp>
        <p:nvGrpSpPr>
          <p:cNvPr id="5122" name="Group 5121">
            <a:extLst>
              <a:ext uri="{FF2B5EF4-FFF2-40B4-BE49-F238E27FC236}">
                <a16:creationId xmlns:a16="http://schemas.microsoft.com/office/drawing/2014/main" id="{8A8AC26B-8499-64A7-0CC6-502A6C126EE0}"/>
              </a:ext>
            </a:extLst>
          </p:cNvPr>
          <p:cNvGrpSpPr/>
          <p:nvPr/>
        </p:nvGrpSpPr>
        <p:grpSpPr>
          <a:xfrm>
            <a:off x="454006" y="3282217"/>
            <a:ext cx="3429000" cy="932565"/>
            <a:chOff x="5159829" y="1816825"/>
            <a:chExt cx="3429000" cy="932565"/>
          </a:xfrm>
        </p:grpSpPr>
        <p:sp>
          <p:nvSpPr>
            <p:cNvPr id="5128" name="Rectangle 5127">
              <a:extLst>
                <a:ext uri="{FF2B5EF4-FFF2-40B4-BE49-F238E27FC236}">
                  <a16:creationId xmlns:a16="http://schemas.microsoft.com/office/drawing/2014/main" id="{A4DC33A7-E128-05D4-99AB-C92C0D1861BC}"/>
                </a:ext>
              </a:extLst>
            </p:cNvPr>
            <p:cNvSpPr/>
            <p:nvPr/>
          </p:nvSpPr>
          <p:spPr>
            <a:xfrm>
              <a:off x="5159829" y="1816825"/>
              <a:ext cx="3429000" cy="853942"/>
            </a:xfrm>
            <a:prstGeom prst="rect">
              <a:avLst/>
            </a:prstGeom>
            <a:noFill/>
            <a:ln>
              <a:solidFill>
                <a:srgbClr val="C280DB"/>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a:latin typeface="Calibri" panose="020F0502020204030204" pitchFamily="34" charset="0"/>
                  <a:cs typeface="Calibri" panose="020F0502020204030204" pitchFamily="34" charset="0"/>
                </a:rPr>
                <a:t>Single point of aggregation from multiple firms with shared delivery routes &amp; fulfilling together </a:t>
              </a:r>
            </a:p>
            <a:p>
              <a:endParaRPr lang="en-US" sz="1200" dirty="0">
                <a:latin typeface="Calibri" panose="020F0502020204030204" pitchFamily="34" charset="0"/>
                <a:cs typeface="Calibri" panose="020F0502020204030204" pitchFamily="34" charset="0"/>
              </a:endParaRPr>
            </a:p>
            <a:p>
              <a:endParaRPr lang="en-US" sz="1200" dirty="0">
                <a:latin typeface="Calibri" panose="020F0502020204030204" pitchFamily="34" charset="0"/>
                <a:cs typeface="Calibri" panose="020F0502020204030204" pitchFamily="34" charset="0"/>
              </a:endParaRPr>
            </a:p>
          </p:txBody>
        </p:sp>
        <p:pic>
          <p:nvPicPr>
            <p:cNvPr id="5129" name="Picture 5128">
              <a:extLst>
                <a:ext uri="{FF2B5EF4-FFF2-40B4-BE49-F238E27FC236}">
                  <a16:creationId xmlns:a16="http://schemas.microsoft.com/office/drawing/2014/main" id="{54163CB2-8572-4B6A-764A-F324083F8503}"/>
                </a:ext>
              </a:extLst>
            </p:cNvPr>
            <p:cNvPicPr>
              <a:picLocks noChangeAspect="1"/>
            </p:cNvPicPr>
            <p:nvPr/>
          </p:nvPicPr>
          <p:blipFill>
            <a:blip r:embed="rId9"/>
            <a:stretch>
              <a:fillRect/>
            </a:stretch>
          </p:blipFill>
          <p:spPr>
            <a:xfrm>
              <a:off x="5224090" y="2393417"/>
              <a:ext cx="753360" cy="227185"/>
            </a:xfrm>
            <a:prstGeom prst="rect">
              <a:avLst/>
            </a:prstGeom>
          </p:spPr>
        </p:pic>
        <p:pic>
          <p:nvPicPr>
            <p:cNvPr id="5130" name="Picture 5129">
              <a:extLst>
                <a:ext uri="{FF2B5EF4-FFF2-40B4-BE49-F238E27FC236}">
                  <a16:creationId xmlns:a16="http://schemas.microsoft.com/office/drawing/2014/main" id="{E3BECA4B-29D4-B28C-20A9-655A0A0B2422}"/>
                </a:ext>
              </a:extLst>
            </p:cNvPr>
            <p:cNvPicPr>
              <a:picLocks noChangeAspect="1"/>
            </p:cNvPicPr>
            <p:nvPr/>
          </p:nvPicPr>
          <p:blipFill>
            <a:blip r:embed="rId10"/>
            <a:stretch>
              <a:fillRect/>
            </a:stretch>
          </p:blipFill>
          <p:spPr>
            <a:xfrm>
              <a:off x="7678753" y="2237387"/>
              <a:ext cx="790377" cy="444587"/>
            </a:xfrm>
            <a:prstGeom prst="rect">
              <a:avLst/>
            </a:prstGeom>
          </p:spPr>
        </p:pic>
        <p:pic>
          <p:nvPicPr>
            <p:cNvPr id="5131" name="Picture 2" descr="Myntra Logo and symbol, meaning, history, PNG, brand">
              <a:extLst>
                <a:ext uri="{FF2B5EF4-FFF2-40B4-BE49-F238E27FC236}">
                  <a16:creationId xmlns:a16="http://schemas.microsoft.com/office/drawing/2014/main" id="{9BCA99AC-1456-0B23-41BE-B527C9003063}"/>
                </a:ext>
              </a:extLst>
            </p:cNvPr>
            <p:cNvPicPr>
              <a:picLocks noChangeAspect="1" noChangeArrowheads="1"/>
            </p:cNvPicPr>
            <p:nvPr/>
          </p:nvPicPr>
          <p:blipFill rotWithShape="1">
            <a:blip r:embed="rId11">
              <a:extLst>
                <a:ext uri="{28A0092B-C50C-407E-A947-70E740481C1C}">
                  <a14:useLocalDpi xmlns:a14="http://schemas.microsoft.com/office/drawing/2010/main" val="0"/>
                </a:ext>
              </a:extLst>
            </a:blip>
            <a:srcRect l="1775" t="20938" r="-3349" b="21654"/>
            <a:stretch/>
          </p:blipFill>
          <p:spPr bwMode="auto">
            <a:xfrm>
              <a:off x="6049769" y="2305584"/>
              <a:ext cx="1008638" cy="320659"/>
            </a:xfrm>
            <a:prstGeom prst="rect">
              <a:avLst/>
            </a:prstGeom>
            <a:noFill/>
            <a:extLst>
              <a:ext uri="{909E8E84-426E-40DD-AFC4-6F175D3DCCD1}">
                <a14:hiddenFill xmlns:a14="http://schemas.microsoft.com/office/drawing/2010/main">
                  <a:solidFill>
                    <a:srgbClr val="FFFFFF"/>
                  </a:solidFill>
                </a14:hiddenFill>
              </a:ext>
            </a:extLst>
          </p:spPr>
        </p:pic>
        <p:pic>
          <p:nvPicPr>
            <p:cNvPr id="5132" name="Picture 5131">
              <a:extLst>
                <a:ext uri="{FF2B5EF4-FFF2-40B4-BE49-F238E27FC236}">
                  <a16:creationId xmlns:a16="http://schemas.microsoft.com/office/drawing/2014/main" id="{BF7E1176-F562-4FBA-7278-09DB20B72850}"/>
                </a:ext>
              </a:extLst>
            </p:cNvPr>
            <p:cNvPicPr>
              <a:picLocks noChangeAspect="1"/>
            </p:cNvPicPr>
            <p:nvPr/>
          </p:nvPicPr>
          <p:blipFill>
            <a:blip r:embed="rId12"/>
            <a:stretch>
              <a:fillRect/>
            </a:stretch>
          </p:blipFill>
          <p:spPr>
            <a:xfrm>
              <a:off x="7053888" y="2194085"/>
              <a:ext cx="555305" cy="555305"/>
            </a:xfrm>
            <a:prstGeom prst="rect">
              <a:avLst/>
            </a:prstGeom>
          </p:spPr>
        </p:pic>
      </p:grpSp>
      <p:sp>
        <p:nvSpPr>
          <p:cNvPr id="5133" name="Rectangle 5132">
            <a:extLst>
              <a:ext uri="{FF2B5EF4-FFF2-40B4-BE49-F238E27FC236}">
                <a16:creationId xmlns:a16="http://schemas.microsoft.com/office/drawing/2014/main" id="{BFFA79DF-CB37-9228-6DFD-8011B880F275}"/>
              </a:ext>
            </a:extLst>
          </p:cNvPr>
          <p:cNvSpPr/>
          <p:nvPr/>
        </p:nvSpPr>
        <p:spPr>
          <a:xfrm>
            <a:off x="482831" y="4277533"/>
            <a:ext cx="3389660" cy="290395"/>
          </a:xfrm>
          <a:prstGeom prst="rect">
            <a:avLst/>
          </a:prstGeom>
          <a:noFill/>
          <a:ln>
            <a:solidFill>
              <a:srgbClr val="C280DB"/>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Cost leadership through outsourcing &amp; P2P system</a:t>
            </a:r>
          </a:p>
        </p:txBody>
      </p:sp>
      <p:sp>
        <p:nvSpPr>
          <p:cNvPr id="4" name="Rectangle 3">
            <a:extLst>
              <a:ext uri="{FF2B5EF4-FFF2-40B4-BE49-F238E27FC236}">
                <a16:creationId xmlns:a16="http://schemas.microsoft.com/office/drawing/2014/main" id="{06939270-9948-415A-3005-1BA06B0343DF}"/>
              </a:ext>
            </a:extLst>
          </p:cNvPr>
          <p:cNvSpPr/>
          <p:nvPr/>
        </p:nvSpPr>
        <p:spPr>
          <a:xfrm>
            <a:off x="1271627" y="5849491"/>
            <a:ext cx="2557720" cy="290395"/>
          </a:xfrm>
          <a:prstGeom prst="rect">
            <a:avLst/>
          </a:prstGeom>
          <a:noFill/>
          <a:ln>
            <a:solidFill>
              <a:srgbClr val="C280DB"/>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500">
                <a:latin typeface="Calibri" panose="020F0502020204030204" pitchFamily="34" charset="0"/>
                <a:cs typeface="Calibri" panose="020F0502020204030204" pitchFamily="34" charset="0"/>
              </a:rPr>
              <a:t>30% less traffic congestion</a:t>
            </a:r>
          </a:p>
        </p:txBody>
      </p:sp>
      <p:sp>
        <p:nvSpPr>
          <p:cNvPr id="5" name="Rectangle 4">
            <a:extLst>
              <a:ext uri="{FF2B5EF4-FFF2-40B4-BE49-F238E27FC236}">
                <a16:creationId xmlns:a16="http://schemas.microsoft.com/office/drawing/2014/main" id="{2870A6F0-6A3A-FB4B-0700-68383098B1B8}"/>
              </a:ext>
            </a:extLst>
          </p:cNvPr>
          <p:cNvSpPr/>
          <p:nvPr/>
        </p:nvSpPr>
        <p:spPr>
          <a:xfrm>
            <a:off x="1298132" y="5156838"/>
            <a:ext cx="2557720" cy="560284"/>
          </a:xfrm>
          <a:prstGeom prst="rect">
            <a:avLst/>
          </a:prstGeom>
          <a:noFill/>
          <a:ln>
            <a:solidFill>
              <a:srgbClr val="C280DB"/>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latin typeface="Calibri" panose="020F0502020204030204" pitchFamily="34" charset="0"/>
                <a:cs typeface="Calibri" panose="020F0502020204030204" pitchFamily="34" charset="0"/>
              </a:rPr>
              <a:t>35% reduction in CO</a:t>
            </a:r>
            <a:r>
              <a:rPr lang="en-US" sz="1400" baseline="-25000">
                <a:latin typeface="Calibri" panose="020F0502020204030204" pitchFamily="34" charset="0"/>
                <a:cs typeface="Calibri" panose="020F0502020204030204" pitchFamily="34" charset="0"/>
              </a:rPr>
              <a:t>2</a:t>
            </a:r>
            <a:r>
              <a:rPr lang="en-US" sz="1400">
                <a:latin typeface="Calibri" panose="020F0502020204030204" pitchFamily="34" charset="0"/>
                <a:cs typeface="Calibri" panose="020F0502020204030204" pitchFamily="34" charset="0"/>
              </a:rPr>
              <a:t> Emissions (BAU v/s New Model)</a:t>
            </a:r>
            <a:endParaRPr lang="en-US" sz="1400" baseline="-25000">
              <a:latin typeface="Calibri" panose="020F0502020204030204" pitchFamily="34" charset="0"/>
              <a:cs typeface="Calibri" panose="020F0502020204030204" pitchFamily="34" charset="0"/>
            </a:endParaRPr>
          </a:p>
        </p:txBody>
      </p:sp>
      <p:pic>
        <p:nvPicPr>
          <p:cNvPr id="7" name="Graphic 6" descr="Open hand with plant with solid fill">
            <a:extLst>
              <a:ext uri="{FF2B5EF4-FFF2-40B4-BE49-F238E27FC236}">
                <a16:creationId xmlns:a16="http://schemas.microsoft.com/office/drawing/2014/main" id="{D75C6418-BC1A-61A9-0A37-E7F2D4E97A1F}"/>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663923" y="5180224"/>
            <a:ext cx="483928" cy="483928"/>
          </a:xfrm>
          <a:prstGeom prst="rect">
            <a:avLst/>
          </a:prstGeom>
        </p:spPr>
      </p:pic>
      <p:pic>
        <p:nvPicPr>
          <p:cNvPr id="9" name="Graphic 8" descr="Traffic light with solid fill">
            <a:extLst>
              <a:ext uri="{FF2B5EF4-FFF2-40B4-BE49-F238E27FC236}">
                <a16:creationId xmlns:a16="http://schemas.microsoft.com/office/drawing/2014/main" id="{4B409929-B681-D780-A87B-0A4527C3F533}"/>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664031" y="5709777"/>
            <a:ext cx="483928" cy="483928"/>
          </a:xfrm>
          <a:prstGeom prst="rect">
            <a:avLst/>
          </a:prstGeom>
        </p:spPr>
      </p:pic>
      <p:sp>
        <p:nvSpPr>
          <p:cNvPr id="13" name="TextBox 12">
            <a:extLst>
              <a:ext uri="{FF2B5EF4-FFF2-40B4-BE49-F238E27FC236}">
                <a16:creationId xmlns:a16="http://schemas.microsoft.com/office/drawing/2014/main" id="{503053CF-90B0-8801-BE2F-82A292EE1C8F}"/>
              </a:ext>
            </a:extLst>
          </p:cNvPr>
          <p:cNvSpPr txBox="1"/>
          <p:nvPr/>
        </p:nvSpPr>
        <p:spPr>
          <a:xfrm>
            <a:off x="8307692" y="3958507"/>
            <a:ext cx="4128350" cy="584775"/>
          </a:xfrm>
          <a:prstGeom prst="rect">
            <a:avLst/>
          </a:prstGeom>
          <a:noFill/>
        </p:spPr>
        <p:txBody>
          <a:bodyPr wrap="square">
            <a:spAutoFit/>
          </a:bodyPr>
          <a:lstStyle/>
          <a:p>
            <a:pPr algn="ctr"/>
            <a:r>
              <a:rPr lang="en-US" sz="3200" b="1" i="1" dirty="0">
                <a:latin typeface="Calibri" panose="020F0502020204030204" pitchFamily="34" charset="0"/>
                <a:cs typeface="Calibri" panose="020F0502020204030204" pitchFamily="34" charset="0"/>
              </a:rPr>
              <a:t>Thank You!</a:t>
            </a:r>
          </a:p>
        </p:txBody>
      </p:sp>
      <p:sp>
        <p:nvSpPr>
          <p:cNvPr id="15" name="TextBox 14">
            <a:extLst>
              <a:ext uri="{FF2B5EF4-FFF2-40B4-BE49-F238E27FC236}">
                <a16:creationId xmlns:a16="http://schemas.microsoft.com/office/drawing/2014/main" id="{DCE858B4-3A29-FCBB-03D4-060DF20A1FB1}"/>
              </a:ext>
            </a:extLst>
          </p:cNvPr>
          <p:cNvSpPr txBox="1"/>
          <p:nvPr/>
        </p:nvSpPr>
        <p:spPr>
          <a:xfrm>
            <a:off x="8859870" y="3078656"/>
            <a:ext cx="2921475" cy="261610"/>
          </a:xfrm>
          <a:prstGeom prst="rect">
            <a:avLst/>
          </a:prstGeom>
          <a:solidFill>
            <a:srgbClr val="00B0F0"/>
          </a:solidFill>
        </p:spPr>
        <p:txBody>
          <a:bodyPr wrap="square" rtlCol="0">
            <a:spAutoFit/>
          </a:bodyPr>
          <a:lstStyle/>
          <a:p>
            <a:pPr algn="ctr"/>
            <a:r>
              <a:rPr lang="en-US" sz="1100" dirty="0">
                <a:latin typeface="Calibri" panose="020F0502020204030204" pitchFamily="34" charset="0"/>
                <a:cs typeface="Calibri" panose="020F0502020204030204" pitchFamily="34" charset="0"/>
              </a:rPr>
              <a:t>Digital Core: Technical Interventions + P2P</a:t>
            </a:r>
          </a:p>
        </p:txBody>
      </p:sp>
      <p:sp>
        <p:nvSpPr>
          <p:cNvPr id="16" name="TextBox 15">
            <a:extLst>
              <a:ext uri="{FF2B5EF4-FFF2-40B4-BE49-F238E27FC236}">
                <a16:creationId xmlns:a16="http://schemas.microsoft.com/office/drawing/2014/main" id="{2E05E369-0007-097E-7567-692055181E6F}"/>
              </a:ext>
            </a:extLst>
          </p:cNvPr>
          <p:cNvSpPr txBox="1"/>
          <p:nvPr/>
        </p:nvSpPr>
        <p:spPr>
          <a:xfrm>
            <a:off x="9346389" y="1302141"/>
            <a:ext cx="2391376" cy="253916"/>
          </a:xfrm>
          <a:prstGeom prst="rect">
            <a:avLst/>
          </a:prstGeom>
          <a:noFill/>
        </p:spPr>
        <p:txBody>
          <a:bodyPr wrap="square" rtlCol="0">
            <a:spAutoFit/>
          </a:bodyPr>
          <a:lstStyle/>
          <a:p>
            <a:pPr algn="ctr"/>
            <a:r>
              <a:rPr lang="en-US" sz="1050" dirty="0">
                <a:latin typeface="Calibri" panose="020F0502020204030204" pitchFamily="34" charset="0"/>
                <a:cs typeface="Calibri" panose="020F0502020204030204" pitchFamily="34" charset="0"/>
              </a:rPr>
              <a:t>Sustainability</a:t>
            </a:r>
          </a:p>
        </p:txBody>
      </p:sp>
      <p:sp>
        <p:nvSpPr>
          <p:cNvPr id="18" name="TextBox 17">
            <a:extLst>
              <a:ext uri="{FF2B5EF4-FFF2-40B4-BE49-F238E27FC236}">
                <a16:creationId xmlns:a16="http://schemas.microsoft.com/office/drawing/2014/main" id="{00B4D893-223E-9524-615F-4009B8B6359C}"/>
              </a:ext>
            </a:extLst>
          </p:cNvPr>
          <p:cNvSpPr txBox="1"/>
          <p:nvPr/>
        </p:nvSpPr>
        <p:spPr>
          <a:xfrm>
            <a:off x="4646563" y="2711224"/>
            <a:ext cx="3511189" cy="276999"/>
          </a:xfrm>
          <a:prstGeom prst="rect">
            <a:avLst/>
          </a:prstGeom>
          <a:noFill/>
        </p:spPr>
        <p:txBody>
          <a:bodyPr wrap="square">
            <a:spAutoFit/>
          </a:bodyPr>
          <a:lstStyle/>
          <a:p>
            <a:pPr algn="ctr"/>
            <a:r>
              <a:rPr lang="en-US" sz="1200" i="1" dirty="0">
                <a:latin typeface="Calibri" panose="020F0502020204030204" pitchFamily="34" charset="0"/>
                <a:cs typeface="Calibri" panose="020F0502020204030204" pitchFamily="34" charset="0"/>
              </a:rPr>
              <a:t>Protect IP, but empower innovation ecosystem</a:t>
            </a:r>
          </a:p>
        </p:txBody>
      </p:sp>
      <p:graphicFrame>
        <p:nvGraphicFramePr>
          <p:cNvPr id="19" name="Diagram 18">
            <a:extLst>
              <a:ext uri="{FF2B5EF4-FFF2-40B4-BE49-F238E27FC236}">
                <a16:creationId xmlns:a16="http://schemas.microsoft.com/office/drawing/2014/main" id="{96C01B0F-B3AE-69A6-88F6-635F2552A2EB}"/>
              </a:ext>
            </a:extLst>
          </p:cNvPr>
          <p:cNvGraphicFramePr/>
          <p:nvPr>
            <p:extLst>
              <p:ext uri="{D42A27DB-BD31-4B8C-83A1-F6EECF244321}">
                <p14:modId xmlns:p14="http://schemas.microsoft.com/office/powerpoint/2010/main" val="4026926532"/>
              </p:ext>
            </p:extLst>
          </p:nvPr>
        </p:nvGraphicFramePr>
        <p:xfrm>
          <a:off x="5346467" y="5068898"/>
          <a:ext cx="2041379" cy="1321698"/>
        </p:xfrm>
        <a:graphic>
          <a:graphicData uri="http://schemas.openxmlformats.org/drawingml/2006/diagram">
            <dgm:relIds xmlns:dgm="http://schemas.openxmlformats.org/drawingml/2006/diagram" xmlns:r="http://schemas.openxmlformats.org/officeDocument/2006/relationships" r:dm="rId17" r:lo="rId18" r:qs="rId19" r:cs="rId20"/>
          </a:graphicData>
        </a:graphic>
      </p:graphicFrame>
      <p:sp>
        <p:nvSpPr>
          <p:cNvPr id="20" name="Rectangle 19">
            <a:extLst>
              <a:ext uri="{FF2B5EF4-FFF2-40B4-BE49-F238E27FC236}">
                <a16:creationId xmlns:a16="http://schemas.microsoft.com/office/drawing/2014/main" id="{AE5DC294-F139-5238-113C-920921C0BBCA}"/>
              </a:ext>
            </a:extLst>
          </p:cNvPr>
          <p:cNvSpPr/>
          <p:nvPr/>
        </p:nvSpPr>
        <p:spPr>
          <a:xfrm>
            <a:off x="4598628" y="5084975"/>
            <a:ext cx="1406615" cy="388357"/>
          </a:xfrm>
          <a:prstGeom prst="rect">
            <a:avLst/>
          </a:prstGeom>
          <a:no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a:latin typeface="Calibri" panose="020F0502020204030204" pitchFamily="34" charset="0"/>
                <a:cs typeface="Calibri" panose="020F0502020204030204" pitchFamily="34" charset="0"/>
              </a:rPr>
              <a:t>Anchor industry </a:t>
            </a:r>
          </a:p>
          <a:p>
            <a:r>
              <a:rPr lang="en-US" sz="1200" dirty="0">
                <a:latin typeface="Calibri" panose="020F0502020204030204" pitchFamily="34" charset="0"/>
                <a:cs typeface="Calibri" panose="020F0502020204030204" pitchFamily="34" charset="0"/>
              </a:rPr>
              <a:t>&amp; clients </a:t>
            </a:r>
            <a:endParaRPr lang="en-US" sz="1200" b="1" dirty="0">
              <a:latin typeface="Calibri" panose="020F0502020204030204" pitchFamily="34" charset="0"/>
              <a:cs typeface="Calibri" panose="020F0502020204030204" pitchFamily="34" charset="0"/>
            </a:endParaRPr>
          </a:p>
        </p:txBody>
      </p:sp>
      <p:sp>
        <p:nvSpPr>
          <p:cNvPr id="21" name="Rectangle 20">
            <a:extLst>
              <a:ext uri="{FF2B5EF4-FFF2-40B4-BE49-F238E27FC236}">
                <a16:creationId xmlns:a16="http://schemas.microsoft.com/office/drawing/2014/main" id="{975EDEAC-529D-67B9-719B-A66FE78F6388}"/>
              </a:ext>
            </a:extLst>
          </p:cNvPr>
          <p:cNvSpPr/>
          <p:nvPr/>
        </p:nvSpPr>
        <p:spPr>
          <a:xfrm>
            <a:off x="4605771" y="5437878"/>
            <a:ext cx="1076086" cy="388358"/>
          </a:xfrm>
          <a:prstGeom prst="rect">
            <a:avLst/>
          </a:prstGeom>
          <a:no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a:latin typeface="Calibri" panose="020F0502020204030204" pitchFamily="34" charset="0"/>
                <a:cs typeface="Calibri" panose="020F0502020204030204" pitchFamily="34" charset="0"/>
              </a:rPr>
              <a:t>Pricing model</a:t>
            </a:r>
            <a:endParaRPr lang="en-US" sz="1200" b="1">
              <a:latin typeface="Calibri" panose="020F0502020204030204" pitchFamily="34" charset="0"/>
              <a:cs typeface="Calibri" panose="020F0502020204030204" pitchFamily="34" charset="0"/>
            </a:endParaRPr>
          </a:p>
        </p:txBody>
      </p:sp>
      <p:sp>
        <p:nvSpPr>
          <p:cNvPr id="22" name="Rectangle 21">
            <a:extLst>
              <a:ext uri="{FF2B5EF4-FFF2-40B4-BE49-F238E27FC236}">
                <a16:creationId xmlns:a16="http://schemas.microsoft.com/office/drawing/2014/main" id="{5621C237-DE23-EBDB-82B6-AB6C4D7ADAD6}"/>
              </a:ext>
            </a:extLst>
          </p:cNvPr>
          <p:cNvSpPr/>
          <p:nvPr/>
        </p:nvSpPr>
        <p:spPr>
          <a:xfrm>
            <a:off x="4598628" y="5945707"/>
            <a:ext cx="1076086" cy="388358"/>
          </a:xfrm>
          <a:prstGeom prst="rect">
            <a:avLst/>
          </a:prstGeom>
          <a:no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a:latin typeface="Calibri" panose="020F0502020204030204" pitchFamily="34" charset="0"/>
                <a:cs typeface="Calibri" panose="020F0502020204030204" pitchFamily="34" charset="0"/>
              </a:rPr>
              <a:t>Right assets &amp; infra</a:t>
            </a:r>
            <a:endParaRPr lang="en-US" sz="1200" b="1">
              <a:latin typeface="Calibri" panose="020F0502020204030204" pitchFamily="34" charset="0"/>
              <a:cs typeface="Calibri" panose="020F0502020204030204" pitchFamily="34" charset="0"/>
            </a:endParaRPr>
          </a:p>
        </p:txBody>
      </p:sp>
      <p:sp>
        <p:nvSpPr>
          <p:cNvPr id="23" name="Rectangle 22">
            <a:extLst>
              <a:ext uri="{FF2B5EF4-FFF2-40B4-BE49-F238E27FC236}">
                <a16:creationId xmlns:a16="http://schemas.microsoft.com/office/drawing/2014/main" id="{9337E883-0130-73C0-362D-6AAEE75AFF5D}"/>
              </a:ext>
            </a:extLst>
          </p:cNvPr>
          <p:cNvSpPr/>
          <p:nvPr/>
        </p:nvSpPr>
        <p:spPr>
          <a:xfrm>
            <a:off x="6921739" y="5012147"/>
            <a:ext cx="1014290" cy="388357"/>
          </a:xfrm>
          <a:prstGeom prst="rect">
            <a:avLst/>
          </a:prstGeom>
          <a:no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200" dirty="0">
                <a:latin typeface="Calibri" panose="020F0502020204030204" pitchFamily="34" charset="0"/>
                <a:cs typeface="Calibri" panose="020F0502020204030204" pitchFamily="34" charset="0"/>
              </a:rPr>
              <a:t>VC Nodes</a:t>
            </a:r>
            <a:endParaRPr lang="en-US" sz="1200" b="1" dirty="0">
              <a:latin typeface="Calibri" panose="020F0502020204030204" pitchFamily="34" charset="0"/>
              <a:cs typeface="Calibri" panose="020F0502020204030204" pitchFamily="34" charset="0"/>
            </a:endParaRPr>
          </a:p>
        </p:txBody>
      </p:sp>
      <p:sp>
        <p:nvSpPr>
          <p:cNvPr id="24" name="Rectangle 23">
            <a:extLst>
              <a:ext uri="{FF2B5EF4-FFF2-40B4-BE49-F238E27FC236}">
                <a16:creationId xmlns:a16="http://schemas.microsoft.com/office/drawing/2014/main" id="{97BE6719-2425-BFC2-2A5F-A56551DDDBA5}"/>
              </a:ext>
            </a:extLst>
          </p:cNvPr>
          <p:cNvSpPr/>
          <p:nvPr/>
        </p:nvSpPr>
        <p:spPr>
          <a:xfrm>
            <a:off x="6940862" y="5428300"/>
            <a:ext cx="1076086" cy="388358"/>
          </a:xfrm>
          <a:prstGeom prst="rect">
            <a:avLst/>
          </a:prstGeom>
          <a:no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200">
                <a:latin typeface="Calibri" panose="020F0502020204030204" pitchFamily="34" charset="0"/>
                <a:cs typeface="Calibri" panose="020F0502020204030204" pitchFamily="34" charset="0"/>
              </a:rPr>
              <a:t>Tech Stack</a:t>
            </a:r>
            <a:endParaRPr lang="en-US" sz="1200" b="1">
              <a:latin typeface="Calibri" panose="020F0502020204030204" pitchFamily="34" charset="0"/>
              <a:cs typeface="Calibri" panose="020F0502020204030204" pitchFamily="34" charset="0"/>
            </a:endParaRPr>
          </a:p>
        </p:txBody>
      </p:sp>
      <p:sp>
        <p:nvSpPr>
          <p:cNvPr id="25" name="Rectangle 24">
            <a:extLst>
              <a:ext uri="{FF2B5EF4-FFF2-40B4-BE49-F238E27FC236}">
                <a16:creationId xmlns:a16="http://schemas.microsoft.com/office/drawing/2014/main" id="{2CED7F2A-09CC-D933-1B81-E51E9BA52E84}"/>
              </a:ext>
            </a:extLst>
          </p:cNvPr>
          <p:cNvSpPr/>
          <p:nvPr/>
        </p:nvSpPr>
        <p:spPr>
          <a:xfrm>
            <a:off x="6981841" y="5968704"/>
            <a:ext cx="1076086" cy="388358"/>
          </a:xfrm>
          <a:prstGeom prst="rect">
            <a:avLst/>
          </a:prstGeom>
          <a:no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200" dirty="0">
                <a:latin typeface="Calibri" panose="020F0502020204030204" pitchFamily="34" charset="0"/>
                <a:cs typeface="Calibri" panose="020F0502020204030204" pitchFamily="34" charset="0"/>
              </a:rPr>
              <a:t>Organization &amp; Capability</a:t>
            </a:r>
          </a:p>
        </p:txBody>
      </p:sp>
      <p:sp>
        <p:nvSpPr>
          <p:cNvPr id="26" name="Rectangle 25">
            <a:extLst>
              <a:ext uri="{FF2B5EF4-FFF2-40B4-BE49-F238E27FC236}">
                <a16:creationId xmlns:a16="http://schemas.microsoft.com/office/drawing/2014/main" id="{178DEE5B-316C-390C-73AD-5FEF306458A0}"/>
              </a:ext>
            </a:extLst>
          </p:cNvPr>
          <p:cNvSpPr/>
          <p:nvPr/>
        </p:nvSpPr>
        <p:spPr>
          <a:xfrm>
            <a:off x="4704358" y="4805377"/>
            <a:ext cx="3429000" cy="199567"/>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latin typeface="Calibri" panose="020F0502020204030204" pitchFamily="34" charset="0"/>
                <a:cs typeface="Calibri" panose="020F0502020204030204" pitchFamily="34" charset="0"/>
              </a:rPr>
              <a:t>Expanding ecosystem adjacencies</a:t>
            </a:r>
          </a:p>
        </p:txBody>
      </p:sp>
      <p:grpSp>
        <p:nvGrpSpPr>
          <p:cNvPr id="27" name="Group 26">
            <a:extLst>
              <a:ext uri="{FF2B5EF4-FFF2-40B4-BE49-F238E27FC236}">
                <a16:creationId xmlns:a16="http://schemas.microsoft.com/office/drawing/2014/main" id="{6125B3D3-665F-4F2D-151A-7456E936A032}"/>
              </a:ext>
            </a:extLst>
          </p:cNvPr>
          <p:cNvGrpSpPr/>
          <p:nvPr/>
        </p:nvGrpSpPr>
        <p:grpSpPr>
          <a:xfrm>
            <a:off x="8595234" y="1992578"/>
            <a:ext cx="155005" cy="171862"/>
            <a:chOff x="7812684" y="2660359"/>
            <a:chExt cx="306171" cy="306910"/>
          </a:xfrm>
        </p:grpSpPr>
        <p:sp>
          <p:nvSpPr>
            <p:cNvPr id="28" name="Freeform 94">
              <a:extLst>
                <a:ext uri="{FF2B5EF4-FFF2-40B4-BE49-F238E27FC236}">
                  <a16:creationId xmlns:a16="http://schemas.microsoft.com/office/drawing/2014/main" id="{0B215639-5424-1FC4-E864-59966753BE3D}"/>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rgbClr val="002060"/>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29" name="Freeform 95">
              <a:extLst>
                <a:ext uri="{FF2B5EF4-FFF2-40B4-BE49-F238E27FC236}">
                  <a16:creationId xmlns:a16="http://schemas.microsoft.com/office/drawing/2014/main" id="{ADFBEE03-9E3D-C124-FDCF-4963EAC35413}"/>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sp>
        <p:nvSpPr>
          <p:cNvPr id="30" name="Rectangle 29">
            <a:extLst>
              <a:ext uri="{FF2B5EF4-FFF2-40B4-BE49-F238E27FC236}">
                <a16:creationId xmlns:a16="http://schemas.microsoft.com/office/drawing/2014/main" id="{DEDF2F11-6381-005D-D1FE-0B3FAE2F1E03}"/>
              </a:ext>
            </a:extLst>
          </p:cNvPr>
          <p:cNvSpPr/>
          <p:nvPr/>
        </p:nvSpPr>
        <p:spPr>
          <a:xfrm>
            <a:off x="1301920" y="2498474"/>
            <a:ext cx="2557720" cy="290395"/>
          </a:xfrm>
          <a:prstGeom prst="rect">
            <a:avLst/>
          </a:prstGeom>
          <a:noFill/>
          <a:ln>
            <a:solidFill>
              <a:srgbClr val="C280DB"/>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Sustainability </a:t>
            </a:r>
            <a:endParaRPr lang="en-US" sz="1200"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24686804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78617" y="121491"/>
            <a:ext cx="11972473" cy="627684"/>
          </a:xfrm>
        </p:spPr>
        <p:txBody>
          <a:bodyPr vert="horz" lIns="91440" tIns="45720" rIns="91440" bIns="45720" rtlCol="0" anchor="t">
            <a:noAutofit/>
          </a:bodyPr>
          <a:lstStyle/>
          <a:p>
            <a:pPr marL="0" indent="0">
              <a:buNone/>
            </a:pPr>
            <a:r>
              <a:rPr lang="en-US" sz="2000">
                <a:latin typeface="Calibri" panose="020F0502020204030204" pitchFamily="34" charset="0"/>
                <a:cs typeface="Calibri" panose="020F0502020204030204" pitchFamily="34" charset="0"/>
              </a:rPr>
              <a:t>Cost Benefit Analysis + Incentives</a:t>
            </a:r>
          </a:p>
        </p:txBody>
      </p:sp>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sp>
        <p:nvSpPr>
          <p:cNvPr id="94" name="TextBox 93">
            <a:extLst>
              <a:ext uri="{FF2B5EF4-FFF2-40B4-BE49-F238E27FC236}">
                <a16:creationId xmlns:a16="http://schemas.microsoft.com/office/drawing/2014/main" id="{303843DF-C3F6-7C48-985A-918B2A87D688}"/>
              </a:ext>
            </a:extLst>
          </p:cNvPr>
          <p:cNvSpPr txBox="1"/>
          <p:nvPr/>
        </p:nvSpPr>
        <p:spPr>
          <a:xfrm>
            <a:off x="78617" y="5925607"/>
            <a:ext cx="6512154" cy="215444"/>
          </a:xfrm>
          <a:prstGeom prst="rect">
            <a:avLst/>
          </a:prstGeom>
          <a:noFill/>
          <a:ln>
            <a:noFill/>
          </a:ln>
        </p:spPr>
        <p:txBody>
          <a:bodyPr wrap="square" rtlCol="0">
            <a:spAutoFit/>
          </a:bodyPr>
          <a:lstStyle/>
          <a:p>
            <a:r>
              <a:rPr lang="en-US" sz="800"/>
              <a:t>1. Statista 2. Bain Analysis. 3. </a:t>
            </a:r>
            <a:r>
              <a:rPr lang="en-US" sz="800" err="1"/>
              <a:t>iPAC</a:t>
            </a:r>
            <a:r>
              <a:rPr lang="en-US" sz="800"/>
              <a:t> Analysis 4. Bain Analysis 5. Press Analysis</a:t>
            </a:r>
          </a:p>
        </p:txBody>
      </p:sp>
      <p:sp>
        <p:nvSpPr>
          <p:cNvPr id="120" name="object 7">
            <a:extLst>
              <a:ext uri="{FF2B5EF4-FFF2-40B4-BE49-F238E27FC236}">
                <a16:creationId xmlns:a16="http://schemas.microsoft.com/office/drawing/2014/main" id="{A442DDB2-FA62-5D47-824E-C3416898D4C7}"/>
              </a:ext>
            </a:extLst>
          </p:cNvPr>
          <p:cNvSpPr txBox="1"/>
          <p:nvPr/>
        </p:nvSpPr>
        <p:spPr>
          <a:xfrm>
            <a:off x="5658378" y="1850653"/>
            <a:ext cx="814069" cy="177800"/>
          </a:xfrm>
          <a:prstGeom prst="rect">
            <a:avLst/>
          </a:prstGeom>
        </p:spPr>
        <p:txBody>
          <a:bodyPr vert="horz" wrap="square" lIns="0" tIns="12700" rIns="0" bIns="0" rtlCol="0">
            <a:spAutoFit/>
          </a:bodyPr>
          <a:lstStyle/>
          <a:p>
            <a:pPr>
              <a:lnSpc>
                <a:spcPct val="100000"/>
              </a:lnSpc>
              <a:spcBef>
                <a:spcPts val="100"/>
              </a:spcBef>
            </a:pPr>
            <a:r>
              <a:rPr sz="1000" spc="-15">
                <a:solidFill>
                  <a:srgbClr val="4D4D4F"/>
                </a:solidFill>
                <a:latin typeface="Arial MT"/>
                <a:cs typeface="Arial MT"/>
              </a:rPr>
              <a:t>CO</a:t>
            </a:r>
            <a:r>
              <a:rPr sz="550" spc="-15">
                <a:solidFill>
                  <a:srgbClr val="4D4D4F"/>
                </a:solidFill>
                <a:latin typeface="Arial MT"/>
                <a:cs typeface="Arial MT"/>
              </a:rPr>
              <a:t>2</a:t>
            </a:r>
            <a:r>
              <a:rPr sz="550" spc="80">
                <a:solidFill>
                  <a:srgbClr val="4D4D4F"/>
                </a:solidFill>
                <a:latin typeface="Arial MT"/>
                <a:cs typeface="Arial MT"/>
              </a:rPr>
              <a:t> </a:t>
            </a:r>
            <a:r>
              <a:rPr sz="1000" spc="-25">
                <a:solidFill>
                  <a:srgbClr val="4D4D4F"/>
                </a:solidFill>
                <a:latin typeface="Arial MT"/>
                <a:cs typeface="Arial MT"/>
              </a:rPr>
              <a:t>emissions</a:t>
            </a:r>
            <a:endParaRPr sz="1000">
              <a:latin typeface="Arial MT"/>
              <a:cs typeface="Arial MT"/>
            </a:endParaRPr>
          </a:p>
        </p:txBody>
      </p:sp>
      <p:sp>
        <p:nvSpPr>
          <p:cNvPr id="121" name="object 8">
            <a:extLst>
              <a:ext uri="{FF2B5EF4-FFF2-40B4-BE49-F238E27FC236}">
                <a16:creationId xmlns:a16="http://schemas.microsoft.com/office/drawing/2014/main" id="{F95FF7F1-534B-9540-A292-A5F7754849CC}"/>
              </a:ext>
            </a:extLst>
          </p:cNvPr>
          <p:cNvSpPr txBox="1"/>
          <p:nvPr/>
        </p:nvSpPr>
        <p:spPr>
          <a:xfrm>
            <a:off x="5658378" y="2249034"/>
            <a:ext cx="638810" cy="177800"/>
          </a:xfrm>
          <a:prstGeom prst="rect">
            <a:avLst/>
          </a:prstGeom>
        </p:spPr>
        <p:txBody>
          <a:bodyPr vert="horz" wrap="square" lIns="0" tIns="12700" rIns="0" bIns="0" rtlCol="0">
            <a:spAutoFit/>
          </a:bodyPr>
          <a:lstStyle/>
          <a:p>
            <a:pPr>
              <a:lnSpc>
                <a:spcPct val="100000"/>
              </a:lnSpc>
              <a:spcBef>
                <a:spcPts val="100"/>
              </a:spcBef>
            </a:pPr>
            <a:r>
              <a:rPr sz="1000" spc="-15">
                <a:solidFill>
                  <a:srgbClr val="4D4D4F"/>
                </a:solidFill>
                <a:latin typeface="Arial MT"/>
                <a:cs typeface="Arial MT"/>
              </a:rPr>
              <a:t>Congestion</a:t>
            </a:r>
            <a:endParaRPr sz="1000">
              <a:latin typeface="Arial MT"/>
              <a:cs typeface="Arial MT"/>
            </a:endParaRPr>
          </a:p>
        </p:txBody>
      </p:sp>
      <p:sp>
        <p:nvSpPr>
          <p:cNvPr id="122" name="object 9">
            <a:extLst>
              <a:ext uri="{FF2B5EF4-FFF2-40B4-BE49-F238E27FC236}">
                <a16:creationId xmlns:a16="http://schemas.microsoft.com/office/drawing/2014/main" id="{AFD704C1-90BF-AC48-8178-747CAFAE275D}"/>
              </a:ext>
            </a:extLst>
          </p:cNvPr>
          <p:cNvSpPr txBox="1"/>
          <p:nvPr/>
        </p:nvSpPr>
        <p:spPr>
          <a:xfrm>
            <a:off x="4397803" y="1472034"/>
            <a:ext cx="862330" cy="556895"/>
          </a:xfrm>
          <a:prstGeom prst="rect">
            <a:avLst/>
          </a:prstGeom>
        </p:spPr>
        <p:txBody>
          <a:bodyPr vert="horz" wrap="square" lIns="0" tIns="12700" rIns="0" bIns="0" rtlCol="0">
            <a:spAutoFit/>
          </a:bodyPr>
          <a:lstStyle/>
          <a:p>
            <a:pPr>
              <a:lnSpc>
                <a:spcPct val="100000"/>
              </a:lnSpc>
              <a:spcBef>
                <a:spcPts val="100"/>
              </a:spcBef>
            </a:pPr>
            <a:r>
              <a:rPr sz="1000" spc="30">
                <a:solidFill>
                  <a:srgbClr val="4D4D4F"/>
                </a:solidFill>
                <a:latin typeface="Arial MT"/>
                <a:cs typeface="Arial MT"/>
              </a:rPr>
              <a:t>Output</a:t>
            </a:r>
            <a:r>
              <a:rPr sz="1000" spc="-65">
                <a:solidFill>
                  <a:srgbClr val="4D4D4F"/>
                </a:solidFill>
                <a:latin typeface="Arial MT"/>
                <a:cs typeface="Arial MT"/>
              </a:rPr>
              <a:t> </a:t>
            </a:r>
            <a:r>
              <a:rPr sz="1000" spc="30">
                <a:solidFill>
                  <a:srgbClr val="4D4D4F"/>
                </a:solidFill>
                <a:latin typeface="Arial MT"/>
                <a:cs typeface="Arial MT"/>
              </a:rPr>
              <a:t>factors</a:t>
            </a:r>
            <a:endParaRPr sz="1000">
              <a:latin typeface="Arial MT"/>
              <a:cs typeface="Arial MT"/>
            </a:endParaRPr>
          </a:p>
          <a:p>
            <a:pPr>
              <a:lnSpc>
                <a:spcPct val="100000"/>
              </a:lnSpc>
              <a:spcBef>
                <a:spcPts val="55"/>
              </a:spcBef>
            </a:pPr>
            <a:endParaRPr sz="1500">
              <a:latin typeface="Arial MT"/>
              <a:cs typeface="Arial MT"/>
            </a:endParaRPr>
          </a:p>
          <a:p>
            <a:pPr>
              <a:lnSpc>
                <a:spcPct val="100000"/>
              </a:lnSpc>
            </a:pPr>
            <a:r>
              <a:rPr sz="1000" spc="15">
                <a:solidFill>
                  <a:srgbClr val="4D4D4F"/>
                </a:solidFill>
                <a:latin typeface="Arial MT"/>
                <a:cs typeface="Arial MT"/>
              </a:rPr>
              <a:t>Planet</a:t>
            </a:r>
            <a:endParaRPr sz="1000">
              <a:latin typeface="Arial MT"/>
              <a:cs typeface="Arial MT"/>
            </a:endParaRPr>
          </a:p>
        </p:txBody>
      </p:sp>
      <p:sp>
        <p:nvSpPr>
          <p:cNvPr id="123" name="object 10">
            <a:extLst>
              <a:ext uri="{FF2B5EF4-FFF2-40B4-BE49-F238E27FC236}">
                <a16:creationId xmlns:a16="http://schemas.microsoft.com/office/drawing/2014/main" id="{45FE7E74-F39F-E64A-8967-8A4753B6EE75}"/>
              </a:ext>
            </a:extLst>
          </p:cNvPr>
          <p:cNvSpPr txBox="1"/>
          <p:nvPr/>
        </p:nvSpPr>
        <p:spPr>
          <a:xfrm>
            <a:off x="658874" y="2611819"/>
            <a:ext cx="6362700" cy="537845"/>
          </a:xfrm>
          <a:prstGeom prst="rect">
            <a:avLst/>
          </a:prstGeom>
        </p:spPr>
        <p:txBody>
          <a:bodyPr vert="horz" wrap="square" lIns="0" tIns="12700" rIns="0" bIns="0" rtlCol="0">
            <a:spAutoFit/>
          </a:bodyPr>
          <a:lstStyle/>
          <a:p>
            <a:pPr>
              <a:lnSpc>
                <a:spcPct val="100000"/>
              </a:lnSpc>
              <a:spcBef>
                <a:spcPts val="100"/>
              </a:spcBef>
              <a:tabLst>
                <a:tab pos="3572510" algn="l"/>
                <a:tab pos="3738245" algn="l"/>
                <a:tab pos="4999355" algn="l"/>
              </a:tabLst>
            </a:pPr>
            <a:r>
              <a:rPr sz="1500" u="sng" baseline="2777">
                <a:solidFill>
                  <a:srgbClr val="4D4D4F"/>
                </a:solidFill>
                <a:uFill>
                  <a:solidFill>
                    <a:srgbClr val="939598"/>
                  </a:solidFill>
                </a:uFill>
                <a:latin typeface="Arial MT"/>
                <a:cs typeface="Arial MT"/>
              </a:rPr>
              <a:t> 	</a:t>
            </a:r>
            <a:r>
              <a:rPr sz="1500" baseline="2777">
                <a:solidFill>
                  <a:srgbClr val="4D4D4F"/>
                </a:solidFill>
                <a:latin typeface="Arial MT"/>
                <a:cs typeface="Arial MT"/>
              </a:rPr>
              <a:t>	</a:t>
            </a:r>
            <a:r>
              <a:rPr sz="1500" spc="22" baseline="2777">
                <a:solidFill>
                  <a:srgbClr val="4D4D4F"/>
                </a:solidFill>
                <a:latin typeface="Arial MT"/>
                <a:cs typeface="Arial MT"/>
              </a:rPr>
              <a:t>People	</a:t>
            </a:r>
            <a:r>
              <a:rPr sz="1000" spc="-15">
                <a:solidFill>
                  <a:srgbClr val="4D4D4F"/>
                </a:solidFill>
                <a:latin typeface="Arial MT"/>
                <a:cs typeface="Arial MT"/>
              </a:rPr>
              <a:t>Customer</a:t>
            </a:r>
            <a:r>
              <a:rPr sz="1000" spc="-25">
                <a:solidFill>
                  <a:srgbClr val="4D4D4F"/>
                </a:solidFill>
                <a:latin typeface="Arial MT"/>
                <a:cs typeface="Arial MT"/>
              </a:rPr>
              <a:t> convenience**</a:t>
            </a:r>
            <a:endParaRPr sz="1000">
              <a:latin typeface="Arial MT"/>
              <a:cs typeface="Arial MT"/>
            </a:endParaRPr>
          </a:p>
          <a:p>
            <a:pPr>
              <a:lnSpc>
                <a:spcPct val="100000"/>
              </a:lnSpc>
              <a:spcBef>
                <a:spcPts val="20"/>
              </a:spcBef>
            </a:pPr>
            <a:endParaRPr sz="1400">
              <a:latin typeface="Arial MT"/>
              <a:cs typeface="Arial MT"/>
            </a:endParaRPr>
          </a:p>
          <a:p>
            <a:pPr marR="604520" algn="r">
              <a:lnSpc>
                <a:spcPct val="100000"/>
              </a:lnSpc>
              <a:spcBef>
                <a:spcPts val="5"/>
              </a:spcBef>
            </a:pPr>
            <a:r>
              <a:rPr sz="1000" spc="-25">
                <a:solidFill>
                  <a:srgbClr val="4D4D4F"/>
                </a:solidFill>
                <a:latin typeface="Arial MT"/>
                <a:cs typeface="Arial MT"/>
              </a:rPr>
              <a:t>Worker</a:t>
            </a:r>
            <a:r>
              <a:rPr sz="1000" spc="-30">
                <a:solidFill>
                  <a:srgbClr val="4D4D4F"/>
                </a:solidFill>
                <a:latin typeface="Arial MT"/>
                <a:cs typeface="Arial MT"/>
              </a:rPr>
              <a:t> </a:t>
            </a:r>
            <a:r>
              <a:rPr sz="1000" spc="-25">
                <a:solidFill>
                  <a:srgbClr val="4D4D4F"/>
                </a:solidFill>
                <a:latin typeface="Arial MT"/>
                <a:cs typeface="Arial MT"/>
              </a:rPr>
              <a:t>safety</a:t>
            </a:r>
            <a:endParaRPr sz="1000">
              <a:latin typeface="Arial MT"/>
              <a:cs typeface="Arial MT"/>
            </a:endParaRPr>
          </a:p>
        </p:txBody>
      </p:sp>
      <p:sp>
        <p:nvSpPr>
          <p:cNvPr id="124" name="object 11">
            <a:extLst>
              <a:ext uri="{FF2B5EF4-FFF2-40B4-BE49-F238E27FC236}">
                <a16:creationId xmlns:a16="http://schemas.microsoft.com/office/drawing/2014/main" id="{1F38F791-9AF9-5F4C-BC4F-8C1F2A028857}"/>
              </a:ext>
            </a:extLst>
          </p:cNvPr>
          <p:cNvSpPr txBox="1"/>
          <p:nvPr/>
        </p:nvSpPr>
        <p:spPr>
          <a:xfrm>
            <a:off x="4397803" y="3928173"/>
            <a:ext cx="328295" cy="177800"/>
          </a:xfrm>
          <a:prstGeom prst="rect">
            <a:avLst/>
          </a:prstGeom>
        </p:spPr>
        <p:txBody>
          <a:bodyPr vert="horz" wrap="square" lIns="0" tIns="12700" rIns="0" bIns="0" rtlCol="0">
            <a:spAutoFit/>
          </a:bodyPr>
          <a:lstStyle/>
          <a:p>
            <a:pPr>
              <a:lnSpc>
                <a:spcPct val="100000"/>
              </a:lnSpc>
              <a:spcBef>
                <a:spcPts val="100"/>
              </a:spcBef>
            </a:pPr>
            <a:r>
              <a:rPr sz="1000" spc="10">
                <a:solidFill>
                  <a:srgbClr val="4D4D4F"/>
                </a:solidFill>
                <a:latin typeface="Arial MT"/>
                <a:cs typeface="Arial MT"/>
              </a:rPr>
              <a:t>P</a:t>
            </a:r>
            <a:r>
              <a:rPr sz="1000" spc="-15">
                <a:solidFill>
                  <a:srgbClr val="4D4D4F"/>
                </a:solidFill>
                <a:latin typeface="Arial MT"/>
                <a:cs typeface="Arial MT"/>
              </a:rPr>
              <a:t>r</a:t>
            </a:r>
            <a:r>
              <a:rPr sz="1000" spc="35">
                <a:solidFill>
                  <a:srgbClr val="4D4D4F"/>
                </a:solidFill>
                <a:latin typeface="Arial MT"/>
                <a:cs typeface="Arial MT"/>
              </a:rPr>
              <a:t>ofit</a:t>
            </a:r>
            <a:endParaRPr sz="1000">
              <a:latin typeface="Arial MT"/>
              <a:cs typeface="Arial MT"/>
            </a:endParaRPr>
          </a:p>
        </p:txBody>
      </p:sp>
      <p:sp>
        <p:nvSpPr>
          <p:cNvPr id="125" name="object 12">
            <a:extLst>
              <a:ext uri="{FF2B5EF4-FFF2-40B4-BE49-F238E27FC236}">
                <a16:creationId xmlns:a16="http://schemas.microsoft.com/office/drawing/2014/main" id="{FA16F1FB-09B8-C048-908B-00C715FEFCAE}"/>
              </a:ext>
            </a:extLst>
          </p:cNvPr>
          <p:cNvSpPr txBox="1"/>
          <p:nvPr/>
        </p:nvSpPr>
        <p:spPr>
          <a:xfrm>
            <a:off x="5658378" y="3376525"/>
            <a:ext cx="499745" cy="177800"/>
          </a:xfrm>
          <a:prstGeom prst="rect">
            <a:avLst/>
          </a:prstGeom>
        </p:spPr>
        <p:txBody>
          <a:bodyPr vert="horz" wrap="square" lIns="0" tIns="12700" rIns="0" bIns="0" rtlCol="0">
            <a:spAutoFit/>
          </a:bodyPr>
          <a:lstStyle/>
          <a:p>
            <a:pPr>
              <a:lnSpc>
                <a:spcPct val="100000"/>
              </a:lnSpc>
              <a:spcBef>
                <a:spcPts val="100"/>
              </a:spcBef>
            </a:pPr>
            <a:r>
              <a:rPr sz="1000" spc="-20">
                <a:solidFill>
                  <a:srgbClr val="4D4D4F"/>
                </a:solidFill>
                <a:latin typeface="Arial MT"/>
                <a:cs typeface="Arial MT"/>
              </a:rPr>
              <a:t>Unit </a:t>
            </a:r>
            <a:r>
              <a:rPr sz="1000">
                <a:solidFill>
                  <a:srgbClr val="4D4D4F"/>
                </a:solidFill>
                <a:latin typeface="Arial MT"/>
                <a:cs typeface="Arial MT"/>
              </a:rPr>
              <a:t>cost</a:t>
            </a:r>
            <a:endParaRPr sz="1000">
              <a:latin typeface="Arial MT"/>
              <a:cs typeface="Arial MT"/>
            </a:endParaRPr>
          </a:p>
        </p:txBody>
      </p:sp>
      <p:sp>
        <p:nvSpPr>
          <p:cNvPr id="126" name="object 13">
            <a:extLst>
              <a:ext uri="{FF2B5EF4-FFF2-40B4-BE49-F238E27FC236}">
                <a16:creationId xmlns:a16="http://schemas.microsoft.com/office/drawing/2014/main" id="{B56C0FB9-4606-F547-9F13-1C7D5974755D}"/>
              </a:ext>
            </a:extLst>
          </p:cNvPr>
          <p:cNvSpPr txBox="1"/>
          <p:nvPr/>
        </p:nvSpPr>
        <p:spPr>
          <a:xfrm>
            <a:off x="5658378" y="3742032"/>
            <a:ext cx="822325" cy="177800"/>
          </a:xfrm>
          <a:prstGeom prst="rect">
            <a:avLst/>
          </a:prstGeom>
        </p:spPr>
        <p:txBody>
          <a:bodyPr vert="horz" wrap="square" lIns="0" tIns="12700" rIns="0" bIns="0" rtlCol="0">
            <a:spAutoFit/>
          </a:bodyPr>
          <a:lstStyle/>
          <a:p>
            <a:pPr>
              <a:lnSpc>
                <a:spcPct val="100000"/>
              </a:lnSpc>
              <a:spcBef>
                <a:spcPts val="100"/>
              </a:spcBef>
            </a:pPr>
            <a:r>
              <a:rPr sz="1000" spc="-130">
                <a:solidFill>
                  <a:srgbClr val="4D4D4F"/>
                </a:solidFill>
                <a:latin typeface="Arial MT"/>
                <a:cs typeface="Arial MT"/>
              </a:rPr>
              <a:t>V</a:t>
            </a:r>
            <a:r>
              <a:rPr sz="1000" spc="-25">
                <a:solidFill>
                  <a:srgbClr val="4D4D4F"/>
                </a:solidFill>
                <a:latin typeface="Arial MT"/>
                <a:cs typeface="Arial MT"/>
              </a:rPr>
              <a:t>ehicle</a:t>
            </a:r>
            <a:r>
              <a:rPr sz="1000">
                <a:solidFill>
                  <a:srgbClr val="4D4D4F"/>
                </a:solidFill>
                <a:latin typeface="Arial MT"/>
                <a:cs typeface="Arial MT"/>
              </a:rPr>
              <a:t> </a:t>
            </a:r>
            <a:r>
              <a:rPr sz="1000" spc="-25">
                <a:solidFill>
                  <a:srgbClr val="4D4D4F"/>
                </a:solidFill>
                <a:latin typeface="Arial MT"/>
                <a:cs typeface="Arial MT"/>
              </a:rPr>
              <a:t>volume</a:t>
            </a:r>
            <a:endParaRPr sz="1000">
              <a:latin typeface="Arial MT"/>
              <a:cs typeface="Arial MT"/>
            </a:endParaRPr>
          </a:p>
        </p:txBody>
      </p:sp>
      <p:sp>
        <p:nvSpPr>
          <p:cNvPr id="127" name="object 14">
            <a:extLst>
              <a:ext uri="{FF2B5EF4-FFF2-40B4-BE49-F238E27FC236}">
                <a16:creationId xmlns:a16="http://schemas.microsoft.com/office/drawing/2014/main" id="{5A8A7E7B-AD70-9047-B759-15930E9DB4C6}"/>
              </a:ext>
            </a:extLst>
          </p:cNvPr>
          <p:cNvSpPr txBox="1"/>
          <p:nvPr/>
        </p:nvSpPr>
        <p:spPr>
          <a:xfrm>
            <a:off x="5658378" y="4108172"/>
            <a:ext cx="1454785" cy="543560"/>
          </a:xfrm>
          <a:prstGeom prst="rect">
            <a:avLst/>
          </a:prstGeom>
        </p:spPr>
        <p:txBody>
          <a:bodyPr vert="horz" wrap="square" lIns="0" tIns="12700" rIns="0" bIns="0" rtlCol="0">
            <a:spAutoFit/>
          </a:bodyPr>
          <a:lstStyle/>
          <a:p>
            <a:pPr>
              <a:lnSpc>
                <a:spcPct val="100000"/>
              </a:lnSpc>
              <a:spcBef>
                <a:spcPts val="100"/>
              </a:spcBef>
            </a:pPr>
            <a:r>
              <a:rPr sz="1000" spc="-25">
                <a:solidFill>
                  <a:srgbClr val="4D4D4F"/>
                </a:solidFill>
                <a:latin typeface="Arial MT"/>
                <a:cs typeface="Arial MT"/>
              </a:rPr>
              <a:t>Business</a:t>
            </a:r>
            <a:r>
              <a:rPr sz="1000" spc="-20">
                <a:solidFill>
                  <a:srgbClr val="4D4D4F"/>
                </a:solidFill>
                <a:latin typeface="Arial MT"/>
                <a:cs typeface="Arial MT"/>
              </a:rPr>
              <a:t> </a:t>
            </a:r>
            <a:r>
              <a:rPr sz="1000" spc="-15">
                <a:solidFill>
                  <a:srgbClr val="4D4D4F"/>
                </a:solidFill>
                <a:latin typeface="Arial MT"/>
                <a:cs typeface="Arial MT"/>
              </a:rPr>
              <a:t>model</a:t>
            </a:r>
            <a:r>
              <a:rPr sz="1000" spc="-20">
                <a:solidFill>
                  <a:srgbClr val="4D4D4F"/>
                </a:solidFill>
                <a:latin typeface="Arial MT"/>
                <a:cs typeface="Arial MT"/>
              </a:rPr>
              <a:t> </a:t>
            </a:r>
            <a:r>
              <a:rPr sz="1000" spc="-10">
                <a:solidFill>
                  <a:srgbClr val="4D4D4F"/>
                </a:solidFill>
                <a:latin typeface="Arial MT"/>
                <a:cs typeface="Arial MT"/>
              </a:rPr>
              <a:t>disruption</a:t>
            </a:r>
            <a:endParaRPr sz="1000">
              <a:latin typeface="Arial MT"/>
              <a:cs typeface="Arial MT"/>
            </a:endParaRPr>
          </a:p>
          <a:p>
            <a:pPr>
              <a:lnSpc>
                <a:spcPct val="100000"/>
              </a:lnSpc>
              <a:spcBef>
                <a:spcPts val="10"/>
              </a:spcBef>
            </a:pPr>
            <a:endParaRPr sz="1450">
              <a:latin typeface="Arial MT"/>
              <a:cs typeface="Arial MT"/>
            </a:endParaRPr>
          </a:p>
          <a:p>
            <a:pPr>
              <a:lnSpc>
                <a:spcPct val="100000"/>
              </a:lnSpc>
            </a:pPr>
            <a:r>
              <a:rPr sz="1000" spc="-20">
                <a:solidFill>
                  <a:srgbClr val="4D4D4F"/>
                </a:solidFill>
                <a:latin typeface="Arial MT"/>
                <a:cs typeface="Arial MT"/>
              </a:rPr>
              <a:t>Investment</a:t>
            </a:r>
            <a:r>
              <a:rPr sz="1000" spc="-40">
                <a:solidFill>
                  <a:srgbClr val="4D4D4F"/>
                </a:solidFill>
                <a:latin typeface="Arial MT"/>
                <a:cs typeface="Arial MT"/>
              </a:rPr>
              <a:t> </a:t>
            </a:r>
            <a:r>
              <a:rPr sz="1000" spc="-20">
                <a:solidFill>
                  <a:srgbClr val="4D4D4F"/>
                </a:solidFill>
                <a:latin typeface="Arial MT"/>
                <a:cs typeface="Arial MT"/>
              </a:rPr>
              <a:t>need</a:t>
            </a:r>
            <a:endParaRPr sz="1000">
              <a:latin typeface="Arial MT"/>
              <a:cs typeface="Arial MT"/>
            </a:endParaRPr>
          </a:p>
        </p:txBody>
      </p:sp>
      <p:sp>
        <p:nvSpPr>
          <p:cNvPr id="128" name="object 15">
            <a:extLst>
              <a:ext uri="{FF2B5EF4-FFF2-40B4-BE49-F238E27FC236}">
                <a16:creationId xmlns:a16="http://schemas.microsoft.com/office/drawing/2014/main" id="{9CB52E67-5795-9746-A120-184C95B58899}"/>
              </a:ext>
            </a:extLst>
          </p:cNvPr>
          <p:cNvSpPr txBox="1"/>
          <p:nvPr/>
        </p:nvSpPr>
        <p:spPr>
          <a:xfrm>
            <a:off x="658876" y="1040234"/>
            <a:ext cx="2521645" cy="609600"/>
          </a:xfrm>
          <a:prstGeom prst="rect">
            <a:avLst/>
          </a:prstGeom>
        </p:spPr>
        <p:txBody>
          <a:bodyPr vert="horz" wrap="square" lIns="0" tIns="12700" rIns="0" bIns="0" rtlCol="0">
            <a:spAutoFit/>
          </a:bodyPr>
          <a:lstStyle/>
          <a:p>
            <a:pPr>
              <a:lnSpc>
                <a:spcPts val="880"/>
              </a:lnSpc>
              <a:spcBef>
                <a:spcPts val="100"/>
              </a:spcBef>
            </a:pPr>
            <a:r>
              <a:rPr sz="800" spc="-20">
                <a:solidFill>
                  <a:srgbClr val="0F1E43"/>
                </a:solidFill>
                <a:latin typeface="Arial MT"/>
                <a:cs typeface="Arial MT"/>
              </a:rPr>
              <a:t>FIGURE</a:t>
            </a:r>
            <a:r>
              <a:rPr sz="800" spc="10">
                <a:solidFill>
                  <a:srgbClr val="0F1E43"/>
                </a:solidFill>
                <a:latin typeface="Arial MT"/>
                <a:cs typeface="Arial MT"/>
              </a:rPr>
              <a:t> </a:t>
            </a:r>
            <a:r>
              <a:rPr sz="800" spc="30">
                <a:solidFill>
                  <a:srgbClr val="0F1E43"/>
                </a:solidFill>
                <a:latin typeface="Arial MT"/>
                <a:cs typeface="Arial MT"/>
              </a:rPr>
              <a:t>5:</a:t>
            </a:r>
            <a:endParaRPr sz="800">
              <a:latin typeface="Arial MT"/>
              <a:cs typeface="Arial MT"/>
            </a:endParaRPr>
          </a:p>
          <a:p>
            <a:pPr>
              <a:lnSpc>
                <a:spcPts val="1360"/>
              </a:lnSpc>
            </a:pPr>
            <a:r>
              <a:rPr sz="1200" spc="10">
                <a:solidFill>
                  <a:srgbClr val="00539B"/>
                </a:solidFill>
                <a:latin typeface="Arial MT"/>
                <a:cs typeface="Arial MT"/>
              </a:rPr>
              <a:t>Key</a:t>
            </a:r>
            <a:r>
              <a:rPr sz="1200" spc="-10">
                <a:solidFill>
                  <a:srgbClr val="00539B"/>
                </a:solidFill>
                <a:latin typeface="Arial MT"/>
                <a:cs typeface="Arial MT"/>
              </a:rPr>
              <a:t> </a:t>
            </a:r>
            <a:r>
              <a:rPr sz="1200" spc="15">
                <a:solidFill>
                  <a:srgbClr val="00539B"/>
                </a:solidFill>
                <a:latin typeface="Arial MT"/>
                <a:cs typeface="Arial MT"/>
              </a:rPr>
              <a:t>variables</a:t>
            </a:r>
            <a:r>
              <a:rPr sz="1200" spc="-5">
                <a:solidFill>
                  <a:srgbClr val="00539B"/>
                </a:solidFill>
                <a:latin typeface="Arial MT"/>
                <a:cs typeface="Arial MT"/>
              </a:rPr>
              <a:t> </a:t>
            </a:r>
            <a:r>
              <a:rPr sz="1200" spc="35">
                <a:solidFill>
                  <a:srgbClr val="00539B"/>
                </a:solidFill>
                <a:latin typeface="Arial MT"/>
                <a:cs typeface="Arial MT"/>
              </a:rPr>
              <a:t>for</a:t>
            </a:r>
            <a:r>
              <a:rPr sz="1200" spc="-5">
                <a:solidFill>
                  <a:srgbClr val="00539B"/>
                </a:solidFill>
                <a:latin typeface="Arial MT"/>
                <a:cs typeface="Arial MT"/>
              </a:rPr>
              <a:t> </a:t>
            </a:r>
            <a:r>
              <a:rPr sz="1200" spc="30">
                <a:solidFill>
                  <a:srgbClr val="00539B"/>
                </a:solidFill>
                <a:latin typeface="Arial MT"/>
                <a:cs typeface="Arial MT"/>
              </a:rPr>
              <a:t>modelling</a:t>
            </a:r>
            <a:r>
              <a:rPr lang="en-US" sz="1200" spc="30">
                <a:solidFill>
                  <a:srgbClr val="00539B"/>
                </a:solidFill>
                <a:latin typeface="Arial MT"/>
                <a:cs typeface="Arial MT"/>
              </a:rPr>
              <a:t> of cost</a:t>
            </a:r>
            <a:endParaRPr sz="1200">
              <a:latin typeface="Arial MT"/>
              <a:cs typeface="Arial MT"/>
            </a:endParaRPr>
          </a:p>
          <a:p>
            <a:pPr>
              <a:lnSpc>
                <a:spcPct val="100000"/>
              </a:lnSpc>
              <a:spcBef>
                <a:spcPts val="1160"/>
              </a:spcBef>
            </a:pPr>
            <a:r>
              <a:rPr sz="1000" spc="10">
                <a:solidFill>
                  <a:srgbClr val="4D4D4F"/>
                </a:solidFill>
                <a:latin typeface="Arial MT"/>
                <a:cs typeface="Arial MT"/>
              </a:rPr>
              <a:t>Key</a:t>
            </a:r>
            <a:r>
              <a:rPr sz="1000" spc="-40">
                <a:solidFill>
                  <a:srgbClr val="4D4D4F"/>
                </a:solidFill>
                <a:latin typeface="Arial MT"/>
                <a:cs typeface="Arial MT"/>
              </a:rPr>
              <a:t> </a:t>
            </a:r>
            <a:r>
              <a:rPr sz="1000" spc="15">
                <a:solidFill>
                  <a:srgbClr val="4D4D4F"/>
                </a:solidFill>
                <a:latin typeface="Arial MT"/>
                <a:cs typeface="Arial MT"/>
              </a:rPr>
              <a:t>variables</a:t>
            </a:r>
            <a:endParaRPr sz="1000">
              <a:latin typeface="Arial MT"/>
              <a:cs typeface="Arial MT"/>
            </a:endParaRPr>
          </a:p>
        </p:txBody>
      </p:sp>
      <p:sp>
        <p:nvSpPr>
          <p:cNvPr id="129" name="object 16">
            <a:extLst>
              <a:ext uri="{FF2B5EF4-FFF2-40B4-BE49-F238E27FC236}">
                <a16:creationId xmlns:a16="http://schemas.microsoft.com/office/drawing/2014/main" id="{0C21C58F-2F26-2A48-8691-9AE0737FFC97}"/>
              </a:ext>
            </a:extLst>
          </p:cNvPr>
          <p:cNvSpPr txBox="1"/>
          <p:nvPr/>
        </p:nvSpPr>
        <p:spPr>
          <a:xfrm>
            <a:off x="658877" y="2167549"/>
            <a:ext cx="909319" cy="166712"/>
          </a:xfrm>
          <a:prstGeom prst="rect">
            <a:avLst/>
          </a:prstGeom>
        </p:spPr>
        <p:txBody>
          <a:bodyPr vert="horz" wrap="square" lIns="0" tIns="12700" rIns="0" bIns="0" rtlCol="0">
            <a:spAutoFit/>
          </a:bodyPr>
          <a:lstStyle/>
          <a:p>
            <a:pPr>
              <a:lnSpc>
                <a:spcPct val="100000"/>
              </a:lnSpc>
              <a:spcBef>
                <a:spcPts val="100"/>
              </a:spcBef>
            </a:pPr>
            <a:r>
              <a:rPr sz="1000" spc="20">
                <a:solidFill>
                  <a:srgbClr val="4D4D4F"/>
                </a:solidFill>
                <a:latin typeface="Arial MT"/>
                <a:cs typeface="Arial MT"/>
              </a:rPr>
              <a:t>City</a:t>
            </a:r>
            <a:r>
              <a:rPr sz="1000" spc="-40">
                <a:solidFill>
                  <a:srgbClr val="4D4D4F"/>
                </a:solidFill>
                <a:latin typeface="Arial MT"/>
                <a:cs typeface="Arial MT"/>
              </a:rPr>
              <a:t> </a:t>
            </a:r>
            <a:r>
              <a:rPr sz="1000" spc="15">
                <a:solidFill>
                  <a:srgbClr val="4D4D4F"/>
                </a:solidFill>
                <a:latin typeface="Arial MT"/>
                <a:cs typeface="Arial MT"/>
              </a:rPr>
              <a:t>archetype</a:t>
            </a:r>
            <a:endParaRPr sz="1000">
              <a:latin typeface="Arial MT"/>
              <a:cs typeface="Arial MT"/>
            </a:endParaRPr>
          </a:p>
        </p:txBody>
      </p:sp>
      <p:sp>
        <p:nvSpPr>
          <p:cNvPr id="130" name="object 17">
            <a:extLst>
              <a:ext uri="{FF2B5EF4-FFF2-40B4-BE49-F238E27FC236}">
                <a16:creationId xmlns:a16="http://schemas.microsoft.com/office/drawing/2014/main" id="{3B36BA7B-21EE-BA45-B11E-FA3521FFD216}"/>
              </a:ext>
            </a:extLst>
          </p:cNvPr>
          <p:cNvSpPr txBox="1"/>
          <p:nvPr/>
        </p:nvSpPr>
        <p:spPr>
          <a:xfrm>
            <a:off x="1648265" y="1933649"/>
            <a:ext cx="1179830" cy="474489"/>
          </a:xfrm>
          <a:prstGeom prst="rect">
            <a:avLst/>
          </a:prstGeom>
        </p:spPr>
        <p:txBody>
          <a:bodyPr vert="horz" wrap="square" lIns="0" tIns="12700" rIns="0" bIns="0" rtlCol="0">
            <a:spAutoFit/>
          </a:bodyPr>
          <a:lstStyle/>
          <a:p>
            <a:pPr marL="67945" marR="73025" algn="ctr">
              <a:lnSpc>
                <a:spcPct val="100000"/>
              </a:lnSpc>
              <a:spcBef>
                <a:spcPts val="100"/>
              </a:spcBef>
            </a:pPr>
            <a:r>
              <a:rPr sz="1000" spc="5">
                <a:solidFill>
                  <a:srgbClr val="4D4D4F"/>
                </a:solidFill>
                <a:latin typeface="Arial MT"/>
                <a:cs typeface="Arial MT"/>
              </a:rPr>
              <a:t>(Sub-)urban </a:t>
            </a:r>
            <a:r>
              <a:rPr sz="1000" spc="10">
                <a:solidFill>
                  <a:srgbClr val="4D4D4F"/>
                </a:solidFill>
                <a:latin typeface="Arial MT"/>
                <a:cs typeface="Arial MT"/>
              </a:rPr>
              <a:t> </a:t>
            </a:r>
            <a:r>
              <a:rPr sz="1000" spc="25">
                <a:solidFill>
                  <a:srgbClr val="4D4D4F"/>
                </a:solidFill>
                <a:latin typeface="Arial MT"/>
                <a:cs typeface="Arial MT"/>
              </a:rPr>
              <a:t>sprawling </a:t>
            </a:r>
            <a:r>
              <a:rPr sz="1000" spc="30">
                <a:solidFill>
                  <a:srgbClr val="4D4D4F"/>
                </a:solidFill>
                <a:latin typeface="Arial MT"/>
                <a:cs typeface="Arial MT"/>
              </a:rPr>
              <a:t> </a:t>
            </a:r>
            <a:r>
              <a:rPr sz="1000" spc="25">
                <a:solidFill>
                  <a:srgbClr val="4D4D4F"/>
                </a:solidFill>
                <a:latin typeface="Arial MT"/>
                <a:cs typeface="Arial MT"/>
              </a:rPr>
              <a:t>metropolitan</a:t>
            </a:r>
            <a:r>
              <a:rPr sz="1000" spc="-50">
                <a:solidFill>
                  <a:srgbClr val="4D4D4F"/>
                </a:solidFill>
                <a:latin typeface="Arial MT"/>
                <a:cs typeface="Arial MT"/>
              </a:rPr>
              <a:t> </a:t>
            </a:r>
            <a:r>
              <a:rPr sz="1000" spc="-5">
                <a:solidFill>
                  <a:srgbClr val="4D4D4F"/>
                </a:solidFill>
                <a:latin typeface="Arial MT"/>
                <a:cs typeface="Arial MT"/>
              </a:rPr>
              <a:t>area</a:t>
            </a:r>
            <a:endParaRPr sz="1000">
              <a:latin typeface="Arial MT"/>
              <a:cs typeface="Arial MT"/>
            </a:endParaRPr>
          </a:p>
        </p:txBody>
      </p:sp>
      <p:sp>
        <p:nvSpPr>
          <p:cNvPr id="131" name="object 18">
            <a:extLst>
              <a:ext uri="{FF2B5EF4-FFF2-40B4-BE49-F238E27FC236}">
                <a16:creationId xmlns:a16="http://schemas.microsoft.com/office/drawing/2014/main" id="{3027461D-F5B3-3E40-9AC7-F3C05C4804AC}"/>
              </a:ext>
            </a:extLst>
          </p:cNvPr>
          <p:cNvSpPr txBox="1"/>
          <p:nvPr/>
        </p:nvSpPr>
        <p:spPr>
          <a:xfrm>
            <a:off x="2838240" y="4165899"/>
            <a:ext cx="180340" cy="177800"/>
          </a:xfrm>
          <a:prstGeom prst="rect">
            <a:avLst/>
          </a:prstGeom>
        </p:spPr>
        <p:txBody>
          <a:bodyPr vert="horz" wrap="square" lIns="0" tIns="12700" rIns="0" bIns="0" rtlCol="0">
            <a:spAutoFit/>
          </a:bodyPr>
          <a:lstStyle/>
          <a:p>
            <a:pPr>
              <a:lnSpc>
                <a:spcPct val="100000"/>
              </a:lnSpc>
              <a:spcBef>
                <a:spcPts val="100"/>
              </a:spcBef>
            </a:pPr>
            <a:r>
              <a:rPr sz="1000" spc="10">
                <a:solidFill>
                  <a:srgbClr val="2962A5"/>
                </a:solidFill>
                <a:latin typeface="Arial MT"/>
                <a:cs typeface="Arial MT"/>
              </a:rPr>
              <a:t>vs.</a:t>
            </a:r>
            <a:endParaRPr sz="1000">
              <a:latin typeface="Arial MT"/>
              <a:cs typeface="Arial MT"/>
            </a:endParaRPr>
          </a:p>
        </p:txBody>
      </p:sp>
      <p:sp>
        <p:nvSpPr>
          <p:cNvPr id="132" name="object 19">
            <a:extLst>
              <a:ext uri="{FF2B5EF4-FFF2-40B4-BE49-F238E27FC236}">
                <a16:creationId xmlns:a16="http://schemas.microsoft.com/office/drawing/2014/main" id="{82C47A3B-F5FD-AE4E-AE29-D47F32A0E589}"/>
              </a:ext>
            </a:extLst>
          </p:cNvPr>
          <p:cNvSpPr txBox="1"/>
          <p:nvPr/>
        </p:nvSpPr>
        <p:spPr>
          <a:xfrm>
            <a:off x="2828095" y="2080638"/>
            <a:ext cx="1344295" cy="320601"/>
          </a:xfrm>
          <a:prstGeom prst="rect">
            <a:avLst/>
          </a:prstGeom>
        </p:spPr>
        <p:txBody>
          <a:bodyPr vert="horz" wrap="square" lIns="0" tIns="12700" rIns="0" bIns="0" rtlCol="0">
            <a:spAutoFit/>
          </a:bodyPr>
          <a:lstStyle/>
          <a:p>
            <a:pPr marL="25400" marR="30480" indent="245110">
              <a:lnSpc>
                <a:spcPct val="100000"/>
              </a:lnSpc>
              <a:spcBef>
                <a:spcPts val="100"/>
              </a:spcBef>
            </a:pPr>
            <a:r>
              <a:rPr sz="1000" spc="5">
                <a:solidFill>
                  <a:srgbClr val="4D4D4F"/>
                </a:solidFill>
                <a:latin typeface="Arial MT"/>
                <a:cs typeface="Arial MT"/>
              </a:rPr>
              <a:t>Dense, </a:t>
            </a:r>
            <a:r>
              <a:rPr sz="1000" spc="15">
                <a:solidFill>
                  <a:srgbClr val="4D4D4F"/>
                </a:solidFill>
                <a:latin typeface="Arial MT"/>
                <a:cs typeface="Arial MT"/>
              </a:rPr>
              <a:t>inne</a:t>
            </a:r>
            <a:r>
              <a:rPr sz="1000" spc="-50">
                <a:solidFill>
                  <a:srgbClr val="4D4D4F"/>
                </a:solidFill>
                <a:latin typeface="Arial MT"/>
                <a:cs typeface="Arial MT"/>
              </a:rPr>
              <a:t>r</a:t>
            </a:r>
            <a:r>
              <a:rPr sz="1000" spc="45">
                <a:solidFill>
                  <a:srgbClr val="4D4D4F"/>
                </a:solidFill>
                <a:latin typeface="Arial MT"/>
                <a:cs typeface="Arial MT"/>
              </a:rPr>
              <a:t>-co</a:t>
            </a:r>
            <a:r>
              <a:rPr sz="1000" spc="10">
                <a:solidFill>
                  <a:srgbClr val="4D4D4F"/>
                </a:solidFill>
                <a:latin typeface="Arial MT"/>
                <a:cs typeface="Arial MT"/>
              </a:rPr>
              <a:t>r</a:t>
            </a:r>
            <a:r>
              <a:rPr sz="1000" spc="-5">
                <a:solidFill>
                  <a:srgbClr val="4D4D4F"/>
                </a:solidFill>
                <a:latin typeface="Arial MT"/>
                <a:cs typeface="Arial MT"/>
              </a:rPr>
              <a:t>e  </a:t>
            </a:r>
            <a:r>
              <a:rPr sz="1500" spc="15" baseline="-30555">
                <a:solidFill>
                  <a:srgbClr val="2962A5"/>
                </a:solidFill>
                <a:latin typeface="Arial MT"/>
                <a:cs typeface="Arial MT"/>
              </a:rPr>
              <a:t>vs.</a:t>
            </a:r>
            <a:r>
              <a:rPr sz="1500" spc="60" baseline="-30555">
                <a:solidFill>
                  <a:srgbClr val="2962A5"/>
                </a:solidFill>
                <a:latin typeface="Arial MT"/>
                <a:cs typeface="Arial MT"/>
              </a:rPr>
              <a:t> </a:t>
            </a:r>
            <a:r>
              <a:rPr sz="1000" spc="25">
                <a:solidFill>
                  <a:srgbClr val="4D4D4F"/>
                </a:solidFill>
                <a:latin typeface="Arial MT"/>
                <a:cs typeface="Arial MT"/>
              </a:rPr>
              <a:t>metropolitan</a:t>
            </a:r>
            <a:r>
              <a:rPr sz="1000" spc="-15">
                <a:solidFill>
                  <a:srgbClr val="4D4D4F"/>
                </a:solidFill>
                <a:latin typeface="Arial MT"/>
                <a:cs typeface="Arial MT"/>
              </a:rPr>
              <a:t> </a:t>
            </a:r>
            <a:r>
              <a:rPr sz="1000" spc="-5">
                <a:solidFill>
                  <a:srgbClr val="4D4D4F"/>
                </a:solidFill>
                <a:latin typeface="Arial MT"/>
                <a:cs typeface="Arial MT"/>
              </a:rPr>
              <a:t>area</a:t>
            </a:r>
            <a:endParaRPr sz="1000">
              <a:latin typeface="Arial MT"/>
              <a:cs typeface="Arial MT"/>
            </a:endParaRPr>
          </a:p>
        </p:txBody>
      </p:sp>
      <p:sp>
        <p:nvSpPr>
          <p:cNvPr id="133" name="object 20">
            <a:extLst>
              <a:ext uri="{FF2B5EF4-FFF2-40B4-BE49-F238E27FC236}">
                <a16:creationId xmlns:a16="http://schemas.microsoft.com/office/drawing/2014/main" id="{3C4AD792-7334-B049-B542-4189A56FF6FA}"/>
              </a:ext>
            </a:extLst>
          </p:cNvPr>
          <p:cNvSpPr txBox="1"/>
          <p:nvPr/>
        </p:nvSpPr>
        <p:spPr>
          <a:xfrm>
            <a:off x="1711359" y="3007503"/>
            <a:ext cx="2489835" cy="473709"/>
          </a:xfrm>
          <a:prstGeom prst="rect">
            <a:avLst/>
          </a:prstGeom>
        </p:spPr>
        <p:txBody>
          <a:bodyPr vert="horz" wrap="square" lIns="0" tIns="22860" rIns="0" bIns="0" rtlCol="0">
            <a:spAutoFit/>
          </a:bodyPr>
          <a:lstStyle/>
          <a:p>
            <a:pPr marL="38735">
              <a:lnSpc>
                <a:spcPct val="100000"/>
              </a:lnSpc>
              <a:spcBef>
                <a:spcPts val="180"/>
              </a:spcBef>
              <a:tabLst>
                <a:tab pos="1388110" algn="l"/>
              </a:tabLst>
            </a:pPr>
            <a:r>
              <a:rPr sz="1000" spc="10">
                <a:solidFill>
                  <a:srgbClr val="4D4D4F"/>
                </a:solidFill>
                <a:latin typeface="Arial MT"/>
                <a:cs typeface="Arial MT"/>
              </a:rPr>
              <a:t>Parcel </a:t>
            </a:r>
            <a:r>
              <a:rPr sz="1000" spc="15">
                <a:solidFill>
                  <a:srgbClr val="4D4D4F"/>
                </a:solidFill>
                <a:latin typeface="Arial MT"/>
                <a:cs typeface="Arial MT"/>
              </a:rPr>
              <a:t>deliveries	Freight</a:t>
            </a:r>
            <a:r>
              <a:rPr sz="1000" spc="-35">
                <a:solidFill>
                  <a:srgbClr val="4D4D4F"/>
                </a:solidFill>
                <a:latin typeface="Arial MT"/>
                <a:cs typeface="Arial MT"/>
              </a:rPr>
              <a:t> </a:t>
            </a:r>
            <a:r>
              <a:rPr sz="1000" spc="15">
                <a:solidFill>
                  <a:srgbClr val="4D4D4F"/>
                </a:solidFill>
                <a:latin typeface="Arial MT"/>
                <a:cs typeface="Arial MT"/>
              </a:rPr>
              <a:t>deliveries</a:t>
            </a:r>
            <a:endParaRPr sz="1000">
              <a:latin typeface="Arial MT"/>
              <a:cs typeface="Arial MT"/>
            </a:endParaRPr>
          </a:p>
          <a:p>
            <a:pPr marL="134620" marR="30480" indent="-109855">
              <a:lnSpc>
                <a:spcPct val="100000"/>
              </a:lnSpc>
              <a:spcBef>
                <a:spcPts val="85"/>
              </a:spcBef>
              <a:tabLst>
                <a:tab pos="1327785" algn="l"/>
              </a:tabLst>
            </a:pPr>
            <a:r>
              <a:rPr sz="800" spc="-15">
                <a:solidFill>
                  <a:srgbClr val="4D4D4F"/>
                </a:solidFill>
                <a:latin typeface="Arial MT"/>
                <a:cs typeface="Arial MT"/>
              </a:rPr>
              <a:t>incl.</a:t>
            </a:r>
            <a:r>
              <a:rPr sz="800" spc="-5">
                <a:solidFill>
                  <a:srgbClr val="4D4D4F"/>
                </a:solidFill>
                <a:latin typeface="Arial MT"/>
                <a:cs typeface="Arial MT"/>
              </a:rPr>
              <a:t> </a:t>
            </a:r>
            <a:r>
              <a:rPr sz="800" spc="-15">
                <a:solidFill>
                  <a:srgbClr val="4D4D4F"/>
                </a:solidFill>
                <a:latin typeface="Arial MT"/>
                <a:cs typeface="Arial MT"/>
              </a:rPr>
              <a:t>deferred,</a:t>
            </a:r>
            <a:r>
              <a:rPr sz="800">
                <a:solidFill>
                  <a:srgbClr val="4D4D4F"/>
                </a:solidFill>
                <a:latin typeface="Arial MT"/>
                <a:cs typeface="Arial MT"/>
              </a:rPr>
              <a:t> </a:t>
            </a:r>
            <a:r>
              <a:rPr sz="800" spc="-15">
                <a:solidFill>
                  <a:srgbClr val="4D4D4F"/>
                </a:solidFill>
                <a:latin typeface="Arial MT"/>
                <a:cs typeface="Arial MT"/>
              </a:rPr>
              <a:t>express,</a:t>
            </a:r>
            <a:r>
              <a:rPr sz="800" spc="30">
                <a:solidFill>
                  <a:srgbClr val="4D4D4F"/>
                </a:solidFill>
                <a:latin typeface="Arial MT"/>
                <a:cs typeface="Arial MT"/>
              </a:rPr>
              <a:t> </a:t>
            </a:r>
            <a:r>
              <a:rPr sz="1500" spc="15" baseline="8333">
                <a:solidFill>
                  <a:srgbClr val="2962A5"/>
                </a:solidFill>
                <a:latin typeface="Arial MT"/>
                <a:cs typeface="Arial MT"/>
              </a:rPr>
              <a:t>vs.</a:t>
            </a:r>
            <a:r>
              <a:rPr sz="1500" spc="450" baseline="8333">
                <a:solidFill>
                  <a:srgbClr val="2962A5"/>
                </a:solidFill>
                <a:latin typeface="Arial MT"/>
                <a:cs typeface="Arial MT"/>
              </a:rPr>
              <a:t> </a:t>
            </a:r>
            <a:r>
              <a:rPr sz="800" spc="-15">
                <a:solidFill>
                  <a:srgbClr val="4D4D4F"/>
                </a:solidFill>
                <a:latin typeface="Arial MT"/>
                <a:cs typeface="Arial MT"/>
              </a:rPr>
              <a:t>incl.</a:t>
            </a:r>
            <a:r>
              <a:rPr sz="800">
                <a:solidFill>
                  <a:srgbClr val="4D4D4F"/>
                </a:solidFill>
                <a:latin typeface="Arial MT"/>
                <a:cs typeface="Arial MT"/>
              </a:rPr>
              <a:t> B2B </a:t>
            </a:r>
            <a:r>
              <a:rPr sz="800" spc="-35">
                <a:solidFill>
                  <a:srgbClr val="4D4D4F"/>
                </a:solidFill>
                <a:latin typeface="Arial MT"/>
                <a:cs typeface="Arial MT"/>
              </a:rPr>
              <a:t>LTL/FTL</a:t>
            </a:r>
            <a:r>
              <a:rPr sz="800">
                <a:solidFill>
                  <a:srgbClr val="4D4D4F"/>
                </a:solidFill>
                <a:latin typeface="Arial MT"/>
                <a:cs typeface="Arial MT"/>
              </a:rPr>
              <a:t> </a:t>
            </a:r>
            <a:r>
              <a:rPr sz="800" spc="-15">
                <a:solidFill>
                  <a:srgbClr val="4D4D4F"/>
                </a:solidFill>
                <a:latin typeface="Arial MT"/>
                <a:cs typeface="Arial MT"/>
              </a:rPr>
              <a:t>and </a:t>
            </a:r>
            <a:r>
              <a:rPr sz="800" spc="-10">
                <a:solidFill>
                  <a:srgbClr val="4D4D4F"/>
                </a:solidFill>
                <a:latin typeface="Arial MT"/>
                <a:cs typeface="Arial MT"/>
              </a:rPr>
              <a:t> </a:t>
            </a:r>
            <a:r>
              <a:rPr sz="800" spc="-20">
                <a:solidFill>
                  <a:srgbClr val="4D4D4F"/>
                </a:solidFill>
                <a:latin typeface="Arial MT"/>
                <a:cs typeface="Arial MT"/>
              </a:rPr>
              <a:t>same</a:t>
            </a:r>
            <a:r>
              <a:rPr sz="800" spc="10">
                <a:solidFill>
                  <a:srgbClr val="4D4D4F"/>
                </a:solidFill>
                <a:latin typeface="Arial MT"/>
                <a:cs typeface="Arial MT"/>
              </a:rPr>
              <a:t> </a:t>
            </a:r>
            <a:r>
              <a:rPr sz="800" spc="-15">
                <a:solidFill>
                  <a:srgbClr val="4D4D4F"/>
                </a:solidFill>
                <a:latin typeface="Arial MT"/>
                <a:cs typeface="Arial MT"/>
              </a:rPr>
              <a:t>day,</a:t>
            </a:r>
            <a:r>
              <a:rPr sz="800" spc="10">
                <a:solidFill>
                  <a:srgbClr val="4D4D4F"/>
                </a:solidFill>
                <a:latin typeface="Arial MT"/>
                <a:cs typeface="Arial MT"/>
              </a:rPr>
              <a:t> </a:t>
            </a:r>
            <a:r>
              <a:rPr sz="800" spc="-15">
                <a:solidFill>
                  <a:srgbClr val="4D4D4F"/>
                </a:solidFill>
                <a:latin typeface="Arial MT"/>
                <a:cs typeface="Arial MT"/>
              </a:rPr>
              <a:t>instant	</a:t>
            </a:r>
            <a:r>
              <a:rPr sz="800" spc="-5">
                <a:solidFill>
                  <a:srgbClr val="4D4D4F"/>
                </a:solidFill>
                <a:latin typeface="Arial MT"/>
                <a:cs typeface="Arial MT"/>
              </a:rPr>
              <a:t>B2C two-person </a:t>
            </a:r>
            <a:r>
              <a:rPr sz="800" spc="-20">
                <a:solidFill>
                  <a:srgbClr val="4D4D4F"/>
                </a:solidFill>
                <a:latin typeface="Arial MT"/>
                <a:cs typeface="Arial MT"/>
              </a:rPr>
              <a:t>handling</a:t>
            </a:r>
            <a:endParaRPr sz="800">
              <a:latin typeface="Arial MT"/>
              <a:cs typeface="Arial MT"/>
            </a:endParaRPr>
          </a:p>
        </p:txBody>
      </p:sp>
      <p:sp>
        <p:nvSpPr>
          <p:cNvPr id="134" name="object 21">
            <a:extLst>
              <a:ext uri="{FF2B5EF4-FFF2-40B4-BE49-F238E27FC236}">
                <a16:creationId xmlns:a16="http://schemas.microsoft.com/office/drawing/2014/main" id="{F8CAEDA7-BE2E-8041-8389-BEE719AD698E}"/>
              </a:ext>
            </a:extLst>
          </p:cNvPr>
          <p:cNvSpPr txBox="1"/>
          <p:nvPr/>
        </p:nvSpPr>
        <p:spPr>
          <a:xfrm>
            <a:off x="3101244" y="3862069"/>
            <a:ext cx="1012825" cy="894715"/>
          </a:xfrm>
          <a:prstGeom prst="rect">
            <a:avLst/>
          </a:prstGeom>
        </p:spPr>
        <p:txBody>
          <a:bodyPr vert="horz" wrap="square" lIns="0" tIns="12700" rIns="0" bIns="0" rtlCol="0">
            <a:spAutoFit/>
          </a:bodyPr>
          <a:lstStyle/>
          <a:p>
            <a:pPr marR="5080" algn="ctr">
              <a:lnSpc>
                <a:spcPct val="100000"/>
              </a:lnSpc>
              <a:spcBef>
                <a:spcPts val="100"/>
              </a:spcBef>
            </a:pPr>
            <a:r>
              <a:rPr sz="1000" spc="20">
                <a:solidFill>
                  <a:srgbClr val="4D4D4F"/>
                </a:solidFill>
                <a:latin typeface="Arial MT"/>
                <a:cs typeface="Arial MT"/>
              </a:rPr>
              <a:t>Customer</a:t>
            </a:r>
            <a:r>
              <a:rPr sz="1000" spc="-70">
                <a:solidFill>
                  <a:srgbClr val="4D4D4F"/>
                </a:solidFill>
                <a:latin typeface="Arial MT"/>
                <a:cs typeface="Arial MT"/>
              </a:rPr>
              <a:t> </a:t>
            </a:r>
            <a:r>
              <a:rPr sz="1000" spc="30">
                <a:solidFill>
                  <a:srgbClr val="4D4D4F"/>
                </a:solidFill>
                <a:latin typeface="Arial MT"/>
                <a:cs typeface="Arial MT"/>
              </a:rPr>
              <a:t>choice </a:t>
            </a:r>
            <a:r>
              <a:rPr sz="1000" spc="15">
                <a:solidFill>
                  <a:srgbClr val="4D4D4F"/>
                </a:solidFill>
                <a:latin typeface="Arial MT"/>
                <a:cs typeface="Arial MT"/>
              </a:rPr>
              <a:t> </a:t>
            </a:r>
            <a:r>
              <a:rPr sz="1000" spc="30">
                <a:solidFill>
                  <a:srgbClr val="4D4D4F"/>
                </a:solidFill>
                <a:latin typeface="Arial MT"/>
                <a:cs typeface="Arial MT"/>
              </a:rPr>
              <a:t>(“realistic”/ </a:t>
            </a:r>
            <a:r>
              <a:rPr sz="1000" spc="35">
                <a:solidFill>
                  <a:srgbClr val="4D4D4F"/>
                </a:solidFill>
                <a:latin typeface="Arial MT"/>
                <a:cs typeface="Arial MT"/>
              </a:rPr>
              <a:t> “pull”)</a:t>
            </a:r>
            <a:endParaRPr sz="1000">
              <a:latin typeface="Arial MT"/>
              <a:cs typeface="Arial MT"/>
            </a:endParaRPr>
          </a:p>
          <a:p>
            <a:pPr marL="87630" marR="92710" algn="ctr">
              <a:lnSpc>
                <a:spcPct val="104200"/>
              </a:lnSpc>
              <a:spcBef>
                <a:spcPts val="240"/>
              </a:spcBef>
            </a:pPr>
            <a:r>
              <a:rPr sz="800" spc="-5">
                <a:solidFill>
                  <a:srgbClr val="4D4D4F"/>
                </a:solidFill>
                <a:latin typeface="Arial MT"/>
                <a:cs typeface="Arial MT"/>
              </a:rPr>
              <a:t>adoption</a:t>
            </a:r>
            <a:r>
              <a:rPr sz="800" spc="-45">
                <a:solidFill>
                  <a:srgbClr val="4D4D4F"/>
                </a:solidFill>
                <a:latin typeface="Arial MT"/>
                <a:cs typeface="Arial MT"/>
              </a:rPr>
              <a:t> </a:t>
            </a:r>
            <a:r>
              <a:rPr sz="800" spc="-10">
                <a:solidFill>
                  <a:srgbClr val="4D4D4F"/>
                </a:solidFill>
                <a:latin typeface="Arial MT"/>
                <a:cs typeface="Arial MT"/>
              </a:rPr>
              <a:t>based</a:t>
            </a:r>
            <a:r>
              <a:rPr sz="800" spc="-40">
                <a:solidFill>
                  <a:srgbClr val="4D4D4F"/>
                </a:solidFill>
                <a:latin typeface="Arial MT"/>
                <a:cs typeface="Arial MT"/>
              </a:rPr>
              <a:t> </a:t>
            </a:r>
            <a:r>
              <a:rPr sz="800" spc="-10">
                <a:solidFill>
                  <a:srgbClr val="4D4D4F"/>
                </a:solidFill>
                <a:latin typeface="Arial MT"/>
                <a:cs typeface="Arial MT"/>
              </a:rPr>
              <a:t>on </a:t>
            </a:r>
            <a:r>
              <a:rPr sz="800" spc="-210">
                <a:solidFill>
                  <a:srgbClr val="4D4D4F"/>
                </a:solidFill>
                <a:latin typeface="Arial MT"/>
                <a:cs typeface="Arial MT"/>
              </a:rPr>
              <a:t> </a:t>
            </a:r>
            <a:r>
              <a:rPr sz="800" spc="-10">
                <a:solidFill>
                  <a:srgbClr val="4D4D4F"/>
                </a:solidFill>
                <a:latin typeface="Arial MT"/>
                <a:cs typeface="Arial MT"/>
              </a:rPr>
              <a:t>economics </a:t>
            </a:r>
            <a:r>
              <a:rPr sz="800" spc="-15">
                <a:solidFill>
                  <a:srgbClr val="4D4D4F"/>
                </a:solidFill>
                <a:latin typeface="Arial MT"/>
                <a:cs typeface="Arial MT"/>
              </a:rPr>
              <a:t>and </a:t>
            </a:r>
            <a:r>
              <a:rPr sz="800" spc="-10">
                <a:solidFill>
                  <a:srgbClr val="4D4D4F"/>
                </a:solidFill>
                <a:latin typeface="Arial MT"/>
                <a:cs typeface="Arial MT"/>
              </a:rPr>
              <a:t> end-user</a:t>
            </a:r>
            <a:r>
              <a:rPr sz="800" spc="-35">
                <a:solidFill>
                  <a:srgbClr val="4D4D4F"/>
                </a:solidFill>
                <a:latin typeface="Arial MT"/>
                <a:cs typeface="Arial MT"/>
              </a:rPr>
              <a:t> </a:t>
            </a:r>
            <a:r>
              <a:rPr sz="800" spc="-10">
                <a:solidFill>
                  <a:srgbClr val="4D4D4F"/>
                </a:solidFill>
                <a:latin typeface="Arial MT"/>
                <a:cs typeface="Arial MT"/>
              </a:rPr>
              <a:t>demand</a:t>
            </a:r>
            <a:endParaRPr sz="800">
              <a:latin typeface="Arial MT"/>
              <a:cs typeface="Arial MT"/>
            </a:endParaRPr>
          </a:p>
        </p:txBody>
      </p:sp>
      <p:sp>
        <p:nvSpPr>
          <p:cNvPr id="135" name="object 22">
            <a:extLst>
              <a:ext uri="{FF2B5EF4-FFF2-40B4-BE49-F238E27FC236}">
                <a16:creationId xmlns:a16="http://schemas.microsoft.com/office/drawing/2014/main" id="{A38418B5-03FA-6847-8166-70EFD813811C}"/>
              </a:ext>
            </a:extLst>
          </p:cNvPr>
          <p:cNvSpPr txBox="1"/>
          <p:nvPr/>
        </p:nvSpPr>
        <p:spPr>
          <a:xfrm>
            <a:off x="1786694" y="3861256"/>
            <a:ext cx="902969" cy="767715"/>
          </a:xfrm>
          <a:prstGeom prst="rect">
            <a:avLst/>
          </a:prstGeom>
        </p:spPr>
        <p:txBody>
          <a:bodyPr vert="horz" wrap="square" lIns="0" tIns="12700" rIns="0" bIns="0" rtlCol="0">
            <a:spAutoFit/>
          </a:bodyPr>
          <a:lstStyle/>
          <a:p>
            <a:pPr marL="31750" marR="36830" algn="ctr">
              <a:lnSpc>
                <a:spcPct val="100000"/>
              </a:lnSpc>
              <a:spcBef>
                <a:spcPts val="100"/>
              </a:spcBef>
            </a:pPr>
            <a:r>
              <a:rPr sz="1000" spc="25">
                <a:solidFill>
                  <a:srgbClr val="4D4D4F"/>
                </a:solidFill>
                <a:latin typeface="Arial MT"/>
                <a:cs typeface="Arial MT"/>
              </a:rPr>
              <a:t>Mandated </a:t>
            </a:r>
            <a:r>
              <a:rPr sz="1000" spc="30">
                <a:solidFill>
                  <a:srgbClr val="4D4D4F"/>
                </a:solidFill>
                <a:latin typeface="Arial MT"/>
                <a:cs typeface="Arial MT"/>
              </a:rPr>
              <a:t> </a:t>
            </a:r>
            <a:r>
              <a:rPr sz="1000" spc="25">
                <a:solidFill>
                  <a:srgbClr val="4D4D4F"/>
                </a:solidFill>
                <a:latin typeface="Arial MT"/>
                <a:cs typeface="Arial MT"/>
              </a:rPr>
              <a:t>(“agg</a:t>
            </a:r>
            <a:r>
              <a:rPr sz="1000" spc="-5">
                <a:solidFill>
                  <a:srgbClr val="4D4D4F"/>
                </a:solidFill>
                <a:latin typeface="Arial MT"/>
                <a:cs typeface="Arial MT"/>
              </a:rPr>
              <a:t>r</a:t>
            </a:r>
            <a:r>
              <a:rPr sz="1000" spc="30">
                <a:solidFill>
                  <a:srgbClr val="4D4D4F"/>
                </a:solidFill>
                <a:latin typeface="Arial MT"/>
                <a:cs typeface="Arial MT"/>
              </a:rPr>
              <a:t>essive”/  </a:t>
            </a:r>
            <a:r>
              <a:rPr sz="1000" spc="35">
                <a:solidFill>
                  <a:srgbClr val="4D4D4F"/>
                </a:solidFill>
                <a:latin typeface="Arial MT"/>
                <a:cs typeface="Arial MT"/>
              </a:rPr>
              <a:t>“push”)</a:t>
            </a:r>
            <a:endParaRPr sz="1000">
              <a:latin typeface="Arial MT"/>
              <a:cs typeface="Arial MT"/>
            </a:endParaRPr>
          </a:p>
          <a:p>
            <a:pPr marR="5080" algn="ctr">
              <a:lnSpc>
                <a:spcPct val="104200"/>
              </a:lnSpc>
              <a:spcBef>
                <a:spcPts val="240"/>
              </a:spcBef>
            </a:pPr>
            <a:r>
              <a:rPr sz="800" spc="-30">
                <a:solidFill>
                  <a:srgbClr val="4D4D4F"/>
                </a:solidFill>
                <a:latin typeface="Arial MT"/>
                <a:cs typeface="Arial MT"/>
              </a:rPr>
              <a:t>heavy</a:t>
            </a:r>
            <a:r>
              <a:rPr sz="800" spc="-25">
                <a:solidFill>
                  <a:srgbClr val="4D4D4F"/>
                </a:solidFill>
                <a:latin typeface="Arial MT"/>
                <a:cs typeface="Arial MT"/>
              </a:rPr>
              <a:t> </a:t>
            </a:r>
            <a:r>
              <a:rPr sz="800" spc="-20">
                <a:solidFill>
                  <a:srgbClr val="4D4D4F"/>
                </a:solidFill>
                <a:latin typeface="Arial MT"/>
                <a:cs typeface="Arial MT"/>
              </a:rPr>
              <a:t>incentivization </a:t>
            </a:r>
            <a:r>
              <a:rPr sz="800" spc="-210">
                <a:solidFill>
                  <a:srgbClr val="4D4D4F"/>
                </a:solidFill>
                <a:latin typeface="Arial MT"/>
                <a:cs typeface="Arial MT"/>
              </a:rPr>
              <a:t> </a:t>
            </a:r>
            <a:r>
              <a:rPr sz="800" spc="-10">
                <a:solidFill>
                  <a:srgbClr val="4D4D4F"/>
                </a:solidFill>
                <a:latin typeface="Arial MT"/>
                <a:cs typeface="Arial MT"/>
              </a:rPr>
              <a:t>or</a:t>
            </a:r>
            <a:r>
              <a:rPr sz="800" spc="-5">
                <a:solidFill>
                  <a:srgbClr val="4D4D4F"/>
                </a:solidFill>
                <a:latin typeface="Arial MT"/>
                <a:cs typeface="Arial MT"/>
              </a:rPr>
              <a:t> </a:t>
            </a:r>
            <a:r>
              <a:rPr sz="800" spc="-20">
                <a:solidFill>
                  <a:srgbClr val="4D4D4F"/>
                </a:solidFill>
                <a:latin typeface="Arial MT"/>
                <a:cs typeface="Arial MT"/>
              </a:rPr>
              <a:t>regulation</a:t>
            </a:r>
            <a:endParaRPr sz="800">
              <a:latin typeface="Arial MT"/>
              <a:cs typeface="Arial MT"/>
            </a:endParaRPr>
          </a:p>
        </p:txBody>
      </p:sp>
      <p:sp>
        <p:nvSpPr>
          <p:cNvPr id="136" name="object 23">
            <a:extLst>
              <a:ext uri="{FF2B5EF4-FFF2-40B4-BE49-F238E27FC236}">
                <a16:creationId xmlns:a16="http://schemas.microsoft.com/office/drawing/2014/main" id="{DA322559-6B2A-FB4F-AE42-3E69F7E4EF59}"/>
              </a:ext>
            </a:extLst>
          </p:cNvPr>
          <p:cNvSpPr txBox="1"/>
          <p:nvPr/>
        </p:nvSpPr>
        <p:spPr>
          <a:xfrm>
            <a:off x="658877" y="3163102"/>
            <a:ext cx="841375" cy="177800"/>
          </a:xfrm>
          <a:prstGeom prst="rect">
            <a:avLst/>
          </a:prstGeom>
        </p:spPr>
        <p:txBody>
          <a:bodyPr vert="horz" wrap="square" lIns="0" tIns="12700" rIns="0" bIns="0" rtlCol="0">
            <a:spAutoFit/>
          </a:bodyPr>
          <a:lstStyle/>
          <a:p>
            <a:pPr>
              <a:lnSpc>
                <a:spcPct val="100000"/>
              </a:lnSpc>
              <a:spcBef>
                <a:spcPts val="100"/>
              </a:spcBef>
            </a:pPr>
            <a:r>
              <a:rPr sz="1000" spc="10">
                <a:solidFill>
                  <a:srgbClr val="4D4D4F"/>
                </a:solidFill>
                <a:latin typeface="Arial MT"/>
                <a:cs typeface="Arial MT"/>
              </a:rPr>
              <a:t>Delivery</a:t>
            </a:r>
            <a:r>
              <a:rPr sz="1000" spc="-50">
                <a:solidFill>
                  <a:srgbClr val="4D4D4F"/>
                </a:solidFill>
                <a:latin typeface="Arial MT"/>
                <a:cs typeface="Arial MT"/>
              </a:rPr>
              <a:t> </a:t>
            </a:r>
            <a:r>
              <a:rPr sz="1000" spc="25">
                <a:solidFill>
                  <a:srgbClr val="4D4D4F"/>
                </a:solidFill>
                <a:latin typeface="Arial MT"/>
                <a:cs typeface="Arial MT"/>
              </a:rPr>
              <a:t>types</a:t>
            </a:r>
            <a:endParaRPr sz="1000">
              <a:latin typeface="Arial MT"/>
              <a:cs typeface="Arial MT"/>
            </a:endParaRPr>
          </a:p>
        </p:txBody>
      </p:sp>
      <p:sp>
        <p:nvSpPr>
          <p:cNvPr id="137" name="object 24">
            <a:extLst>
              <a:ext uri="{FF2B5EF4-FFF2-40B4-BE49-F238E27FC236}">
                <a16:creationId xmlns:a16="http://schemas.microsoft.com/office/drawing/2014/main" id="{BE4AC3D2-7EFB-ED42-980F-D120420EA145}"/>
              </a:ext>
            </a:extLst>
          </p:cNvPr>
          <p:cNvSpPr txBox="1"/>
          <p:nvPr/>
        </p:nvSpPr>
        <p:spPr>
          <a:xfrm>
            <a:off x="658877" y="4082455"/>
            <a:ext cx="549275" cy="330200"/>
          </a:xfrm>
          <a:prstGeom prst="rect">
            <a:avLst/>
          </a:prstGeom>
        </p:spPr>
        <p:txBody>
          <a:bodyPr vert="horz" wrap="square" lIns="0" tIns="12700" rIns="0" bIns="0" rtlCol="0">
            <a:spAutoFit/>
          </a:bodyPr>
          <a:lstStyle/>
          <a:p>
            <a:pPr marR="5080">
              <a:lnSpc>
                <a:spcPct val="100000"/>
              </a:lnSpc>
              <a:spcBef>
                <a:spcPts val="100"/>
              </a:spcBef>
            </a:pPr>
            <a:r>
              <a:rPr sz="1000" spc="30">
                <a:solidFill>
                  <a:srgbClr val="4D4D4F"/>
                </a:solidFill>
                <a:latin typeface="Arial MT"/>
                <a:cs typeface="Arial MT"/>
              </a:rPr>
              <a:t>Adoption  </a:t>
            </a:r>
            <a:r>
              <a:rPr sz="1000" spc="20">
                <a:solidFill>
                  <a:srgbClr val="4D4D4F"/>
                </a:solidFill>
                <a:latin typeface="Arial MT"/>
                <a:cs typeface="Arial MT"/>
              </a:rPr>
              <a:t>scenario</a:t>
            </a:r>
            <a:endParaRPr sz="1000">
              <a:latin typeface="Arial MT"/>
              <a:cs typeface="Arial MT"/>
            </a:endParaRPr>
          </a:p>
        </p:txBody>
      </p:sp>
      <p:grpSp>
        <p:nvGrpSpPr>
          <p:cNvPr id="138" name="object 25">
            <a:extLst>
              <a:ext uri="{FF2B5EF4-FFF2-40B4-BE49-F238E27FC236}">
                <a16:creationId xmlns:a16="http://schemas.microsoft.com/office/drawing/2014/main" id="{7BC2A5F0-15B7-FA47-8D9A-59D5D15B1856}"/>
              </a:ext>
            </a:extLst>
          </p:cNvPr>
          <p:cNvGrpSpPr/>
          <p:nvPr/>
        </p:nvGrpSpPr>
        <p:grpSpPr>
          <a:xfrm>
            <a:off x="658874" y="1459334"/>
            <a:ext cx="6462449" cy="3291840"/>
            <a:chOff x="638996" y="6192303"/>
            <a:chExt cx="6462449" cy="3291840"/>
          </a:xfrm>
        </p:grpSpPr>
        <p:sp>
          <p:nvSpPr>
            <p:cNvPr id="139" name="object 26">
              <a:extLst>
                <a:ext uri="{FF2B5EF4-FFF2-40B4-BE49-F238E27FC236}">
                  <a16:creationId xmlns:a16="http://schemas.microsoft.com/office/drawing/2014/main" id="{B5C74698-67E1-1C41-8CBD-FAEE0D6C4BE9}"/>
                </a:ext>
              </a:extLst>
            </p:cNvPr>
            <p:cNvSpPr/>
            <p:nvPr/>
          </p:nvSpPr>
          <p:spPr>
            <a:xfrm>
              <a:off x="638996" y="8489015"/>
              <a:ext cx="3573779" cy="0"/>
            </a:xfrm>
            <a:custGeom>
              <a:avLst/>
              <a:gdLst/>
              <a:ahLst/>
              <a:cxnLst/>
              <a:rect l="l" t="t" r="r" b="b"/>
              <a:pathLst>
                <a:path w="3573779">
                  <a:moveTo>
                    <a:pt x="3573170" y="0"/>
                  </a:moveTo>
                  <a:lnTo>
                    <a:pt x="0" y="0"/>
                  </a:lnTo>
                </a:path>
              </a:pathLst>
            </a:custGeom>
            <a:ln w="6350">
              <a:solidFill>
                <a:srgbClr val="939598"/>
              </a:solidFill>
            </a:ln>
          </p:spPr>
          <p:txBody>
            <a:bodyPr wrap="square" lIns="0" tIns="0" rIns="0" bIns="0" rtlCol="0"/>
            <a:lstStyle/>
            <a:p>
              <a:endParaRPr/>
            </a:p>
          </p:txBody>
        </p:sp>
        <p:sp>
          <p:nvSpPr>
            <p:cNvPr id="140" name="object 27">
              <a:extLst>
                <a:ext uri="{FF2B5EF4-FFF2-40B4-BE49-F238E27FC236}">
                  <a16:creationId xmlns:a16="http://schemas.microsoft.com/office/drawing/2014/main" id="{76457AF0-FE22-1A49-966E-96206F896FA6}"/>
                </a:ext>
              </a:extLst>
            </p:cNvPr>
            <p:cNvSpPr/>
            <p:nvPr/>
          </p:nvSpPr>
          <p:spPr>
            <a:xfrm>
              <a:off x="4374755" y="6872909"/>
              <a:ext cx="2726690" cy="0"/>
            </a:xfrm>
            <a:custGeom>
              <a:avLst/>
              <a:gdLst/>
              <a:ahLst/>
              <a:cxnLst/>
              <a:rect l="l" t="t" r="r" b="b"/>
              <a:pathLst>
                <a:path w="2726690">
                  <a:moveTo>
                    <a:pt x="2726245" y="0"/>
                  </a:moveTo>
                  <a:lnTo>
                    <a:pt x="0" y="0"/>
                  </a:lnTo>
                </a:path>
              </a:pathLst>
            </a:custGeom>
            <a:ln w="6350">
              <a:solidFill>
                <a:srgbClr val="939598"/>
              </a:solidFill>
            </a:ln>
          </p:spPr>
          <p:txBody>
            <a:bodyPr wrap="square" lIns="0" tIns="0" rIns="0" bIns="0" rtlCol="0"/>
            <a:lstStyle/>
            <a:p>
              <a:endParaRPr/>
            </a:p>
          </p:txBody>
        </p:sp>
        <p:sp>
          <p:nvSpPr>
            <p:cNvPr id="141" name="object 28">
              <a:extLst>
                <a:ext uri="{FF2B5EF4-FFF2-40B4-BE49-F238E27FC236}">
                  <a16:creationId xmlns:a16="http://schemas.microsoft.com/office/drawing/2014/main" id="{731DBD57-3B68-174F-91F3-8BEAC7A04A16}"/>
                </a:ext>
              </a:extLst>
            </p:cNvPr>
            <p:cNvSpPr/>
            <p:nvPr/>
          </p:nvSpPr>
          <p:spPr>
            <a:xfrm>
              <a:off x="4374755" y="8004242"/>
              <a:ext cx="2726690" cy="0"/>
            </a:xfrm>
            <a:custGeom>
              <a:avLst/>
              <a:gdLst/>
              <a:ahLst/>
              <a:cxnLst/>
              <a:rect l="l" t="t" r="r" b="b"/>
              <a:pathLst>
                <a:path w="2726690">
                  <a:moveTo>
                    <a:pt x="2726245" y="0"/>
                  </a:moveTo>
                  <a:lnTo>
                    <a:pt x="0" y="0"/>
                  </a:lnTo>
                </a:path>
              </a:pathLst>
            </a:custGeom>
            <a:ln w="6350">
              <a:solidFill>
                <a:srgbClr val="939598"/>
              </a:solidFill>
            </a:ln>
          </p:spPr>
          <p:txBody>
            <a:bodyPr wrap="square" lIns="0" tIns="0" rIns="0" bIns="0" rtlCol="0"/>
            <a:lstStyle/>
            <a:p>
              <a:endParaRPr/>
            </a:p>
          </p:txBody>
        </p:sp>
        <p:sp>
          <p:nvSpPr>
            <p:cNvPr id="142" name="object 29">
              <a:extLst>
                <a:ext uri="{FF2B5EF4-FFF2-40B4-BE49-F238E27FC236}">
                  <a16:creationId xmlns:a16="http://schemas.microsoft.com/office/drawing/2014/main" id="{A4460FC9-6C07-B844-8FAD-10AC77890B14}"/>
                </a:ext>
              </a:extLst>
            </p:cNvPr>
            <p:cNvSpPr/>
            <p:nvPr/>
          </p:nvSpPr>
          <p:spPr>
            <a:xfrm>
              <a:off x="4293458" y="6192303"/>
              <a:ext cx="0" cy="3291840"/>
            </a:xfrm>
            <a:custGeom>
              <a:avLst/>
              <a:gdLst/>
              <a:ahLst/>
              <a:cxnLst/>
              <a:rect l="l" t="t" r="r" b="b"/>
              <a:pathLst>
                <a:path h="3291840">
                  <a:moveTo>
                    <a:pt x="0" y="0"/>
                  </a:moveTo>
                  <a:lnTo>
                    <a:pt x="0" y="3291459"/>
                  </a:lnTo>
                </a:path>
              </a:pathLst>
            </a:custGeom>
            <a:ln w="6350">
              <a:solidFill>
                <a:srgbClr val="939598"/>
              </a:solidFill>
            </a:ln>
          </p:spPr>
          <p:txBody>
            <a:bodyPr wrap="square" lIns="0" tIns="0" rIns="0" bIns="0" rtlCol="0"/>
            <a:lstStyle/>
            <a:p>
              <a:endParaRPr/>
            </a:p>
          </p:txBody>
        </p:sp>
        <p:sp>
          <p:nvSpPr>
            <p:cNvPr id="143" name="object 30">
              <a:extLst>
                <a:ext uri="{FF2B5EF4-FFF2-40B4-BE49-F238E27FC236}">
                  <a16:creationId xmlns:a16="http://schemas.microsoft.com/office/drawing/2014/main" id="{291CB7FF-8B2E-3F47-B8F8-3051A34315F7}"/>
                </a:ext>
              </a:extLst>
            </p:cNvPr>
            <p:cNvSpPr/>
            <p:nvPr/>
          </p:nvSpPr>
          <p:spPr>
            <a:xfrm>
              <a:off x="5221770" y="6590555"/>
              <a:ext cx="302260" cy="172720"/>
            </a:xfrm>
            <a:custGeom>
              <a:avLst/>
              <a:gdLst/>
              <a:ahLst/>
              <a:cxnLst/>
              <a:rect l="l" t="t" r="r" b="b"/>
              <a:pathLst>
                <a:path w="302260" h="172720">
                  <a:moveTo>
                    <a:pt x="235305" y="172326"/>
                  </a:moveTo>
                  <a:lnTo>
                    <a:pt x="261167" y="167101"/>
                  </a:lnTo>
                  <a:lnTo>
                    <a:pt x="282265" y="152860"/>
                  </a:lnTo>
                  <a:lnTo>
                    <a:pt x="296479" y="131756"/>
                  </a:lnTo>
                  <a:lnTo>
                    <a:pt x="301688" y="105943"/>
                  </a:lnTo>
                  <a:lnTo>
                    <a:pt x="296479" y="80129"/>
                  </a:lnTo>
                  <a:lnTo>
                    <a:pt x="282265" y="59026"/>
                  </a:lnTo>
                  <a:lnTo>
                    <a:pt x="261167" y="44785"/>
                  </a:lnTo>
                  <a:lnTo>
                    <a:pt x="235305" y="39560"/>
                  </a:lnTo>
                  <a:lnTo>
                    <a:pt x="231330" y="39560"/>
                  </a:lnTo>
                  <a:lnTo>
                    <a:pt x="227457" y="39903"/>
                  </a:lnTo>
                  <a:lnTo>
                    <a:pt x="223710" y="40589"/>
                  </a:lnTo>
                  <a:lnTo>
                    <a:pt x="210257" y="23933"/>
                  </a:lnTo>
                  <a:lnTo>
                    <a:pt x="193098" y="11126"/>
                  </a:lnTo>
                  <a:lnTo>
                    <a:pt x="172998" y="2904"/>
                  </a:lnTo>
                  <a:lnTo>
                    <a:pt x="150723" y="0"/>
                  </a:lnTo>
                  <a:lnTo>
                    <a:pt x="117218" y="6766"/>
                  </a:lnTo>
                  <a:lnTo>
                    <a:pt x="89828" y="25225"/>
                  </a:lnTo>
                  <a:lnTo>
                    <a:pt x="71347" y="52613"/>
                  </a:lnTo>
                  <a:lnTo>
                    <a:pt x="64566" y="86169"/>
                  </a:lnTo>
                  <a:lnTo>
                    <a:pt x="64566" y="88214"/>
                  </a:lnTo>
                  <a:lnTo>
                    <a:pt x="64681" y="90144"/>
                  </a:lnTo>
                  <a:lnTo>
                    <a:pt x="64909" y="92189"/>
                  </a:lnTo>
                  <a:lnTo>
                    <a:pt x="58547" y="88328"/>
                  </a:lnTo>
                  <a:lnTo>
                    <a:pt x="51041" y="86169"/>
                  </a:lnTo>
                  <a:lnTo>
                    <a:pt x="43078" y="86169"/>
                  </a:lnTo>
                  <a:lnTo>
                    <a:pt x="26322" y="89544"/>
                  </a:lnTo>
                  <a:lnTo>
                    <a:pt x="12628" y="98759"/>
                  </a:lnTo>
                  <a:lnTo>
                    <a:pt x="3389" y="112449"/>
                  </a:lnTo>
                  <a:lnTo>
                    <a:pt x="0" y="129247"/>
                  </a:lnTo>
                  <a:lnTo>
                    <a:pt x="3389" y="146003"/>
                  </a:lnTo>
                  <a:lnTo>
                    <a:pt x="12628" y="159697"/>
                  </a:lnTo>
                  <a:lnTo>
                    <a:pt x="26322" y="168936"/>
                  </a:lnTo>
                  <a:lnTo>
                    <a:pt x="43078" y="172326"/>
                  </a:lnTo>
                  <a:lnTo>
                    <a:pt x="235305" y="172326"/>
                  </a:lnTo>
                  <a:close/>
                </a:path>
              </a:pathLst>
            </a:custGeom>
            <a:ln w="12700">
              <a:solidFill>
                <a:srgbClr val="00539B"/>
              </a:solidFill>
            </a:ln>
          </p:spPr>
          <p:txBody>
            <a:bodyPr wrap="square" lIns="0" tIns="0" rIns="0" bIns="0" rtlCol="0"/>
            <a:lstStyle/>
            <a:p>
              <a:endParaRPr/>
            </a:p>
          </p:txBody>
        </p:sp>
        <p:pic>
          <p:nvPicPr>
            <p:cNvPr id="145" name="object 31">
              <a:extLst>
                <a:ext uri="{FF2B5EF4-FFF2-40B4-BE49-F238E27FC236}">
                  <a16:creationId xmlns:a16="http://schemas.microsoft.com/office/drawing/2014/main" id="{7A088261-BD0E-2E41-B6D1-84880954C458}"/>
                </a:ext>
              </a:extLst>
            </p:cNvPr>
            <p:cNvPicPr/>
            <p:nvPr/>
          </p:nvPicPr>
          <p:blipFill>
            <a:blip r:embed="rId2" cstate="print"/>
            <a:stretch>
              <a:fillRect/>
            </a:stretch>
          </p:blipFill>
          <p:spPr>
            <a:xfrm>
              <a:off x="5217407" y="6916098"/>
              <a:ext cx="314722" cy="312380"/>
            </a:xfrm>
            <a:prstGeom prst="rect">
              <a:avLst/>
            </a:prstGeom>
          </p:spPr>
        </p:pic>
        <p:pic>
          <p:nvPicPr>
            <p:cNvPr id="146" name="object 32">
              <a:extLst>
                <a:ext uri="{FF2B5EF4-FFF2-40B4-BE49-F238E27FC236}">
                  <a16:creationId xmlns:a16="http://schemas.microsoft.com/office/drawing/2014/main" id="{7D3C2544-C2F4-AC4C-83ED-C9991B724B57}"/>
                </a:ext>
              </a:extLst>
            </p:cNvPr>
            <p:cNvPicPr/>
            <p:nvPr/>
          </p:nvPicPr>
          <p:blipFill>
            <a:blip r:embed="rId3" cstate="print"/>
            <a:stretch>
              <a:fillRect/>
            </a:stretch>
          </p:blipFill>
          <p:spPr>
            <a:xfrm>
              <a:off x="5247659" y="7280487"/>
              <a:ext cx="249911" cy="313499"/>
            </a:xfrm>
            <a:prstGeom prst="rect">
              <a:avLst/>
            </a:prstGeom>
          </p:spPr>
        </p:pic>
        <p:pic>
          <p:nvPicPr>
            <p:cNvPr id="147" name="object 33">
              <a:extLst>
                <a:ext uri="{FF2B5EF4-FFF2-40B4-BE49-F238E27FC236}">
                  <a16:creationId xmlns:a16="http://schemas.microsoft.com/office/drawing/2014/main" id="{1214B921-493F-FD49-9C35-DF13867AE260}"/>
                </a:ext>
              </a:extLst>
            </p:cNvPr>
            <p:cNvPicPr/>
            <p:nvPr/>
          </p:nvPicPr>
          <p:blipFill>
            <a:blip r:embed="rId4" cstate="print"/>
            <a:stretch>
              <a:fillRect/>
            </a:stretch>
          </p:blipFill>
          <p:spPr>
            <a:xfrm>
              <a:off x="5200786" y="7701793"/>
              <a:ext cx="345197" cy="200215"/>
            </a:xfrm>
            <a:prstGeom prst="rect">
              <a:avLst/>
            </a:prstGeom>
          </p:spPr>
        </p:pic>
        <p:pic>
          <p:nvPicPr>
            <p:cNvPr id="148" name="object 34">
              <a:extLst>
                <a:ext uri="{FF2B5EF4-FFF2-40B4-BE49-F238E27FC236}">
                  <a16:creationId xmlns:a16="http://schemas.microsoft.com/office/drawing/2014/main" id="{E52AF836-0FA5-AA4C-BFAC-A5DC024D7D14}"/>
                </a:ext>
              </a:extLst>
            </p:cNvPr>
            <p:cNvPicPr/>
            <p:nvPr/>
          </p:nvPicPr>
          <p:blipFill>
            <a:blip r:embed="rId5" cstate="print"/>
            <a:stretch>
              <a:fillRect/>
            </a:stretch>
          </p:blipFill>
          <p:spPr>
            <a:xfrm>
              <a:off x="5227215" y="8106353"/>
              <a:ext cx="290799" cy="195005"/>
            </a:xfrm>
            <a:prstGeom prst="rect">
              <a:avLst/>
            </a:prstGeom>
          </p:spPr>
        </p:pic>
        <p:pic>
          <p:nvPicPr>
            <p:cNvPr id="149" name="object 35">
              <a:extLst>
                <a:ext uri="{FF2B5EF4-FFF2-40B4-BE49-F238E27FC236}">
                  <a16:creationId xmlns:a16="http://schemas.microsoft.com/office/drawing/2014/main" id="{46685B9C-1101-EF4A-BD7D-DCC87090BEDA}"/>
                </a:ext>
              </a:extLst>
            </p:cNvPr>
            <p:cNvPicPr/>
            <p:nvPr/>
          </p:nvPicPr>
          <p:blipFill>
            <a:blip r:embed="rId6" cstate="print"/>
            <a:stretch>
              <a:fillRect/>
            </a:stretch>
          </p:blipFill>
          <p:spPr>
            <a:xfrm>
              <a:off x="5223082" y="8458573"/>
              <a:ext cx="299065" cy="221576"/>
            </a:xfrm>
            <a:prstGeom prst="rect">
              <a:avLst/>
            </a:prstGeom>
          </p:spPr>
        </p:pic>
        <p:pic>
          <p:nvPicPr>
            <p:cNvPr id="150" name="object 36">
              <a:extLst>
                <a:ext uri="{FF2B5EF4-FFF2-40B4-BE49-F238E27FC236}">
                  <a16:creationId xmlns:a16="http://schemas.microsoft.com/office/drawing/2014/main" id="{79F8F8AD-C54D-3D43-B2F3-0F7DCF195A70}"/>
                </a:ext>
              </a:extLst>
            </p:cNvPr>
            <p:cNvPicPr/>
            <p:nvPr/>
          </p:nvPicPr>
          <p:blipFill>
            <a:blip r:embed="rId7" cstate="print"/>
            <a:stretch>
              <a:fillRect/>
            </a:stretch>
          </p:blipFill>
          <p:spPr>
            <a:xfrm>
              <a:off x="5230021" y="8779985"/>
              <a:ext cx="286123" cy="314319"/>
            </a:xfrm>
            <a:prstGeom prst="rect">
              <a:avLst/>
            </a:prstGeom>
          </p:spPr>
        </p:pic>
        <p:pic>
          <p:nvPicPr>
            <p:cNvPr id="151" name="object 37">
              <a:extLst>
                <a:ext uri="{FF2B5EF4-FFF2-40B4-BE49-F238E27FC236}">
                  <a16:creationId xmlns:a16="http://schemas.microsoft.com/office/drawing/2014/main" id="{0D2C94A2-208C-F847-8C78-7A05092FB551}"/>
                </a:ext>
              </a:extLst>
            </p:cNvPr>
            <p:cNvPicPr/>
            <p:nvPr/>
          </p:nvPicPr>
          <p:blipFill>
            <a:blip r:embed="rId8" cstate="print"/>
            <a:stretch>
              <a:fillRect/>
            </a:stretch>
          </p:blipFill>
          <p:spPr>
            <a:xfrm>
              <a:off x="5299441" y="9149335"/>
              <a:ext cx="150876" cy="303349"/>
            </a:xfrm>
            <a:prstGeom prst="rect">
              <a:avLst/>
            </a:prstGeom>
          </p:spPr>
        </p:pic>
      </p:grpSp>
      <p:sp>
        <p:nvSpPr>
          <p:cNvPr id="152" name="object 38">
            <a:extLst>
              <a:ext uri="{FF2B5EF4-FFF2-40B4-BE49-F238E27FC236}">
                <a16:creationId xmlns:a16="http://schemas.microsoft.com/office/drawing/2014/main" id="{9FB92344-AF19-D049-BCF7-F6FA3A90221C}"/>
              </a:ext>
            </a:extLst>
          </p:cNvPr>
          <p:cNvSpPr txBox="1"/>
          <p:nvPr/>
        </p:nvSpPr>
        <p:spPr>
          <a:xfrm>
            <a:off x="658878" y="4908654"/>
            <a:ext cx="3904615" cy="238760"/>
          </a:xfrm>
          <a:prstGeom prst="rect">
            <a:avLst/>
          </a:prstGeom>
        </p:spPr>
        <p:txBody>
          <a:bodyPr vert="horz" wrap="square" lIns="0" tIns="12700" rIns="0" bIns="0" rtlCol="0">
            <a:spAutoFit/>
          </a:bodyPr>
          <a:lstStyle/>
          <a:p>
            <a:pPr>
              <a:lnSpc>
                <a:spcPct val="100000"/>
              </a:lnSpc>
              <a:spcBef>
                <a:spcPts val="100"/>
              </a:spcBef>
            </a:pPr>
            <a:r>
              <a:rPr sz="700" spc="-30">
                <a:solidFill>
                  <a:srgbClr val="4D4D4F"/>
                </a:solidFill>
                <a:latin typeface="Arial MT"/>
                <a:cs typeface="Arial MT"/>
              </a:rPr>
              <a:t>*</a:t>
            </a:r>
            <a:r>
              <a:rPr sz="700" spc="-5">
                <a:solidFill>
                  <a:srgbClr val="4D4D4F"/>
                </a:solidFill>
                <a:latin typeface="Arial MT"/>
                <a:cs typeface="Arial MT"/>
              </a:rPr>
              <a:t> </a:t>
            </a:r>
            <a:r>
              <a:rPr sz="700" spc="-15">
                <a:solidFill>
                  <a:srgbClr val="4D4D4F"/>
                </a:solidFill>
                <a:latin typeface="Arial MT"/>
                <a:cs typeface="Arial MT"/>
              </a:rPr>
              <a:t>Archetypes</a:t>
            </a:r>
            <a:r>
              <a:rPr sz="700">
                <a:solidFill>
                  <a:srgbClr val="4D4D4F"/>
                </a:solidFill>
                <a:latin typeface="Arial MT"/>
                <a:cs typeface="Arial MT"/>
              </a:rPr>
              <a:t> </a:t>
            </a:r>
            <a:r>
              <a:rPr sz="700" spc="-10">
                <a:solidFill>
                  <a:srgbClr val="4D4D4F"/>
                </a:solidFill>
                <a:latin typeface="Arial MT"/>
                <a:cs typeface="Arial MT"/>
              </a:rPr>
              <a:t>based</a:t>
            </a:r>
            <a:r>
              <a:rPr sz="700">
                <a:solidFill>
                  <a:srgbClr val="4D4D4F"/>
                </a:solidFill>
                <a:latin typeface="Arial MT"/>
                <a:cs typeface="Arial MT"/>
              </a:rPr>
              <a:t> </a:t>
            </a:r>
            <a:r>
              <a:rPr sz="700" spc="-10">
                <a:solidFill>
                  <a:srgbClr val="4D4D4F"/>
                </a:solidFill>
                <a:latin typeface="Arial MT"/>
                <a:cs typeface="Arial MT"/>
              </a:rPr>
              <a:t>on</a:t>
            </a:r>
            <a:r>
              <a:rPr sz="700">
                <a:solidFill>
                  <a:srgbClr val="4D4D4F"/>
                </a:solidFill>
                <a:latin typeface="Arial MT"/>
                <a:cs typeface="Arial MT"/>
              </a:rPr>
              <a:t> </a:t>
            </a:r>
            <a:r>
              <a:rPr sz="700" spc="-20">
                <a:solidFill>
                  <a:srgbClr val="4D4D4F"/>
                </a:solidFill>
                <a:latin typeface="Arial MT"/>
                <a:cs typeface="Arial MT"/>
              </a:rPr>
              <a:t>real-life</a:t>
            </a:r>
            <a:r>
              <a:rPr sz="700">
                <a:solidFill>
                  <a:srgbClr val="4D4D4F"/>
                </a:solidFill>
                <a:latin typeface="Arial MT"/>
                <a:cs typeface="Arial MT"/>
              </a:rPr>
              <a:t> </a:t>
            </a:r>
            <a:r>
              <a:rPr sz="700" spc="-10">
                <a:solidFill>
                  <a:srgbClr val="4D4D4F"/>
                </a:solidFill>
                <a:latin typeface="Arial MT"/>
                <a:cs typeface="Arial MT"/>
              </a:rPr>
              <a:t>city</a:t>
            </a:r>
            <a:r>
              <a:rPr sz="700">
                <a:solidFill>
                  <a:srgbClr val="4D4D4F"/>
                </a:solidFill>
                <a:latin typeface="Arial MT"/>
                <a:cs typeface="Arial MT"/>
              </a:rPr>
              <a:t> </a:t>
            </a:r>
            <a:r>
              <a:rPr sz="700" spc="-10">
                <a:solidFill>
                  <a:srgbClr val="4D4D4F"/>
                </a:solidFill>
                <a:latin typeface="Arial MT"/>
                <a:cs typeface="Arial MT"/>
              </a:rPr>
              <a:t>data;</a:t>
            </a:r>
            <a:endParaRPr sz="700">
              <a:latin typeface="Arial MT"/>
              <a:cs typeface="Arial MT"/>
            </a:endParaRPr>
          </a:p>
          <a:p>
            <a:pPr>
              <a:lnSpc>
                <a:spcPct val="100000"/>
              </a:lnSpc>
            </a:pPr>
            <a:r>
              <a:rPr sz="700" spc="-30">
                <a:solidFill>
                  <a:srgbClr val="4D4D4F"/>
                </a:solidFill>
                <a:latin typeface="Arial MT"/>
                <a:cs typeface="Arial MT"/>
              </a:rPr>
              <a:t>**</a:t>
            </a:r>
            <a:r>
              <a:rPr sz="700">
                <a:solidFill>
                  <a:srgbClr val="4D4D4F"/>
                </a:solidFill>
                <a:latin typeface="Arial MT"/>
                <a:cs typeface="Arial MT"/>
              </a:rPr>
              <a:t> </a:t>
            </a:r>
            <a:r>
              <a:rPr sz="700" spc="-15">
                <a:solidFill>
                  <a:srgbClr val="4D4D4F"/>
                </a:solidFill>
                <a:latin typeface="Arial MT"/>
                <a:cs typeface="Arial MT"/>
              </a:rPr>
              <a:t>Enhanced</a:t>
            </a:r>
            <a:r>
              <a:rPr sz="700" spc="5">
                <a:solidFill>
                  <a:srgbClr val="4D4D4F"/>
                </a:solidFill>
                <a:latin typeface="Arial MT"/>
                <a:cs typeface="Arial MT"/>
              </a:rPr>
              <a:t> </a:t>
            </a:r>
            <a:r>
              <a:rPr sz="700" spc="-5">
                <a:solidFill>
                  <a:srgbClr val="4D4D4F"/>
                </a:solidFill>
                <a:latin typeface="Arial MT"/>
                <a:cs typeface="Arial MT"/>
              </a:rPr>
              <a:t>customer</a:t>
            </a:r>
            <a:r>
              <a:rPr sz="700" spc="5">
                <a:solidFill>
                  <a:srgbClr val="4D4D4F"/>
                </a:solidFill>
                <a:latin typeface="Arial MT"/>
                <a:cs typeface="Arial MT"/>
              </a:rPr>
              <a:t> </a:t>
            </a:r>
            <a:r>
              <a:rPr sz="700" spc="-15">
                <a:solidFill>
                  <a:srgbClr val="4D4D4F"/>
                </a:solidFill>
                <a:latin typeface="Arial MT"/>
                <a:cs typeface="Arial MT"/>
              </a:rPr>
              <a:t>convenience</a:t>
            </a:r>
            <a:r>
              <a:rPr sz="700">
                <a:solidFill>
                  <a:srgbClr val="4D4D4F"/>
                </a:solidFill>
                <a:latin typeface="Arial MT"/>
                <a:cs typeface="Arial MT"/>
              </a:rPr>
              <a:t> </a:t>
            </a:r>
            <a:r>
              <a:rPr sz="700" spc="-10">
                <a:solidFill>
                  <a:srgbClr val="4D4D4F"/>
                </a:solidFill>
                <a:latin typeface="Arial MT"/>
                <a:cs typeface="Arial MT"/>
              </a:rPr>
              <a:t>through</a:t>
            </a:r>
            <a:r>
              <a:rPr sz="700" spc="5">
                <a:solidFill>
                  <a:srgbClr val="4D4D4F"/>
                </a:solidFill>
                <a:latin typeface="Arial MT"/>
                <a:cs typeface="Arial MT"/>
              </a:rPr>
              <a:t> </a:t>
            </a:r>
            <a:r>
              <a:rPr sz="700" spc="-15">
                <a:solidFill>
                  <a:srgbClr val="4D4D4F"/>
                </a:solidFill>
                <a:latin typeface="Arial MT"/>
                <a:cs typeface="Arial MT"/>
              </a:rPr>
              <a:t>enhanced</a:t>
            </a:r>
            <a:r>
              <a:rPr sz="700" spc="5">
                <a:solidFill>
                  <a:srgbClr val="4D4D4F"/>
                </a:solidFill>
                <a:latin typeface="Arial MT"/>
                <a:cs typeface="Arial MT"/>
              </a:rPr>
              <a:t> </a:t>
            </a:r>
            <a:r>
              <a:rPr sz="700" spc="-10">
                <a:solidFill>
                  <a:srgbClr val="4D4D4F"/>
                </a:solidFill>
                <a:latin typeface="Arial MT"/>
                <a:cs typeface="Arial MT"/>
              </a:rPr>
              <a:t>timing,</a:t>
            </a:r>
            <a:r>
              <a:rPr sz="700" spc="5">
                <a:solidFill>
                  <a:srgbClr val="4D4D4F"/>
                </a:solidFill>
                <a:latin typeface="Arial MT"/>
                <a:cs typeface="Arial MT"/>
              </a:rPr>
              <a:t> </a:t>
            </a:r>
            <a:r>
              <a:rPr sz="700" spc="-15">
                <a:solidFill>
                  <a:srgbClr val="4D4D4F"/>
                </a:solidFill>
                <a:latin typeface="Arial MT"/>
                <a:cs typeface="Arial MT"/>
              </a:rPr>
              <a:t>quality</a:t>
            </a:r>
            <a:r>
              <a:rPr sz="700">
                <a:solidFill>
                  <a:srgbClr val="4D4D4F"/>
                </a:solidFill>
                <a:latin typeface="Arial MT"/>
                <a:cs typeface="Arial MT"/>
              </a:rPr>
              <a:t> </a:t>
            </a:r>
            <a:r>
              <a:rPr sz="700" spc="-10">
                <a:solidFill>
                  <a:srgbClr val="4D4D4F"/>
                </a:solidFill>
                <a:latin typeface="Arial MT"/>
                <a:cs typeface="Arial MT"/>
              </a:rPr>
              <a:t>of</a:t>
            </a:r>
            <a:r>
              <a:rPr sz="700" spc="5">
                <a:solidFill>
                  <a:srgbClr val="4D4D4F"/>
                </a:solidFill>
                <a:latin typeface="Arial MT"/>
                <a:cs typeface="Arial MT"/>
              </a:rPr>
              <a:t> </a:t>
            </a:r>
            <a:r>
              <a:rPr sz="700" spc="-20">
                <a:solidFill>
                  <a:srgbClr val="4D4D4F"/>
                </a:solidFill>
                <a:latin typeface="Arial MT"/>
                <a:cs typeface="Arial MT"/>
              </a:rPr>
              <a:t>delivery</a:t>
            </a:r>
            <a:r>
              <a:rPr sz="700" spc="5">
                <a:solidFill>
                  <a:srgbClr val="4D4D4F"/>
                </a:solidFill>
                <a:latin typeface="Arial MT"/>
                <a:cs typeface="Arial MT"/>
              </a:rPr>
              <a:t> </a:t>
            </a:r>
            <a:r>
              <a:rPr sz="700" spc="-10">
                <a:solidFill>
                  <a:srgbClr val="4D4D4F"/>
                </a:solidFill>
                <a:latin typeface="Arial MT"/>
                <a:cs typeface="Arial MT"/>
              </a:rPr>
              <a:t>and</a:t>
            </a:r>
            <a:r>
              <a:rPr sz="700" spc="5">
                <a:solidFill>
                  <a:srgbClr val="4D4D4F"/>
                </a:solidFill>
                <a:latin typeface="Arial MT"/>
                <a:cs typeface="Arial MT"/>
              </a:rPr>
              <a:t> </a:t>
            </a:r>
            <a:r>
              <a:rPr sz="700" spc="-10">
                <a:solidFill>
                  <a:srgbClr val="4D4D4F"/>
                </a:solidFill>
                <a:latin typeface="Arial MT"/>
                <a:cs typeface="Arial MT"/>
              </a:rPr>
              <a:t>distance</a:t>
            </a:r>
            <a:r>
              <a:rPr sz="700">
                <a:solidFill>
                  <a:srgbClr val="4D4D4F"/>
                </a:solidFill>
                <a:latin typeface="Arial MT"/>
                <a:cs typeface="Arial MT"/>
              </a:rPr>
              <a:t> </a:t>
            </a:r>
            <a:r>
              <a:rPr sz="700" spc="5">
                <a:solidFill>
                  <a:srgbClr val="4D4D4F"/>
                </a:solidFill>
                <a:latin typeface="Arial MT"/>
                <a:cs typeface="Arial MT"/>
              </a:rPr>
              <a:t>to </a:t>
            </a:r>
            <a:r>
              <a:rPr sz="700" spc="-20">
                <a:solidFill>
                  <a:srgbClr val="4D4D4F"/>
                </a:solidFill>
                <a:latin typeface="Arial MT"/>
                <a:cs typeface="Arial MT"/>
              </a:rPr>
              <a:t>travel</a:t>
            </a:r>
            <a:endParaRPr sz="700">
              <a:latin typeface="Arial MT"/>
              <a:cs typeface="Arial MT"/>
            </a:endParaRPr>
          </a:p>
        </p:txBody>
      </p:sp>
      <p:sp>
        <p:nvSpPr>
          <p:cNvPr id="3" name="Rectangle 2">
            <a:extLst>
              <a:ext uri="{FF2B5EF4-FFF2-40B4-BE49-F238E27FC236}">
                <a16:creationId xmlns:a16="http://schemas.microsoft.com/office/drawing/2014/main" id="{037609C4-80B0-4318-9D73-1102D251296B}"/>
              </a:ext>
            </a:extLst>
          </p:cNvPr>
          <p:cNvSpPr/>
          <p:nvPr/>
        </p:nvSpPr>
        <p:spPr>
          <a:xfrm>
            <a:off x="7243680" y="404603"/>
            <a:ext cx="4807410" cy="55210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Unit Economics for one parcel</a:t>
            </a:r>
          </a:p>
        </p:txBody>
      </p:sp>
    </p:spTree>
    <p:extLst>
      <p:ext uri="{BB962C8B-B14F-4D97-AF65-F5344CB8AC3E}">
        <p14:creationId xmlns:p14="http://schemas.microsoft.com/office/powerpoint/2010/main" val="338726327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322615" y="211885"/>
            <a:ext cx="11421544" cy="616479"/>
          </a:xfrm>
        </p:spPr>
        <p:txBody>
          <a:bodyPr>
            <a:normAutofit lnSpcReduction="10000"/>
          </a:bodyPr>
          <a:lstStyle/>
          <a:p>
            <a:pPr marL="0" indent="0">
              <a:buNone/>
            </a:pPr>
            <a:r>
              <a:rPr lang="en-US" sz="2000">
                <a:latin typeface="Calibri" panose="020F0502020204030204" pitchFamily="34" charset="0"/>
                <a:cs typeface="Calibri" panose="020F0502020204030204" pitchFamily="34" charset="0"/>
              </a:rPr>
              <a:t>Customers will move towards sustainable </a:t>
            </a:r>
            <a:r>
              <a:rPr lang="en-US" sz="2000" err="1">
                <a:latin typeface="Calibri" panose="020F0502020204030204" pitchFamily="34" charset="0"/>
                <a:cs typeface="Calibri" panose="020F0502020204030204" pitchFamily="34" charset="0"/>
              </a:rPr>
              <a:t>deliverablies</a:t>
            </a:r>
            <a:r>
              <a:rPr lang="en-US" sz="2000">
                <a:latin typeface="Calibri" panose="020F0502020204030204" pitchFamily="34" charset="0"/>
                <a:cs typeface="Calibri" panose="020F0502020204030204" pitchFamily="34" charset="0"/>
              </a:rPr>
              <a:t> provided logistics company develop incentives about ESG</a:t>
            </a:r>
          </a:p>
        </p:txBody>
      </p:sp>
      <p:sp>
        <p:nvSpPr>
          <p:cNvPr id="4" name="Rectangle 3">
            <a:extLst>
              <a:ext uri="{FF2B5EF4-FFF2-40B4-BE49-F238E27FC236}">
                <a16:creationId xmlns:a16="http://schemas.microsoft.com/office/drawing/2014/main" id="{35318E04-3C14-356D-BFE9-7AC852CFCF64}"/>
              </a:ext>
            </a:extLst>
          </p:cNvPr>
          <p:cNvSpPr/>
          <p:nvPr/>
        </p:nvSpPr>
        <p:spPr>
          <a:xfrm>
            <a:off x="324719" y="2274990"/>
            <a:ext cx="4764543" cy="269277"/>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a:latin typeface="Calibri" panose="020F0502020204030204" pitchFamily="34" charset="0"/>
                <a:cs typeface="Calibri" panose="020F0502020204030204" pitchFamily="34" charset="0"/>
              </a:rPr>
              <a:t>Distribution Model after reaching Fulfilment Centers </a:t>
            </a:r>
          </a:p>
        </p:txBody>
      </p:sp>
      <p:sp>
        <p:nvSpPr>
          <p:cNvPr id="15" name="Rectangle 14">
            <a:extLst>
              <a:ext uri="{FF2B5EF4-FFF2-40B4-BE49-F238E27FC236}">
                <a16:creationId xmlns:a16="http://schemas.microsoft.com/office/drawing/2014/main" id="{0621F16C-C14E-5364-F4F0-3F4C50321FBB}"/>
              </a:ext>
            </a:extLst>
          </p:cNvPr>
          <p:cNvSpPr/>
          <p:nvPr/>
        </p:nvSpPr>
        <p:spPr>
          <a:xfrm>
            <a:off x="322615" y="3113312"/>
            <a:ext cx="2141230" cy="315035"/>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b="1">
                <a:solidFill>
                  <a:schemeClr val="tx1"/>
                </a:solidFill>
                <a:latin typeface="Calibri" panose="020F0502020204030204" pitchFamily="34" charset="0"/>
                <a:cs typeface="Calibri" panose="020F0502020204030204" pitchFamily="34" charset="0"/>
              </a:rPr>
              <a:t>Address Verification</a:t>
            </a:r>
          </a:p>
        </p:txBody>
      </p:sp>
      <p:sp>
        <p:nvSpPr>
          <p:cNvPr id="17" name="Rectangle 16">
            <a:extLst>
              <a:ext uri="{FF2B5EF4-FFF2-40B4-BE49-F238E27FC236}">
                <a16:creationId xmlns:a16="http://schemas.microsoft.com/office/drawing/2014/main" id="{AFA8C762-3D73-2899-9E40-06EB511F2726}"/>
              </a:ext>
            </a:extLst>
          </p:cNvPr>
          <p:cNvSpPr/>
          <p:nvPr/>
        </p:nvSpPr>
        <p:spPr>
          <a:xfrm>
            <a:off x="2617866" y="3113312"/>
            <a:ext cx="2505802" cy="31503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latin typeface="Calibri" panose="020F0502020204030204" pitchFamily="34" charset="0"/>
                <a:cs typeface="Calibri" panose="020F0502020204030204" pitchFamily="34" charset="0"/>
              </a:rPr>
              <a:t>Front-&amp; back-end address verification</a:t>
            </a:r>
          </a:p>
        </p:txBody>
      </p:sp>
      <p:sp>
        <p:nvSpPr>
          <p:cNvPr id="19" name="Rectangle 18">
            <a:extLst>
              <a:ext uri="{FF2B5EF4-FFF2-40B4-BE49-F238E27FC236}">
                <a16:creationId xmlns:a16="http://schemas.microsoft.com/office/drawing/2014/main" id="{0BC75F1A-2BBE-3876-46C1-0F5F895ACA55}"/>
              </a:ext>
            </a:extLst>
          </p:cNvPr>
          <p:cNvSpPr/>
          <p:nvPr/>
        </p:nvSpPr>
        <p:spPr>
          <a:xfrm>
            <a:off x="322616" y="3489767"/>
            <a:ext cx="2155314" cy="662247"/>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b="1">
                <a:solidFill>
                  <a:schemeClr val="tx1"/>
                </a:solidFill>
                <a:latin typeface="Calibri" panose="020F0502020204030204" pitchFamily="34" charset="0"/>
                <a:cs typeface="Calibri" panose="020F0502020204030204" pitchFamily="34" charset="0"/>
              </a:rPr>
              <a:t>Poor driver assignment &amp; tracking driver behaviour</a:t>
            </a:r>
          </a:p>
        </p:txBody>
      </p:sp>
      <p:sp>
        <p:nvSpPr>
          <p:cNvPr id="20" name="Rectangle 19">
            <a:extLst>
              <a:ext uri="{FF2B5EF4-FFF2-40B4-BE49-F238E27FC236}">
                <a16:creationId xmlns:a16="http://schemas.microsoft.com/office/drawing/2014/main" id="{A7BEAB69-C036-2F84-8368-23EFAE2CCA5D}"/>
              </a:ext>
            </a:extLst>
          </p:cNvPr>
          <p:cNvSpPr/>
          <p:nvPr/>
        </p:nvSpPr>
        <p:spPr>
          <a:xfrm>
            <a:off x="2610518" y="3489767"/>
            <a:ext cx="2527235" cy="662247"/>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latin typeface="Calibri" panose="020F0502020204030204" pitchFamily="34" charset="0"/>
                <a:cs typeface="Calibri" panose="020F0502020204030204" pitchFamily="34" charset="0"/>
              </a:rPr>
              <a:t>Hyper-scaling driver assignment, including actual drive time &amp; vehicle type &amp; capacity</a:t>
            </a:r>
          </a:p>
        </p:txBody>
      </p:sp>
      <p:sp>
        <p:nvSpPr>
          <p:cNvPr id="6" name="Rectangle 5">
            <a:extLst>
              <a:ext uri="{FF2B5EF4-FFF2-40B4-BE49-F238E27FC236}">
                <a16:creationId xmlns:a16="http://schemas.microsoft.com/office/drawing/2014/main" id="{DD12DBB3-8A9C-AF13-2C5F-4DDFFD844D87}"/>
              </a:ext>
            </a:extLst>
          </p:cNvPr>
          <p:cNvSpPr/>
          <p:nvPr/>
        </p:nvSpPr>
        <p:spPr>
          <a:xfrm>
            <a:off x="322615" y="4210480"/>
            <a:ext cx="2155313" cy="513406"/>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b="1">
                <a:solidFill>
                  <a:schemeClr val="tx1"/>
                </a:solidFill>
                <a:latin typeface="Calibri" panose="020F0502020204030204" pitchFamily="34" charset="0"/>
                <a:cs typeface="Calibri" panose="020F0502020204030204" pitchFamily="34" charset="0"/>
              </a:rPr>
              <a:t>High distance travelled by a delivery person </a:t>
            </a:r>
          </a:p>
        </p:txBody>
      </p:sp>
      <p:sp>
        <p:nvSpPr>
          <p:cNvPr id="7" name="Rectangle 6">
            <a:extLst>
              <a:ext uri="{FF2B5EF4-FFF2-40B4-BE49-F238E27FC236}">
                <a16:creationId xmlns:a16="http://schemas.microsoft.com/office/drawing/2014/main" id="{D70EE304-52C7-1DEC-67AA-55ECAF257203}"/>
              </a:ext>
            </a:extLst>
          </p:cNvPr>
          <p:cNvSpPr/>
          <p:nvPr/>
        </p:nvSpPr>
        <p:spPr>
          <a:xfrm>
            <a:off x="2617866" y="4210480"/>
            <a:ext cx="2519887" cy="51340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latin typeface="Calibri" panose="020F0502020204030204" pitchFamily="34" charset="0"/>
                <a:cs typeface="Calibri" panose="020F0502020204030204" pitchFamily="34" charset="0"/>
              </a:rPr>
              <a:t>Route optimization for single orders through AI algorithms</a:t>
            </a:r>
          </a:p>
        </p:txBody>
      </p:sp>
      <p:sp>
        <p:nvSpPr>
          <p:cNvPr id="18" name="Rectangle 17">
            <a:extLst>
              <a:ext uri="{FF2B5EF4-FFF2-40B4-BE49-F238E27FC236}">
                <a16:creationId xmlns:a16="http://schemas.microsoft.com/office/drawing/2014/main" id="{8E34D1F5-7767-8094-A86C-2ECE2F9D95B5}"/>
              </a:ext>
            </a:extLst>
          </p:cNvPr>
          <p:cNvSpPr/>
          <p:nvPr/>
        </p:nvSpPr>
        <p:spPr>
          <a:xfrm>
            <a:off x="325404" y="4800443"/>
            <a:ext cx="2138439" cy="513406"/>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a:solidFill>
                  <a:schemeClr val="tx1"/>
                </a:solidFill>
                <a:latin typeface="Calibri" panose="020F0502020204030204" pitchFamily="34" charset="0"/>
                <a:cs typeface="Calibri" panose="020F0502020204030204" pitchFamily="34" charset="0"/>
              </a:rPr>
              <a:t>Limited Customer Transparency</a:t>
            </a:r>
          </a:p>
        </p:txBody>
      </p:sp>
      <p:sp>
        <p:nvSpPr>
          <p:cNvPr id="21" name="Rectangle 20">
            <a:extLst>
              <a:ext uri="{FF2B5EF4-FFF2-40B4-BE49-F238E27FC236}">
                <a16:creationId xmlns:a16="http://schemas.microsoft.com/office/drawing/2014/main" id="{224A83DE-E10D-39B3-877B-086321D31B8C}"/>
              </a:ext>
            </a:extLst>
          </p:cNvPr>
          <p:cNvSpPr/>
          <p:nvPr/>
        </p:nvSpPr>
        <p:spPr>
          <a:xfrm>
            <a:off x="2617866" y="4800443"/>
            <a:ext cx="2505802" cy="51340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latin typeface="Calibri" panose="020F0502020204030204" pitchFamily="34" charset="0"/>
                <a:cs typeface="Calibri" panose="020F0502020204030204" pitchFamily="34" charset="0"/>
              </a:rPr>
              <a:t>Introduction of new peer-to-peer delivery of product</a:t>
            </a:r>
          </a:p>
        </p:txBody>
      </p:sp>
      <p:sp>
        <p:nvSpPr>
          <p:cNvPr id="22" name="Rectangle 21">
            <a:extLst>
              <a:ext uri="{FF2B5EF4-FFF2-40B4-BE49-F238E27FC236}">
                <a16:creationId xmlns:a16="http://schemas.microsoft.com/office/drawing/2014/main" id="{6803ED4C-1148-FA8E-62CF-4575ED3179D3}"/>
              </a:ext>
            </a:extLst>
          </p:cNvPr>
          <p:cNvSpPr/>
          <p:nvPr/>
        </p:nvSpPr>
        <p:spPr>
          <a:xfrm>
            <a:off x="325404" y="5383565"/>
            <a:ext cx="2155313" cy="662247"/>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a:solidFill>
                  <a:schemeClr val="tx1"/>
                </a:solidFill>
                <a:latin typeface="Calibri" panose="020F0502020204030204" pitchFamily="34" charset="0"/>
                <a:cs typeface="Calibri" panose="020F0502020204030204" pitchFamily="34" charset="0"/>
              </a:rPr>
              <a:t>Lack of delivery partner repeatability, hence tacit knowledge is lost</a:t>
            </a:r>
          </a:p>
        </p:txBody>
      </p:sp>
      <p:sp>
        <p:nvSpPr>
          <p:cNvPr id="23" name="Rectangle 22">
            <a:extLst>
              <a:ext uri="{FF2B5EF4-FFF2-40B4-BE49-F238E27FC236}">
                <a16:creationId xmlns:a16="http://schemas.microsoft.com/office/drawing/2014/main" id="{3C979B96-C090-CC2E-2FCC-3F1D9B24210B}"/>
              </a:ext>
            </a:extLst>
          </p:cNvPr>
          <p:cNvSpPr/>
          <p:nvPr/>
        </p:nvSpPr>
        <p:spPr>
          <a:xfrm>
            <a:off x="2613307" y="5383565"/>
            <a:ext cx="2527235" cy="662247"/>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latin typeface="Calibri" panose="020F0502020204030204" pitchFamily="34" charset="0"/>
                <a:cs typeface="Calibri" panose="020F0502020204030204" pitchFamily="34" charset="0"/>
              </a:rPr>
              <a:t>Implementing our peer-to-peer delivery system</a:t>
            </a:r>
          </a:p>
        </p:txBody>
      </p:sp>
      <p:grpSp>
        <p:nvGrpSpPr>
          <p:cNvPr id="61" name="Group 60">
            <a:extLst>
              <a:ext uri="{FF2B5EF4-FFF2-40B4-BE49-F238E27FC236}">
                <a16:creationId xmlns:a16="http://schemas.microsoft.com/office/drawing/2014/main" id="{D02ED25B-82BE-8545-6C96-0AD8F7E1D951}"/>
              </a:ext>
            </a:extLst>
          </p:cNvPr>
          <p:cNvGrpSpPr/>
          <p:nvPr/>
        </p:nvGrpSpPr>
        <p:grpSpPr>
          <a:xfrm>
            <a:off x="369679" y="2627291"/>
            <a:ext cx="2079173" cy="325684"/>
            <a:chOff x="385455" y="1402733"/>
            <a:chExt cx="2079173" cy="325684"/>
          </a:xfrm>
        </p:grpSpPr>
        <p:sp>
          <p:nvSpPr>
            <p:cNvPr id="24" name="object 66">
              <a:extLst>
                <a:ext uri="{FF2B5EF4-FFF2-40B4-BE49-F238E27FC236}">
                  <a16:creationId xmlns:a16="http://schemas.microsoft.com/office/drawing/2014/main" id="{CCC7A35B-B65A-C0FE-B726-4CBB3FCD3227}"/>
                </a:ext>
              </a:extLst>
            </p:cNvPr>
            <p:cNvSpPr txBox="1"/>
            <p:nvPr/>
          </p:nvSpPr>
          <p:spPr>
            <a:xfrm>
              <a:off x="385455" y="1402733"/>
              <a:ext cx="2079173" cy="227626"/>
            </a:xfrm>
            <a:prstGeom prst="rect">
              <a:avLst/>
            </a:prstGeom>
          </p:spPr>
          <p:txBody>
            <a:bodyPr vert="horz" wrap="square" lIns="0" tIns="12065" rIns="0" bIns="0" rtlCol="0">
              <a:spAutoFit/>
            </a:bodyPr>
            <a:lstStyle/>
            <a:p>
              <a:pPr marL="59690" marR="5080" indent="-47625" algn="ctr">
                <a:lnSpc>
                  <a:spcPct val="100000"/>
                </a:lnSpc>
                <a:spcBef>
                  <a:spcPts val="95"/>
                </a:spcBef>
              </a:pPr>
              <a:r>
                <a:rPr lang="en-IN" sz="1400" b="1">
                  <a:latin typeface="Calibri" panose="020F0502020204030204" pitchFamily="34" charset="0"/>
                  <a:cs typeface="Calibri" panose="020F0502020204030204" pitchFamily="34" charset="0"/>
                </a:rPr>
                <a:t>Key Challenges of LMD</a:t>
              </a:r>
            </a:p>
          </p:txBody>
        </p:sp>
        <p:cxnSp>
          <p:nvCxnSpPr>
            <p:cNvPr id="27" name="Straight Connector 26">
              <a:extLst>
                <a:ext uri="{FF2B5EF4-FFF2-40B4-BE49-F238E27FC236}">
                  <a16:creationId xmlns:a16="http://schemas.microsoft.com/office/drawing/2014/main" id="{541DE6E6-1B48-F07C-056D-3CED7BD69144}"/>
                </a:ext>
              </a:extLst>
            </p:cNvPr>
            <p:cNvCxnSpPr>
              <a:cxnSpLocks/>
            </p:cNvCxnSpPr>
            <p:nvPr/>
          </p:nvCxnSpPr>
          <p:spPr>
            <a:xfrm>
              <a:off x="385455" y="1728417"/>
              <a:ext cx="20791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a:extLst>
              <a:ext uri="{FF2B5EF4-FFF2-40B4-BE49-F238E27FC236}">
                <a16:creationId xmlns:a16="http://schemas.microsoft.com/office/drawing/2014/main" id="{01617BEB-16F1-A3F7-BA9D-AF923A92BD31}"/>
              </a:ext>
            </a:extLst>
          </p:cNvPr>
          <p:cNvGrpSpPr/>
          <p:nvPr/>
        </p:nvGrpSpPr>
        <p:grpSpPr>
          <a:xfrm>
            <a:off x="2582458" y="2631283"/>
            <a:ext cx="2527235" cy="321692"/>
            <a:chOff x="2598234" y="1406725"/>
            <a:chExt cx="2527235" cy="321692"/>
          </a:xfrm>
        </p:grpSpPr>
        <p:sp>
          <p:nvSpPr>
            <p:cNvPr id="25" name="object 66">
              <a:extLst>
                <a:ext uri="{FF2B5EF4-FFF2-40B4-BE49-F238E27FC236}">
                  <a16:creationId xmlns:a16="http://schemas.microsoft.com/office/drawing/2014/main" id="{D556EA97-3ECA-FE88-C4D6-B815C28F4274}"/>
                </a:ext>
              </a:extLst>
            </p:cNvPr>
            <p:cNvSpPr txBox="1"/>
            <p:nvPr/>
          </p:nvSpPr>
          <p:spPr>
            <a:xfrm>
              <a:off x="2822264" y="1406725"/>
              <a:ext cx="2079173" cy="227626"/>
            </a:xfrm>
            <a:prstGeom prst="rect">
              <a:avLst/>
            </a:prstGeom>
          </p:spPr>
          <p:txBody>
            <a:bodyPr vert="horz" wrap="square" lIns="0" tIns="12065" rIns="0" bIns="0" rtlCol="0">
              <a:spAutoFit/>
            </a:bodyPr>
            <a:lstStyle/>
            <a:p>
              <a:pPr marL="59690" marR="5080" indent="-47625" algn="ctr">
                <a:lnSpc>
                  <a:spcPct val="100000"/>
                </a:lnSpc>
                <a:spcBef>
                  <a:spcPts val="95"/>
                </a:spcBef>
              </a:pPr>
              <a:r>
                <a:rPr lang="en-IN" sz="1400" b="1">
                  <a:latin typeface="Calibri" panose="020F0502020204030204" pitchFamily="34" charset="0"/>
                  <a:cs typeface="Calibri" panose="020F0502020204030204" pitchFamily="34" charset="0"/>
                </a:rPr>
                <a:t>Key IT Solutions</a:t>
              </a:r>
            </a:p>
          </p:txBody>
        </p:sp>
        <p:cxnSp>
          <p:nvCxnSpPr>
            <p:cNvPr id="28" name="Straight Connector 27">
              <a:extLst>
                <a:ext uri="{FF2B5EF4-FFF2-40B4-BE49-F238E27FC236}">
                  <a16:creationId xmlns:a16="http://schemas.microsoft.com/office/drawing/2014/main" id="{FBA6C622-B992-A21B-F45A-DE69BA71DE26}"/>
                </a:ext>
              </a:extLst>
            </p:cNvPr>
            <p:cNvCxnSpPr>
              <a:cxnSpLocks/>
            </p:cNvCxnSpPr>
            <p:nvPr/>
          </p:nvCxnSpPr>
          <p:spPr>
            <a:xfrm>
              <a:off x="2598234" y="1728417"/>
              <a:ext cx="252723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 name="Group 4">
            <a:extLst>
              <a:ext uri="{FF2B5EF4-FFF2-40B4-BE49-F238E27FC236}">
                <a16:creationId xmlns:a16="http://schemas.microsoft.com/office/drawing/2014/main" id="{B5F346EE-F853-093A-EEA0-0E9AC464755B}"/>
              </a:ext>
            </a:extLst>
          </p:cNvPr>
          <p:cNvGrpSpPr/>
          <p:nvPr/>
        </p:nvGrpSpPr>
        <p:grpSpPr>
          <a:xfrm>
            <a:off x="5258058" y="2274867"/>
            <a:ext cx="6486096" cy="3780004"/>
            <a:chOff x="5258058" y="2274867"/>
            <a:chExt cx="6486096" cy="3780004"/>
          </a:xfrm>
        </p:grpSpPr>
        <p:cxnSp>
          <p:nvCxnSpPr>
            <p:cNvPr id="3" name="Straight Connector 2">
              <a:extLst>
                <a:ext uri="{FF2B5EF4-FFF2-40B4-BE49-F238E27FC236}">
                  <a16:creationId xmlns:a16="http://schemas.microsoft.com/office/drawing/2014/main" id="{A7A18A83-16B3-39A0-285E-FDB7C052719C}"/>
                </a:ext>
              </a:extLst>
            </p:cNvPr>
            <p:cNvCxnSpPr>
              <a:cxnSpLocks/>
            </p:cNvCxnSpPr>
            <p:nvPr/>
          </p:nvCxnSpPr>
          <p:spPr>
            <a:xfrm>
              <a:off x="5258058" y="2274867"/>
              <a:ext cx="0" cy="3780004"/>
            </a:xfrm>
            <a:prstGeom prst="line">
              <a:avLst/>
            </a:prstGeom>
            <a:ln w="19050">
              <a:prstDash val="dash"/>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974D308E-FA85-BB89-7974-CCDECC0CDD5D}"/>
                </a:ext>
              </a:extLst>
            </p:cNvPr>
            <p:cNvSpPr/>
            <p:nvPr/>
          </p:nvSpPr>
          <p:spPr>
            <a:xfrm>
              <a:off x="5411623" y="2274867"/>
              <a:ext cx="6332076" cy="260579"/>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a:latin typeface="Calibri" panose="020F0502020204030204" pitchFamily="34" charset="0"/>
                  <a:cs typeface="Calibri" panose="020F0502020204030204" pitchFamily="34" charset="0"/>
                </a:rPr>
                <a:t>Customer Satisfaction</a:t>
              </a:r>
            </a:p>
          </p:txBody>
        </p:sp>
        <p:sp>
          <p:nvSpPr>
            <p:cNvPr id="35" name="Rectangle 34">
              <a:extLst>
                <a:ext uri="{FF2B5EF4-FFF2-40B4-BE49-F238E27FC236}">
                  <a16:creationId xmlns:a16="http://schemas.microsoft.com/office/drawing/2014/main" id="{A13D71AE-B740-1270-834C-1E82810BD131}"/>
                </a:ext>
              </a:extLst>
            </p:cNvPr>
            <p:cNvSpPr/>
            <p:nvPr/>
          </p:nvSpPr>
          <p:spPr>
            <a:xfrm>
              <a:off x="5412082" y="2622592"/>
              <a:ext cx="1067177" cy="1653576"/>
            </a:xfrm>
            <a:prstGeom prst="rect">
              <a:avLst/>
            </a:prstGeom>
            <a:solidFill>
              <a:schemeClr val="accent1">
                <a:lumMod val="5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b="1">
                  <a:solidFill>
                    <a:schemeClr val="bg1"/>
                  </a:solidFill>
                  <a:latin typeface="Calibri" panose="020F0502020204030204" pitchFamily="34" charset="0"/>
                  <a:cs typeface="Calibri" panose="020F0502020204030204" pitchFamily="34" charset="0"/>
                </a:rPr>
                <a:t>Customer journey before receiving the product </a:t>
              </a:r>
            </a:p>
          </p:txBody>
        </p:sp>
        <p:sp>
          <p:nvSpPr>
            <p:cNvPr id="37" name="Rectangle 36">
              <a:extLst>
                <a:ext uri="{FF2B5EF4-FFF2-40B4-BE49-F238E27FC236}">
                  <a16:creationId xmlns:a16="http://schemas.microsoft.com/office/drawing/2014/main" id="{6CB12041-D4F3-99D5-7114-3C0EDB70CC7C}"/>
                </a:ext>
              </a:extLst>
            </p:cNvPr>
            <p:cNvSpPr/>
            <p:nvPr/>
          </p:nvSpPr>
          <p:spPr>
            <a:xfrm>
              <a:off x="6551417" y="2614965"/>
              <a:ext cx="5184924" cy="449511"/>
            </a:xfrm>
            <a:prstGeom prst="rect">
              <a:avLst/>
            </a:prstGeom>
            <a:solidFill>
              <a:schemeClr val="accent1">
                <a:lumMod val="20000"/>
                <a:lumOff val="80000"/>
              </a:schemeClr>
            </a:solid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Customer needs to give the following info one-day prior to scheduled delivery. Customer is shown a notification/prompt for the same.</a:t>
              </a:r>
            </a:p>
          </p:txBody>
        </p:sp>
        <p:sp>
          <p:nvSpPr>
            <p:cNvPr id="38" name="Rectangle 37">
              <a:extLst>
                <a:ext uri="{FF2B5EF4-FFF2-40B4-BE49-F238E27FC236}">
                  <a16:creationId xmlns:a16="http://schemas.microsoft.com/office/drawing/2014/main" id="{7557907B-E61D-4C22-731D-9E72C3E97E64}"/>
                </a:ext>
              </a:extLst>
            </p:cNvPr>
            <p:cNvSpPr/>
            <p:nvPr/>
          </p:nvSpPr>
          <p:spPr>
            <a:xfrm>
              <a:off x="6559232" y="3135614"/>
              <a:ext cx="1235124" cy="31376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Preferred time</a:t>
              </a:r>
            </a:p>
          </p:txBody>
        </p:sp>
        <p:sp>
          <p:nvSpPr>
            <p:cNvPr id="39" name="Rectangle 38">
              <a:extLst>
                <a:ext uri="{FF2B5EF4-FFF2-40B4-BE49-F238E27FC236}">
                  <a16:creationId xmlns:a16="http://schemas.microsoft.com/office/drawing/2014/main" id="{7377ADF7-128E-DB15-7438-C4D47036DFD0}"/>
                </a:ext>
              </a:extLst>
            </p:cNvPr>
            <p:cNvSpPr/>
            <p:nvPr/>
          </p:nvSpPr>
          <p:spPr>
            <a:xfrm>
              <a:off x="7891243" y="3147580"/>
              <a:ext cx="3852911" cy="31376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Preferred drop location: Home or Fulfilment Centre</a:t>
              </a:r>
            </a:p>
          </p:txBody>
        </p:sp>
        <p:sp>
          <p:nvSpPr>
            <p:cNvPr id="40" name="Rectangle 39">
              <a:extLst>
                <a:ext uri="{FF2B5EF4-FFF2-40B4-BE49-F238E27FC236}">
                  <a16:creationId xmlns:a16="http://schemas.microsoft.com/office/drawing/2014/main" id="{B4655F6B-FB67-72F3-A48F-4B0F673A42A0}"/>
                </a:ext>
              </a:extLst>
            </p:cNvPr>
            <p:cNvSpPr/>
            <p:nvPr/>
          </p:nvSpPr>
          <p:spPr>
            <a:xfrm>
              <a:off x="6559230" y="3505788"/>
              <a:ext cx="5184923" cy="31376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Negative/positive ESG points for choosing delivery to home/fulfilment centre</a:t>
              </a:r>
            </a:p>
          </p:txBody>
        </p:sp>
        <p:sp>
          <p:nvSpPr>
            <p:cNvPr id="41" name="Rectangle 40">
              <a:extLst>
                <a:ext uri="{FF2B5EF4-FFF2-40B4-BE49-F238E27FC236}">
                  <a16:creationId xmlns:a16="http://schemas.microsoft.com/office/drawing/2014/main" id="{B483C5EB-660D-2205-CF6B-DFC175BE49DD}"/>
                </a:ext>
              </a:extLst>
            </p:cNvPr>
            <p:cNvSpPr/>
            <p:nvPr/>
          </p:nvSpPr>
          <p:spPr>
            <a:xfrm>
              <a:off x="6559230" y="3875463"/>
              <a:ext cx="2230232" cy="393713"/>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Ability to change location till it’s dispatched from WH</a:t>
              </a:r>
            </a:p>
          </p:txBody>
        </p:sp>
        <p:sp>
          <p:nvSpPr>
            <p:cNvPr id="42" name="Rectangle 41">
              <a:extLst>
                <a:ext uri="{FF2B5EF4-FFF2-40B4-BE49-F238E27FC236}">
                  <a16:creationId xmlns:a16="http://schemas.microsoft.com/office/drawing/2014/main" id="{374551A2-2A63-1E04-1E77-E96F365DC9DB}"/>
                </a:ext>
              </a:extLst>
            </p:cNvPr>
            <p:cNvSpPr/>
            <p:nvPr/>
          </p:nvSpPr>
          <p:spPr>
            <a:xfrm>
              <a:off x="8923282" y="3875463"/>
              <a:ext cx="2820864" cy="393713"/>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Real time tracking of both side to ensure lower package miss/return rate</a:t>
              </a:r>
            </a:p>
          </p:txBody>
        </p:sp>
        <p:sp>
          <p:nvSpPr>
            <p:cNvPr id="43" name="Rectangle 42">
              <a:extLst>
                <a:ext uri="{FF2B5EF4-FFF2-40B4-BE49-F238E27FC236}">
                  <a16:creationId xmlns:a16="http://schemas.microsoft.com/office/drawing/2014/main" id="{1803B33D-971D-9E5A-C64D-2F09A99C246D}"/>
                </a:ext>
              </a:extLst>
            </p:cNvPr>
            <p:cNvSpPr/>
            <p:nvPr/>
          </p:nvSpPr>
          <p:spPr>
            <a:xfrm>
              <a:off x="5412083" y="4335725"/>
              <a:ext cx="1067177" cy="457290"/>
            </a:xfrm>
            <a:prstGeom prst="rect">
              <a:avLst/>
            </a:prstGeom>
            <a:solidFill>
              <a:schemeClr val="accent1">
                <a:lumMod val="5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b="1">
                  <a:solidFill>
                    <a:schemeClr val="bg1"/>
                  </a:solidFill>
                  <a:latin typeface="Calibri" panose="020F0502020204030204" pitchFamily="34" charset="0"/>
                  <a:cs typeface="Calibri" panose="020F0502020204030204" pitchFamily="34" charset="0"/>
                </a:rPr>
                <a:t>Customer Expectations</a:t>
              </a:r>
            </a:p>
          </p:txBody>
        </p:sp>
        <p:sp>
          <p:nvSpPr>
            <p:cNvPr id="44" name="Rectangle 43">
              <a:extLst>
                <a:ext uri="{FF2B5EF4-FFF2-40B4-BE49-F238E27FC236}">
                  <a16:creationId xmlns:a16="http://schemas.microsoft.com/office/drawing/2014/main" id="{AA1DC5EA-EA3A-80C9-6431-5235B2EB0C35}"/>
                </a:ext>
              </a:extLst>
            </p:cNvPr>
            <p:cNvSpPr/>
            <p:nvPr/>
          </p:nvSpPr>
          <p:spPr>
            <a:xfrm>
              <a:off x="6558783" y="4332003"/>
              <a:ext cx="1607074" cy="45728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600" b="1">
                  <a:solidFill>
                    <a:schemeClr val="tx1"/>
                  </a:solidFill>
                </a:rPr>
                <a:t>Visibility</a:t>
              </a:r>
            </a:p>
          </p:txBody>
        </p:sp>
        <p:sp>
          <p:nvSpPr>
            <p:cNvPr id="45" name="Rectangle 44">
              <a:extLst>
                <a:ext uri="{FF2B5EF4-FFF2-40B4-BE49-F238E27FC236}">
                  <a16:creationId xmlns:a16="http://schemas.microsoft.com/office/drawing/2014/main" id="{9539D3D2-4CCD-AE1D-B5F3-0D6802A51EE4}"/>
                </a:ext>
              </a:extLst>
            </p:cNvPr>
            <p:cNvSpPr/>
            <p:nvPr/>
          </p:nvSpPr>
          <p:spPr>
            <a:xfrm>
              <a:off x="8348149" y="4332003"/>
              <a:ext cx="1607083" cy="45728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600" b="1">
                  <a:solidFill>
                    <a:schemeClr val="tx1"/>
                  </a:solidFill>
                </a:rPr>
                <a:t>Reliability</a:t>
              </a:r>
            </a:p>
          </p:txBody>
        </p:sp>
        <p:sp>
          <p:nvSpPr>
            <p:cNvPr id="46" name="Rectangle 45">
              <a:extLst>
                <a:ext uri="{FF2B5EF4-FFF2-40B4-BE49-F238E27FC236}">
                  <a16:creationId xmlns:a16="http://schemas.microsoft.com/office/drawing/2014/main" id="{34C72D36-F02C-D2AE-08E0-228D388DC79D}"/>
                </a:ext>
              </a:extLst>
            </p:cNvPr>
            <p:cNvSpPr/>
            <p:nvPr/>
          </p:nvSpPr>
          <p:spPr>
            <a:xfrm>
              <a:off x="10137058" y="4332003"/>
              <a:ext cx="1607088" cy="45728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600" b="1">
                  <a:solidFill>
                    <a:schemeClr val="tx1"/>
                  </a:solidFill>
                </a:rPr>
                <a:t>Timeliness</a:t>
              </a:r>
            </a:p>
          </p:txBody>
        </p:sp>
        <p:sp>
          <p:nvSpPr>
            <p:cNvPr id="47" name="Rectangle 46">
              <a:extLst>
                <a:ext uri="{FF2B5EF4-FFF2-40B4-BE49-F238E27FC236}">
                  <a16:creationId xmlns:a16="http://schemas.microsoft.com/office/drawing/2014/main" id="{AB692B65-2E0E-EA33-9DA5-507CEEF67B4D}"/>
                </a:ext>
              </a:extLst>
            </p:cNvPr>
            <p:cNvSpPr/>
            <p:nvPr/>
          </p:nvSpPr>
          <p:spPr>
            <a:xfrm>
              <a:off x="5412082" y="4826111"/>
              <a:ext cx="1067177" cy="1219590"/>
            </a:xfrm>
            <a:prstGeom prst="rect">
              <a:avLst/>
            </a:prstGeom>
            <a:solidFill>
              <a:schemeClr val="accent1">
                <a:lumMod val="5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b="1">
                  <a:solidFill>
                    <a:schemeClr val="bg1"/>
                  </a:solidFill>
                  <a:latin typeface="Calibri" panose="020F0502020204030204" pitchFamily="34" charset="0"/>
                  <a:cs typeface="Calibri" panose="020F0502020204030204" pitchFamily="34" charset="0"/>
                </a:rPr>
                <a:t>Customer Satisfaction</a:t>
              </a:r>
            </a:p>
          </p:txBody>
        </p:sp>
        <p:sp>
          <p:nvSpPr>
            <p:cNvPr id="48" name="Rectangle 47">
              <a:extLst>
                <a:ext uri="{FF2B5EF4-FFF2-40B4-BE49-F238E27FC236}">
                  <a16:creationId xmlns:a16="http://schemas.microsoft.com/office/drawing/2014/main" id="{53EBB5BB-05CD-7656-5A74-9B2FE35D8257}"/>
                </a:ext>
              </a:extLst>
            </p:cNvPr>
            <p:cNvSpPr/>
            <p:nvPr/>
          </p:nvSpPr>
          <p:spPr>
            <a:xfrm>
              <a:off x="6559230" y="4863562"/>
              <a:ext cx="5184916" cy="257261"/>
            </a:xfrm>
            <a:prstGeom prst="rect">
              <a:avLst/>
            </a:prstGeom>
            <a:solidFill>
              <a:schemeClr val="accent1">
                <a:lumMod val="20000"/>
                <a:lumOff val="80000"/>
              </a:schemeClr>
            </a:solid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rPr>
                <a:t>Using anticipatory shipping via social listening</a:t>
              </a:r>
            </a:p>
          </p:txBody>
        </p:sp>
        <p:sp>
          <p:nvSpPr>
            <p:cNvPr id="49" name="Rectangle 48">
              <a:extLst>
                <a:ext uri="{FF2B5EF4-FFF2-40B4-BE49-F238E27FC236}">
                  <a16:creationId xmlns:a16="http://schemas.microsoft.com/office/drawing/2014/main" id="{B4C18B98-DB11-D9DD-9089-24B26E2BF520}"/>
                </a:ext>
              </a:extLst>
            </p:cNvPr>
            <p:cNvSpPr/>
            <p:nvPr/>
          </p:nvSpPr>
          <p:spPr>
            <a:xfrm>
              <a:off x="6558783" y="5172792"/>
              <a:ext cx="5184916" cy="872910"/>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Delivery companies use customer and geolocation data to ensure a package is delivered the first time. By using geolocation to see that a customer isn’t home, the delivery company can automatically leave the package in an alternative location per the recipient’s known preference.</a:t>
              </a:r>
              <a:endParaRPr lang="en-IN" sz="1200">
                <a:solidFill>
                  <a:schemeClr val="tx1"/>
                </a:solidFill>
              </a:endParaRPr>
            </a:p>
          </p:txBody>
        </p:sp>
      </p:grpSp>
      <p:sp>
        <p:nvSpPr>
          <p:cNvPr id="30" name="Chevron 11">
            <a:extLst>
              <a:ext uri="{FF2B5EF4-FFF2-40B4-BE49-F238E27FC236}">
                <a16:creationId xmlns:a16="http://schemas.microsoft.com/office/drawing/2014/main" id="{5900244D-3FF5-11A4-8742-9130E32A7BC8}"/>
              </a:ext>
            </a:extLst>
          </p:cNvPr>
          <p:cNvSpPr/>
          <p:nvPr/>
        </p:nvSpPr>
        <p:spPr>
          <a:xfrm>
            <a:off x="2072924" y="6243777"/>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31" name="Chevron 12">
            <a:extLst>
              <a:ext uri="{FF2B5EF4-FFF2-40B4-BE49-F238E27FC236}">
                <a16:creationId xmlns:a16="http://schemas.microsoft.com/office/drawing/2014/main" id="{83C686A8-4F4C-E69F-6F9A-7C075A88AADA}"/>
              </a:ext>
            </a:extLst>
          </p:cNvPr>
          <p:cNvSpPr/>
          <p:nvPr/>
        </p:nvSpPr>
        <p:spPr>
          <a:xfrm>
            <a:off x="3403583" y="6243777"/>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32" name="Chevron 13">
            <a:extLst>
              <a:ext uri="{FF2B5EF4-FFF2-40B4-BE49-F238E27FC236}">
                <a16:creationId xmlns:a16="http://schemas.microsoft.com/office/drawing/2014/main" id="{02BAD1C1-E9EA-BA68-E3FD-0D70453CB745}"/>
              </a:ext>
            </a:extLst>
          </p:cNvPr>
          <p:cNvSpPr/>
          <p:nvPr/>
        </p:nvSpPr>
        <p:spPr>
          <a:xfrm>
            <a:off x="4958261" y="6243777"/>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33" name="Chevron 14">
            <a:extLst>
              <a:ext uri="{FF2B5EF4-FFF2-40B4-BE49-F238E27FC236}">
                <a16:creationId xmlns:a16="http://schemas.microsoft.com/office/drawing/2014/main" id="{08BE7E8D-EEDB-DC44-8170-901A18E334D0}"/>
              </a:ext>
            </a:extLst>
          </p:cNvPr>
          <p:cNvSpPr/>
          <p:nvPr/>
        </p:nvSpPr>
        <p:spPr>
          <a:xfrm>
            <a:off x="6265539" y="6243777"/>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34" name="Chevron 15">
            <a:extLst>
              <a:ext uri="{FF2B5EF4-FFF2-40B4-BE49-F238E27FC236}">
                <a16:creationId xmlns:a16="http://schemas.microsoft.com/office/drawing/2014/main" id="{7DE70C49-2AD9-A27F-2BDF-0842238BEC40}"/>
              </a:ext>
            </a:extLst>
          </p:cNvPr>
          <p:cNvSpPr/>
          <p:nvPr/>
        </p:nvSpPr>
        <p:spPr>
          <a:xfrm>
            <a:off x="7819228" y="6243777"/>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36" name="Chevron 16">
            <a:extLst>
              <a:ext uri="{FF2B5EF4-FFF2-40B4-BE49-F238E27FC236}">
                <a16:creationId xmlns:a16="http://schemas.microsoft.com/office/drawing/2014/main" id="{E3C74C54-482D-02A5-D544-BEFE55DA9926}"/>
              </a:ext>
            </a:extLst>
          </p:cNvPr>
          <p:cNvSpPr/>
          <p:nvPr/>
        </p:nvSpPr>
        <p:spPr>
          <a:xfrm>
            <a:off x="769241" y="6234516"/>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Industry Analysis</a:t>
            </a:r>
          </a:p>
        </p:txBody>
      </p:sp>
      <p:sp>
        <p:nvSpPr>
          <p:cNvPr id="50" name="Chevron 12">
            <a:extLst>
              <a:ext uri="{FF2B5EF4-FFF2-40B4-BE49-F238E27FC236}">
                <a16:creationId xmlns:a16="http://schemas.microsoft.com/office/drawing/2014/main" id="{93409E87-9026-5712-1F45-F01DF5DF741F}"/>
              </a:ext>
            </a:extLst>
          </p:cNvPr>
          <p:cNvSpPr/>
          <p:nvPr/>
        </p:nvSpPr>
        <p:spPr>
          <a:xfrm>
            <a:off x="3379215" y="6243777"/>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52" name="Chevron 13">
            <a:extLst>
              <a:ext uri="{FF2B5EF4-FFF2-40B4-BE49-F238E27FC236}">
                <a16:creationId xmlns:a16="http://schemas.microsoft.com/office/drawing/2014/main" id="{3B664A68-FECD-77DF-885F-360247EBF2DE}"/>
              </a:ext>
            </a:extLst>
          </p:cNvPr>
          <p:cNvSpPr/>
          <p:nvPr/>
        </p:nvSpPr>
        <p:spPr>
          <a:xfrm>
            <a:off x="4933893" y="6243777"/>
            <a:ext cx="1472540"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bg1"/>
                </a:solidFill>
                <a:latin typeface="Arial" panose="020B0604020202020204" pitchFamily="34" charset="0"/>
                <a:cs typeface="Arial" panose="020B0604020202020204" pitchFamily="34" charset="0"/>
              </a:rPr>
              <a:t>Distribution</a:t>
            </a:r>
          </a:p>
        </p:txBody>
      </p:sp>
      <p:graphicFrame>
        <p:nvGraphicFramePr>
          <p:cNvPr id="66" name="Table 112">
            <a:extLst>
              <a:ext uri="{FF2B5EF4-FFF2-40B4-BE49-F238E27FC236}">
                <a16:creationId xmlns:a16="http://schemas.microsoft.com/office/drawing/2014/main" id="{0719EC3A-A4C7-8E5B-3C95-AE04D8CF1263}"/>
              </a:ext>
            </a:extLst>
          </p:cNvPr>
          <p:cNvGraphicFramePr>
            <a:graphicFrameLocks noGrp="1"/>
          </p:cNvGraphicFramePr>
          <p:nvPr/>
        </p:nvGraphicFramePr>
        <p:xfrm>
          <a:off x="322615" y="792725"/>
          <a:ext cx="11396851" cy="1314470"/>
        </p:xfrm>
        <a:graphic>
          <a:graphicData uri="http://schemas.openxmlformats.org/drawingml/2006/table">
            <a:tbl>
              <a:tblPr firstRow="1" bandRow="1">
                <a:tableStyleId>{69012ECD-51FC-41F1-AA8D-1B2483CD663E}</a:tableStyleId>
              </a:tblPr>
              <a:tblGrid>
                <a:gridCol w="1196120">
                  <a:extLst>
                    <a:ext uri="{9D8B030D-6E8A-4147-A177-3AD203B41FA5}">
                      <a16:colId xmlns:a16="http://schemas.microsoft.com/office/drawing/2014/main" val="1665903062"/>
                    </a:ext>
                  </a:extLst>
                </a:gridCol>
                <a:gridCol w="2441613">
                  <a:extLst>
                    <a:ext uri="{9D8B030D-6E8A-4147-A177-3AD203B41FA5}">
                      <a16:colId xmlns:a16="http://schemas.microsoft.com/office/drawing/2014/main" val="906186273"/>
                    </a:ext>
                  </a:extLst>
                </a:gridCol>
                <a:gridCol w="1642539">
                  <a:extLst>
                    <a:ext uri="{9D8B030D-6E8A-4147-A177-3AD203B41FA5}">
                      <a16:colId xmlns:a16="http://schemas.microsoft.com/office/drawing/2014/main" val="923700556"/>
                    </a:ext>
                  </a:extLst>
                </a:gridCol>
                <a:gridCol w="1720227">
                  <a:extLst>
                    <a:ext uri="{9D8B030D-6E8A-4147-A177-3AD203B41FA5}">
                      <a16:colId xmlns:a16="http://schemas.microsoft.com/office/drawing/2014/main" val="2629857401"/>
                    </a:ext>
                  </a:extLst>
                </a:gridCol>
                <a:gridCol w="2319532">
                  <a:extLst>
                    <a:ext uri="{9D8B030D-6E8A-4147-A177-3AD203B41FA5}">
                      <a16:colId xmlns:a16="http://schemas.microsoft.com/office/drawing/2014/main" val="2744818558"/>
                    </a:ext>
                  </a:extLst>
                </a:gridCol>
                <a:gridCol w="2076820">
                  <a:extLst>
                    <a:ext uri="{9D8B030D-6E8A-4147-A177-3AD203B41FA5}">
                      <a16:colId xmlns:a16="http://schemas.microsoft.com/office/drawing/2014/main" val="3533452127"/>
                    </a:ext>
                  </a:extLst>
                </a:gridCol>
              </a:tblGrid>
              <a:tr h="445036">
                <a:tc>
                  <a:txBody>
                    <a:bodyPr/>
                    <a:lstStyle/>
                    <a:p>
                      <a:pPr marL="91440" marR="21590" algn="ctr">
                        <a:lnSpc>
                          <a:spcPts val="1220"/>
                        </a:lnSpc>
                      </a:pPr>
                      <a:r>
                        <a:rPr lang="en-IN" sz="1200" b="1" spc="-5">
                          <a:solidFill>
                            <a:schemeClr val="bg1"/>
                          </a:solidFill>
                        </a:rPr>
                        <a:t>Industry/</a:t>
                      </a:r>
                      <a:endParaRPr lang="en-IN" sz="1200" b="1">
                        <a:solidFill>
                          <a:schemeClr val="bg1"/>
                        </a:solidFill>
                      </a:endParaRPr>
                    </a:p>
                    <a:p>
                      <a:pPr marL="91440" marR="21590" algn="ctr">
                        <a:lnSpc>
                          <a:spcPct val="100000"/>
                        </a:lnSpc>
                      </a:pPr>
                      <a:r>
                        <a:rPr lang="en-IN" sz="1200" b="1">
                          <a:solidFill>
                            <a:schemeClr val="bg1"/>
                          </a:solidFill>
                        </a:rPr>
                        <a:t>category</a:t>
                      </a:r>
                      <a:endParaRPr lang="en-IN" sz="1200" b="1">
                        <a:solidFill>
                          <a:schemeClr val="bg1"/>
                        </a:solidFill>
                        <a:latin typeface="Calibri" panose="020F0502020204030204" pitchFamily="34" charset="0"/>
                        <a:cs typeface="Calibri" panose="020F0502020204030204" pitchFamily="34" charset="0"/>
                      </a:endParaRPr>
                    </a:p>
                  </a:txBody>
                  <a:tcPr marL="0" marR="0" marT="0" marB="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15570" algn="ctr">
                        <a:lnSpc>
                          <a:spcPts val="1220"/>
                        </a:lnSpc>
                      </a:pPr>
                      <a:r>
                        <a:rPr lang="en-IN" sz="1200" b="1">
                          <a:solidFill>
                            <a:schemeClr val="bg1"/>
                          </a:solidFill>
                        </a:rPr>
                        <a:t>Speed</a:t>
                      </a:r>
                      <a:r>
                        <a:rPr lang="en-IN" sz="1200" b="1" spc="-45">
                          <a:solidFill>
                            <a:schemeClr val="bg1"/>
                          </a:solidFill>
                        </a:rPr>
                        <a:t> </a:t>
                      </a:r>
                      <a:r>
                        <a:rPr lang="en-IN" sz="1200" b="1">
                          <a:solidFill>
                            <a:schemeClr val="bg1"/>
                          </a:solidFill>
                        </a:rPr>
                        <a:t>and</a:t>
                      </a:r>
                    </a:p>
                    <a:p>
                      <a:pPr marL="115570" algn="ctr">
                        <a:lnSpc>
                          <a:spcPct val="100000"/>
                        </a:lnSpc>
                      </a:pPr>
                      <a:r>
                        <a:rPr lang="en-IN" sz="1200" b="1" spc="-5">
                          <a:solidFill>
                            <a:schemeClr val="bg1"/>
                          </a:solidFill>
                        </a:rPr>
                        <a:t>reliability)</a:t>
                      </a:r>
                      <a:endParaRPr lang="en-IN" sz="1200" b="1">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93345" algn="ctr">
                        <a:lnSpc>
                          <a:spcPct val="100000"/>
                        </a:lnSpc>
                      </a:pPr>
                      <a:r>
                        <a:rPr lang="en-IN" sz="1200" b="1">
                          <a:solidFill>
                            <a:schemeClr val="bg1"/>
                          </a:solidFill>
                        </a:rPr>
                        <a:t>Flexibility</a:t>
                      </a:r>
                      <a:endParaRPr lang="en-IN" sz="1200" b="1">
                        <a:solidFill>
                          <a:schemeClr val="bg1"/>
                        </a:solidFill>
                        <a:latin typeface="Calibri" panose="020F0502020204030204" pitchFamily="34" charset="0"/>
                        <a:cs typeface="Calibri" panose="020F0502020204030204" pitchFamily="34" charset="0"/>
                      </a:endParaRPr>
                    </a:p>
                  </a:txBody>
                  <a:tcPr marL="0" marR="0" marT="127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93980" algn="ctr">
                        <a:lnSpc>
                          <a:spcPts val="1220"/>
                        </a:lnSpc>
                      </a:pPr>
                      <a:r>
                        <a:rPr lang="en-IN" sz="1200" b="1">
                          <a:solidFill>
                            <a:schemeClr val="bg1"/>
                          </a:solidFill>
                        </a:rPr>
                        <a:t>Shipment</a:t>
                      </a:r>
                    </a:p>
                    <a:p>
                      <a:pPr marL="93980" algn="ctr">
                        <a:lnSpc>
                          <a:spcPct val="100000"/>
                        </a:lnSpc>
                      </a:pPr>
                      <a:r>
                        <a:rPr lang="en-IN" sz="1200" b="1">
                          <a:solidFill>
                            <a:schemeClr val="bg1"/>
                          </a:solidFill>
                        </a:rPr>
                        <a:t>Integrity</a:t>
                      </a:r>
                      <a:endParaRPr lang="en-IN" sz="1200" b="1">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92075" marR="12065" algn="ctr">
                        <a:lnSpc>
                          <a:spcPts val="1220"/>
                        </a:lnSpc>
                      </a:pPr>
                      <a:r>
                        <a:rPr lang="en-IN" sz="1200" b="1">
                          <a:solidFill>
                            <a:schemeClr val="bg1"/>
                          </a:solidFill>
                        </a:rPr>
                        <a:t>Customer</a:t>
                      </a:r>
                    </a:p>
                    <a:p>
                      <a:pPr marL="92075" marR="12065" algn="ctr">
                        <a:lnSpc>
                          <a:spcPct val="100000"/>
                        </a:lnSpc>
                      </a:pPr>
                      <a:r>
                        <a:rPr lang="en-IN" sz="1200" b="1" spc="-5">
                          <a:solidFill>
                            <a:schemeClr val="bg1"/>
                          </a:solidFill>
                        </a:rPr>
                        <a:t>service</a:t>
                      </a:r>
                      <a:endParaRPr lang="en-IN" sz="1200" b="1">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01600" algn="ctr">
                        <a:lnSpc>
                          <a:spcPts val="1220"/>
                        </a:lnSpc>
                      </a:pPr>
                      <a:r>
                        <a:rPr lang="en-IN" sz="1200" b="1" spc="-5">
                          <a:solidFill>
                            <a:schemeClr val="bg1"/>
                          </a:solidFill>
                        </a:rPr>
                        <a:t>Tech</a:t>
                      </a:r>
                      <a:r>
                        <a:rPr lang="en-IN" sz="1200" b="1" spc="-30">
                          <a:solidFill>
                            <a:schemeClr val="bg1"/>
                          </a:solidFill>
                        </a:rPr>
                        <a:t> </a:t>
                      </a:r>
                      <a:r>
                        <a:rPr lang="en-IN" sz="1200" b="1">
                          <a:solidFill>
                            <a:schemeClr val="bg1"/>
                          </a:solidFill>
                        </a:rPr>
                        <a:t>enabled</a:t>
                      </a:r>
                    </a:p>
                    <a:p>
                      <a:pPr marL="101600" algn="ctr">
                        <a:lnSpc>
                          <a:spcPct val="100000"/>
                        </a:lnSpc>
                      </a:pPr>
                      <a:r>
                        <a:rPr lang="en-IN" sz="1200" b="1">
                          <a:solidFill>
                            <a:schemeClr val="bg1"/>
                          </a:solidFill>
                        </a:rPr>
                        <a:t>offerings</a:t>
                      </a:r>
                      <a:endParaRPr lang="en-IN" sz="1200" b="1">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2081800"/>
                  </a:ext>
                </a:extLst>
              </a:tr>
              <a:tr h="279992">
                <a:tc>
                  <a:txBody>
                    <a:bodyPr/>
                    <a:lstStyle/>
                    <a:p>
                      <a:pPr marL="91440" marR="21590" algn="ctr">
                        <a:lnSpc>
                          <a:spcPct val="100000"/>
                        </a:lnSpc>
                        <a:spcBef>
                          <a:spcPts val="330"/>
                        </a:spcBef>
                      </a:pPr>
                      <a:r>
                        <a:rPr lang="en-IN" sz="1200" b="0">
                          <a:solidFill>
                            <a:schemeClr val="tx1"/>
                          </a:solidFill>
                        </a:rPr>
                        <a:t>Must</a:t>
                      </a:r>
                      <a:r>
                        <a:rPr lang="en-IN" sz="1200" b="0" spc="-55">
                          <a:solidFill>
                            <a:schemeClr val="tx1"/>
                          </a:solidFill>
                        </a:rPr>
                        <a:t> </a:t>
                      </a:r>
                      <a:r>
                        <a:rPr lang="en-IN" sz="1200" b="0" spc="-5">
                          <a:solidFill>
                            <a:schemeClr val="tx1"/>
                          </a:solidFill>
                        </a:rPr>
                        <a:t>have</a:t>
                      </a:r>
                      <a:endParaRPr lang="en-IN" sz="1200" b="0">
                        <a:solidFill>
                          <a:schemeClr val="tx1"/>
                        </a:solidFill>
                        <a:latin typeface="Calibri" panose="020F0502020204030204" pitchFamily="34" charset="0"/>
                        <a:cs typeface="Calibri" panose="020F0502020204030204" pitchFamily="34" charset="0"/>
                      </a:endParaRPr>
                    </a:p>
                  </a:txBody>
                  <a:tcPr marL="0" marR="0" marT="4191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16839" marR="85725" indent="1270" algn="ctr">
                        <a:lnSpc>
                          <a:spcPct val="100000"/>
                        </a:lnSpc>
                        <a:spcBef>
                          <a:spcPts val="335"/>
                        </a:spcBef>
                      </a:pPr>
                      <a:r>
                        <a:rPr lang="en-US" sz="1200" b="0" spc="-5">
                          <a:solidFill>
                            <a:schemeClr val="tx1"/>
                          </a:solidFill>
                        </a:rPr>
                        <a:t>Premium </a:t>
                      </a:r>
                      <a:r>
                        <a:rPr lang="en-US" sz="1200" b="0">
                          <a:solidFill>
                            <a:schemeClr val="tx1"/>
                          </a:solidFill>
                        </a:rPr>
                        <a:t> </a:t>
                      </a:r>
                      <a:r>
                        <a:rPr lang="en-US" sz="1200" b="0" spc="-5">
                          <a:solidFill>
                            <a:schemeClr val="tx1"/>
                          </a:solidFill>
                        </a:rPr>
                        <a:t>offering, </a:t>
                      </a:r>
                      <a:r>
                        <a:rPr lang="en-US" sz="1200" b="0">
                          <a:solidFill>
                            <a:schemeClr val="tx1"/>
                          </a:solidFill>
                        </a:rPr>
                        <a:t>with </a:t>
                      </a:r>
                      <a:r>
                        <a:rPr lang="en-US" sz="1200" b="0" spc="5">
                          <a:solidFill>
                            <a:schemeClr val="tx1"/>
                          </a:solidFill>
                        </a:rPr>
                        <a:t> </a:t>
                      </a:r>
                      <a:r>
                        <a:rPr lang="en-US" sz="1200" b="0" spc="-5">
                          <a:solidFill>
                            <a:schemeClr val="tx1"/>
                          </a:solidFill>
                        </a:rPr>
                        <a:t>better</a:t>
                      </a:r>
                      <a:r>
                        <a:rPr lang="en-US" sz="1200" b="0" spc="-35">
                          <a:solidFill>
                            <a:schemeClr val="tx1"/>
                          </a:solidFill>
                        </a:rPr>
                        <a:t> </a:t>
                      </a:r>
                      <a:r>
                        <a:rPr lang="en-US" sz="1200" b="0" spc="-5">
                          <a:solidFill>
                            <a:schemeClr val="tx1"/>
                          </a:solidFill>
                        </a:rPr>
                        <a:t>transit</a:t>
                      </a:r>
                      <a:r>
                        <a:rPr lang="en-US" sz="1200" b="0" spc="-20">
                          <a:solidFill>
                            <a:schemeClr val="tx1"/>
                          </a:solidFill>
                        </a:rPr>
                        <a:t> </a:t>
                      </a:r>
                      <a:r>
                        <a:rPr lang="en-US" sz="1200" b="0" spc="-5">
                          <a:solidFill>
                            <a:schemeClr val="tx1"/>
                          </a:solidFill>
                        </a:rPr>
                        <a:t>time</a:t>
                      </a:r>
                      <a:endParaRPr lang="en-US" sz="1200" b="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243204" marR="86995" indent="-143510" algn="ctr">
                        <a:lnSpc>
                          <a:spcPct val="100000"/>
                        </a:lnSpc>
                        <a:spcBef>
                          <a:spcPts val="335"/>
                        </a:spcBef>
                      </a:pPr>
                      <a:r>
                        <a:rPr lang="en-IN" sz="1200" b="0">
                          <a:solidFill>
                            <a:schemeClr val="tx1"/>
                          </a:solidFill>
                        </a:rPr>
                        <a:t>Fle</a:t>
                      </a:r>
                      <a:r>
                        <a:rPr lang="en-IN" sz="1200" b="0" spc="-5">
                          <a:solidFill>
                            <a:schemeClr val="tx1"/>
                          </a:solidFill>
                        </a:rPr>
                        <a:t>x</a:t>
                      </a:r>
                      <a:r>
                        <a:rPr lang="en-IN" sz="1200" b="0">
                          <a:solidFill>
                            <a:schemeClr val="tx1"/>
                          </a:solidFill>
                        </a:rPr>
                        <a:t>ible</a:t>
                      </a:r>
                      <a:r>
                        <a:rPr lang="en-IN" sz="1200" b="0" spc="-15">
                          <a:solidFill>
                            <a:schemeClr val="tx1"/>
                          </a:solidFill>
                        </a:rPr>
                        <a:t> </a:t>
                      </a:r>
                      <a:r>
                        <a:rPr lang="en-IN" sz="1200" b="0">
                          <a:solidFill>
                            <a:schemeClr val="tx1"/>
                          </a:solidFill>
                        </a:rPr>
                        <a:t>pic</a:t>
                      </a:r>
                      <a:r>
                        <a:rPr lang="en-IN" sz="1200" b="0" spc="-5">
                          <a:solidFill>
                            <a:schemeClr val="tx1"/>
                          </a:solidFill>
                        </a:rPr>
                        <a:t>k</a:t>
                      </a:r>
                      <a:r>
                        <a:rPr lang="en-IN" sz="1200" b="0">
                          <a:solidFill>
                            <a:schemeClr val="tx1"/>
                          </a:solidFill>
                        </a:rPr>
                        <a:t>-up  </a:t>
                      </a:r>
                      <a:r>
                        <a:rPr lang="en-IN" sz="1200" b="0" spc="-5">
                          <a:solidFill>
                            <a:schemeClr val="tx1"/>
                          </a:solidFill>
                        </a:rPr>
                        <a:t>scheduling</a:t>
                      </a:r>
                      <a:endParaRPr lang="en-IN" sz="1200" b="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00330" marR="87630" indent="-5080" algn="ctr">
                        <a:lnSpc>
                          <a:spcPct val="100000"/>
                        </a:lnSpc>
                        <a:spcBef>
                          <a:spcPts val="335"/>
                        </a:spcBef>
                      </a:pPr>
                      <a:r>
                        <a:rPr lang="en-IN" sz="1200" b="0" spc="-5">
                          <a:solidFill>
                            <a:schemeClr val="tx1"/>
                          </a:solidFill>
                        </a:rPr>
                        <a:t>Low</a:t>
                      </a:r>
                      <a:r>
                        <a:rPr lang="en-IN" sz="1200" b="0" spc="-40">
                          <a:solidFill>
                            <a:schemeClr val="tx1"/>
                          </a:solidFill>
                        </a:rPr>
                        <a:t> </a:t>
                      </a:r>
                      <a:r>
                        <a:rPr lang="en-IN" sz="1200" b="0" spc="-5">
                          <a:solidFill>
                            <a:schemeClr val="tx1"/>
                          </a:solidFill>
                        </a:rPr>
                        <a:t>damages</a:t>
                      </a:r>
                      <a:r>
                        <a:rPr lang="en-IN" sz="1200" b="0" spc="-45">
                          <a:solidFill>
                            <a:schemeClr val="tx1"/>
                          </a:solidFill>
                        </a:rPr>
                        <a:t> </a:t>
                      </a:r>
                      <a:r>
                        <a:rPr lang="en-IN" sz="1200" b="0" spc="-5">
                          <a:solidFill>
                            <a:schemeClr val="tx1"/>
                          </a:solidFill>
                        </a:rPr>
                        <a:t>&amp; </a:t>
                      </a:r>
                      <a:r>
                        <a:rPr lang="en-IN" sz="1200" b="0" spc="-265">
                          <a:solidFill>
                            <a:schemeClr val="tx1"/>
                          </a:solidFill>
                        </a:rPr>
                        <a:t> </a:t>
                      </a:r>
                      <a:r>
                        <a:rPr lang="en-IN" sz="1200" b="0">
                          <a:solidFill>
                            <a:schemeClr val="tx1"/>
                          </a:solidFill>
                        </a:rPr>
                        <a:t>pilfer</a:t>
                      </a:r>
                      <a:r>
                        <a:rPr lang="en-IN" sz="1200" b="0" spc="-5">
                          <a:solidFill>
                            <a:schemeClr val="tx1"/>
                          </a:solidFill>
                        </a:rPr>
                        <a:t>a</a:t>
                      </a:r>
                      <a:r>
                        <a:rPr lang="en-IN" sz="1200" b="0">
                          <a:solidFill>
                            <a:schemeClr val="tx1"/>
                          </a:solidFill>
                        </a:rPr>
                        <a:t>ge/</a:t>
                      </a:r>
                      <a:r>
                        <a:rPr lang="en-IN" sz="1200" b="0" spc="-5">
                          <a:solidFill>
                            <a:schemeClr val="tx1"/>
                          </a:solidFill>
                        </a:rPr>
                        <a:t>c</a:t>
                      </a:r>
                      <a:r>
                        <a:rPr lang="en-IN" sz="1200" b="0">
                          <a:solidFill>
                            <a:schemeClr val="tx1"/>
                          </a:solidFill>
                        </a:rPr>
                        <a:t>la</a:t>
                      </a:r>
                      <a:r>
                        <a:rPr lang="en-IN" sz="1200" b="0" spc="-5">
                          <a:solidFill>
                            <a:schemeClr val="tx1"/>
                          </a:solidFill>
                        </a:rPr>
                        <a:t>i</a:t>
                      </a:r>
                      <a:r>
                        <a:rPr lang="en-IN" sz="1200" b="0">
                          <a:solidFill>
                            <a:schemeClr val="tx1"/>
                          </a:solidFill>
                        </a:rPr>
                        <a:t>ms</a:t>
                      </a:r>
                      <a:endParaRPr lang="en-IN" sz="1200" b="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24460" marR="136525" algn="ctr">
                        <a:lnSpc>
                          <a:spcPct val="100000"/>
                        </a:lnSpc>
                        <a:spcBef>
                          <a:spcPts val="335"/>
                        </a:spcBef>
                      </a:pPr>
                      <a:r>
                        <a:rPr lang="en-US" sz="1200" b="0" spc="-5">
                          <a:solidFill>
                            <a:schemeClr val="tx1"/>
                          </a:solidFill>
                        </a:rPr>
                        <a:t>24/7 support, </a:t>
                      </a:r>
                      <a:r>
                        <a:rPr lang="en-US" sz="1200" b="0">
                          <a:solidFill>
                            <a:schemeClr val="tx1"/>
                          </a:solidFill>
                        </a:rPr>
                        <a:t> </a:t>
                      </a:r>
                      <a:r>
                        <a:rPr lang="en-US" sz="1200" b="0" spc="-10">
                          <a:solidFill>
                            <a:schemeClr val="tx1"/>
                          </a:solidFill>
                        </a:rPr>
                        <a:t>KAMs</a:t>
                      </a:r>
                      <a:r>
                        <a:rPr lang="en-US" sz="1200" b="0" spc="-20">
                          <a:solidFill>
                            <a:schemeClr val="tx1"/>
                          </a:solidFill>
                        </a:rPr>
                        <a:t> </a:t>
                      </a:r>
                      <a:r>
                        <a:rPr lang="en-US" sz="1200" b="0" spc="-5">
                          <a:solidFill>
                            <a:schemeClr val="tx1"/>
                          </a:solidFill>
                        </a:rPr>
                        <a:t>for</a:t>
                      </a:r>
                      <a:r>
                        <a:rPr lang="en-US" sz="1200" b="0" spc="-30">
                          <a:solidFill>
                            <a:schemeClr val="tx1"/>
                          </a:solidFill>
                        </a:rPr>
                        <a:t> </a:t>
                      </a:r>
                      <a:r>
                        <a:rPr lang="en-US" sz="1200" b="0" spc="-5">
                          <a:solidFill>
                            <a:schemeClr val="tx1"/>
                          </a:solidFill>
                        </a:rPr>
                        <a:t>large </a:t>
                      </a:r>
                      <a:r>
                        <a:rPr lang="en-US" sz="1200" b="0" spc="-265">
                          <a:solidFill>
                            <a:schemeClr val="tx1"/>
                          </a:solidFill>
                        </a:rPr>
                        <a:t> </a:t>
                      </a:r>
                      <a:r>
                        <a:rPr lang="en-US" sz="1200" b="0" spc="-5">
                          <a:solidFill>
                            <a:schemeClr val="tx1"/>
                          </a:solidFill>
                        </a:rPr>
                        <a:t>customers</a:t>
                      </a:r>
                      <a:endParaRPr lang="en-US" sz="1200" b="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339725" marR="273685" indent="-47625" algn="ctr">
                        <a:lnSpc>
                          <a:spcPct val="100000"/>
                        </a:lnSpc>
                        <a:spcBef>
                          <a:spcPts val="335"/>
                        </a:spcBef>
                      </a:pPr>
                      <a:r>
                        <a:rPr lang="en-IN" sz="1200" b="0" spc="20">
                          <a:solidFill>
                            <a:schemeClr val="tx1"/>
                          </a:solidFill>
                        </a:rPr>
                        <a:t>M</a:t>
                      </a:r>
                      <a:r>
                        <a:rPr lang="en-IN" sz="1200" b="0">
                          <a:solidFill>
                            <a:schemeClr val="tx1"/>
                          </a:solidFill>
                        </a:rPr>
                        <a:t>il</a:t>
                      </a:r>
                      <a:r>
                        <a:rPr lang="en-IN" sz="1200" b="0" spc="-5">
                          <a:solidFill>
                            <a:schemeClr val="tx1"/>
                          </a:solidFill>
                        </a:rPr>
                        <a:t>e</a:t>
                      </a:r>
                      <a:r>
                        <a:rPr lang="en-IN" sz="1200" b="0">
                          <a:solidFill>
                            <a:schemeClr val="tx1"/>
                          </a:solidFill>
                        </a:rPr>
                        <a:t>st</a:t>
                      </a:r>
                      <a:r>
                        <a:rPr lang="en-IN" sz="1200" b="0" spc="5">
                          <a:solidFill>
                            <a:schemeClr val="tx1"/>
                          </a:solidFill>
                        </a:rPr>
                        <a:t>o</a:t>
                      </a:r>
                      <a:r>
                        <a:rPr lang="en-IN" sz="1200" b="0">
                          <a:solidFill>
                            <a:schemeClr val="tx1"/>
                          </a:solidFill>
                        </a:rPr>
                        <a:t>ne  </a:t>
                      </a:r>
                      <a:r>
                        <a:rPr lang="en-IN" sz="1200" b="0" spc="-5">
                          <a:solidFill>
                            <a:schemeClr val="tx1"/>
                          </a:solidFill>
                        </a:rPr>
                        <a:t>tracking</a:t>
                      </a:r>
                      <a:endParaRPr lang="en-IN" sz="1200" b="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96211991"/>
                  </a:ext>
                </a:extLst>
              </a:tr>
              <a:tr h="461129">
                <a:tc>
                  <a:txBody>
                    <a:bodyPr/>
                    <a:lstStyle/>
                    <a:p>
                      <a:pPr marL="91440" marR="21590" algn="ctr">
                        <a:lnSpc>
                          <a:spcPct val="100000"/>
                        </a:lnSpc>
                        <a:spcBef>
                          <a:spcPts val="330"/>
                        </a:spcBef>
                      </a:pPr>
                      <a:r>
                        <a:rPr lang="en-IN" sz="1200" b="1" spc="-5">
                          <a:solidFill>
                            <a:schemeClr val="tx1"/>
                          </a:solidFill>
                        </a:rPr>
                        <a:t>Differentiation</a:t>
                      </a:r>
                      <a:endParaRPr lang="en-IN" sz="1200">
                        <a:solidFill>
                          <a:schemeClr val="tx1"/>
                        </a:solidFill>
                        <a:latin typeface="Calibri" panose="020F0502020204030204" pitchFamily="34" charset="0"/>
                        <a:cs typeface="Calibri" panose="020F0502020204030204" pitchFamily="34" charset="0"/>
                      </a:endParaRPr>
                    </a:p>
                  </a:txBody>
                  <a:tcPr marL="0" marR="0" marT="4191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61290" marR="127000" algn="ctr">
                        <a:lnSpc>
                          <a:spcPct val="100000"/>
                        </a:lnSpc>
                        <a:spcBef>
                          <a:spcPts val="335"/>
                        </a:spcBef>
                      </a:pPr>
                      <a:r>
                        <a:rPr sz="1200" spc="-5">
                          <a:solidFill>
                            <a:schemeClr val="tx1"/>
                          </a:solidFill>
                        </a:rPr>
                        <a:t>95%</a:t>
                      </a:r>
                      <a:r>
                        <a:rPr sz="1200" spc="-40">
                          <a:solidFill>
                            <a:schemeClr val="tx1"/>
                          </a:solidFill>
                        </a:rPr>
                        <a:t> </a:t>
                      </a:r>
                      <a:r>
                        <a:rPr sz="1200" spc="-5">
                          <a:solidFill>
                            <a:schemeClr val="tx1"/>
                          </a:solidFill>
                        </a:rPr>
                        <a:t>on-time</a:t>
                      </a:r>
                      <a:r>
                        <a:rPr sz="1200" spc="-55">
                          <a:solidFill>
                            <a:schemeClr val="tx1"/>
                          </a:solidFill>
                        </a:rPr>
                        <a:t> </a:t>
                      </a:r>
                      <a:r>
                        <a:rPr sz="1200" spc="-5">
                          <a:solidFill>
                            <a:schemeClr val="tx1"/>
                          </a:solidFill>
                        </a:rPr>
                        <a:t>SLA </a:t>
                      </a:r>
                      <a:r>
                        <a:rPr sz="1200" spc="-260">
                          <a:solidFill>
                            <a:schemeClr val="tx1"/>
                          </a:solidFill>
                        </a:rPr>
                        <a:t> </a:t>
                      </a:r>
                      <a:r>
                        <a:rPr sz="1200" spc="-10">
                          <a:solidFill>
                            <a:schemeClr val="tx1"/>
                          </a:solidFill>
                        </a:rPr>
                        <a:t>with </a:t>
                      </a:r>
                      <a:r>
                        <a:rPr sz="1200">
                          <a:solidFill>
                            <a:schemeClr val="tx1"/>
                          </a:solidFill>
                        </a:rPr>
                        <a:t>money </a:t>
                      </a:r>
                      <a:r>
                        <a:rPr sz="1200" spc="-5">
                          <a:solidFill>
                            <a:schemeClr val="tx1"/>
                          </a:solidFill>
                        </a:rPr>
                        <a:t>back </a:t>
                      </a:r>
                      <a:r>
                        <a:rPr sz="1200">
                          <a:solidFill>
                            <a:schemeClr val="tx1"/>
                          </a:solidFill>
                        </a:rPr>
                        <a:t> </a:t>
                      </a:r>
                      <a:r>
                        <a:rPr sz="1200" spc="-5">
                          <a:solidFill>
                            <a:schemeClr val="tx1"/>
                          </a:solidFill>
                        </a:rPr>
                        <a:t>guarantee; </a:t>
                      </a:r>
                      <a:r>
                        <a:rPr sz="1200">
                          <a:solidFill>
                            <a:schemeClr val="tx1"/>
                          </a:solidFill>
                        </a:rPr>
                        <a:t>same </a:t>
                      </a:r>
                      <a:r>
                        <a:rPr sz="1200" spc="-265">
                          <a:solidFill>
                            <a:schemeClr val="tx1"/>
                          </a:solidFill>
                        </a:rPr>
                        <a:t> </a:t>
                      </a:r>
                      <a:r>
                        <a:rPr sz="1200" spc="-5">
                          <a:solidFill>
                            <a:schemeClr val="tx1"/>
                          </a:solidFill>
                        </a:rPr>
                        <a:t>day</a:t>
                      </a:r>
                      <a:r>
                        <a:rPr sz="1200" spc="-20">
                          <a:solidFill>
                            <a:schemeClr val="tx1"/>
                          </a:solidFill>
                        </a:rPr>
                        <a:t> </a:t>
                      </a:r>
                      <a:r>
                        <a:rPr sz="1200" spc="-5">
                          <a:solidFill>
                            <a:schemeClr val="tx1"/>
                          </a:solidFill>
                        </a:rPr>
                        <a:t>delivery</a:t>
                      </a:r>
                      <a:endParaRPr sz="120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366395" marR="233679" indent="-120650" algn="ctr">
                        <a:lnSpc>
                          <a:spcPct val="100000"/>
                        </a:lnSpc>
                        <a:spcBef>
                          <a:spcPts val="335"/>
                        </a:spcBef>
                      </a:pPr>
                      <a:r>
                        <a:rPr lang="en-US" sz="1200" spc="-5">
                          <a:solidFill>
                            <a:schemeClr val="tx1"/>
                          </a:solidFill>
                        </a:rPr>
                        <a:t>Flexibility</a:t>
                      </a:r>
                      <a:r>
                        <a:rPr lang="en-US" sz="1200" spc="-50">
                          <a:solidFill>
                            <a:schemeClr val="tx1"/>
                          </a:solidFill>
                        </a:rPr>
                        <a:t> </a:t>
                      </a:r>
                      <a:r>
                        <a:rPr lang="en-US" sz="1200" spc="-5">
                          <a:solidFill>
                            <a:schemeClr val="tx1"/>
                          </a:solidFill>
                        </a:rPr>
                        <a:t>to </a:t>
                      </a:r>
                      <a:r>
                        <a:rPr lang="en-US" sz="1200" spc="-260">
                          <a:solidFill>
                            <a:schemeClr val="tx1"/>
                          </a:solidFill>
                        </a:rPr>
                        <a:t> </a:t>
                      </a:r>
                      <a:r>
                        <a:rPr lang="en-US" sz="1200" spc="-5">
                          <a:solidFill>
                            <a:schemeClr val="tx1"/>
                          </a:solidFill>
                        </a:rPr>
                        <a:t>cater</a:t>
                      </a:r>
                      <a:r>
                        <a:rPr lang="en-US" sz="1200" spc="-35">
                          <a:solidFill>
                            <a:schemeClr val="tx1"/>
                          </a:solidFill>
                        </a:rPr>
                        <a:t> </a:t>
                      </a:r>
                      <a:r>
                        <a:rPr lang="en-US" sz="1200" spc="-5">
                          <a:solidFill>
                            <a:schemeClr val="tx1"/>
                          </a:solidFill>
                        </a:rPr>
                        <a:t>to</a:t>
                      </a:r>
                      <a:r>
                        <a:rPr lang="en-US" sz="1200" spc="0">
                          <a:solidFill>
                            <a:schemeClr val="tx1"/>
                          </a:solidFill>
                        </a:rPr>
                        <a:t> </a:t>
                      </a:r>
                      <a:r>
                        <a:rPr lang="en-US" sz="1200" spc="-5">
                          <a:solidFill>
                            <a:schemeClr val="tx1"/>
                          </a:solidFill>
                        </a:rPr>
                        <a:t>Peak</a:t>
                      </a:r>
                      <a:r>
                        <a:rPr lang="en-US" sz="1200" spc="-45">
                          <a:solidFill>
                            <a:schemeClr val="tx1"/>
                          </a:solidFill>
                        </a:rPr>
                        <a:t> </a:t>
                      </a:r>
                      <a:r>
                        <a:rPr lang="en-US" sz="1200" spc="-5">
                          <a:solidFill>
                            <a:schemeClr val="tx1"/>
                          </a:solidFill>
                        </a:rPr>
                        <a:t>Demand</a:t>
                      </a:r>
                      <a:endParaRPr lang="en-US" sz="120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21920" marR="113030" indent="1270" algn="ctr">
                        <a:lnSpc>
                          <a:spcPct val="100000"/>
                        </a:lnSpc>
                        <a:spcBef>
                          <a:spcPts val="335"/>
                        </a:spcBef>
                      </a:pPr>
                      <a:r>
                        <a:rPr sz="1200" spc="-5">
                          <a:solidFill>
                            <a:schemeClr val="tx1"/>
                          </a:solidFill>
                        </a:rPr>
                        <a:t>Less than </a:t>
                      </a:r>
                      <a:r>
                        <a:rPr sz="1200">
                          <a:solidFill>
                            <a:schemeClr val="tx1"/>
                          </a:solidFill>
                        </a:rPr>
                        <a:t> </a:t>
                      </a:r>
                      <a:r>
                        <a:rPr sz="1200" spc="-5">
                          <a:solidFill>
                            <a:schemeClr val="tx1"/>
                          </a:solidFill>
                        </a:rPr>
                        <a:t>industry claims </a:t>
                      </a:r>
                      <a:r>
                        <a:rPr sz="1200">
                          <a:solidFill>
                            <a:schemeClr val="tx1"/>
                          </a:solidFill>
                        </a:rPr>
                        <a:t> </a:t>
                      </a:r>
                      <a:r>
                        <a:rPr sz="1200" spc="10">
                          <a:solidFill>
                            <a:schemeClr val="tx1"/>
                          </a:solidFill>
                        </a:rPr>
                        <a:t>f</a:t>
                      </a:r>
                      <a:r>
                        <a:rPr sz="1200">
                          <a:solidFill>
                            <a:schemeClr val="tx1"/>
                          </a:solidFill>
                        </a:rPr>
                        <a:t>re</a:t>
                      </a:r>
                      <a:r>
                        <a:rPr sz="1200" spc="-5">
                          <a:solidFill>
                            <a:schemeClr val="tx1"/>
                          </a:solidFill>
                        </a:rPr>
                        <a:t>q</a:t>
                      </a:r>
                      <a:r>
                        <a:rPr sz="1200">
                          <a:solidFill>
                            <a:schemeClr val="tx1"/>
                          </a:solidFill>
                        </a:rPr>
                        <a:t>u</a:t>
                      </a:r>
                      <a:r>
                        <a:rPr sz="1200" spc="-5">
                          <a:solidFill>
                            <a:schemeClr val="tx1"/>
                          </a:solidFill>
                        </a:rPr>
                        <a:t>e</a:t>
                      </a:r>
                      <a:r>
                        <a:rPr sz="1200">
                          <a:solidFill>
                            <a:schemeClr val="tx1"/>
                          </a:solidFill>
                        </a:rPr>
                        <a:t>ncy</a:t>
                      </a:r>
                      <a:r>
                        <a:rPr sz="1200" spc="-35">
                          <a:solidFill>
                            <a:schemeClr val="tx1"/>
                          </a:solidFill>
                        </a:rPr>
                        <a:t> </a:t>
                      </a:r>
                      <a:r>
                        <a:rPr sz="1200">
                          <a:solidFill>
                            <a:schemeClr val="tx1"/>
                          </a:solidFill>
                        </a:rPr>
                        <a:t>%age</a:t>
                      </a:r>
                      <a:endParaRPr sz="120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97155" marR="108585" algn="ctr">
                        <a:lnSpc>
                          <a:spcPct val="100000"/>
                        </a:lnSpc>
                        <a:spcBef>
                          <a:spcPts val="335"/>
                        </a:spcBef>
                      </a:pPr>
                      <a:r>
                        <a:rPr sz="1200" spc="-5">
                          <a:solidFill>
                            <a:schemeClr val="tx1"/>
                          </a:solidFill>
                        </a:rPr>
                        <a:t>Differentiated </a:t>
                      </a:r>
                      <a:r>
                        <a:rPr sz="1200">
                          <a:solidFill>
                            <a:schemeClr val="tx1"/>
                          </a:solidFill>
                        </a:rPr>
                        <a:t> </a:t>
                      </a:r>
                      <a:r>
                        <a:rPr sz="1200" spc="5">
                          <a:solidFill>
                            <a:schemeClr val="tx1"/>
                          </a:solidFill>
                        </a:rPr>
                        <a:t>c</a:t>
                      </a:r>
                      <a:r>
                        <a:rPr sz="1200">
                          <a:solidFill>
                            <a:schemeClr val="tx1"/>
                          </a:solidFill>
                        </a:rPr>
                        <a:t>usto</a:t>
                      </a:r>
                      <a:r>
                        <a:rPr sz="1200" spc="15">
                          <a:solidFill>
                            <a:schemeClr val="tx1"/>
                          </a:solidFill>
                        </a:rPr>
                        <a:t>m</a:t>
                      </a:r>
                      <a:r>
                        <a:rPr sz="1200">
                          <a:solidFill>
                            <a:schemeClr val="tx1"/>
                          </a:solidFill>
                        </a:rPr>
                        <a:t>er</a:t>
                      </a:r>
                      <a:r>
                        <a:rPr sz="1200" spc="-25">
                          <a:solidFill>
                            <a:schemeClr val="tx1"/>
                          </a:solidFill>
                        </a:rPr>
                        <a:t> </a:t>
                      </a:r>
                      <a:r>
                        <a:rPr sz="1200" spc="5">
                          <a:solidFill>
                            <a:schemeClr val="tx1"/>
                          </a:solidFill>
                        </a:rPr>
                        <a:t>s</a:t>
                      </a:r>
                      <a:r>
                        <a:rPr sz="1200">
                          <a:solidFill>
                            <a:schemeClr val="tx1"/>
                          </a:solidFill>
                        </a:rPr>
                        <a:t>er</a:t>
                      </a:r>
                      <a:r>
                        <a:rPr sz="1200" spc="-5">
                          <a:solidFill>
                            <a:schemeClr val="tx1"/>
                          </a:solidFill>
                        </a:rPr>
                        <a:t>vi</a:t>
                      </a:r>
                      <a:r>
                        <a:rPr sz="1200" spc="5">
                          <a:solidFill>
                            <a:schemeClr val="tx1"/>
                          </a:solidFill>
                        </a:rPr>
                        <a:t>c</a:t>
                      </a:r>
                      <a:r>
                        <a:rPr sz="1200">
                          <a:solidFill>
                            <a:schemeClr val="tx1"/>
                          </a:solidFill>
                        </a:rPr>
                        <a:t>e  </a:t>
                      </a:r>
                      <a:r>
                        <a:rPr sz="1200" spc="-5">
                          <a:solidFill>
                            <a:schemeClr val="tx1"/>
                          </a:solidFill>
                        </a:rPr>
                        <a:t>offering – social </a:t>
                      </a:r>
                      <a:r>
                        <a:rPr sz="1200">
                          <a:solidFill>
                            <a:schemeClr val="tx1"/>
                          </a:solidFill>
                        </a:rPr>
                        <a:t> </a:t>
                      </a:r>
                      <a:r>
                        <a:rPr sz="1200" spc="-5">
                          <a:solidFill>
                            <a:schemeClr val="tx1"/>
                          </a:solidFill>
                        </a:rPr>
                        <a:t>media</a:t>
                      </a:r>
                      <a:r>
                        <a:rPr sz="1200" spc="-35">
                          <a:solidFill>
                            <a:schemeClr val="tx1"/>
                          </a:solidFill>
                        </a:rPr>
                        <a:t> </a:t>
                      </a:r>
                      <a:r>
                        <a:rPr sz="1200" spc="-5">
                          <a:solidFill>
                            <a:schemeClr val="tx1"/>
                          </a:solidFill>
                        </a:rPr>
                        <a:t>enabled</a:t>
                      </a:r>
                      <a:endParaRPr sz="120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0160" algn="ctr">
                        <a:lnSpc>
                          <a:spcPct val="100000"/>
                        </a:lnSpc>
                        <a:spcBef>
                          <a:spcPts val="335"/>
                        </a:spcBef>
                      </a:pPr>
                      <a:r>
                        <a:rPr sz="1200" spc="-10">
                          <a:solidFill>
                            <a:schemeClr val="tx1"/>
                          </a:solidFill>
                        </a:rPr>
                        <a:t>API/ERP</a:t>
                      </a:r>
                      <a:r>
                        <a:rPr lang="en-US" sz="1200" spc="0">
                          <a:solidFill>
                            <a:schemeClr val="tx1"/>
                          </a:solidFill>
                        </a:rPr>
                        <a:t> </a:t>
                      </a:r>
                      <a:r>
                        <a:rPr sz="1200" spc="-5">
                          <a:solidFill>
                            <a:schemeClr val="tx1"/>
                          </a:solidFill>
                        </a:rPr>
                        <a:t>Integration, </a:t>
                      </a:r>
                      <a:r>
                        <a:rPr sz="1200">
                          <a:solidFill>
                            <a:schemeClr val="tx1"/>
                          </a:solidFill>
                        </a:rPr>
                        <a:t> </a:t>
                      </a:r>
                      <a:r>
                        <a:rPr sz="1200" spc="-5">
                          <a:solidFill>
                            <a:schemeClr val="tx1"/>
                          </a:solidFill>
                        </a:rPr>
                        <a:t>Return</a:t>
                      </a:r>
                      <a:r>
                        <a:rPr sz="1200" spc="-40">
                          <a:solidFill>
                            <a:schemeClr val="tx1"/>
                          </a:solidFill>
                        </a:rPr>
                        <a:t> </a:t>
                      </a:r>
                      <a:r>
                        <a:rPr sz="1200" spc="-5">
                          <a:solidFill>
                            <a:schemeClr val="tx1"/>
                          </a:solidFill>
                        </a:rPr>
                        <a:t>request</a:t>
                      </a:r>
                      <a:r>
                        <a:rPr sz="1200" spc="-50">
                          <a:solidFill>
                            <a:schemeClr val="tx1"/>
                          </a:solidFill>
                        </a:rPr>
                        <a:t> </a:t>
                      </a:r>
                      <a:r>
                        <a:rPr sz="1200" spc="-5">
                          <a:solidFill>
                            <a:schemeClr val="tx1"/>
                          </a:solidFill>
                        </a:rPr>
                        <a:t>– </a:t>
                      </a:r>
                      <a:r>
                        <a:rPr sz="1200" spc="-260">
                          <a:solidFill>
                            <a:schemeClr val="tx1"/>
                          </a:solidFill>
                        </a:rPr>
                        <a:t> </a:t>
                      </a:r>
                      <a:r>
                        <a:rPr sz="1200" spc="-5">
                          <a:solidFill>
                            <a:schemeClr val="tx1"/>
                          </a:solidFill>
                        </a:rPr>
                        <a:t>QC/Scanning</a:t>
                      </a:r>
                      <a:endParaRPr sz="120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2861735"/>
                  </a:ext>
                </a:extLst>
              </a:tr>
            </a:tbl>
          </a:graphicData>
        </a:graphic>
      </p:graphicFrame>
      <p:pic>
        <p:nvPicPr>
          <p:cNvPr id="1026" name="Picture 2" descr="adress icon">
            <a:extLst>
              <a:ext uri="{FF2B5EF4-FFF2-40B4-BE49-F238E27FC236}">
                <a16:creationId xmlns:a16="http://schemas.microsoft.com/office/drawing/2014/main" id="{608EE965-DB47-8F2B-05D4-BA8DA306B37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449" y="3081730"/>
            <a:ext cx="355718" cy="355718"/>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assignment icon">
            <a:extLst>
              <a:ext uri="{FF2B5EF4-FFF2-40B4-BE49-F238E27FC236}">
                <a16:creationId xmlns:a16="http://schemas.microsoft.com/office/drawing/2014/main" id="{5081C2DF-EF06-DFF5-5B0E-76F512A04EB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500" y="3601296"/>
            <a:ext cx="314769" cy="434401"/>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travel icon">
            <a:extLst>
              <a:ext uri="{FF2B5EF4-FFF2-40B4-BE49-F238E27FC236}">
                <a16:creationId xmlns:a16="http://schemas.microsoft.com/office/drawing/2014/main" id="{B3856419-4559-57A6-F2AE-1BB8E752EDB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015" y="4236019"/>
            <a:ext cx="324019" cy="324019"/>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transparency icon">
            <a:extLst>
              <a:ext uri="{FF2B5EF4-FFF2-40B4-BE49-F238E27FC236}">
                <a16:creationId xmlns:a16="http://schemas.microsoft.com/office/drawing/2014/main" id="{8FFBABD9-FA23-B5BC-4C53-4141EE78C74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449" y="4867051"/>
            <a:ext cx="399548" cy="399548"/>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sad icon">
            <a:extLst>
              <a:ext uri="{FF2B5EF4-FFF2-40B4-BE49-F238E27FC236}">
                <a16:creationId xmlns:a16="http://schemas.microsoft.com/office/drawing/2014/main" id="{6946337D-7774-8243-8AF5-15FBC1B66FC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778" y="5481752"/>
            <a:ext cx="309837" cy="30983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2646345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p:cNvSpPr>
            <a:spLocks noGrp="1"/>
          </p:cNvSpPr>
          <p:nvPr>
            <p:ph type="body" sz="quarter" idx="13"/>
          </p:nvPr>
        </p:nvSpPr>
        <p:spPr/>
        <p:txBody>
          <a:bodyPr/>
          <a:lstStyle/>
          <a:p>
            <a:r>
              <a:rPr lang="en-US"/>
              <a:t>Numbered ribbons</a:t>
            </a:r>
          </a:p>
        </p:txBody>
      </p:sp>
      <p:sp>
        <p:nvSpPr>
          <p:cNvPr id="371719" name="Title 1"/>
          <p:cNvSpPr>
            <a:spLocks noGrp="1"/>
          </p:cNvSpPr>
          <p:nvPr>
            <p:ph type="title"/>
          </p:nvPr>
        </p:nvSpPr>
        <p:spPr/>
        <p:txBody>
          <a:bodyPr/>
          <a:lstStyle/>
          <a:p>
            <a:r>
              <a:rPr lang="en-US" altLang="ja-JP"/>
              <a:t>Ranking elements</a:t>
            </a:r>
            <a:endParaRPr lang="en-US"/>
          </a:p>
        </p:txBody>
      </p:sp>
      <p:sp>
        <p:nvSpPr>
          <p:cNvPr id="127" name="Rectangle 126"/>
          <p:cNvSpPr/>
          <p:nvPr/>
        </p:nvSpPr>
        <p:spPr>
          <a:xfrm>
            <a:off x="501650" y="1778569"/>
            <a:ext cx="1317942" cy="693420"/>
          </a:xfrm>
          <a:prstGeom prst="rect">
            <a:avLst/>
          </a:pr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1400" err="1">
              <a:solidFill>
                <a:schemeClr val="tx2"/>
              </a:solidFill>
            </a:endParaRPr>
          </a:p>
        </p:txBody>
      </p:sp>
      <p:sp>
        <p:nvSpPr>
          <p:cNvPr id="128" name="Rectangle 127"/>
          <p:cNvSpPr/>
          <p:nvPr/>
        </p:nvSpPr>
        <p:spPr>
          <a:xfrm>
            <a:off x="501650" y="2692969"/>
            <a:ext cx="1317942" cy="693420"/>
          </a:xfrm>
          <a:prstGeom prst="rect">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1400" err="1">
              <a:solidFill>
                <a:schemeClr val="tx2"/>
              </a:solidFill>
            </a:endParaRPr>
          </a:p>
        </p:txBody>
      </p:sp>
      <p:sp>
        <p:nvSpPr>
          <p:cNvPr id="129" name="Rectangle 128"/>
          <p:cNvSpPr/>
          <p:nvPr/>
        </p:nvSpPr>
        <p:spPr>
          <a:xfrm>
            <a:off x="501650" y="3592129"/>
            <a:ext cx="1317942" cy="693420"/>
          </a:xfrm>
          <a:prstGeom prst="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1400" err="1">
              <a:solidFill>
                <a:schemeClr val="tx2"/>
              </a:solidFill>
            </a:endParaRPr>
          </a:p>
        </p:txBody>
      </p:sp>
      <p:sp>
        <p:nvSpPr>
          <p:cNvPr id="130" name="Rectangle 129"/>
          <p:cNvSpPr/>
          <p:nvPr/>
        </p:nvSpPr>
        <p:spPr>
          <a:xfrm>
            <a:off x="501650" y="4506529"/>
            <a:ext cx="1317942" cy="693420"/>
          </a:xfrm>
          <a:prstGeom prst="rect">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1400" err="1">
              <a:solidFill>
                <a:schemeClr val="tx2"/>
              </a:solidFill>
            </a:endParaRPr>
          </a:p>
        </p:txBody>
      </p:sp>
      <p:sp>
        <p:nvSpPr>
          <p:cNvPr id="131" name="Rectangle 130"/>
          <p:cNvSpPr/>
          <p:nvPr/>
        </p:nvSpPr>
        <p:spPr>
          <a:xfrm>
            <a:off x="501650" y="5408865"/>
            <a:ext cx="1317942" cy="693420"/>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1400" err="1">
              <a:solidFill>
                <a:schemeClr val="tx2"/>
              </a:solidFill>
            </a:endParaRPr>
          </a:p>
        </p:txBody>
      </p:sp>
      <p:sp>
        <p:nvSpPr>
          <p:cNvPr id="132" name="Isosceles Triangle 131"/>
          <p:cNvSpPr/>
          <p:nvPr/>
        </p:nvSpPr>
        <p:spPr>
          <a:xfrm rot="16200000">
            <a:off x="1441293" y="3907247"/>
            <a:ext cx="246381" cy="510222"/>
          </a:xfrm>
          <a:prstGeom prst="triangle">
            <a:avLst/>
          </a:prstGeom>
          <a:solidFill>
            <a:schemeClr val="accent4">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endParaRPr lang="en-US" sz="1400" err="1">
              <a:solidFill>
                <a:schemeClr val="tx2"/>
              </a:solidFill>
            </a:endParaRPr>
          </a:p>
        </p:txBody>
      </p:sp>
      <p:sp>
        <p:nvSpPr>
          <p:cNvPr id="133" name="Round Same Side Corner Rectangle 132"/>
          <p:cNvSpPr/>
          <p:nvPr/>
        </p:nvSpPr>
        <p:spPr>
          <a:xfrm rot="5400000">
            <a:off x="5951679" y="-1169558"/>
            <a:ext cx="673101" cy="9957719"/>
          </a:xfrm>
          <a:prstGeom prst="round2SameRect">
            <a:avLst>
              <a:gd name="adj1" fmla="val 50000"/>
              <a:gd name="adj2" fmla="val 0"/>
            </a:avLst>
          </a:prstGeom>
          <a:solidFill>
            <a:schemeClr val="accent4"/>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2000" err="1"/>
          </a:p>
        </p:txBody>
      </p:sp>
      <p:sp>
        <p:nvSpPr>
          <p:cNvPr id="134" name="Isosceles Triangle 133"/>
          <p:cNvSpPr/>
          <p:nvPr/>
        </p:nvSpPr>
        <p:spPr>
          <a:xfrm rot="16200000">
            <a:off x="1427006" y="4807361"/>
            <a:ext cx="274956" cy="510222"/>
          </a:xfrm>
          <a:prstGeom prst="triangle">
            <a:avLst/>
          </a:prstGeom>
          <a:solidFill>
            <a:schemeClr val="accent2">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endParaRPr lang="en-US" sz="1400" err="1">
              <a:solidFill>
                <a:schemeClr val="tx2"/>
              </a:solidFill>
            </a:endParaRPr>
          </a:p>
        </p:txBody>
      </p:sp>
      <p:sp>
        <p:nvSpPr>
          <p:cNvPr id="135" name="Round Same Side Corner Rectangle 134"/>
          <p:cNvSpPr/>
          <p:nvPr/>
        </p:nvSpPr>
        <p:spPr>
          <a:xfrm rot="5400000">
            <a:off x="5951679" y="-267223"/>
            <a:ext cx="673101" cy="9957719"/>
          </a:xfrm>
          <a:prstGeom prst="round2SameRect">
            <a:avLst>
              <a:gd name="adj1" fmla="val 50000"/>
              <a:gd name="adj2" fmla="val 0"/>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2000" err="1"/>
          </a:p>
        </p:txBody>
      </p:sp>
      <p:sp>
        <p:nvSpPr>
          <p:cNvPr id="136" name="Isosceles Triangle 135"/>
          <p:cNvSpPr/>
          <p:nvPr/>
        </p:nvSpPr>
        <p:spPr>
          <a:xfrm rot="16200000">
            <a:off x="1427002" y="5704937"/>
            <a:ext cx="274956" cy="510222"/>
          </a:xfrm>
          <a:prstGeom prst="triangle">
            <a:avLst/>
          </a:prstGeom>
          <a:solidFill>
            <a:schemeClr val="accent1">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endParaRPr lang="en-US" sz="1400" err="1">
              <a:solidFill>
                <a:schemeClr val="tx2"/>
              </a:solidFill>
            </a:endParaRPr>
          </a:p>
        </p:txBody>
      </p:sp>
      <p:sp>
        <p:nvSpPr>
          <p:cNvPr id="137" name="Round Same Side Corner Rectangle 136"/>
          <p:cNvSpPr/>
          <p:nvPr/>
        </p:nvSpPr>
        <p:spPr>
          <a:xfrm rot="5400000">
            <a:off x="5951679" y="635112"/>
            <a:ext cx="673101" cy="9957719"/>
          </a:xfrm>
          <a:prstGeom prst="round2SameRect">
            <a:avLst>
              <a:gd name="adj1" fmla="val 50000"/>
              <a:gd name="adj2" fmla="val 0"/>
            </a:avLst>
          </a:prstGeom>
          <a:solidFill>
            <a:schemeClr val="accent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2000" err="1"/>
          </a:p>
        </p:txBody>
      </p:sp>
      <p:sp>
        <p:nvSpPr>
          <p:cNvPr id="138" name="Isosceles Triangle 137"/>
          <p:cNvSpPr/>
          <p:nvPr/>
        </p:nvSpPr>
        <p:spPr>
          <a:xfrm rot="16200000">
            <a:off x="1441294" y="3008087"/>
            <a:ext cx="246381" cy="510222"/>
          </a:xfrm>
          <a:prstGeom prst="triangle">
            <a:avLst/>
          </a:prstGeom>
          <a:solidFill>
            <a:schemeClr val="accent3">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endParaRPr lang="en-US" sz="1400" err="1">
              <a:solidFill>
                <a:schemeClr val="tx2"/>
              </a:solidFill>
            </a:endParaRPr>
          </a:p>
        </p:txBody>
      </p:sp>
      <p:sp>
        <p:nvSpPr>
          <p:cNvPr id="139" name="Round Same Side Corner Rectangle 138"/>
          <p:cNvSpPr/>
          <p:nvPr/>
        </p:nvSpPr>
        <p:spPr>
          <a:xfrm rot="5400000">
            <a:off x="5951679" y="-2071894"/>
            <a:ext cx="673101" cy="9957719"/>
          </a:xfrm>
          <a:prstGeom prst="round2SameRect">
            <a:avLst>
              <a:gd name="adj1" fmla="val 50000"/>
              <a:gd name="adj2" fmla="val 0"/>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2000" err="1"/>
          </a:p>
        </p:txBody>
      </p:sp>
      <p:sp>
        <p:nvSpPr>
          <p:cNvPr id="140" name="Isosceles Triangle 139"/>
          <p:cNvSpPr/>
          <p:nvPr/>
        </p:nvSpPr>
        <p:spPr>
          <a:xfrm rot="16200000">
            <a:off x="1441295" y="2093687"/>
            <a:ext cx="246381" cy="510222"/>
          </a:xfrm>
          <a:prstGeom prst="triangle">
            <a:avLst/>
          </a:prstGeom>
          <a:solidFill>
            <a:schemeClr val="accent5">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endParaRPr lang="en-US" sz="1400" err="1">
              <a:solidFill>
                <a:schemeClr val="tx2"/>
              </a:solidFill>
            </a:endParaRPr>
          </a:p>
        </p:txBody>
      </p:sp>
      <p:sp>
        <p:nvSpPr>
          <p:cNvPr id="141" name="Round Same Side Corner Rectangle 140"/>
          <p:cNvSpPr/>
          <p:nvPr/>
        </p:nvSpPr>
        <p:spPr>
          <a:xfrm rot="5400000">
            <a:off x="5951679" y="-2974229"/>
            <a:ext cx="673101" cy="9957719"/>
          </a:xfrm>
          <a:prstGeom prst="round2SameRect">
            <a:avLst>
              <a:gd name="adj1" fmla="val 50000"/>
              <a:gd name="adj2" fmla="val 0"/>
            </a:avLst>
          </a:prstGeom>
          <a:solidFill>
            <a:schemeClr val="accent5"/>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algn="ctr"/>
            <a:endParaRPr lang="en-US" sz="2000" err="1"/>
          </a:p>
        </p:txBody>
      </p:sp>
      <p:sp>
        <p:nvSpPr>
          <p:cNvPr id="142" name="TextBox 141"/>
          <p:cNvSpPr txBox="1"/>
          <p:nvPr/>
        </p:nvSpPr>
        <p:spPr>
          <a:xfrm>
            <a:off x="560536" y="1742121"/>
            <a:ext cx="691028" cy="738664"/>
          </a:xfrm>
          <a:prstGeom prst="rect">
            <a:avLst/>
          </a:prstGeom>
          <a:noFill/>
        </p:spPr>
        <p:txBody>
          <a:bodyPr wrap="square" lIns="0" tIns="0" rIns="0" bIns="0" rtlCol="0">
            <a:spAutoFit/>
          </a:bodyPr>
          <a:lstStyle/>
          <a:p>
            <a:pPr algn="ctr"/>
            <a:r>
              <a:rPr lang="en-US" sz="4800" b="1">
                <a:solidFill>
                  <a:schemeClr val="bg1"/>
                </a:solidFill>
              </a:rPr>
              <a:t>1</a:t>
            </a:r>
          </a:p>
        </p:txBody>
      </p:sp>
      <p:sp>
        <p:nvSpPr>
          <p:cNvPr id="143" name="TextBox 142"/>
          <p:cNvSpPr txBox="1"/>
          <p:nvPr/>
        </p:nvSpPr>
        <p:spPr>
          <a:xfrm>
            <a:off x="560536" y="2670571"/>
            <a:ext cx="691028" cy="738664"/>
          </a:xfrm>
          <a:prstGeom prst="rect">
            <a:avLst/>
          </a:prstGeom>
          <a:noFill/>
        </p:spPr>
        <p:txBody>
          <a:bodyPr wrap="square" lIns="0" tIns="0" rIns="0" bIns="0" rtlCol="0">
            <a:spAutoFit/>
          </a:bodyPr>
          <a:lstStyle/>
          <a:p>
            <a:pPr algn="ctr"/>
            <a:r>
              <a:rPr lang="en-US" sz="4800" b="1">
                <a:solidFill>
                  <a:schemeClr val="bg1"/>
                </a:solidFill>
              </a:rPr>
              <a:t>2</a:t>
            </a:r>
          </a:p>
        </p:txBody>
      </p:sp>
      <p:sp>
        <p:nvSpPr>
          <p:cNvPr id="144" name="TextBox 143"/>
          <p:cNvSpPr txBox="1"/>
          <p:nvPr/>
        </p:nvSpPr>
        <p:spPr>
          <a:xfrm>
            <a:off x="560536" y="3569731"/>
            <a:ext cx="691028" cy="738664"/>
          </a:xfrm>
          <a:prstGeom prst="rect">
            <a:avLst/>
          </a:prstGeom>
          <a:noFill/>
        </p:spPr>
        <p:txBody>
          <a:bodyPr wrap="square" lIns="0" tIns="0" rIns="0" bIns="0" rtlCol="0">
            <a:spAutoFit/>
          </a:bodyPr>
          <a:lstStyle/>
          <a:p>
            <a:pPr algn="ctr"/>
            <a:r>
              <a:rPr lang="en-US" sz="4800" b="1">
                <a:solidFill>
                  <a:schemeClr val="bg1"/>
                </a:solidFill>
              </a:rPr>
              <a:t>3</a:t>
            </a:r>
          </a:p>
        </p:txBody>
      </p:sp>
      <p:sp>
        <p:nvSpPr>
          <p:cNvPr id="145" name="TextBox 144"/>
          <p:cNvSpPr txBox="1"/>
          <p:nvPr/>
        </p:nvSpPr>
        <p:spPr>
          <a:xfrm>
            <a:off x="560536" y="4484131"/>
            <a:ext cx="691028" cy="738664"/>
          </a:xfrm>
          <a:prstGeom prst="rect">
            <a:avLst/>
          </a:prstGeom>
          <a:noFill/>
        </p:spPr>
        <p:txBody>
          <a:bodyPr wrap="square" lIns="0" tIns="0" rIns="0" bIns="0" rtlCol="0">
            <a:spAutoFit/>
          </a:bodyPr>
          <a:lstStyle/>
          <a:p>
            <a:pPr algn="ctr"/>
            <a:r>
              <a:rPr lang="en-US" sz="4800" b="1">
                <a:solidFill>
                  <a:schemeClr val="bg1"/>
                </a:solidFill>
              </a:rPr>
              <a:t>4</a:t>
            </a:r>
          </a:p>
        </p:txBody>
      </p:sp>
      <p:sp>
        <p:nvSpPr>
          <p:cNvPr id="146" name="TextBox 145"/>
          <p:cNvSpPr txBox="1"/>
          <p:nvPr/>
        </p:nvSpPr>
        <p:spPr>
          <a:xfrm>
            <a:off x="560536" y="5382105"/>
            <a:ext cx="691028" cy="738664"/>
          </a:xfrm>
          <a:prstGeom prst="rect">
            <a:avLst/>
          </a:prstGeom>
          <a:noFill/>
        </p:spPr>
        <p:txBody>
          <a:bodyPr wrap="square" lIns="0" tIns="0" rIns="0" bIns="0" rtlCol="0">
            <a:spAutoFit/>
          </a:bodyPr>
          <a:lstStyle/>
          <a:p>
            <a:pPr algn="ctr"/>
            <a:r>
              <a:rPr lang="en-US" sz="4800" b="1">
                <a:solidFill>
                  <a:schemeClr val="bg1"/>
                </a:solidFill>
              </a:rPr>
              <a:t>5</a:t>
            </a:r>
          </a:p>
        </p:txBody>
      </p:sp>
      <p:sp>
        <p:nvSpPr>
          <p:cNvPr id="147" name="Rectangle 146"/>
          <p:cNvSpPr/>
          <p:nvPr/>
        </p:nvSpPr>
        <p:spPr>
          <a:xfrm>
            <a:off x="1478915" y="1705165"/>
            <a:ext cx="9041940" cy="461665"/>
          </a:xfrm>
          <a:prstGeom prst="rect">
            <a:avLst/>
          </a:prstGeom>
        </p:spPr>
        <p:txBody>
          <a:bodyPr wrap="square" lIns="0" tIns="0" rIns="0" bIns="0">
            <a:spAutoFit/>
          </a:bodyPr>
          <a:lstStyle/>
          <a:p>
            <a:r>
              <a:rPr lang="en-US" sz="1000" b="1" err="1">
                <a:solidFill>
                  <a:schemeClr val="bg1"/>
                </a:solidFill>
              </a:rPr>
              <a:t>Lorem</a:t>
            </a:r>
            <a:r>
              <a:rPr lang="en-US" sz="1000" b="1">
                <a:solidFill>
                  <a:schemeClr val="bg1"/>
                </a:solidFill>
              </a:rPr>
              <a:t> </a:t>
            </a:r>
            <a:r>
              <a:rPr lang="en-US" sz="1000" b="1" err="1">
                <a:solidFill>
                  <a:schemeClr val="bg1"/>
                </a:solidFill>
              </a:rPr>
              <a:t>ipsum</a:t>
            </a:r>
            <a:r>
              <a:rPr lang="en-US" sz="1000" b="1">
                <a:solidFill>
                  <a:schemeClr val="bg1"/>
                </a:solidFill>
              </a:rPr>
              <a:t> dolor </a:t>
            </a:r>
          </a:p>
          <a:p>
            <a:r>
              <a:rPr lang="en-US" sz="1000">
                <a:solidFill>
                  <a:schemeClr val="bg1"/>
                </a:solidFill>
              </a:rPr>
              <a:t>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a:t>
            </a:r>
          </a:p>
        </p:txBody>
      </p:sp>
      <p:sp>
        <p:nvSpPr>
          <p:cNvPr id="148" name="Rectangle 147"/>
          <p:cNvSpPr/>
          <p:nvPr/>
        </p:nvSpPr>
        <p:spPr>
          <a:xfrm>
            <a:off x="1478915" y="2602730"/>
            <a:ext cx="9041940" cy="461665"/>
          </a:xfrm>
          <a:prstGeom prst="rect">
            <a:avLst/>
          </a:prstGeom>
        </p:spPr>
        <p:txBody>
          <a:bodyPr wrap="square" lIns="0" tIns="0" rIns="0" bIns="0">
            <a:spAutoFit/>
          </a:bodyPr>
          <a:lstStyle/>
          <a:p>
            <a:r>
              <a:rPr lang="en-US" sz="1000" b="1" err="1">
                <a:solidFill>
                  <a:schemeClr val="bg1"/>
                </a:solidFill>
              </a:rPr>
              <a:t>Lorem</a:t>
            </a:r>
            <a:r>
              <a:rPr lang="en-US" sz="1000" b="1">
                <a:solidFill>
                  <a:schemeClr val="bg1"/>
                </a:solidFill>
              </a:rPr>
              <a:t> </a:t>
            </a:r>
            <a:r>
              <a:rPr lang="en-US" sz="1000" b="1" err="1">
                <a:solidFill>
                  <a:schemeClr val="bg1"/>
                </a:solidFill>
              </a:rPr>
              <a:t>ipsum</a:t>
            </a:r>
            <a:r>
              <a:rPr lang="en-US" sz="1000" b="1">
                <a:solidFill>
                  <a:schemeClr val="bg1"/>
                </a:solidFill>
              </a:rPr>
              <a:t> dolor </a:t>
            </a:r>
          </a:p>
          <a:p>
            <a:r>
              <a:rPr lang="en-US" sz="1000">
                <a:solidFill>
                  <a:schemeClr val="bg1"/>
                </a:solidFill>
              </a:rPr>
              <a:t>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 </a:t>
            </a:r>
          </a:p>
        </p:txBody>
      </p:sp>
      <p:sp>
        <p:nvSpPr>
          <p:cNvPr id="149" name="Rectangle 148"/>
          <p:cNvSpPr/>
          <p:nvPr/>
        </p:nvSpPr>
        <p:spPr>
          <a:xfrm>
            <a:off x="1478915" y="3498138"/>
            <a:ext cx="9041940" cy="461665"/>
          </a:xfrm>
          <a:prstGeom prst="rect">
            <a:avLst/>
          </a:prstGeom>
        </p:spPr>
        <p:txBody>
          <a:bodyPr wrap="square" lIns="0" tIns="0" rIns="0" bIns="0">
            <a:spAutoFit/>
          </a:bodyPr>
          <a:lstStyle/>
          <a:p>
            <a:r>
              <a:rPr lang="en-US" sz="1000" b="1" err="1">
                <a:solidFill>
                  <a:schemeClr val="bg1"/>
                </a:solidFill>
              </a:rPr>
              <a:t>Lorem</a:t>
            </a:r>
            <a:r>
              <a:rPr lang="en-US" sz="1000" b="1">
                <a:solidFill>
                  <a:schemeClr val="bg1"/>
                </a:solidFill>
              </a:rPr>
              <a:t> </a:t>
            </a:r>
            <a:r>
              <a:rPr lang="en-US" sz="1000" b="1" err="1">
                <a:solidFill>
                  <a:schemeClr val="bg1"/>
                </a:solidFill>
              </a:rPr>
              <a:t>ipsum</a:t>
            </a:r>
            <a:r>
              <a:rPr lang="en-US" sz="1000" b="1">
                <a:solidFill>
                  <a:schemeClr val="bg1"/>
                </a:solidFill>
              </a:rPr>
              <a:t> dolor </a:t>
            </a:r>
          </a:p>
          <a:p>
            <a:r>
              <a:rPr lang="en-US" sz="1000">
                <a:solidFill>
                  <a:schemeClr val="bg1"/>
                </a:solidFill>
              </a:rPr>
              <a:t>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a:t>
            </a:r>
          </a:p>
        </p:txBody>
      </p:sp>
      <p:sp>
        <p:nvSpPr>
          <p:cNvPr id="150" name="Rectangle 149"/>
          <p:cNvSpPr/>
          <p:nvPr/>
        </p:nvSpPr>
        <p:spPr>
          <a:xfrm>
            <a:off x="1478915" y="4415019"/>
            <a:ext cx="9041940" cy="461665"/>
          </a:xfrm>
          <a:prstGeom prst="rect">
            <a:avLst/>
          </a:prstGeom>
        </p:spPr>
        <p:txBody>
          <a:bodyPr wrap="square" lIns="0" tIns="0" rIns="0" bIns="0">
            <a:spAutoFit/>
          </a:bodyPr>
          <a:lstStyle/>
          <a:p>
            <a:r>
              <a:rPr lang="en-US" sz="1000" b="1" err="1">
                <a:solidFill>
                  <a:schemeClr val="bg1"/>
                </a:solidFill>
              </a:rPr>
              <a:t>Lorem</a:t>
            </a:r>
            <a:r>
              <a:rPr lang="en-US" sz="1000" b="1">
                <a:solidFill>
                  <a:schemeClr val="bg1"/>
                </a:solidFill>
              </a:rPr>
              <a:t> </a:t>
            </a:r>
            <a:r>
              <a:rPr lang="en-US" sz="1000" b="1" err="1">
                <a:solidFill>
                  <a:schemeClr val="bg1"/>
                </a:solidFill>
              </a:rPr>
              <a:t>ipsum</a:t>
            </a:r>
            <a:r>
              <a:rPr lang="en-US" sz="1000" b="1">
                <a:solidFill>
                  <a:schemeClr val="bg1"/>
                </a:solidFill>
              </a:rPr>
              <a:t> dolor </a:t>
            </a:r>
          </a:p>
          <a:p>
            <a:r>
              <a:rPr lang="en-US" sz="1000">
                <a:solidFill>
                  <a:schemeClr val="bg1"/>
                </a:solidFill>
              </a:rPr>
              <a:t>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a:t>
            </a:r>
          </a:p>
        </p:txBody>
      </p:sp>
      <p:sp>
        <p:nvSpPr>
          <p:cNvPr id="151" name="Rectangle 150"/>
          <p:cNvSpPr/>
          <p:nvPr/>
        </p:nvSpPr>
        <p:spPr>
          <a:xfrm>
            <a:off x="1478915" y="5312752"/>
            <a:ext cx="9041940" cy="461665"/>
          </a:xfrm>
          <a:prstGeom prst="rect">
            <a:avLst/>
          </a:prstGeom>
        </p:spPr>
        <p:txBody>
          <a:bodyPr wrap="square" lIns="0" tIns="0" rIns="0" bIns="0">
            <a:spAutoFit/>
          </a:bodyPr>
          <a:lstStyle/>
          <a:p>
            <a:r>
              <a:rPr lang="en-US" sz="1000" b="1" err="1">
                <a:solidFill>
                  <a:schemeClr val="bg1"/>
                </a:solidFill>
              </a:rPr>
              <a:t>Lorem</a:t>
            </a:r>
            <a:r>
              <a:rPr lang="en-US" sz="1000" b="1">
                <a:solidFill>
                  <a:schemeClr val="bg1"/>
                </a:solidFill>
              </a:rPr>
              <a:t> </a:t>
            </a:r>
            <a:r>
              <a:rPr lang="en-US" sz="1000" b="1" err="1">
                <a:solidFill>
                  <a:schemeClr val="bg1"/>
                </a:solidFill>
              </a:rPr>
              <a:t>ipsum</a:t>
            </a:r>
            <a:r>
              <a:rPr lang="en-US" sz="1000" b="1">
                <a:solidFill>
                  <a:schemeClr val="bg1"/>
                </a:solidFill>
              </a:rPr>
              <a:t> dolor </a:t>
            </a:r>
          </a:p>
          <a:p>
            <a:r>
              <a:rPr lang="en-US" sz="1000">
                <a:solidFill>
                  <a:schemeClr val="bg1"/>
                </a:solidFill>
              </a:rPr>
              <a:t>This is dummy text it is not here to be read. The is just text to show where you could insert text. This is dummy text it is not here to be read. This is dummy text it is not here to be read. The is just text to show where you could insert text. This is dummy text it is not here to be read.</a:t>
            </a:r>
          </a:p>
        </p:txBody>
      </p:sp>
    </p:spTree>
    <p:extLst>
      <p:ext uri="{BB962C8B-B14F-4D97-AF65-F5344CB8AC3E}">
        <p14:creationId xmlns:p14="http://schemas.microsoft.com/office/powerpoint/2010/main" val="3601701601"/>
      </p:ext>
    </p:extLst>
  </p:cSld>
  <p:clrMapOvr>
    <a:masterClrMapping/>
  </p:clrMapOvr>
  <p:transition>
    <p:fade/>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 5">
            <a:extLst>
              <a:ext uri="{FF2B5EF4-FFF2-40B4-BE49-F238E27FC236}">
                <a16:creationId xmlns:a16="http://schemas.microsoft.com/office/drawing/2014/main" id="{7F6FB77A-14ED-4D9E-8A54-2B8241F121E4}"/>
              </a:ext>
            </a:extLst>
          </p:cNvPr>
          <p:cNvGraphicFramePr>
            <a:graphicFrameLocks noGrp="1"/>
          </p:cNvGraphicFramePr>
          <p:nvPr/>
        </p:nvGraphicFramePr>
        <p:xfrm>
          <a:off x="489668" y="1719006"/>
          <a:ext cx="11232432" cy="4583888"/>
        </p:xfrm>
        <a:graphic>
          <a:graphicData uri="http://schemas.openxmlformats.org/drawingml/2006/table">
            <a:tbl>
              <a:tblPr>
                <a:tableStyleId>{2D5ABB26-0587-4C30-8999-92F81FD0307C}</a:tableStyleId>
              </a:tblPr>
              <a:tblGrid>
                <a:gridCol w="234009">
                  <a:extLst>
                    <a:ext uri="{9D8B030D-6E8A-4147-A177-3AD203B41FA5}">
                      <a16:colId xmlns:a16="http://schemas.microsoft.com/office/drawing/2014/main" val="1709883861"/>
                    </a:ext>
                  </a:extLst>
                </a:gridCol>
                <a:gridCol w="234009">
                  <a:extLst>
                    <a:ext uri="{9D8B030D-6E8A-4147-A177-3AD203B41FA5}">
                      <a16:colId xmlns:a16="http://schemas.microsoft.com/office/drawing/2014/main" val="433716459"/>
                    </a:ext>
                  </a:extLst>
                </a:gridCol>
                <a:gridCol w="234009">
                  <a:extLst>
                    <a:ext uri="{9D8B030D-6E8A-4147-A177-3AD203B41FA5}">
                      <a16:colId xmlns:a16="http://schemas.microsoft.com/office/drawing/2014/main" val="2424862753"/>
                    </a:ext>
                  </a:extLst>
                </a:gridCol>
                <a:gridCol w="234009">
                  <a:extLst>
                    <a:ext uri="{9D8B030D-6E8A-4147-A177-3AD203B41FA5}">
                      <a16:colId xmlns:a16="http://schemas.microsoft.com/office/drawing/2014/main" val="4020511308"/>
                    </a:ext>
                  </a:extLst>
                </a:gridCol>
                <a:gridCol w="234009">
                  <a:extLst>
                    <a:ext uri="{9D8B030D-6E8A-4147-A177-3AD203B41FA5}">
                      <a16:colId xmlns:a16="http://schemas.microsoft.com/office/drawing/2014/main" val="1775886053"/>
                    </a:ext>
                  </a:extLst>
                </a:gridCol>
                <a:gridCol w="234009">
                  <a:extLst>
                    <a:ext uri="{9D8B030D-6E8A-4147-A177-3AD203B41FA5}">
                      <a16:colId xmlns:a16="http://schemas.microsoft.com/office/drawing/2014/main" val="900400475"/>
                    </a:ext>
                  </a:extLst>
                </a:gridCol>
                <a:gridCol w="234009">
                  <a:extLst>
                    <a:ext uri="{9D8B030D-6E8A-4147-A177-3AD203B41FA5}">
                      <a16:colId xmlns:a16="http://schemas.microsoft.com/office/drawing/2014/main" val="2874725450"/>
                    </a:ext>
                  </a:extLst>
                </a:gridCol>
                <a:gridCol w="234009">
                  <a:extLst>
                    <a:ext uri="{9D8B030D-6E8A-4147-A177-3AD203B41FA5}">
                      <a16:colId xmlns:a16="http://schemas.microsoft.com/office/drawing/2014/main" val="1856228797"/>
                    </a:ext>
                  </a:extLst>
                </a:gridCol>
                <a:gridCol w="234009">
                  <a:extLst>
                    <a:ext uri="{9D8B030D-6E8A-4147-A177-3AD203B41FA5}">
                      <a16:colId xmlns:a16="http://schemas.microsoft.com/office/drawing/2014/main" val="1037052264"/>
                    </a:ext>
                  </a:extLst>
                </a:gridCol>
                <a:gridCol w="234009">
                  <a:extLst>
                    <a:ext uri="{9D8B030D-6E8A-4147-A177-3AD203B41FA5}">
                      <a16:colId xmlns:a16="http://schemas.microsoft.com/office/drawing/2014/main" val="804155934"/>
                    </a:ext>
                  </a:extLst>
                </a:gridCol>
                <a:gridCol w="234009">
                  <a:extLst>
                    <a:ext uri="{9D8B030D-6E8A-4147-A177-3AD203B41FA5}">
                      <a16:colId xmlns:a16="http://schemas.microsoft.com/office/drawing/2014/main" val="2139958500"/>
                    </a:ext>
                  </a:extLst>
                </a:gridCol>
                <a:gridCol w="234009">
                  <a:extLst>
                    <a:ext uri="{9D8B030D-6E8A-4147-A177-3AD203B41FA5}">
                      <a16:colId xmlns:a16="http://schemas.microsoft.com/office/drawing/2014/main" val="215890965"/>
                    </a:ext>
                  </a:extLst>
                </a:gridCol>
                <a:gridCol w="234009">
                  <a:extLst>
                    <a:ext uri="{9D8B030D-6E8A-4147-A177-3AD203B41FA5}">
                      <a16:colId xmlns:a16="http://schemas.microsoft.com/office/drawing/2014/main" val="1815560249"/>
                    </a:ext>
                  </a:extLst>
                </a:gridCol>
                <a:gridCol w="234009">
                  <a:extLst>
                    <a:ext uri="{9D8B030D-6E8A-4147-A177-3AD203B41FA5}">
                      <a16:colId xmlns:a16="http://schemas.microsoft.com/office/drawing/2014/main" val="3629657463"/>
                    </a:ext>
                  </a:extLst>
                </a:gridCol>
                <a:gridCol w="234009">
                  <a:extLst>
                    <a:ext uri="{9D8B030D-6E8A-4147-A177-3AD203B41FA5}">
                      <a16:colId xmlns:a16="http://schemas.microsoft.com/office/drawing/2014/main" val="3672804444"/>
                    </a:ext>
                  </a:extLst>
                </a:gridCol>
                <a:gridCol w="234009">
                  <a:extLst>
                    <a:ext uri="{9D8B030D-6E8A-4147-A177-3AD203B41FA5}">
                      <a16:colId xmlns:a16="http://schemas.microsoft.com/office/drawing/2014/main" val="853953684"/>
                    </a:ext>
                  </a:extLst>
                </a:gridCol>
                <a:gridCol w="234009">
                  <a:extLst>
                    <a:ext uri="{9D8B030D-6E8A-4147-A177-3AD203B41FA5}">
                      <a16:colId xmlns:a16="http://schemas.microsoft.com/office/drawing/2014/main" val="3467066365"/>
                    </a:ext>
                  </a:extLst>
                </a:gridCol>
                <a:gridCol w="234009">
                  <a:extLst>
                    <a:ext uri="{9D8B030D-6E8A-4147-A177-3AD203B41FA5}">
                      <a16:colId xmlns:a16="http://schemas.microsoft.com/office/drawing/2014/main" val="4167917408"/>
                    </a:ext>
                  </a:extLst>
                </a:gridCol>
                <a:gridCol w="234009">
                  <a:extLst>
                    <a:ext uri="{9D8B030D-6E8A-4147-A177-3AD203B41FA5}">
                      <a16:colId xmlns:a16="http://schemas.microsoft.com/office/drawing/2014/main" val="1631711737"/>
                    </a:ext>
                  </a:extLst>
                </a:gridCol>
                <a:gridCol w="234009">
                  <a:extLst>
                    <a:ext uri="{9D8B030D-6E8A-4147-A177-3AD203B41FA5}">
                      <a16:colId xmlns:a16="http://schemas.microsoft.com/office/drawing/2014/main" val="414670127"/>
                    </a:ext>
                  </a:extLst>
                </a:gridCol>
                <a:gridCol w="234009">
                  <a:extLst>
                    <a:ext uri="{9D8B030D-6E8A-4147-A177-3AD203B41FA5}">
                      <a16:colId xmlns:a16="http://schemas.microsoft.com/office/drawing/2014/main" val="2324865041"/>
                    </a:ext>
                  </a:extLst>
                </a:gridCol>
                <a:gridCol w="234009">
                  <a:extLst>
                    <a:ext uri="{9D8B030D-6E8A-4147-A177-3AD203B41FA5}">
                      <a16:colId xmlns:a16="http://schemas.microsoft.com/office/drawing/2014/main" val="2633970131"/>
                    </a:ext>
                  </a:extLst>
                </a:gridCol>
                <a:gridCol w="234009">
                  <a:extLst>
                    <a:ext uri="{9D8B030D-6E8A-4147-A177-3AD203B41FA5}">
                      <a16:colId xmlns:a16="http://schemas.microsoft.com/office/drawing/2014/main" val="3564431213"/>
                    </a:ext>
                  </a:extLst>
                </a:gridCol>
                <a:gridCol w="234009">
                  <a:extLst>
                    <a:ext uri="{9D8B030D-6E8A-4147-A177-3AD203B41FA5}">
                      <a16:colId xmlns:a16="http://schemas.microsoft.com/office/drawing/2014/main" val="548289072"/>
                    </a:ext>
                  </a:extLst>
                </a:gridCol>
                <a:gridCol w="234009">
                  <a:extLst>
                    <a:ext uri="{9D8B030D-6E8A-4147-A177-3AD203B41FA5}">
                      <a16:colId xmlns:a16="http://schemas.microsoft.com/office/drawing/2014/main" val="329293690"/>
                    </a:ext>
                  </a:extLst>
                </a:gridCol>
                <a:gridCol w="234009">
                  <a:extLst>
                    <a:ext uri="{9D8B030D-6E8A-4147-A177-3AD203B41FA5}">
                      <a16:colId xmlns:a16="http://schemas.microsoft.com/office/drawing/2014/main" val="3280779935"/>
                    </a:ext>
                  </a:extLst>
                </a:gridCol>
                <a:gridCol w="234009">
                  <a:extLst>
                    <a:ext uri="{9D8B030D-6E8A-4147-A177-3AD203B41FA5}">
                      <a16:colId xmlns:a16="http://schemas.microsoft.com/office/drawing/2014/main" val="3116916016"/>
                    </a:ext>
                  </a:extLst>
                </a:gridCol>
                <a:gridCol w="234009">
                  <a:extLst>
                    <a:ext uri="{9D8B030D-6E8A-4147-A177-3AD203B41FA5}">
                      <a16:colId xmlns:a16="http://schemas.microsoft.com/office/drawing/2014/main" val="3454252327"/>
                    </a:ext>
                  </a:extLst>
                </a:gridCol>
                <a:gridCol w="234009">
                  <a:extLst>
                    <a:ext uri="{9D8B030D-6E8A-4147-A177-3AD203B41FA5}">
                      <a16:colId xmlns:a16="http://schemas.microsoft.com/office/drawing/2014/main" val="4232621731"/>
                    </a:ext>
                  </a:extLst>
                </a:gridCol>
                <a:gridCol w="234009">
                  <a:extLst>
                    <a:ext uri="{9D8B030D-6E8A-4147-A177-3AD203B41FA5}">
                      <a16:colId xmlns:a16="http://schemas.microsoft.com/office/drawing/2014/main" val="1658513422"/>
                    </a:ext>
                  </a:extLst>
                </a:gridCol>
                <a:gridCol w="234009">
                  <a:extLst>
                    <a:ext uri="{9D8B030D-6E8A-4147-A177-3AD203B41FA5}">
                      <a16:colId xmlns:a16="http://schemas.microsoft.com/office/drawing/2014/main" val="444182424"/>
                    </a:ext>
                  </a:extLst>
                </a:gridCol>
                <a:gridCol w="234009">
                  <a:extLst>
                    <a:ext uri="{9D8B030D-6E8A-4147-A177-3AD203B41FA5}">
                      <a16:colId xmlns:a16="http://schemas.microsoft.com/office/drawing/2014/main" val="2848555835"/>
                    </a:ext>
                  </a:extLst>
                </a:gridCol>
                <a:gridCol w="234009">
                  <a:extLst>
                    <a:ext uri="{9D8B030D-6E8A-4147-A177-3AD203B41FA5}">
                      <a16:colId xmlns:a16="http://schemas.microsoft.com/office/drawing/2014/main" val="3001850140"/>
                    </a:ext>
                  </a:extLst>
                </a:gridCol>
                <a:gridCol w="234009">
                  <a:extLst>
                    <a:ext uri="{9D8B030D-6E8A-4147-A177-3AD203B41FA5}">
                      <a16:colId xmlns:a16="http://schemas.microsoft.com/office/drawing/2014/main" val="3686350746"/>
                    </a:ext>
                  </a:extLst>
                </a:gridCol>
                <a:gridCol w="234009">
                  <a:extLst>
                    <a:ext uri="{9D8B030D-6E8A-4147-A177-3AD203B41FA5}">
                      <a16:colId xmlns:a16="http://schemas.microsoft.com/office/drawing/2014/main" val="1233797675"/>
                    </a:ext>
                  </a:extLst>
                </a:gridCol>
                <a:gridCol w="234009">
                  <a:extLst>
                    <a:ext uri="{9D8B030D-6E8A-4147-A177-3AD203B41FA5}">
                      <a16:colId xmlns:a16="http://schemas.microsoft.com/office/drawing/2014/main" val="3727426290"/>
                    </a:ext>
                  </a:extLst>
                </a:gridCol>
                <a:gridCol w="234009">
                  <a:extLst>
                    <a:ext uri="{9D8B030D-6E8A-4147-A177-3AD203B41FA5}">
                      <a16:colId xmlns:a16="http://schemas.microsoft.com/office/drawing/2014/main" val="2940305275"/>
                    </a:ext>
                  </a:extLst>
                </a:gridCol>
                <a:gridCol w="234009">
                  <a:extLst>
                    <a:ext uri="{9D8B030D-6E8A-4147-A177-3AD203B41FA5}">
                      <a16:colId xmlns:a16="http://schemas.microsoft.com/office/drawing/2014/main" val="3338491537"/>
                    </a:ext>
                  </a:extLst>
                </a:gridCol>
                <a:gridCol w="234009">
                  <a:extLst>
                    <a:ext uri="{9D8B030D-6E8A-4147-A177-3AD203B41FA5}">
                      <a16:colId xmlns:a16="http://schemas.microsoft.com/office/drawing/2014/main" val="1056302364"/>
                    </a:ext>
                  </a:extLst>
                </a:gridCol>
                <a:gridCol w="234009">
                  <a:extLst>
                    <a:ext uri="{9D8B030D-6E8A-4147-A177-3AD203B41FA5}">
                      <a16:colId xmlns:a16="http://schemas.microsoft.com/office/drawing/2014/main" val="1931447853"/>
                    </a:ext>
                  </a:extLst>
                </a:gridCol>
                <a:gridCol w="234009">
                  <a:extLst>
                    <a:ext uri="{9D8B030D-6E8A-4147-A177-3AD203B41FA5}">
                      <a16:colId xmlns:a16="http://schemas.microsoft.com/office/drawing/2014/main" val="3055045251"/>
                    </a:ext>
                  </a:extLst>
                </a:gridCol>
                <a:gridCol w="234009">
                  <a:extLst>
                    <a:ext uri="{9D8B030D-6E8A-4147-A177-3AD203B41FA5}">
                      <a16:colId xmlns:a16="http://schemas.microsoft.com/office/drawing/2014/main" val="3365658400"/>
                    </a:ext>
                  </a:extLst>
                </a:gridCol>
                <a:gridCol w="234009">
                  <a:extLst>
                    <a:ext uri="{9D8B030D-6E8A-4147-A177-3AD203B41FA5}">
                      <a16:colId xmlns:a16="http://schemas.microsoft.com/office/drawing/2014/main" val="3431771834"/>
                    </a:ext>
                  </a:extLst>
                </a:gridCol>
                <a:gridCol w="234009">
                  <a:extLst>
                    <a:ext uri="{9D8B030D-6E8A-4147-A177-3AD203B41FA5}">
                      <a16:colId xmlns:a16="http://schemas.microsoft.com/office/drawing/2014/main" val="966111470"/>
                    </a:ext>
                  </a:extLst>
                </a:gridCol>
                <a:gridCol w="234009">
                  <a:extLst>
                    <a:ext uri="{9D8B030D-6E8A-4147-A177-3AD203B41FA5}">
                      <a16:colId xmlns:a16="http://schemas.microsoft.com/office/drawing/2014/main" val="1905236473"/>
                    </a:ext>
                  </a:extLst>
                </a:gridCol>
                <a:gridCol w="234009">
                  <a:extLst>
                    <a:ext uri="{9D8B030D-6E8A-4147-A177-3AD203B41FA5}">
                      <a16:colId xmlns:a16="http://schemas.microsoft.com/office/drawing/2014/main" val="3860129490"/>
                    </a:ext>
                  </a:extLst>
                </a:gridCol>
                <a:gridCol w="234009">
                  <a:extLst>
                    <a:ext uri="{9D8B030D-6E8A-4147-A177-3AD203B41FA5}">
                      <a16:colId xmlns:a16="http://schemas.microsoft.com/office/drawing/2014/main" val="4213972779"/>
                    </a:ext>
                  </a:extLst>
                </a:gridCol>
                <a:gridCol w="234009">
                  <a:extLst>
                    <a:ext uri="{9D8B030D-6E8A-4147-A177-3AD203B41FA5}">
                      <a16:colId xmlns:a16="http://schemas.microsoft.com/office/drawing/2014/main" val="2091426823"/>
                    </a:ext>
                  </a:extLst>
                </a:gridCol>
              </a:tblGrid>
              <a:tr h="286493">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extLst>
                  <a:ext uri="{0D108BD9-81ED-4DB2-BD59-A6C34878D82A}">
                    <a16:rowId xmlns:a16="http://schemas.microsoft.com/office/drawing/2014/main" val="1391683038"/>
                  </a:ext>
                </a:extLst>
              </a:tr>
              <a:tr h="286493">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extLst>
                  <a:ext uri="{0D108BD9-81ED-4DB2-BD59-A6C34878D82A}">
                    <a16:rowId xmlns:a16="http://schemas.microsoft.com/office/drawing/2014/main" val="2453825175"/>
                  </a:ext>
                </a:extLst>
              </a:tr>
              <a:tr h="286493">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extLst>
                  <a:ext uri="{0D108BD9-81ED-4DB2-BD59-A6C34878D82A}">
                    <a16:rowId xmlns:a16="http://schemas.microsoft.com/office/drawing/2014/main" val="3897350182"/>
                  </a:ext>
                </a:extLst>
              </a:tr>
              <a:tr h="286493">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extLst>
                  <a:ext uri="{0D108BD9-81ED-4DB2-BD59-A6C34878D82A}">
                    <a16:rowId xmlns:a16="http://schemas.microsoft.com/office/drawing/2014/main" val="3602852515"/>
                  </a:ext>
                </a:extLst>
              </a:tr>
              <a:tr h="286493">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extLst>
                  <a:ext uri="{0D108BD9-81ED-4DB2-BD59-A6C34878D82A}">
                    <a16:rowId xmlns:a16="http://schemas.microsoft.com/office/drawing/2014/main" val="3456826886"/>
                  </a:ext>
                </a:extLst>
              </a:tr>
              <a:tr h="286493">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extLst>
                  <a:ext uri="{0D108BD9-81ED-4DB2-BD59-A6C34878D82A}">
                    <a16:rowId xmlns:a16="http://schemas.microsoft.com/office/drawing/2014/main" val="3412538031"/>
                  </a:ext>
                </a:extLst>
              </a:tr>
              <a:tr h="286493">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extLst>
                  <a:ext uri="{0D108BD9-81ED-4DB2-BD59-A6C34878D82A}">
                    <a16:rowId xmlns:a16="http://schemas.microsoft.com/office/drawing/2014/main" val="2266391612"/>
                  </a:ext>
                </a:extLst>
              </a:tr>
              <a:tr h="286493">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extLst>
                  <a:ext uri="{0D108BD9-81ED-4DB2-BD59-A6C34878D82A}">
                    <a16:rowId xmlns:a16="http://schemas.microsoft.com/office/drawing/2014/main" val="1847744979"/>
                  </a:ext>
                </a:extLst>
              </a:tr>
              <a:tr h="286493">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extLst>
                  <a:ext uri="{0D108BD9-81ED-4DB2-BD59-A6C34878D82A}">
                    <a16:rowId xmlns:a16="http://schemas.microsoft.com/office/drawing/2014/main" val="1764006729"/>
                  </a:ext>
                </a:extLst>
              </a:tr>
              <a:tr h="286493">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extLst>
                  <a:ext uri="{0D108BD9-81ED-4DB2-BD59-A6C34878D82A}">
                    <a16:rowId xmlns:a16="http://schemas.microsoft.com/office/drawing/2014/main" val="40105661"/>
                  </a:ext>
                </a:extLst>
              </a:tr>
              <a:tr h="286493">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extLst>
                  <a:ext uri="{0D108BD9-81ED-4DB2-BD59-A6C34878D82A}">
                    <a16:rowId xmlns:a16="http://schemas.microsoft.com/office/drawing/2014/main" val="2219614140"/>
                  </a:ext>
                </a:extLst>
              </a:tr>
              <a:tr h="286493">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extLst>
                  <a:ext uri="{0D108BD9-81ED-4DB2-BD59-A6C34878D82A}">
                    <a16:rowId xmlns:a16="http://schemas.microsoft.com/office/drawing/2014/main" val="3873915727"/>
                  </a:ext>
                </a:extLst>
              </a:tr>
              <a:tr h="286493">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extLst>
                  <a:ext uri="{0D108BD9-81ED-4DB2-BD59-A6C34878D82A}">
                    <a16:rowId xmlns:a16="http://schemas.microsoft.com/office/drawing/2014/main" val="3496439179"/>
                  </a:ext>
                </a:extLst>
              </a:tr>
              <a:tr h="286493">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extLst>
                  <a:ext uri="{0D108BD9-81ED-4DB2-BD59-A6C34878D82A}">
                    <a16:rowId xmlns:a16="http://schemas.microsoft.com/office/drawing/2014/main" val="1458022701"/>
                  </a:ext>
                </a:extLst>
              </a:tr>
              <a:tr h="286493">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extLst>
                  <a:ext uri="{0D108BD9-81ED-4DB2-BD59-A6C34878D82A}">
                    <a16:rowId xmlns:a16="http://schemas.microsoft.com/office/drawing/2014/main" val="138996425"/>
                  </a:ext>
                </a:extLst>
              </a:tr>
              <a:tr h="286493">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tc>
                  <a:txBody>
                    <a:bodyPr/>
                    <a:lstStyle/>
                    <a:p>
                      <a:endParaRPr lang="en-US" sz="200"/>
                    </a:p>
                  </a:txBody>
                  <a:tcPr marL="0" marR="0" marT="0" marB="0">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85000"/>
                          <a:lumOff val="15000"/>
                        </a:schemeClr>
                      </a:solidFill>
                      <a:prstDash val="solid"/>
                      <a:round/>
                      <a:headEnd type="none" w="med" len="med"/>
                      <a:tailEnd type="none" w="med" len="med"/>
                    </a:lnT>
                    <a:lnB w="12700" cap="flat" cmpd="sng" algn="ctr">
                      <a:solidFill>
                        <a:schemeClr val="tx1">
                          <a:lumMod val="85000"/>
                          <a:lumOff val="15000"/>
                        </a:schemeClr>
                      </a:solidFill>
                      <a:prstDash val="solid"/>
                      <a:round/>
                      <a:headEnd type="none" w="med" len="med"/>
                      <a:tailEnd type="none" w="med" len="med"/>
                    </a:lnB>
                  </a:tcPr>
                </a:tc>
                <a:extLst>
                  <a:ext uri="{0D108BD9-81ED-4DB2-BD59-A6C34878D82A}">
                    <a16:rowId xmlns:a16="http://schemas.microsoft.com/office/drawing/2014/main" val="2833714287"/>
                  </a:ext>
                </a:extLst>
              </a:tr>
            </a:tbl>
          </a:graphicData>
        </a:graphic>
      </p:graphicFrame>
      <p:sp>
        <p:nvSpPr>
          <p:cNvPr id="151" name="Freeform: Shape 150">
            <a:extLst>
              <a:ext uri="{FF2B5EF4-FFF2-40B4-BE49-F238E27FC236}">
                <a16:creationId xmlns:a16="http://schemas.microsoft.com/office/drawing/2014/main" id="{0D6EF5AD-C369-46A4-91D2-2C31C6D1D672}"/>
              </a:ext>
            </a:extLst>
          </p:cNvPr>
          <p:cNvSpPr/>
          <p:nvPr/>
        </p:nvSpPr>
        <p:spPr bwMode="gray">
          <a:xfrm>
            <a:off x="539750" y="1847850"/>
            <a:ext cx="10941050" cy="4171950"/>
          </a:xfrm>
          <a:custGeom>
            <a:avLst/>
            <a:gdLst>
              <a:gd name="connsiteX0" fmla="*/ 0 w 10941050"/>
              <a:gd name="connsiteY0" fmla="*/ 4171950 h 4171950"/>
              <a:gd name="connsiteX1" fmla="*/ 1041400 w 10941050"/>
              <a:gd name="connsiteY1" fmla="*/ 2921000 h 4171950"/>
              <a:gd name="connsiteX2" fmla="*/ 2286000 w 10941050"/>
              <a:gd name="connsiteY2" fmla="*/ 3733800 h 4171950"/>
              <a:gd name="connsiteX3" fmla="*/ 3975100 w 10941050"/>
              <a:gd name="connsiteY3" fmla="*/ 1936750 h 4171950"/>
              <a:gd name="connsiteX4" fmla="*/ 5581650 w 10941050"/>
              <a:gd name="connsiteY4" fmla="*/ 3028950 h 4171950"/>
              <a:gd name="connsiteX5" fmla="*/ 7493000 w 10941050"/>
              <a:gd name="connsiteY5" fmla="*/ 793750 h 4171950"/>
              <a:gd name="connsiteX6" fmla="*/ 8909050 w 10941050"/>
              <a:gd name="connsiteY6" fmla="*/ 1778000 h 4171950"/>
              <a:gd name="connsiteX7" fmla="*/ 10941050 w 10941050"/>
              <a:gd name="connsiteY7" fmla="*/ 0 h 4171950"/>
              <a:gd name="connsiteX0" fmla="*/ 0 w 10941050"/>
              <a:gd name="connsiteY0" fmla="*/ 4171950 h 4171950"/>
              <a:gd name="connsiteX1" fmla="*/ 1041400 w 10941050"/>
              <a:gd name="connsiteY1" fmla="*/ 2921000 h 4171950"/>
              <a:gd name="connsiteX2" fmla="*/ 2286000 w 10941050"/>
              <a:gd name="connsiteY2" fmla="*/ 3733800 h 4171950"/>
              <a:gd name="connsiteX3" fmla="*/ 3975100 w 10941050"/>
              <a:gd name="connsiteY3" fmla="*/ 1936750 h 4171950"/>
              <a:gd name="connsiteX4" fmla="*/ 5581650 w 10941050"/>
              <a:gd name="connsiteY4" fmla="*/ 3028950 h 4171950"/>
              <a:gd name="connsiteX5" fmla="*/ 7426960 w 10941050"/>
              <a:gd name="connsiteY5" fmla="*/ 1002030 h 4171950"/>
              <a:gd name="connsiteX6" fmla="*/ 8909050 w 10941050"/>
              <a:gd name="connsiteY6" fmla="*/ 1778000 h 4171950"/>
              <a:gd name="connsiteX7" fmla="*/ 10941050 w 10941050"/>
              <a:gd name="connsiteY7" fmla="*/ 0 h 4171950"/>
              <a:gd name="connsiteX0" fmla="*/ 0 w 10941050"/>
              <a:gd name="connsiteY0" fmla="*/ 4171950 h 4171950"/>
              <a:gd name="connsiteX1" fmla="*/ 1041400 w 10941050"/>
              <a:gd name="connsiteY1" fmla="*/ 2921000 h 4171950"/>
              <a:gd name="connsiteX2" fmla="*/ 2286000 w 10941050"/>
              <a:gd name="connsiteY2" fmla="*/ 3733800 h 4171950"/>
              <a:gd name="connsiteX3" fmla="*/ 3949700 w 10941050"/>
              <a:gd name="connsiteY3" fmla="*/ 2119630 h 4171950"/>
              <a:gd name="connsiteX4" fmla="*/ 5581650 w 10941050"/>
              <a:gd name="connsiteY4" fmla="*/ 3028950 h 4171950"/>
              <a:gd name="connsiteX5" fmla="*/ 7426960 w 10941050"/>
              <a:gd name="connsiteY5" fmla="*/ 1002030 h 4171950"/>
              <a:gd name="connsiteX6" fmla="*/ 8909050 w 10941050"/>
              <a:gd name="connsiteY6" fmla="*/ 1778000 h 4171950"/>
              <a:gd name="connsiteX7" fmla="*/ 10941050 w 10941050"/>
              <a:gd name="connsiteY7" fmla="*/ 0 h 4171950"/>
              <a:gd name="connsiteX0" fmla="*/ 0 w 10941050"/>
              <a:gd name="connsiteY0" fmla="*/ 4171950 h 4171950"/>
              <a:gd name="connsiteX1" fmla="*/ 1117600 w 10941050"/>
              <a:gd name="connsiteY1" fmla="*/ 3037840 h 4171950"/>
              <a:gd name="connsiteX2" fmla="*/ 2286000 w 10941050"/>
              <a:gd name="connsiteY2" fmla="*/ 3733800 h 4171950"/>
              <a:gd name="connsiteX3" fmla="*/ 3949700 w 10941050"/>
              <a:gd name="connsiteY3" fmla="*/ 2119630 h 4171950"/>
              <a:gd name="connsiteX4" fmla="*/ 5581650 w 10941050"/>
              <a:gd name="connsiteY4" fmla="*/ 3028950 h 4171950"/>
              <a:gd name="connsiteX5" fmla="*/ 7426960 w 10941050"/>
              <a:gd name="connsiteY5" fmla="*/ 1002030 h 4171950"/>
              <a:gd name="connsiteX6" fmla="*/ 8909050 w 10941050"/>
              <a:gd name="connsiteY6" fmla="*/ 1778000 h 4171950"/>
              <a:gd name="connsiteX7" fmla="*/ 10941050 w 10941050"/>
              <a:gd name="connsiteY7" fmla="*/ 0 h 417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41050" h="4171950">
                <a:moveTo>
                  <a:pt x="0" y="4171950"/>
                </a:moveTo>
                <a:lnTo>
                  <a:pt x="1117600" y="3037840"/>
                </a:lnTo>
                <a:lnTo>
                  <a:pt x="2286000" y="3733800"/>
                </a:lnTo>
                <a:lnTo>
                  <a:pt x="3949700" y="2119630"/>
                </a:lnTo>
                <a:lnTo>
                  <a:pt x="5581650" y="3028950"/>
                </a:lnTo>
                <a:lnTo>
                  <a:pt x="7426960" y="1002030"/>
                </a:lnTo>
                <a:lnTo>
                  <a:pt x="8909050" y="1778000"/>
                </a:lnTo>
                <a:lnTo>
                  <a:pt x="10941050" y="0"/>
                </a:lnTo>
              </a:path>
            </a:pathLst>
          </a:custGeom>
          <a:noFill/>
          <a:ln w="127000" algn="ctr">
            <a:solidFill>
              <a:schemeClr val="accent3">
                <a:lumMod val="20000"/>
                <a:lumOff val="80000"/>
                <a:alpha val="10000"/>
              </a:schemeClr>
            </a:solidFill>
            <a:miter lim="800000"/>
            <a:headEnd/>
            <a:tailEnd type="triangle"/>
          </a:ln>
        </p:spPr>
        <p:txBody>
          <a:bodyPr rtlCol="0" anchor="ctr"/>
          <a:lstStyle/>
          <a:p>
            <a:pPr algn="ctr"/>
            <a:endParaRPr lang="en-US"/>
          </a:p>
        </p:txBody>
      </p:sp>
      <p:sp>
        <p:nvSpPr>
          <p:cNvPr id="16" name="Rectangle 15">
            <a:extLst>
              <a:ext uri="{FF2B5EF4-FFF2-40B4-BE49-F238E27FC236}">
                <a16:creationId xmlns:a16="http://schemas.microsoft.com/office/drawing/2014/main" id="{BFB9B1D0-33C2-4E12-9128-CCC23A72CE4A}"/>
              </a:ext>
            </a:extLst>
          </p:cNvPr>
          <p:cNvSpPr/>
          <p:nvPr/>
        </p:nvSpPr>
        <p:spPr bwMode="gray">
          <a:xfrm>
            <a:off x="2413181" y="2573723"/>
            <a:ext cx="2776085" cy="1069398"/>
          </a:xfrm>
          <a:prstGeom prst="rect">
            <a:avLst/>
          </a:prstGeom>
          <a:solidFill>
            <a:srgbClr val="00A3E0">
              <a:alpha val="1800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88" name="Rectangle 87">
            <a:extLst>
              <a:ext uri="{FF2B5EF4-FFF2-40B4-BE49-F238E27FC236}">
                <a16:creationId xmlns:a16="http://schemas.microsoft.com/office/drawing/2014/main" id="{FDBB4803-3FDA-4BD7-B31C-C02F6F7C0306}"/>
              </a:ext>
            </a:extLst>
          </p:cNvPr>
          <p:cNvSpPr/>
          <p:nvPr/>
        </p:nvSpPr>
        <p:spPr>
          <a:xfrm>
            <a:off x="2821710" y="2535652"/>
            <a:ext cx="1070678" cy="1077218"/>
          </a:xfrm>
          <a:prstGeom prst="rect">
            <a:avLst/>
          </a:prstGeom>
        </p:spPr>
        <p:txBody>
          <a:bodyPr wrap="none">
            <a:spAutoFit/>
          </a:bodyPr>
          <a:lstStyle/>
          <a:p>
            <a:r>
              <a:rPr lang="en-US" sz="3600" b="1">
                <a:ln>
                  <a:solidFill>
                    <a:srgbClr val="00A3E0"/>
                  </a:solidFill>
                </a:ln>
                <a:solidFill>
                  <a:sysClr val="windowText" lastClr="000000"/>
                </a:solidFill>
              </a:rPr>
              <a:t>XX</a:t>
            </a:r>
            <a:r>
              <a:rPr lang="en-US" sz="2800">
                <a:ln>
                  <a:solidFill>
                    <a:srgbClr val="00A3E0"/>
                  </a:solidFill>
                </a:ln>
                <a:solidFill>
                  <a:sysClr val="windowText" lastClr="000000"/>
                </a:solidFill>
              </a:rPr>
              <a:t>%</a:t>
            </a:r>
            <a:br>
              <a:rPr lang="en-US" sz="2800">
                <a:solidFill>
                  <a:schemeClr val="accent3">
                    <a:lumMod val="40000"/>
                    <a:lumOff val="60000"/>
                  </a:schemeClr>
                </a:solidFill>
              </a:rPr>
            </a:br>
            <a:r>
              <a:rPr lang="en-US" sz="2800">
                <a:solidFill>
                  <a:schemeClr val="accent2"/>
                </a:solidFill>
              </a:rPr>
              <a:t>Lower</a:t>
            </a:r>
          </a:p>
        </p:txBody>
      </p:sp>
      <p:sp>
        <p:nvSpPr>
          <p:cNvPr id="89" name="Rectangle 88">
            <a:extLst>
              <a:ext uri="{FF2B5EF4-FFF2-40B4-BE49-F238E27FC236}">
                <a16:creationId xmlns:a16="http://schemas.microsoft.com/office/drawing/2014/main" id="{E8668355-CFD1-406D-968D-B9CBA75A1F65}"/>
              </a:ext>
            </a:extLst>
          </p:cNvPr>
          <p:cNvSpPr/>
          <p:nvPr/>
        </p:nvSpPr>
        <p:spPr>
          <a:xfrm>
            <a:off x="9525790" y="3279646"/>
            <a:ext cx="960519" cy="646331"/>
          </a:xfrm>
          <a:prstGeom prst="rect">
            <a:avLst/>
          </a:prstGeom>
        </p:spPr>
        <p:txBody>
          <a:bodyPr wrap="none">
            <a:spAutoFit/>
          </a:bodyPr>
          <a:lstStyle/>
          <a:p>
            <a:r>
              <a:rPr lang="en-US" sz="3600" b="1">
                <a:ln>
                  <a:solidFill>
                    <a:srgbClr val="00A3E0"/>
                  </a:solidFill>
                </a:ln>
                <a:solidFill>
                  <a:sysClr val="windowText" lastClr="000000"/>
                </a:solidFill>
              </a:rPr>
              <a:t>XX%</a:t>
            </a:r>
          </a:p>
        </p:txBody>
      </p:sp>
      <p:sp>
        <p:nvSpPr>
          <p:cNvPr id="90" name="Rectangle 89">
            <a:extLst>
              <a:ext uri="{FF2B5EF4-FFF2-40B4-BE49-F238E27FC236}">
                <a16:creationId xmlns:a16="http://schemas.microsoft.com/office/drawing/2014/main" id="{2A2055EB-256A-43BE-8AE1-130A936D3B71}"/>
              </a:ext>
            </a:extLst>
          </p:cNvPr>
          <p:cNvSpPr/>
          <p:nvPr/>
        </p:nvSpPr>
        <p:spPr>
          <a:xfrm>
            <a:off x="7976276" y="5336297"/>
            <a:ext cx="960519" cy="646331"/>
          </a:xfrm>
          <a:prstGeom prst="rect">
            <a:avLst/>
          </a:prstGeom>
        </p:spPr>
        <p:txBody>
          <a:bodyPr wrap="none">
            <a:spAutoFit/>
          </a:bodyPr>
          <a:lstStyle/>
          <a:p>
            <a:r>
              <a:rPr lang="en-US" sz="3600" b="1">
                <a:ln>
                  <a:solidFill>
                    <a:srgbClr val="00A3E0"/>
                  </a:solidFill>
                </a:ln>
                <a:solidFill>
                  <a:sysClr val="windowText" lastClr="000000"/>
                </a:solidFill>
              </a:rPr>
              <a:t>XX%</a:t>
            </a:r>
          </a:p>
        </p:txBody>
      </p:sp>
      <p:sp>
        <p:nvSpPr>
          <p:cNvPr id="91" name="Rectangle 90">
            <a:extLst>
              <a:ext uri="{FF2B5EF4-FFF2-40B4-BE49-F238E27FC236}">
                <a16:creationId xmlns:a16="http://schemas.microsoft.com/office/drawing/2014/main" id="{278A70E6-0FD0-4AA6-BAB0-7BE784377BA8}"/>
              </a:ext>
            </a:extLst>
          </p:cNvPr>
          <p:cNvSpPr/>
          <p:nvPr/>
        </p:nvSpPr>
        <p:spPr>
          <a:xfrm>
            <a:off x="488900" y="1713941"/>
            <a:ext cx="5135385" cy="607859"/>
          </a:xfrm>
          <a:prstGeom prst="rect">
            <a:avLst/>
          </a:prstGeom>
          <a:solidFill>
            <a:schemeClr val="accent3">
              <a:lumMod val="50000"/>
              <a:alpha val="10000"/>
            </a:schemeClr>
          </a:solidFill>
          <a:ln w="9525" cap="rnd">
            <a:solidFill>
              <a:srgbClr val="00A3E0"/>
            </a:solidFill>
          </a:ln>
        </p:spPr>
        <p:txBody>
          <a:bodyPr wrap="square">
            <a:spAutoFit/>
          </a:bodyPr>
          <a:lstStyle/>
          <a:p>
            <a:pPr lvl="0">
              <a:spcAft>
                <a:spcPts val="300"/>
              </a:spcAft>
            </a:pPr>
            <a:r>
              <a:rPr lang="en-US" sz="1400" b="1">
                <a:solidFill>
                  <a:srgbClr val="00A3E0"/>
                </a:solidFill>
              </a:rPr>
              <a:t>Title</a:t>
            </a:r>
          </a:p>
          <a:p>
            <a:pPr lvl="0" defTabSz="1142609">
              <a:spcBef>
                <a:spcPts val="562"/>
              </a:spcBef>
              <a:buSzPct val="100000"/>
              <a:defRPr/>
            </a:pPr>
            <a:r>
              <a:rPr lang="en-US" sz="1200" kern="0">
                <a:solidFill>
                  <a:prstClr val="white"/>
                </a:solidFill>
                <a:ea typeface="ヒラギノ角ゴ ProN W3" charset="0"/>
                <a:sym typeface="Gotham Book" charset="0"/>
              </a:rPr>
              <a:t>This is dummy text it is not here to be read. The is just text to show.</a:t>
            </a:r>
          </a:p>
        </p:txBody>
      </p:sp>
      <p:sp>
        <p:nvSpPr>
          <p:cNvPr id="86" name="Rectangle 85">
            <a:extLst>
              <a:ext uri="{FF2B5EF4-FFF2-40B4-BE49-F238E27FC236}">
                <a16:creationId xmlns:a16="http://schemas.microsoft.com/office/drawing/2014/main" id="{71F92105-DC68-4A75-82C6-90193C274CE2}"/>
              </a:ext>
            </a:extLst>
          </p:cNvPr>
          <p:cNvSpPr/>
          <p:nvPr/>
        </p:nvSpPr>
        <p:spPr>
          <a:xfrm>
            <a:off x="6096000" y="1713941"/>
            <a:ext cx="5626099" cy="607859"/>
          </a:xfrm>
          <a:prstGeom prst="rect">
            <a:avLst/>
          </a:prstGeom>
          <a:solidFill>
            <a:schemeClr val="accent3">
              <a:lumMod val="50000"/>
              <a:alpha val="10000"/>
            </a:schemeClr>
          </a:solidFill>
          <a:ln w="9525" cap="rnd">
            <a:solidFill>
              <a:srgbClr val="00A3E0"/>
            </a:solidFill>
          </a:ln>
        </p:spPr>
        <p:txBody>
          <a:bodyPr wrap="square">
            <a:spAutoFit/>
          </a:bodyPr>
          <a:lstStyle/>
          <a:p>
            <a:pPr lvl="0">
              <a:spcAft>
                <a:spcPts val="300"/>
              </a:spcAft>
            </a:pPr>
            <a:r>
              <a:rPr lang="en-US" sz="1400" b="1">
                <a:solidFill>
                  <a:srgbClr val="00A3E0"/>
                </a:solidFill>
              </a:rPr>
              <a:t>Title</a:t>
            </a:r>
          </a:p>
          <a:p>
            <a:pPr lvl="0" defTabSz="1142609">
              <a:spcBef>
                <a:spcPts val="562"/>
              </a:spcBef>
              <a:buSzPct val="100000"/>
              <a:defRPr/>
            </a:pPr>
            <a:r>
              <a:rPr lang="en-US" sz="1200" kern="0">
                <a:solidFill>
                  <a:prstClr val="white"/>
                </a:solidFill>
                <a:ea typeface="ヒラギノ角ゴ ProN W3" charset="0"/>
                <a:sym typeface="Gotham Book" charset="0"/>
              </a:rPr>
              <a:t>This is dummy text it is not here to be read. The is just text to show.</a:t>
            </a:r>
          </a:p>
        </p:txBody>
      </p:sp>
      <p:grpSp>
        <p:nvGrpSpPr>
          <p:cNvPr id="7" name="Group 6">
            <a:extLst>
              <a:ext uri="{FF2B5EF4-FFF2-40B4-BE49-F238E27FC236}">
                <a16:creationId xmlns:a16="http://schemas.microsoft.com/office/drawing/2014/main" id="{76BD707B-9C1C-46BD-BB66-8677302E0EBB}"/>
              </a:ext>
            </a:extLst>
          </p:cNvPr>
          <p:cNvGrpSpPr/>
          <p:nvPr/>
        </p:nvGrpSpPr>
        <p:grpSpPr>
          <a:xfrm>
            <a:off x="1893598" y="2521138"/>
            <a:ext cx="519584" cy="1473992"/>
            <a:chOff x="2356052" y="1680907"/>
            <a:chExt cx="237918" cy="674943"/>
          </a:xfrm>
        </p:grpSpPr>
        <p:sp>
          <p:nvSpPr>
            <p:cNvPr id="3" name="Oval 2">
              <a:extLst>
                <a:ext uri="{FF2B5EF4-FFF2-40B4-BE49-F238E27FC236}">
                  <a16:creationId xmlns:a16="http://schemas.microsoft.com/office/drawing/2014/main" id="{6DC1B4A4-AFA1-4CDD-9406-3D7DC920D4E6}"/>
                </a:ext>
              </a:extLst>
            </p:cNvPr>
            <p:cNvSpPr/>
            <p:nvPr/>
          </p:nvSpPr>
          <p:spPr bwMode="gray">
            <a:xfrm>
              <a:off x="2356052" y="22905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76" name="Oval 75">
              <a:extLst>
                <a:ext uri="{FF2B5EF4-FFF2-40B4-BE49-F238E27FC236}">
                  <a16:creationId xmlns:a16="http://schemas.microsoft.com/office/drawing/2014/main" id="{E61C2642-5C63-4349-9BF5-8045DA66CD26}"/>
                </a:ext>
              </a:extLst>
            </p:cNvPr>
            <p:cNvSpPr/>
            <p:nvPr/>
          </p:nvSpPr>
          <p:spPr bwMode="gray">
            <a:xfrm>
              <a:off x="2356052" y="22524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77" name="Oval 76">
              <a:extLst>
                <a:ext uri="{FF2B5EF4-FFF2-40B4-BE49-F238E27FC236}">
                  <a16:creationId xmlns:a16="http://schemas.microsoft.com/office/drawing/2014/main" id="{F66E0FC4-2F16-43D1-A658-27B7868498B2}"/>
                </a:ext>
              </a:extLst>
            </p:cNvPr>
            <p:cNvSpPr/>
            <p:nvPr/>
          </p:nvSpPr>
          <p:spPr bwMode="gray">
            <a:xfrm>
              <a:off x="2356052" y="22143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83" name="Oval 82">
              <a:extLst>
                <a:ext uri="{FF2B5EF4-FFF2-40B4-BE49-F238E27FC236}">
                  <a16:creationId xmlns:a16="http://schemas.microsoft.com/office/drawing/2014/main" id="{952FDAFD-E0C7-4EEB-A730-FD813303232C}"/>
                </a:ext>
              </a:extLst>
            </p:cNvPr>
            <p:cNvSpPr/>
            <p:nvPr/>
          </p:nvSpPr>
          <p:spPr bwMode="gray">
            <a:xfrm>
              <a:off x="2356052" y="21762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84" name="Oval 83">
              <a:extLst>
                <a:ext uri="{FF2B5EF4-FFF2-40B4-BE49-F238E27FC236}">
                  <a16:creationId xmlns:a16="http://schemas.microsoft.com/office/drawing/2014/main" id="{3CAA1B8D-FF5A-4C14-BF85-3E05BF117781}"/>
                </a:ext>
              </a:extLst>
            </p:cNvPr>
            <p:cNvSpPr/>
            <p:nvPr/>
          </p:nvSpPr>
          <p:spPr bwMode="gray">
            <a:xfrm>
              <a:off x="2356052" y="21381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85" name="Oval 84">
              <a:extLst>
                <a:ext uri="{FF2B5EF4-FFF2-40B4-BE49-F238E27FC236}">
                  <a16:creationId xmlns:a16="http://schemas.microsoft.com/office/drawing/2014/main" id="{5E8CF07B-5361-4C17-B5BE-6AD7D23ABE23}"/>
                </a:ext>
              </a:extLst>
            </p:cNvPr>
            <p:cNvSpPr/>
            <p:nvPr/>
          </p:nvSpPr>
          <p:spPr bwMode="gray">
            <a:xfrm>
              <a:off x="2356052" y="21000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87" name="Oval 86">
              <a:extLst>
                <a:ext uri="{FF2B5EF4-FFF2-40B4-BE49-F238E27FC236}">
                  <a16:creationId xmlns:a16="http://schemas.microsoft.com/office/drawing/2014/main" id="{201653A7-44B7-4C20-8787-D9F29B31BE32}"/>
                </a:ext>
              </a:extLst>
            </p:cNvPr>
            <p:cNvSpPr/>
            <p:nvPr/>
          </p:nvSpPr>
          <p:spPr bwMode="gray">
            <a:xfrm>
              <a:off x="2356052" y="20619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92" name="Oval 91">
              <a:extLst>
                <a:ext uri="{FF2B5EF4-FFF2-40B4-BE49-F238E27FC236}">
                  <a16:creationId xmlns:a16="http://schemas.microsoft.com/office/drawing/2014/main" id="{10CBF191-7575-488C-897A-67AC79D7B9E3}"/>
                </a:ext>
              </a:extLst>
            </p:cNvPr>
            <p:cNvSpPr/>
            <p:nvPr/>
          </p:nvSpPr>
          <p:spPr bwMode="gray">
            <a:xfrm>
              <a:off x="2356052" y="20238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94" name="Oval 93">
              <a:extLst>
                <a:ext uri="{FF2B5EF4-FFF2-40B4-BE49-F238E27FC236}">
                  <a16:creationId xmlns:a16="http://schemas.microsoft.com/office/drawing/2014/main" id="{D4A64D5A-1399-4489-8808-F4F94254F208}"/>
                </a:ext>
              </a:extLst>
            </p:cNvPr>
            <p:cNvSpPr/>
            <p:nvPr/>
          </p:nvSpPr>
          <p:spPr bwMode="gray">
            <a:xfrm>
              <a:off x="2356052" y="19857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95" name="Oval 94">
              <a:extLst>
                <a:ext uri="{FF2B5EF4-FFF2-40B4-BE49-F238E27FC236}">
                  <a16:creationId xmlns:a16="http://schemas.microsoft.com/office/drawing/2014/main" id="{F39A6022-690D-4D96-A267-D22863EDBA22}"/>
                </a:ext>
              </a:extLst>
            </p:cNvPr>
            <p:cNvSpPr/>
            <p:nvPr/>
          </p:nvSpPr>
          <p:spPr bwMode="gray">
            <a:xfrm>
              <a:off x="2356052" y="19476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96" name="Oval 95">
              <a:extLst>
                <a:ext uri="{FF2B5EF4-FFF2-40B4-BE49-F238E27FC236}">
                  <a16:creationId xmlns:a16="http://schemas.microsoft.com/office/drawing/2014/main" id="{0BD4F925-0123-4464-8283-39577D8951EE}"/>
                </a:ext>
              </a:extLst>
            </p:cNvPr>
            <p:cNvSpPr/>
            <p:nvPr/>
          </p:nvSpPr>
          <p:spPr bwMode="gray">
            <a:xfrm>
              <a:off x="2356052" y="19095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97" name="Oval 96">
              <a:extLst>
                <a:ext uri="{FF2B5EF4-FFF2-40B4-BE49-F238E27FC236}">
                  <a16:creationId xmlns:a16="http://schemas.microsoft.com/office/drawing/2014/main" id="{D945A4A1-9A0A-45BD-9623-9E3A55986ED0}"/>
                </a:ext>
              </a:extLst>
            </p:cNvPr>
            <p:cNvSpPr/>
            <p:nvPr/>
          </p:nvSpPr>
          <p:spPr bwMode="gray">
            <a:xfrm>
              <a:off x="2356052" y="18714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98" name="Oval 97">
              <a:extLst>
                <a:ext uri="{FF2B5EF4-FFF2-40B4-BE49-F238E27FC236}">
                  <a16:creationId xmlns:a16="http://schemas.microsoft.com/office/drawing/2014/main" id="{106EEA8E-DDD8-4DC6-8175-E881B7006DFD}"/>
                </a:ext>
              </a:extLst>
            </p:cNvPr>
            <p:cNvSpPr/>
            <p:nvPr/>
          </p:nvSpPr>
          <p:spPr bwMode="gray">
            <a:xfrm>
              <a:off x="2356052" y="18333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00" name="Oval 99">
              <a:extLst>
                <a:ext uri="{FF2B5EF4-FFF2-40B4-BE49-F238E27FC236}">
                  <a16:creationId xmlns:a16="http://schemas.microsoft.com/office/drawing/2014/main" id="{777D49F7-7C67-42EB-9EBA-380E4FD18533}"/>
                </a:ext>
              </a:extLst>
            </p:cNvPr>
            <p:cNvSpPr/>
            <p:nvPr/>
          </p:nvSpPr>
          <p:spPr bwMode="gray">
            <a:xfrm>
              <a:off x="2356052" y="17952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01" name="Oval 100">
              <a:extLst>
                <a:ext uri="{FF2B5EF4-FFF2-40B4-BE49-F238E27FC236}">
                  <a16:creationId xmlns:a16="http://schemas.microsoft.com/office/drawing/2014/main" id="{C2EE00E2-8C74-4723-9407-3BE3C2E63868}"/>
                </a:ext>
              </a:extLst>
            </p:cNvPr>
            <p:cNvSpPr/>
            <p:nvPr/>
          </p:nvSpPr>
          <p:spPr bwMode="gray">
            <a:xfrm>
              <a:off x="2356052" y="17571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02" name="Oval 101">
              <a:extLst>
                <a:ext uri="{FF2B5EF4-FFF2-40B4-BE49-F238E27FC236}">
                  <a16:creationId xmlns:a16="http://schemas.microsoft.com/office/drawing/2014/main" id="{35244A6C-32D2-4373-8E37-7FA77C30ECEB}"/>
                </a:ext>
              </a:extLst>
            </p:cNvPr>
            <p:cNvSpPr/>
            <p:nvPr/>
          </p:nvSpPr>
          <p:spPr bwMode="gray">
            <a:xfrm>
              <a:off x="2356052" y="17190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03" name="Oval 102">
              <a:extLst>
                <a:ext uri="{FF2B5EF4-FFF2-40B4-BE49-F238E27FC236}">
                  <a16:creationId xmlns:a16="http://schemas.microsoft.com/office/drawing/2014/main" id="{902A1864-2DA9-43BD-AD95-8B54B106FD68}"/>
                </a:ext>
              </a:extLst>
            </p:cNvPr>
            <p:cNvSpPr/>
            <p:nvPr/>
          </p:nvSpPr>
          <p:spPr bwMode="gray">
            <a:xfrm>
              <a:off x="2356052" y="1680907"/>
              <a:ext cx="237918" cy="65343"/>
            </a:xfrm>
            <a:prstGeom prst="ellipse">
              <a:avLst/>
            </a:prstGeom>
            <a:solidFill>
              <a:schemeClr val="tx1"/>
            </a:solidFill>
            <a:ln w="19050" algn="ctr">
              <a:solidFill>
                <a:schemeClr val="tx1">
                  <a:lumMod val="65000"/>
                  <a:lumOff val="3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grpSp>
      <p:sp>
        <p:nvSpPr>
          <p:cNvPr id="106" name="TextBox 105">
            <a:extLst>
              <a:ext uri="{FF2B5EF4-FFF2-40B4-BE49-F238E27FC236}">
                <a16:creationId xmlns:a16="http://schemas.microsoft.com/office/drawing/2014/main" id="{1B92A75B-5A16-4F44-B657-F8727D89C760}"/>
              </a:ext>
            </a:extLst>
          </p:cNvPr>
          <p:cNvSpPr txBox="1"/>
          <p:nvPr/>
        </p:nvSpPr>
        <p:spPr>
          <a:xfrm flipH="1">
            <a:off x="399596" y="2670932"/>
            <a:ext cx="1382617" cy="646331"/>
          </a:xfrm>
          <a:prstGeom prst="rect">
            <a:avLst/>
          </a:prstGeom>
          <a:noFill/>
        </p:spPr>
        <p:txBody>
          <a:bodyPr wrap="square" rtlCol="0">
            <a:spAutoFit/>
          </a:bodyPr>
          <a:lstStyle/>
          <a:p>
            <a:pPr algn="r"/>
            <a:r>
              <a:rPr lang="en-US" sz="1200" kern="0">
                <a:solidFill>
                  <a:prstClr val="white"/>
                </a:solidFill>
                <a:ea typeface="ヒラギノ角ゴ ProN W3" charset="0"/>
                <a:sym typeface="Gotham Book" charset="0"/>
              </a:rPr>
              <a:t>This is dummy text it is not here to be read.</a:t>
            </a:r>
            <a:endParaRPr lang="en-US" sz="1200" b="1">
              <a:solidFill>
                <a:schemeClr val="bg1"/>
              </a:solidFill>
            </a:endParaRPr>
          </a:p>
        </p:txBody>
      </p:sp>
      <p:sp>
        <p:nvSpPr>
          <p:cNvPr id="107" name="TextBox 106">
            <a:extLst>
              <a:ext uri="{FF2B5EF4-FFF2-40B4-BE49-F238E27FC236}">
                <a16:creationId xmlns:a16="http://schemas.microsoft.com/office/drawing/2014/main" id="{669DE8AF-EBB3-44ED-8410-2F35FC299E1B}"/>
              </a:ext>
            </a:extLst>
          </p:cNvPr>
          <p:cNvSpPr txBox="1"/>
          <p:nvPr/>
        </p:nvSpPr>
        <p:spPr>
          <a:xfrm flipH="1">
            <a:off x="3490972" y="3632619"/>
            <a:ext cx="1622148" cy="461665"/>
          </a:xfrm>
          <a:prstGeom prst="rect">
            <a:avLst/>
          </a:prstGeom>
          <a:noFill/>
        </p:spPr>
        <p:txBody>
          <a:bodyPr wrap="square" rtlCol="0">
            <a:spAutoFit/>
          </a:bodyPr>
          <a:lstStyle/>
          <a:p>
            <a:r>
              <a:rPr lang="en-US" sz="1200" kern="0">
                <a:solidFill>
                  <a:prstClr val="white"/>
                </a:solidFill>
                <a:ea typeface="ヒラギノ角ゴ ProN W3" charset="0"/>
                <a:sym typeface="Gotham Book" charset="0"/>
              </a:rPr>
              <a:t>This is dummy text it is not here to be read.</a:t>
            </a:r>
            <a:endParaRPr lang="en-US" sz="1200" b="1">
              <a:solidFill>
                <a:schemeClr val="accent3">
                  <a:lumMod val="75000"/>
                </a:schemeClr>
              </a:solidFill>
            </a:endParaRPr>
          </a:p>
        </p:txBody>
      </p:sp>
      <p:cxnSp>
        <p:nvCxnSpPr>
          <p:cNvPr id="14" name="Straight Connector 13">
            <a:extLst>
              <a:ext uri="{FF2B5EF4-FFF2-40B4-BE49-F238E27FC236}">
                <a16:creationId xmlns:a16="http://schemas.microsoft.com/office/drawing/2014/main" id="{575EEF1C-731F-4838-A7A1-3E5E9C5EFAE7}"/>
              </a:ext>
            </a:extLst>
          </p:cNvPr>
          <p:cNvCxnSpPr>
            <a:cxnSpLocks/>
          </p:cNvCxnSpPr>
          <p:nvPr/>
        </p:nvCxnSpPr>
        <p:spPr>
          <a:xfrm>
            <a:off x="2413181" y="2573722"/>
            <a:ext cx="2776085" cy="0"/>
          </a:xfrm>
          <a:prstGeom prst="line">
            <a:avLst/>
          </a:prstGeom>
          <a:ln w="6350" cap="rnd">
            <a:solidFill>
              <a:srgbClr val="00A3E0"/>
            </a:solidFill>
            <a:prstDash val="solid"/>
          </a:ln>
        </p:spPr>
        <p:style>
          <a:lnRef idx="1">
            <a:schemeClr val="accent1"/>
          </a:lnRef>
          <a:fillRef idx="0">
            <a:schemeClr val="accent1"/>
          </a:fillRef>
          <a:effectRef idx="0">
            <a:schemeClr val="accent1"/>
          </a:effectRef>
          <a:fontRef idx="minor">
            <a:schemeClr val="tx1"/>
          </a:fontRef>
        </p:style>
      </p:cxnSp>
      <p:sp>
        <p:nvSpPr>
          <p:cNvPr id="116" name="Freeform 6">
            <a:extLst>
              <a:ext uri="{FF2B5EF4-FFF2-40B4-BE49-F238E27FC236}">
                <a16:creationId xmlns:a16="http://schemas.microsoft.com/office/drawing/2014/main" id="{A43A9D99-2266-436E-8A37-0909BAF1FB2B}"/>
              </a:ext>
            </a:extLst>
          </p:cNvPr>
          <p:cNvSpPr>
            <a:spLocks noEditPoints="1"/>
          </p:cNvSpPr>
          <p:nvPr/>
        </p:nvSpPr>
        <p:spPr bwMode="auto">
          <a:xfrm>
            <a:off x="2082285" y="2547568"/>
            <a:ext cx="142209" cy="82385"/>
          </a:xfrm>
          <a:custGeom>
            <a:avLst/>
            <a:gdLst>
              <a:gd name="T0" fmla="*/ 50 w 113"/>
              <a:gd name="T1" fmla="*/ 209 h 233"/>
              <a:gd name="T2" fmla="*/ 50 w 113"/>
              <a:gd name="T3" fmla="*/ 223 h 233"/>
              <a:gd name="T4" fmla="*/ 60 w 113"/>
              <a:gd name="T5" fmla="*/ 233 h 233"/>
              <a:gd name="T6" fmla="*/ 70 w 113"/>
              <a:gd name="T7" fmla="*/ 223 h 233"/>
              <a:gd name="T8" fmla="*/ 70 w 113"/>
              <a:gd name="T9" fmla="*/ 208 h 233"/>
              <a:gd name="T10" fmla="*/ 100 w 113"/>
              <a:gd name="T11" fmla="*/ 193 h 233"/>
              <a:gd name="T12" fmla="*/ 113 w 113"/>
              <a:gd name="T13" fmla="*/ 156 h 233"/>
              <a:gd name="T14" fmla="*/ 100 w 113"/>
              <a:gd name="T15" fmla="*/ 120 h 233"/>
              <a:gd name="T16" fmla="*/ 70 w 113"/>
              <a:gd name="T17" fmla="*/ 102 h 233"/>
              <a:gd name="T18" fmla="*/ 70 w 113"/>
              <a:gd name="T19" fmla="*/ 43 h 233"/>
              <a:gd name="T20" fmla="*/ 91 w 113"/>
              <a:gd name="T21" fmla="*/ 50 h 233"/>
              <a:gd name="T22" fmla="*/ 99 w 113"/>
              <a:gd name="T23" fmla="*/ 52 h 233"/>
              <a:gd name="T24" fmla="*/ 108 w 113"/>
              <a:gd name="T25" fmla="*/ 40 h 233"/>
              <a:gd name="T26" fmla="*/ 94 w 113"/>
              <a:gd name="T27" fmla="*/ 27 h 233"/>
              <a:gd name="T28" fmla="*/ 70 w 113"/>
              <a:gd name="T29" fmla="*/ 23 h 233"/>
              <a:gd name="T30" fmla="*/ 70 w 113"/>
              <a:gd name="T31" fmla="*/ 10 h 233"/>
              <a:gd name="T32" fmla="*/ 60 w 113"/>
              <a:gd name="T33" fmla="*/ 0 h 233"/>
              <a:gd name="T34" fmla="*/ 50 w 113"/>
              <a:gd name="T35" fmla="*/ 10 h 233"/>
              <a:gd name="T36" fmla="*/ 50 w 113"/>
              <a:gd name="T37" fmla="*/ 23 h 233"/>
              <a:gd name="T38" fmla="*/ 20 w 113"/>
              <a:gd name="T39" fmla="*/ 35 h 233"/>
              <a:gd name="T40" fmla="*/ 5 w 113"/>
              <a:gd name="T41" fmla="*/ 70 h 233"/>
              <a:gd name="T42" fmla="*/ 20 w 113"/>
              <a:gd name="T43" fmla="*/ 104 h 233"/>
              <a:gd name="T44" fmla="*/ 50 w 113"/>
              <a:gd name="T45" fmla="*/ 119 h 233"/>
              <a:gd name="T46" fmla="*/ 50 w 113"/>
              <a:gd name="T47" fmla="*/ 188 h 233"/>
              <a:gd name="T48" fmla="*/ 18 w 113"/>
              <a:gd name="T49" fmla="*/ 173 h 233"/>
              <a:gd name="T50" fmla="*/ 10 w 113"/>
              <a:gd name="T51" fmla="*/ 167 h 233"/>
              <a:gd name="T52" fmla="*/ 0 w 113"/>
              <a:gd name="T53" fmla="*/ 180 h 233"/>
              <a:gd name="T54" fmla="*/ 50 w 113"/>
              <a:gd name="T55" fmla="*/ 209 h 233"/>
              <a:gd name="T56" fmla="*/ 27 w 113"/>
              <a:gd name="T57" fmla="*/ 67 h 233"/>
              <a:gd name="T58" fmla="*/ 34 w 113"/>
              <a:gd name="T59" fmla="*/ 50 h 233"/>
              <a:gd name="T60" fmla="*/ 50 w 113"/>
              <a:gd name="T61" fmla="*/ 44 h 233"/>
              <a:gd name="T62" fmla="*/ 50 w 113"/>
              <a:gd name="T63" fmla="*/ 95 h 233"/>
              <a:gd name="T64" fmla="*/ 27 w 113"/>
              <a:gd name="T65" fmla="*/ 67 h 233"/>
              <a:gd name="T66" fmla="*/ 84 w 113"/>
              <a:gd name="T67" fmla="*/ 136 h 233"/>
              <a:gd name="T68" fmla="*/ 91 w 113"/>
              <a:gd name="T69" fmla="*/ 158 h 233"/>
              <a:gd name="T70" fmla="*/ 85 w 113"/>
              <a:gd name="T71" fmla="*/ 178 h 233"/>
              <a:gd name="T72" fmla="*/ 70 w 113"/>
              <a:gd name="T73" fmla="*/ 187 h 233"/>
              <a:gd name="T74" fmla="*/ 70 w 113"/>
              <a:gd name="T75" fmla="*/ 127 h 233"/>
              <a:gd name="T76" fmla="*/ 84 w 113"/>
              <a:gd name="T77" fmla="*/ 136 h 233"/>
              <a:gd name="T78" fmla="*/ 84 w 113"/>
              <a:gd name="T79" fmla="*/ 136 h 233"/>
              <a:gd name="T80" fmla="*/ 84 w 113"/>
              <a:gd name="T81" fmla="*/ 136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3" h="233">
                <a:moveTo>
                  <a:pt x="50" y="209"/>
                </a:moveTo>
                <a:cubicBezTo>
                  <a:pt x="50" y="223"/>
                  <a:pt x="50" y="223"/>
                  <a:pt x="50" y="223"/>
                </a:cubicBezTo>
                <a:cubicBezTo>
                  <a:pt x="50" y="229"/>
                  <a:pt x="54" y="233"/>
                  <a:pt x="60" y="233"/>
                </a:cubicBezTo>
                <a:cubicBezTo>
                  <a:pt x="66" y="233"/>
                  <a:pt x="70" y="229"/>
                  <a:pt x="70" y="223"/>
                </a:cubicBezTo>
                <a:cubicBezTo>
                  <a:pt x="70" y="208"/>
                  <a:pt x="70" y="208"/>
                  <a:pt x="70" y="208"/>
                </a:cubicBezTo>
                <a:cubicBezTo>
                  <a:pt x="83" y="206"/>
                  <a:pt x="93" y="201"/>
                  <a:pt x="100" y="193"/>
                </a:cubicBezTo>
                <a:cubicBezTo>
                  <a:pt x="109" y="184"/>
                  <a:pt x="113" y="171"/>
                  <a:pt x="113" y="156"/>
                </a:cubicBezTo>
                <a:cubicBezTo>
                  <a:pt x="113" y="141"/>
                  <a:pt x="109" y="129"/>
                  <a:pt x="100" y="120"/>
                </a:cubicBezTo>
                <a:cubicBezTo>
                  <a:pt x="92" y="111"/>
                  <a:pt x="80" y="106"/>
                  <a:pt x="70" y="102"/>
                </a:cubicBezTo>
                <a:cubicBezTo>
                  <a:pt x="70" y="43"/>
                  <a:pt x="70" y="43"/>
                  <a:pt x="70" y="43"/>
                </a:cubicBezTo>
                <a:cubicBezTo>
                  <a:pt x="80" y="44"/>
                  <a:pt x="87" y="47"/>
                  <a:pt x="91" y="50"/>
                </a:cubicBezTo>
                <a:cubicBezTo>
                  <a:pt x="94" y="51"/>
                  <a:pt x="97" y="52"/>
                  <a:pt x="99" y="52"/>
                </a:cubicBezTo>
                <a:cubicBezTo>
                  <a:pt x="105" y="52"/>
                  <a:pt x="108" y="44"/>
                  <a:pt x="108" y="40"/>
                </a:cubicBezTo>
                <a:cubicBezTo>
                  <a:pt x="108" y="35"/>
                  <a:pt x="103" y="31"/>
                  <a:pt x="94" y="27"/>
                </a:cubicBezTo>
                <a:cubicBezTo>
                  <a:pt x="88" y="25"/>
                  <a:pt x="79" y="23"/>
                  <a:pt x="70" y="23"/>
                </a:cubicBezTo>
                <a:cubicBezTo>
                  <a:pt x="70" y="10"/>
                  <a:pt x="70" y="10"/>
                  <a:pt x="70" y="10"/>
                </a:cubicBezTo>
                <a:cubicBezTo>
                  <a:pt x="70" y="4"/>
                  <a:pt x="66" y="0"/>
                  <a:pt x="60" y="0"/>
                </a:cubicBezTo>
                <a:cubicBezTo>
                  <a:pt x="54" y="0"/>
                  <a:pt x="50" y="4"/>
                  <a:pt x="50" y="10"/>
                </a:cubicBezTo>
                <a:cubicBezTo>
                  <a:pt x="50" y="23"/>
                  <a:pt x="50" y="23"/>
                  <a:pt x="50" y="23"/>
                </a:cubicBezTo>
                <a:cubicBezTo>
                  <a:pt x="42" y="25"/>
                  <a:pt x="30" y="27"/>
                  <a:pt x="20" y="35"/>
                </a:cubicBezTo>
                <a:cubicBezTo>
                  <a:pt x="10" y="43"/>
                  <a:pt x="5" y="55"/>
                  <a:pt x="5" y="70"/>
                </a:cubicBezTo>
                <a:cubicBezTo>
                  <a:pt x="5" y="84"/>
                  <a:pt x="10" y="96"/>
                  <a:pt x="20" y="104"/>
                </a:cubicBezTo>
                <a:cubicBezTo>
                  <a:pt x="29" y="111"/>
                  <a:pt x="39" y="115"/>
                  <a:pt x="50" y="119"/>
                </a:cubicBezTo>
                <a:cubicBezTo>
                  <a:pt x="50" y="188"/>
                  <a:pt x="50" y="188"/>
                  <a:pt x="50" y="188"/>
                </a:cubicBezTo>
                <a:cubicBezTo>
                  <a:pt x="33" y="186"/>
                  <a:pt x="24" y="178"/>
                  <a:pt x="18" y="173"/>
                </a:cubicBezTo>
                <a:cubicBezTo>
                  <a:pt x="15" y="170"/>
                  <a:pt x="13" y="167"/>
                  <a:pt x="10" y="167"/>
                </a:cubicBezTo>
                <a:cubicBezTo>
                  <a:pt x="5" y="167"/>
                  <a:pt x="0" y="174"/>
                  <a:pt x="0" y="180"/>
                </a:cubicBezTo>
                <a:cubicBezTo>
                  <a:pt x="0" y="191"/>
                  <a:pt x="20" y="207"/>
                  <a:pt x="50" y="209"/>
                </a:cubicBezTo>
                <a:close/>
                <a:moveTo>
                  <a:pt x="27" y="67"/>
                </a:moveTo>
                <a:cubicBezTo>
                  <a:pt x="27" y="60"/>
                  <a:pt x="29" y="54"/>
                  <a:pt x="34" y="50"/>
                </a:cubicBezTo>
                <a:cubicBezTo>
                  <a:pt x="38" y="47"/>
                  <a:pt x="43" y="45"/>
                  <a:pt x="50" y="44"/>
                </a:cubicBezTo>
                <a:cubicBezTo>
                  <a:pt x="50" y="95"/>
                  <a:pt x="50" y="95"/>
                  <a:pt x="50" y="95"/>
                </a:cubicBezTo>
                <a:cubicBezTo>
                  <a:pt x="35" y="89"/>
                  <a:pt x="27" y="82"/>
                  <a:pt x="27" y="67"/>
                </a:cubicBezTo>
                <a:close/>
                <a:moveTo>
                  <a:pt x="84" y="136"/>
                </a:moveTo>
                <a:cubicBezTo>
                  <a:pt x="89" y="142"/>
                  <a:pt x="91" y="149"/>
                  <a:pt x="91" y="158"/>
                </a:cubicBezTo>
                <a:cubicBezTo>
                  <a:pt x="91" y="166"/>
                  <a:pt x="89" y="173"/>
                  <a:pt x="85" y="178"/>
                </a:cubicBezTo>
                <a:cubicBezTo>
                  <a:pt x="81" y="182"/>
                  <a:pt x="76" y="185"/>
                  <a:pt x="70" y="187"/>
                </a:cubicBezTo>
                <a:cubicBezTo>
                  <a:pt x="70" y="127"/>
                  <a:pt x="70" y="127"/>
                  <a:pt x="70" y="127"/>
                </a:cubicBezTo>
                <a:cubicBezTo>
                  <a:pt x="76" y="130"/>
                  <a:pt x="81" y="133"/>
                  <a:pt x="84" y="136"/>
                </a:cubicBezTo>
                <a:close/>
                <a:moveTo>
                  <a:pt x="84" y="136"/>
                </a:moveTo>
                <a:cubicBezTo>
                  <a:pt x="84" y="136"/>
                  <a:pt x="84" y="136"/>
                  <a:pt x="84" y="136"/>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Isosceles Triangle 18">
            <a:extLst>
              <a:ext uri="{FF2B5EF4-FFF2-40B4-BE49-F238E27FC236}">
                <a16:creationId xmlns:a16="http://schemas.microsoft.com/office/drawing/2014/main" id="{ED8C7C62-A684-42BF-BD4A-3578D8BB1970}"/>
              </a:ext>
            </a:extLst>
          </p:cNvPr>
          <p:cNvSpPr/>
          <p:nvPr/>
        </p:nvSpPr>
        <p:spPr bwMode="gray">
          <a:xfrm rot="5400000">
            <a:off x="1569776" y="2962753"/>
            <a:ext cx="455358" cy="62688"/>
          </a:xfrm>
          <a:prstGeom prst="triangle">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18" name="Isosceles Triangle 117">
            <a:extLst>
              <a:ext uri="{FF2B5EF4-FFF2-40B4-BE49-F238E27FC236}">
                <a16:creationId xmlns:a16="http://schemas.microsoft.com/office/drawing/2014/main" id="{D01F92FD-D70C-43DF-A437-D7B27EEBC11F}"/>
              </a:ext>
            </a:extLst>
          </p:cNvPr>
          <p:cNvSpPr/>
          <p:nvPr/>
        </p:nvSpPr>
        <p:spPr bwMode="gray">
          <a:xfrm rot="16200000" flipH="1">
            <a:off x="3346209" y="3834957"/>
            <a:ext cx="311015" cy="56989"/>
          </a:xfrm>
          <a:prstGeom prst="triangle">
            <a:avLst/>
          </a:prstGeom>
          <a:solidFill>
            <a:schemeClr val="bg1">
              <a:lumMod val="9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cxnSp>
        <p:nvCxnSpPr>
          <p:cNvPr id="119" name="Straight Connector 118">
            <a:extLst>
              <a:ext uri="{FF2B5EF4-FFF2-40B4-BE49-F238E27FC236}">
                <a16:creationId xmlns:a16="http://schemas.microsoft.com/office/drawing/2014/main" id="{B4BC2A67-2A85-48A6-A575-811F7F34155A}"/>
              </a:ext>
            </a:extLst>
          </p:cNvPr>
          <p:cNvCxnSpPr>
            <a:cxnSpLocks/>
          </p:cNvCxnSpPr>
          <p:nvPr/>
        </p:nvCxnSpPr>
        <p:spPr>
          <a:xfrm>
            <a:off x="2413181" y="3643251"/>
            <a:ext cx="2776085" cy="0"/>
          </a:xfrm>
          <a:prstGeom prst="line">
            <a:avLst/>
          </a:prstGeom>
          <a:ln w="6350" cap="rnd">
            <a:solidFill>
              <a:srgbClr val="00A3E0"/>
            </a:solidFill>
            <a:prstDash val="solid"/>
          </a:ln>
        </p:spPr>
        <p:style>
          <a:lnRef idx="1">
            <a:schemeClr val="accent1"/>
          </a:lnRef>
          <a:fillRef idx="0">
            <a:schemeClr val="accent1"/>
          </a:fillRef>
          <a:effectRef idx="0">
            <a:schemeClr val="accent1"/>
          </a:effectRef>
          <a:fontRef idx="minor">
            <a:schemeClr val="tx1"/>
          </a:fontRef>
        </p:style>
      </p:cxnSp>
      <p:grpSp>
        <p:nvGrpSpPr>
          <p:cNvPr id="26" name="Group 25">
            <a:extLst>
              <a:ext uri="{FF2B5EF4-FFF2-40B4-BE49-F238E27FC236}">
                <a16:creationId xmlns:a16="http://schemas.microsoft.com/office/drawing/2014/main" id="{4E9B252C-E997-4070-B060-19C84928DBAA}"/>
              </a:ext>
            </a:extLst>
          </p:cNvPr>
          <p:cNvGrpSpPr/>
          <p:nvPr/>
        </p:nvGrpSpPr>
        <p:grpSpPr>
          <a:xfrm>
            <a:off x="2843023" y="3686018"/>
            <a:ext cx="519584" cy="309112"/>
            <a:chOff x="2828274" y="4052618"/>
            <a:chExt cx="519584" cy="309112"/>
          </a:xfrm>
        </p:grpSpPr>
        <p:grpSp>
          <p:nvGrpSpPr>
            <p:cNvPr id="21" name="Group 20">
              <a:extLst>
                <a:ext uri="{FF2B5EF4-FFF2-40B4-BE49-F238E27FC236}">
                  <a16:creationId xmlns:a16="http://schemas.microsoft.com/office/drawing/2014/main" id="{68577EC1-C1E7-440D-A04C-3B38A9F2FFB6}"/>
                </a:ext>
              </a:extLst>
            </p:cNvPr>
            <p:cNvGrpSpPr/>
            <p:nvPr/>
          </p:nvGrpSpPr>
          <p:grpSpPr>
            <a:xfrm>
              <a:off x="2828274" y="4052618"/>
              <a:ext cx="519584" cy="309112"/>
              <a:chOff x="2828274" y="4052618"/>
              <a:chExt cx="519584" cy="309112"/>
            </a:xfrm>
          </p:grpSpPr>
          <p:sp>
            <p:nvSpPr>
              <p:cNvPr id="120" name="Oval 119">
                <a:extLst>
                  <a:ext uri="{FF2B5EF4-FFF2-40B4-BE49-F238E27FC236}">
                    <a16:creationId xmlns:a16="http://schemas.microsoft.com/office/drawing/2014/main" id="{2F9A806F-D8FC-43B1-98A0-A8E31993F60C}"/>
                  </a:ext>
                </a:extLst>
              </p:cNvPr>
              <p:cNvSpPr/>
              <p:nvPr/>
            </p:nvSpPr>
            <p:spPr bwMode="gray">
              <a:xfrm>
                <a:off x="2828274" y="4219029"/>
                <a:ext cx="519584" cy="142701"/>
              </a:xfrm>
              <a:prstGeom prst="ellipse">
                <a:avLst/>
              </a:prstGeom>
              <a:solidFill>
                <a:schemeClr val="tx1"/>
              </a:solidFill>
              <a:ln w="19050" algn="ctr">
                <a:solidFill>
                  <a:srgbClr val="00A3E0"/>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21" name="Oval 120">
                <a:extLst>
                  <a:ext uri="{FF2B5EF4-FFF2-40B4-BE49-F238E27FC236}">
                    <a16:creationId xmlns:a16="http://schemas.microsoft.com/office/drawing/2014/main" id="{D3E22A2C-7E03-43B0-87AF-A63E672C8F17}"/>
                  </a:ext>
                </a:extLst>
              </p:cNvPr>
              <p:cNvSpPr/>
              <p:nvPr/>
            </p:nvSpPr>
            <p:spPr bwMode="gray">
              <a:xfrm>
                <a:off x="2828274" y="4135823"/>
                <a:ext cx="519584" cy="142701"/>
              </a:xfrm>
              <a:prstGeom prst="ellipse">
                <a:avLst/>
              </a:prstGeom>
              <a:solidFill>
                <a:schemeClr val="tx1"/>
              </a:solidFill>
              <a:ln w="19050" algn="ctr">
                <a:solidFill>
                  <a:srgbClr val="00A3E0"/>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sp>
            <p:nvSpPr>
              <p:cNvPr id="122" name="Oval 121">
                <a:extLst>
                  <a:ext uri="{FF2B5EF4-FFF2-40B4-BE49-F238E27FC236}">
                    <a16:creationId xmlns:a16="http://schemas.microsoft.com/office/drawing/2014/main" id="{FDB2DBC5-5303-4A5C-AA5B-7B9398450042}"/>
                  </a:ext>
                </a:extLst>
              </p:cNvPr>
              <p:cNvSpPr/>
              <p:nvPr/>
            </p:nvSpPr>
            <p:spPr bwMode="gray">
              <a:xfrm>
                <a:off x="2828274" y="4052618"/>
                <a:ext cx="519584" cy="142701"/>
              </a:xfrm>
              <a:prstGeom prst="ellipse">
                <a:avLst/>
              </a:prstGeom>
              <a:solidFill>
                <a:schemeClr val="tx1"/>
              </a:solidFill>
              <a:ln w="19050" algn="ctr">
                <a:solidFill>
                  <a:srgbClr val="00A3E0"/>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grpSp>
        <p:sp>
          <p:nvSpPr>
            <p:cNvPr id="117" name="Freeform 6">
              <a:extLst>
                <a:ext uri="{FF2B5EF4-FFF2-40B4-BE49-F238E27FC236}">
                  <a16:creationId xmlns:a16="http://schemas.microsoft.com/office/drawing/2014/main" id="{D7876C52-B882-4958-86BC-B8186ED6FD4C}"/>
                </a:ext>
              </a:extLst>
            </p:cNvPr>
            <p:cNvSpPr>
              <a:spLocks noEditPoints="1"/>
            </p:cNvSpPr>
            <p:nvPr/>
          </p:nvSpPr>
          <p:spPr bwMode="auto">
            <a:xfrm>
              <a:off x="3016962" y="4074864"/>
              <a:ext cx="142209" cy="82385"/>
            </a:xfrm>
            <a:custGeom>
              <a:avLst/>
              <a:gdLst>
                <a:gd name="T0" fmla="*/ 50 w 113"/>
                <a:gd name="T1" fmla="*/ 209 h 233"/>
                <a:gd name="T2" fmla="*/ 50 w 113"/>
                <a:gd name="T3" fmla="*/ 223 h 233"/>
                <a:gd name="T4" fmla="*/ 60 w 113"/>
                <a:gd name="T5" fmla="*/ 233 h 233"/>
                <a:gd name="T6" fmla="*/ 70 w 113"/>
                <a:gd name="T7" fmla="*/ 223 h 233"/>
                <a:gd name="T8" fmla="*/ 70 w 113"/>
                <a:gd name="T9" fmla="*/ 208 h 233"/>
                <a:gd name="T10" fmla="*/ 100 w 113"/>
                <a:gd name="T11" fmla="*/ 193 h 233"/>
                <a:gd name="T12" fmla="*/ 113 w 113"/>
                <a:gd name="T13" fmla="*/ 156 h 233"/>
                <a:gd name="T14" fmla="*/ 100 w 113"/>
                <a:gd name="T15" fmla="*/ 120 h 233"/>
                <a:gd name="T16" fmla="*/ 70 w 113"/>
                <a:gd name="T17" fmla="*/ 102 h 233"/>
                <a:gd name="T18" fmla="*/ 70 w 113"/>
                <a:gd name="T19" fmla="*/ 43 h 233"/>
                <a:gd name="T20" fmla="*/ 91 w 113"/>
                <a:gd name="T21" fmla="*/ 50 h 233"/>
                <a:gd name="T22" fmla="*/ 99 w 113"/>
                <a:gd name="T23" fmla="*/ 52 h 233"/>
                <a:gd name="T24" fmla="*/ 108 w 113"/>
                <a:gd name="T25" fmla="*/ 40 h 233"/>
                <a:gd name="T26" fmla="*/ 94 w 113"/>
                <a:gd name="T27" fmla="*/ 27 h 233"/>
                <a:gd name="T28" fmla="*/ 70 w 113"/>
                <a:gd name="T29" fmla="*/ 23 h 233"/>
                <a:gd name="T30" fmla="*/ 70 w 113"/>
                <a:gd name="T31" fmla="*/ 10 h 233"/>
                <a:gd name="T32" fmla="*/ 60 w 113"/>
                <a:gd name="T33" fmla="*/ 0 h 233"/>
                <a:gd name="T34" fmla="*/ 50 w 113"/>
                <a:gd name="T35" fmla="*/ 10 h 233"/>
                <a:gd name="T36" fmla="*/ 50 w 113"/>
                <a:gd name="T37" fmla="*/ 23 h 233"/>
                <a:gd name="T38" fmla="*/ 20 w 113"/>
                <a:gd name="T39" fmla="*/ 35 h 233"/>
                <a:gd name="T40" fmla="*/ 5 w 113"/>
                <a:gd name="T41" fmla="*/ 70 h 233"/>
                <a:gd name="T42" fmla="*/ 20 w 113"/>
                <a:gd name="T43" fmla="*/ 104 h 233"/>
                <a:gd name="T44" fmla="*/ 50 w 113"/>
                <a:gd name="T45" fmla="*/ 119 h 233"/>
                <a:gd name="T46" fmla="*/ 50 w 113"/>
                <a:gd name="T47" fmla="*/ 188 h 233"/>
                <a:gd name="T48" fmla="*/ 18 w 113"/>
                <a:gd name="T49" fmla="*/ 173 h 233"/>
                <a:gd name="T50" fmla="*/ 10 w 113"/>
                <a:gd name="T51" fmla="*/ 167 h 233"/>
                <a:gd name="T52" fmla="*/ 0 w 113"/>
                <a:gd name="T53" fmla="*/ 180 h 233"/>
                <a:gd name="T54" fmla="*/ 50 w 113"/>
                <a:gd name="T55" fmla="*/ 209 h 233"/>
                <a:gd name="T56" fmla="*/ 27 w 113"/>
                <a:gd name="T57" fmla="*/ 67 h 233"/>
                <a:gd name="T58" fmla="*/ 34 w 113"/>
                <a:gd name="T59" fmla="*/ 50 h 233"/>
                <a:gd name="T60" fmla="*/ 50 w 113"/>
                <a:gd name="T61" fmla="*/ 44 h 233"/>
                <a:gd name="T62" fmla="*/ 50 w 113"/>
                <a:gd name="T63" fmla="*/ 95 h 233"/>
                <a:gd name="T64" fmla="*/ 27 w 113"/>
                <a:gd name="T65" fmla="*/ 67 h 233"/>
                <a:gd name="T66" fmla="*/ 84 w 113"/>
                <a:gd name="T67" fmla="*/ 136 h 233"/>
                <a:gd name="T68" fmla="*/ 91 w 113"/>
                <a:gd name="T69" fmla="*/ 158 h 233"/>
                <a:gd name="T70" fmla="*/ 85 w 113"/>
                <a:gd name="T71" fmla="*/ 178 h 233"/>
                <a:gd name="T72" fmla="*/ 70 w 113"/>
                <a:gd name="T73" fmla="*/ 187 h 233"/>
                <a:gd name="T74" fmla="*/ 70 w 113"/>
                <a:gd name="T75" fmla="*/ 127 h 233"/>
                <a:gd name="T76" fmla="*/ 84 w 113"/>
                <a:gd name="T77" fmla="*/ 136 h 233"/>
                <a:gd name="T78" fmla="*/ 84 w 113"/>
                <a:gd name="T79" fmla="*/ 136 h 233"/>
                <a:gd name="T80" fmla="*/ 84 w 113"/>
                <a:gd name="T81" fmla="*/ 136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3" h="233">
                  <a:moveTo>
                    <a:pt x="50" y="209"/>
                  </a:moveTo>
                  <a:cubicBezTo>
                    <a:pt x="50" y="223"/>
                    <a:pt x="50" y="223"/>
                    <a:pt x="50" y="223"/>
                  </a:cubicBezTo>
                  <a:cubicBezTo>
                    <a:pt x="50" y="229"/>
                    <a:pt x="54" y="233"/>
                    <a:pt x="60" y="233"/>
                  </a:cubicBezTo>
                  <a:cubicBezTo>
                    <a:pt x="66" y="233"/>
                    <a:pt x="70" y="229"/>
                    <a:pt x="70" y="223"/>
                  </a:cubicBezTo>
                  <a:cubicBezTo>
                    <a:pt x="70" y="208"/>
                    <a:pt x="70" y="208"/>
                    <a:pt x="70" y="208"/>
                  </a:cubicBezTo>
                  <a:cubicBezTo>
                    <a:pt x="83" y="206"/>
                    <a:pt x="93" y="201"/>
                    <a:pt x="100" y="193"/>
                  </a:cubicBezTo>
                  <a:cubicBezTo>
                    <a:pt x="109" y="184"/>
                    <a:pt x="113" y="171"/>
                    <a:pt x="113" y="156"/>
                  </a:cubicBezTo>
                  <a:cubicBezTo>
                    <a:pt x="113" y="141"/>
                    <a:pt x="109" y="129"/>
                    <a:pt x="100" y="120"/>
                  </a:cubicBezTo>
                  <a:cubicBezTo>
                    <a:pt x="92" y="111"/>
                    <a:pt x="80" y="106"/>
                    <a:pt x="70" y="102"/>
                  </a:cubicBezTo>
                  <a:cubicBezTo>
                    <a:pt x="70" y="43"/>
                    <a:pt x="70" y="43"/>
                    <a:pt x="70" y="43"/>
                  </a:cubicBezTo>
                  <a:cubicBezTo>
                    <a:pt x="80" y="44"/>
                    <a:pt x="87" y="47"/>
                    <a:pt x="91" y="50"/>
                  </a:cubicBezTo>
                  <a:cubicBezTo>
                    <a:pt x="94" y="51"/>
                    <a:pt x="97" y="52"/>
                    <a:pt x="99" y="52"/>
                  </a:cubicBezTo>
                  <a:cubicBezTo>
                    <a:pt x="105" y="52"/>
                    <a:pt x="108" y="44"/>
                    <a:pt x="108" y="40"/>
                  </a:cubicBezTo>
                  <a:cubicBezTo>
                    <a:pt x="108" y="35"/>
                    <a:pt x="103" y="31"/>
                    <a:pt x="94" y="27"/>
                  </a:cubicBezTo>
                  <a:cubicBezTo>
                    <a:pt x="88" y="25"/>
                    <a:pt x="79" y="23"/>
                    <a:pt x="70" y="23"/>
                  </a:cubicBezTo>
                  <a:cubicBezTo>
                    <a:pt x="70" y="10"/>
                    <a:pt x="70" y="10"/>
                    <a:pt x="70" y="10"/>
                  </a:cubicBezTo>
                  <a:cubicBezTo>
                    <a:pt x="70" y="4"/>
                    <a:pt x="66" y="0"/>
                    <a:pt x="60" y="0"/>
                  </a:cubicBezTo>
                  <a:cubicBezTo>
                    <a:pt x="54" y="0"/>
                    <a:pt x="50" y="4"/>
                    <a:pt x="50" y="10"/>
                  </a:cubicBezTo>
                  <a:cubicBezTo>
                    <a:pt x="50" y="23"/>
                    <a:pt x="50" y="23"/>
                    <a:pt x="50" y="23"/>
                  </a:cubicBezTo>
                  <a:cubicBezTo>
                    <a:pt x="42" y="25"/>
                    <a:pt x="30" y="27"/>
                    <a:pt x="20" y="35"/>
                  </a:cubicBezTo>
                  <a:cubicBezTo>
                    <a:pt x="10" y="43"/>
                    <a:pt x="5" y="55"/>
                    <a:pt x="5" y="70"/>
                  </a:cubicBezTo>
                  <a:cubicBezTo>
                    <a:pt x="5" y="84"/>
                    <a:pt x="10" y="96"/>
                    <a:pt x="20" y="104"/>
                  </a:cubicBezTo>
                  <a:cubicBezTo>
                    <a:pt x="29" y="111"/>
                    <a:pt x="39" y="115"/>
                    <a:pt x="50" y="119"/>
                  </a:cubicBezTo>
                  <a:cubicBezTo>
                    <a:pt x="50" y="188"/>
                    <a:pt x="50" y="188"/>
                    <a:pt x="50" y="188"/>
                  </a:cubicBezTo>
                  <a:cubicBezTo>
                    <a:pt x="33" y="186"/>
                    <a:pt x="24" y="178"/>
                    <a:pt x="18" y="173"/>
                  </a:cubicBezTo>
                  <a:cubicBezTo>
                    <a:pt x="15" y="170"/>
                    <a:pt x="13" y="167"/>
                    <a:pt x="10" y="167"/>
                  </a:cubicBezTo>
                  <a:cubicBezTo>
                    <a:pt x="5" y="167"/>
                    <a:pt x="0" y="174"/>
                    <a:pt x="0" y="180"/>
                  </a:cubicBezTo>
                  <a:cubicBezTo>
                    <a:pt x="0" y="191"/>
                    <a:pt x="20" y="207"/>
                    <a:pt x="50" y="209"/>
                  </a:cubicBezTo>
                  <a:close/>
                  <a:moveTo>
                    <a:pt x="27" y="67"/>
                  </a:moveTo>
                  <a:cubicBezTo>
                    <a:pt x="27" y="60"/>
                    <a:pt x="29" y="54"/>
                    <a:pt x="34" y="50"/>
                  </a:cubicBezTo>
                  <a:cubicBezTo>
                    <a:pt x="38" y="47"/>
                    <a:pt x="43" y="45"/>
                    <a:pt x="50" y="44"/>
                  </a:cubicBezTo>
                  <a:cubicBezTo>
                    <a:pt x="50" y="95"/>
                    <a:pt x="50" y="95"/>
                    <a:pt x="50" y="95"/>
                  </a:cubicBezTo>
                  <a:cubicBezTo>
                    <a:pt x="35" y="89"/>
                    <a:pt x="27" y="82"/>
                    <a:pt x="27" y="67"/>
                  </a:cubicBezTo>
                  <a:close/>
                  <a:moveTo>
                    <a:pt x="84" y="136"/>
                  </a:moveTo>
                  <a:cubicBezTo>
                    <a:pt x="89" y="142"/>
                    <a:pt x="91" y="149"/>
                    <a:pt x="91" y="158"/>
                  </a:cubicBezTo>
                  <a:cubicBezTo>
                    <a:pt x="91" y="166"/>
                    <a:pt x="89" y="173"/>
                    <a:pt x="85" y="178"/>
                  </a:cubicBezTo>
                  <a:cubicBezTo>
                    <a:pt x="81" y="182"/>
                    <a:pt x="76" y="185"/>
                    <a:pt x="70" y="187"/>
                  </a:cubicBezTo>
                  <a:cubicBezTo>
                    <a:pt x="70" y="127"/>
                    <a:pt x="70" y="127"/>
                    <a:pt x="70" y="127"/>
                  </a:cubicBezTo>
                  <a:cubicBezTo>
                    <a:pt x="76" y="130"/>
                    <a:pt x="81" y="133"/>
                    <a:pt x="84" y="136"/>
                  </a:cubicBezTo>
                  <a:close/>
                  <a:moveTo>
                    <a:pt x="84" y="136"/>
                  </a:moveTo>
                  <a:cubicBezTo>
                    <a:pt x="84" y="136"/>
                    <a:pt x="84" y="136"/>
                    <a:pt x="84" y="136"/>
                  </a:cubicBezTo>
                </a:path>
              </a:pathLst>
            </a:custGeom>
            <a:solidFill>
              <a:srgbClr val="00A3E0"/>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41" name="Rectangle 40">
            <a:extLst>
              <a:ext uri="{FF2B5EF4-FFF2-40B4-BE49-F238E27FC236}">
                <a16:creationId xmlns:a16="http://schemas.microsoft.com/office/drawing/2014/main" id="{FCA1A0BC-DE84-47D4-95B2-D4A0A615F43F}"/>
              </a:ext>
            </a:extLst>
          </p:cNvPr>
          <p:cNvSpPr/>
          <p:nvPr/>
        </p:nvSpPr>
        <p:spPr>
          <a:xfrm>
            <a:off x="6096000" y="2607045"/>
            <a:ext cx="2203303" cy="584775"/>
          </a:xfrm>
          <a:prstGeom prst="rect">
            <a:avLst/>
          </a:prstGeom>
        </p:spPr>
        <p:txBody>
          <a:bodyPr wrap="square">
            <a:spAutoFit/>
          </a:bodyPr>
          <a:lstStyle/>
          <a:p>
            <a:r>
              <a:rPr lang="en-US" sz="1600" b="1">
                <a:solidFill>
                  <a:schemeClr val="bg1"/>
                </a:solidFill>
              </a:rPr>
              <a:t>16 hours</a:t>
            </a:r>
            <a:r>
              <a:rPr lang="en-US" sz="1600">
                <a:solidFill>
                  <a:schemeClr val="bg1"/>
                </a:solidFill>
              </a:rPr>
              <a:t>/ VM/month</a:t>
            </a:r>
          </a:p>
        </p:txBody>
      </p:sp>
      <p:sp>
        <p:nvSpPr>
          <p:cNvPr id="124" name="TextBox 123">
            <a:extLst>
              <a:ext uri="{FF2B5EF4-FFF2-40B4-BE49-F238E27FC236}">
                <a16:creationId xmlns:a16="http://schemas.microsoft.com/office/drawing/2014/main" id="{3B7A7C63-DF43-4360-830C-008DEAEDBF73}"/>
              </a:ext>
            </a:extLst>
          </p:cNvPr>
          <p:cNvSpPr txBox="1"/>
          <p:nvPr/>
        </p:nvSpPr>
        <p:spPr>
          <a:xfrm flipH="1">
            <a:off x="9649162" y="2607045"/>
            <a:ext cx="2147906" cy="584775"/>
          </a:xfrm>
          <a:prstGeom prst="rect">
            <a:avLst/>
          </a:prstGeom>
          <a:noFill/>
        </p:spPr>
        <p:txBody>
          <a:bodyPr wrap="square" rtlCol="0">
            <a:spAutoFit/>
          </a:bodyPr>
          <a:lstStyle/>
          <a:p>
            <a:r>
              <a:rPr lang="en-US" sz="1600" kern="0">
                <a:solidFill>
                  <a:prstClr val="white"/>
                </a:solidFill>
                <a:ea typeface="ヒラギノ角ゴ ProN W3" charset="0"/>
                <a:sym typeface="Gotham Book" charset="0"/>
              </a:rPr>
              <a:t>This is dummy text it is not here to be read.</a:t>
            </a:r>
            <a:endParaRPr lang="en-US" sz="1600">
              <a:solidFill>
                <a:schemeClr val="accent3">
                  <a:lumMod val="75000"/>
                </a:schemeClr>
              </a:solidFill>
            </a:endParaRPr>
          </a:p>
        </p:txBody>
      </p:sp>
      <p:grpSp>
        <p:nvGrpSpPr>
          <p:cNvPr id="65" name="Group 11">
            <a:extLst>
              <a:ext uri="{FF2B5EF4-FFF2-40B4-BE49-F238E27FC236}">
                <a16:creationId xmlns:a16="http://schemas.microsoft.com/office/drawing/2014/main" id="{E731E757-3223-4F05-ACFE-2A54EBAF37D0}"/>
              </a:ext>
            </a:extLst>
          </p:cNvPr>
          <p:cNvGrpSpPr>
            <a:grpSpLocks noChangeAspect="1"/>
          </p:cNvGrpSpPr>
          <p:nvPr/>
        </p:nvGrpSpPr>
        <p:grpSpPr bwMode="auto">
          <a:xfrm>
            <a:off x="8182152" y="2819623"/>
            <a:ext cx="902032" cy="875375"/>
            <a:chOff x="3149" y="4687"/>
            <a:chExt cx="1218" cy="1182"/>
          </a:xfrm>
          <a:solidFill>
            <a:srgbClr val="00A3E0"/>
          </a:solidFill>
        </p:grpSpPr>
        <p:sp>
          <p:nvSpPr>
            <p:cNvPr id="126" name="Freeform 12">
              <a:extLst>
                <a:ext uri="{FF2B5EF4-FFF2-40B4-BE49-F238E27FC236}">
                  <a16:creationId xmlns:a16="http://schemas.microsoft.com/office/drawing/2014/main" id="{22028B75-67FE-45A8-AE24-599A416C641F}"/>
                </a:ext>
              </a:extLst>
            </p:cNvPr>
            <p:cNvSpPr>
              <a:spLocks noEditPoints="1"/>
            </p:cNvSpPr>
            <p:nvPr/>
          </p:nvSpPr>
          <p:spPr bwMode="auto">
            <a:xfrm>
              <a:off x="3149" y="4789"/>
              <a:ext cx="1115" cy="1080"/>
            </a:xfrm>
            <a:custGeom>
              <a:avLst/>
              <a:gdLst>
                <a:gd name="T0" fmla="*/ 201 w 500"/>
                <a:gd name="T1" fmla="*/ 150 h 499"/>
                <a:gd name="T2" fmla="*/ 160 w 500"/>
                <a:gd name="T3" fmla="*/ 152 h 499"/>
                <a:gd name="T4" fmla="*/ 84 w 500"/>
                <a:gd name="T5" fmla="*/ 272 h 499"/>
                <a:gd name="T6" fmla="*/ 96 w 500"/>
                <a:gd name="T7" fmla="*/ 327 h 499"/>
                <a:gd name="T8" fmla="*/ 0 w 500"/>
                <a:gd name="T9" fmla="*/ 489 h 499"/>
                <a:gd name="T10" fmla="*/ 310 w 500"/>
                <a:gd name="T11" fmla="*/ 499 h 499"/>
                <a:gd name="T12" fmla="*/ 320 w 500"/>
                <a:gd name="T13" fmla="*/ 423 h 499"/>
                <a:gd name="T14" fmla="*/ 213 w 500"/>
                <a:gd name="T15" fmla="*/ 327 h 499"/>
                <a:gd name="T16" fmla="*/ 237 w 500"/>
                <a:gd name="T17" fmla="*/ 247 h 499"/>
                <a:gd name="T18" fmla="*/ 500 w 500"/>
                <a:gd name="T19" fmla="*/ 150 h 499"/>
                <a:gd name="T20" fmla="*/ 105 w 500"/>
                <a:gd name="T21" fmla="*/ 231 h 499"/>
                <a:gd name="T22" fmla="*/ 160 w 500"/>
                <a:gd name="T23" fmla="*/ 173 h 499"/>
                <a:gd name="T24" fmla="*/ 187 w 500"/>
                <a:gd name="T25" fmla="*/ 209 h 499"/>
                <a:gd name="T26" fmla="*/ 127 w 500"/>
                <a:gd name="T27" fmla="*/ 233 h 499"/>
                <a:gd name="T28" fmla="*/ 105 w 500"/>
                <a:gd name="T29" fmla="*/ 231 h 499"/>
                <a:gd name="T30" fmla="*/ 219 w 500"/>
                <a:gd name="T31" fmla="*/ 405 h 499"/>
                <a:gd name="T32" fmla="*/ 225 w 500"/>
                <a:gd name="T33" fmla="*/ 351 h 499"/>
                <a:gd name="T34" fmla="*/ 225 w 500"/>
                <a:gd name="T35" fmla="*/ 348 h 499"/>
                <a:gd name="T36" fmla="*/ 299 w 500"/>
                <a:gd name="T37" fmla="*/ 478 h 499"/>
                <a:gd name="T38" fmla="*/ 22 w 500"/>
                <a:gd name="T39" fmla="*/ 423 h 499"/>
                <a:gd name="T40" fmla="*/ 96 w 500"/>
                <a:gd name="T41" fmla="*/ 348 h 499"/>
                <a:gd name="T42" fmla="*/ 102 w 500"/>
                <a:gd name="T43" fmla="*/ 405 h 499"/>
                <a:gd name="T44" fmla="*/ 150 w 500"/>
                <a:gd name="T45" fmla="*/ 380 h 499"/>
                <a:gd name="T46" fmla="*/ 160 w 500"/>
                <a:gd name="T47" fmla="*/ 414 h 499"/>
                <a:gd name="T48" fmla="*/ 171 w 500"/>
                <a:gd name="T49" fmla="*/ 380 h 499"/>
                <a:gd name="T50" fmla="*/ 214 w 500"/>
                <a:gd name="T51" fmla="*/ 406 h 499"/>
                <a:gd name="T52" fmla="*/ 117 w 500"/>
                <a:gd name="T53" fmla="*/ 348 h 499"/>
                <a:gd name="T54" fmla="*/ 203 w 500"/>
                <a:gd name="T55" fmla="*/ 351 h 499"/>
                <a:gd name="T56" fmla="*/ 166 w 500"/>
                <a:gd name="T57" fmla="*/ 352 h 499"/>
                <a:gd name="T58" fmla="*/ 117 w 500"/>
                <a:gd name="T59" fmla="*/ 376 h 499"/>
                <a:gd name="T60" fmla="*/ 160 w 500"/>
                <a:gd name="T61" fmla="*/ 327 h 499"/>
                <a:gd name="T62" fmla="*/ 105 w 500"/>
                <a:gd name="T63" fmla="*/ 255 h 499"/>
                <a:gd name="T64" fmla="*/ 184 w 500"/>
                <a:gd name="T65" fmla="*/ 232 h 499"/>
                <a:gd name="T66" fmla="*/ 215 w 500"/>
                <a:gd name="T67" fmla="*/ 272 h 499"/>
                <a:gd name="T68" fmla="*/ 222 w 500"/>
                <a:gd name="T69" fmla="*/ 150 h 499"/>
                <a:gd name="T70" fmla="*/ 478 w 500"/>
                <a:gd name="T71" fmla="*/ 150 h 499"/>
                <a:gd name="T72" fmla="*/ 350 w 500"/>
                <a:gd name="T73" fmla="*/ 278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00" h="499">
                  <a:moveTo>
                    <a:pt x="350" y="0"/>
                  </a:moveTo>
                  <a:cubicBezTo>
                    <a:pt x="268" y="0"/>
                    <a:pt x="201" y="67"/>
                    <a:pt x="201" y="150"/>
                  </a:cubicBezTo>
                  <a:cubicBezTo>
                    <a:pt x="201" y="154"/>
                    <a:pt x="201" y="159"/>
                    <a:pt x="202" y="164"/>
                  </a:cubicBezTo>
                  <a:cubicBezTo>
                    <a:pt x="190" y="156"/>
                    <a:pt x="176" y="152"/>
                    <a:pt x="160" y="152"/>
                  </a:cubicBezTo>
                  <a:cubicBezTo>
                    <a:pt x="118" y="152"/>
                    <a:pt x="84" y="186"/>
                    <a:pt x="84" y="228"/>
                  </a:cubicBezTo>
                  <a:cubicBezTo>
                    <a:pt x="84" y="272"/>
                    <a:pt x="84" y="272"/>
                    <a:pt x="84" y="272"/>
                  </a:cubicBezTo>
                  <a:cubicBezTo>
                    <a:pt x="84" y="294"/>
                    <a:pt x="93" y="313"/>
                    <a:pt x="107" y="327"/>
                  </a:cubicBezTo>
                  <a:cubicBezTo>
                    <a:pt x="96" y="327"/>
                    <a:pt x="96" y="327"/>
                    <a:pt x="96" y="327"/>
                  </a:cubicBezTo>
                  <a:cubicBezTo>
                    <a:pt x="43" y="327"/>
                    <a:pt x="0" y="370"/>
                    <a:pt x="0" y="423"/>
                  </a:cubicBezTo>
                  <a:cubicBezTo>
                    <a:pt x="0" y="489"/>
                    <a:pt x="0" y="489"/>
                    <a:pt x="0" y="489"/>
                  </a:cubicBezTo>
                  <a:cubicBezTo>
                    <a:pt x="0" y="495"/>
                    <a:pt x="5" y="499"/>
                    <a:pt x="11" y="499"/>
                  </a:cubicBezTo>
                  <a:cubicBezTo>
                    <a:pt x="310" y="499"/>
                    <a:pt x="310" y="499"/>
                    <a:pt x="310" y="499"/>
                  </a:cubicBezTo>
                  <a:cubicBezTo>
                    <a:pt x="316" y="499"/>
                    <a:pt x="320" y="495"/>
                    <a:pt x="320" y="489"/>
                  </a:cubicBezTo>
                  <a:cubicBezTo>
                    <a:pt x="320" y="423"/>
                    <a:pt x="320" y="423"/>
                    <a:pt x="320" y="423"/>
                  </a:cubicBezTo>
                  <a:cubicBezTo>
                    <a:pt x="320" y="370"/>
                    <a:pt x="277" y="327"/>
                    <a:pt x="225" y="327"/>
                  </a:cubicBezTo>
                  <a:cubicBezTo>
                    <a:pt x="213" y="327"/>
                    <a:pt x="213" y="327"/>
                    <a:pt x="213" y="327"/>
                  </a:cubicBezTo>
                  <a:cubicBezTo>
                    <a:pt x="228" y="313"/>
                    <a:pt x="237" y="294"/>
                    <a:pt x="237" y="272"/>
                  </a:cubicBezTo>
                  <a:cubicBezTo>
                    <a:pt x="237" y="247"/>
                    <a:pt x="237" y="247"/>
                    <a:pt x="237" y="247"/>
                  </a:cubicBezTo>
                  <a:cubicBezTo>
                    <a:pt x="264" y="279"/>
                    <a:pt x="305" y="299"/>
                    <a:pt x="350" y="299"/>
                  </a:cubicBezTo>
                  <a:cubicBezTo>
                    <a:pt x="433" y="299"/>
                    <a:pt x="500" y="232"/>
                    <a:pt x="500" y="150"/>
                  </a:cubicBezTo>
                  <a:cubicBezTo>
                    <a:pt x="500" y="67"/>
                    <a:pt x="433" y="0"/>
                    <a:pt x="350" y="0"/>
                  </a:cubicBezTo>
                  <a:close/>
                  <a:moveTo>
                    <a:pt x="105" y="231"/>
                  </a:moveTo>
                  <a:cubicBezTo>
                    <a:pt x="105" y="228"/>
                    <a:pt x="105" y="228"/>
                    <a:pt x="105" y="228"/>
                  </a:cubicBezTo>
                  <a:cubicBezTo>
                    <a:pt x="105" y="198"/>
                    <a:pt x="130" y="173"/>
                    <a:pt x="160" y="173"/>
                  </a:cubicBezTo>
                  <a:cubicBezTo>
                    <a:pt x="190" y="173"/>
                    <a:pt x="214" y="196"/>
                    <a:pt x="215" y="225"/>
                  </a:cubicBezTo>
                  <a:cubicBezTo>
                    <a:pt x="187" y="209"/>
                    <a:pt x="187" y="209"/>
                    <a:pt x="187" y="209"/>
                  </a:cubicBezTo>
                  <a:cubicBezTo>
                    <a:pt x="183" y="206"/>
                    <a:pt x="177" y="207"/>
                    <a:pt x="174" y="211"/>
                  </a:cubicBezTo>
                  <a:cubicBezTo>
                    <a:pt x="162" y="225"/>
                    <a:pt x="145" y="233"/>
                    <a:pt x="127" y="233"/>
                  </a:cubicBezTo>
                  <a:cubicBezTo>
                    <a:pt x="105" y="233"/>
                    <a:pt x="105" y="233"/>
                    <a:pt x="105" y="233"/>
                  </a:cubicBezTo>
                  <a:lnTo>
                    <a:pt x="105" y="231"/>
                  </a:lnTo>
                  <a:close/>
                  <a:moveTo>
                    <a:pt x="214" y="406"/>
                  </a:moveTo>
                  <a:cubicBezTo>
                    <a:pt x="216" y="406"/>
                    <a:pt x="217" y="406"/>
                    <a:pt x="219" y="405"/>
                  </a:cubicBezTo>
                  <a:cubicBezTo>
                    <a:pt x="222" y="403"/>
                    <a:pt x="225" y="399"/>
                    <a:pt x="225" y="395"/>
                  </a:cubicBezTo>
                  <a:cubicBezTo>
                    <a:pt x="225" y="351"/>
                    <a:pt x="225" y="351"/>
                    <a:pt x="225" y="351"/>
                  </a:cubicBezTo>
                  <a:cubicBezTo>
                    <a:pt x="225" y="350"/>
                    <a:pt x="225" y="349"/>
                    <a:pt x="224" y="348"/>
                  </a:cubicBezTo>
                  <a:cubicBezTo>
                    <a:pt x="225" y="348"/>
                    <a:pt x="225" y="348"/>
                    <a:pt x="225" y="348"/>
                  </a:cubicBezTo>
                  <a:cubicBezTo>
                    <a:pt x="266" y="348"/>
                    <a:pt x="299" y="382"/>
                    <a:pt x="299" y="423"/>
                  </a:cubicBezTo>
                  <a:cubicBezTo>
                    <a:pt x="299" y="478"/>
                    <a:pt x="299" y="478"/>
                    <a:pt x="299" y="478"/>
                  </a:cubicBezTo>
                  <a:cubicBezTo>
                    <a:pt x="22" y="478"/>
                    <a:pt x="22" y="478"/>
                    <a:pt x="22" y="478"/>
                  </a:cubicBezTo>
                  <a:cubicBezTo>
                    <a:pt x="22" y="423"/>
                    <a:pt x="22" y="423"/>
                    <a:pt x="22" y="423"/>
                  </a:cubicBezTo>
                  <a:cubicBezTo>
                    <a:pt x="22" y="382"/>
                    <a:pt x="55" y="348"/>
                    <a:pt x="96" y="348"/>
                  </a:cubicBezTo>
                  <a:cubicBezTo>
                    <a:pt x="96" y="348"/>
                    <a:pt x="96" y="348"/>
                    <a:pt x="96" y="348"/>
                  </a:cubicBezTo>
                  <a:cubicBezTo>
                    <a:pt x="96" y="395"/>
                    <a:pt x="96" y="395"/>
                    <a:pt x="96" y="395"/>
                  </a:cubicBezTo>
                  <a:cubicBezTo>
                    <a:pt x="96" y="399"/>
                    <a:pt x="98" y="403"/>
                    <a:pt x="102" y="405"/>
                  </a:cubicBezTo>
                  <a:cubicBezTo>
                    <a:pt x="105" y="407"/>
                    <a:pt x="109" y="406"/>
                    <a:pt x="112" y="404"/>
                  </a:cubicBezTo>
                  <a:cubicBezTo>
                    <a:pt x="150" y="380"/>
                    <a:pt x="150" y="380"/>
                    <a:pt x="150" y="380"/>
                  </a:cubicBezTo>
                  <a:cubicBezTo>
                    <a:pt x="150" y="404"/>
                    <a:pt x="150" y="404"/>
                    <a:pt x="150" y="404"/>
                  </a:cubicBezTo>
                  <a:cubicBezTo>
                    <a:pt x="150" y="409"/>
                    <a:pt x="154" y="414"/>
                    <a:pt x="160" y="414"/>
                  </a:cubicBezTo>
                  <a:cubicBezTo>
                    <a:pt x="166" y="414"/>
                    <a:pt x="171" y="409"/>
                    <a:pt x="171" y="404"/>
                  </a:cubicBezTo>
                  <a:cubicBezTo>
                    <a:pt x="171" y="380"/>
                    <a:pt x="171" y="380"/>
                    <a:pt x="171" y="380"/>
                  </a:cubicBezTo>
                  <a:cubicBezTo>
                    <a:pt x="208" y="404"/>
                    <a:pt x="208" y="404"/>
                    <a:pt x="208" y="404"/>
                  </a:cubicBezTo>
                  <a:cubicBezTo>
                    <a:pt x="210" y="405"/>
                    <a:pt x="212" y="406"/>
                    <a:pt x="214" y="406"/>
                  </a:cubicBezTo>
                  <a:close/>
                  <a:moveTo>
                    <a:pt x="117" y="376"/>
                  </a:moveTo>
                  <a:cubicBezTo>
                    <a:pt x="117" y="348"/>
                    <a:pt x="117" y="348"/>
                    <a:pt x="117" y="348"/>
                  </a:cubicBezTo>
                  <a:cubicBezTo>
                    <a:pt x="204" y="348"/>
                    <a:pt x="204" y="348"/>
                    <a:pt x="204" y="348"/>
                  </a:cubicBezTo>
                  <a:cubicBezTo>
                    <a:pt x="203" y="349"/>
                    <a:pt x="203" y="350"/>
                    <a:pt x="203" y="351"/>
                  </a:cubicBezTo>
                  <a:cubicBezTo>
                    <a:pt x="203" y="376"/>
                    <a:pt x="203" y="376"/>
                    <a:pt x="203" y="376"/>
                  </a:cubicBezTo>
                  <a:cubicBezTo>
                    <a:pt x="166" y="352"/>
                    <a:pt x="166" y="352"/>
                    <a:pt x="166" y="352"/>
                  </a:cubicBezTo>
                  <a:cubicBezTo>
                    <a:pt x="163" y="350"/>
                    <a:pt x="158" y="350"/>
                    <a:pt x="155" y="352"/>
                  </a:cubicBezTo>
                  <a:lnTo>
                    <a:pt x="117" y="376"/>
                  </a:lnTo>
                  <a:close/>
                  <a:moveTo>
                    <a:pt x="215" y="272"/>
                  </a:moveTo>
                  <a:cubicBezTo>
                    <a:pt x="215" y="302"/>
                    <a:pt x="191" y="327"/>
                    <a:pt x="160" y="327"/>
                  </a:cubicBezTo>
                  <a:cubicBezTo>
                    <a:pt x="130" y="327"/>
                    <a:pt x="105" y="302"/>
                    <a:pt x="105" y="272"/>
                  </a:cubicBezTo>
                  <a:cubicBezTo>
                    <a:pt x="105" y="255"/>
                    <a:pt x="105" y="255"/>
                    <a:pt x="105" y="255"/>
                  </a:cubicBezTo>
                  <a:cubicBezTo>
                    <a:pt x="127" y="255"/>
                    <a:pt x="127" y="255"/>
                    <a:pt x="127" y="255"/>
                  </a:cubicBezTo>
                  <a:cubicBezTo>
                    <a:pt x="148" y="255"/>
                    <a:pt x="169" y="246"/>
                    <a:pt x="184" y="232"/>
                  </a:cubicBezTo>
                  <a:cubicBezTo>
                    <a:pt x="215" y="250"/>
                    <a:pt x="215" y="250"/>
                    <a:pt x="215" y="250"/>
                  </a:cubicBezTo>
                  <a:lnTo>
                    <a:pt x="215" y="272"/>
                  </a:lnTo>
                  <a:close/>
                  <a:moveTo>
                    <a:pt x="350" y="278"/>
                  </a:moveTo>
                  <a:cubicBezTo>
                    <a:pt x="280" y="278"/>
                    <a:pt x="222" y="220"/>
                    <a:pt x="222" y="150"/>
                  </a:cubicBezTo>
                  <a:cubicBezTo>
                    <a:pt x="222" y="79"/>
                    <a:pt x="280" y="22"/>
                    <a:pt x="350" y="22"/>
                  </a:cubicBezTo>
                  <a:cubicBezTo>
                    <a:pt x="421" y="22"/>
                    <a:pt x="478" y="79"/>
                    <a:pt x="478" y="150"/>
                  </a:cubicBezTo>
                  <a:cubicBezTo>
                    <a:pt x="478" y="220"/>
                    <a:pt x="421" y="278"/>
                    <a:pt x="350" y="278"/>
                  </a:cubicBezTo>
                  <a:close/>
                  <a:moveTo>
                    <a:pt x="350" y="278"/>
                  </a:moveTo>
                  <a:cubicBezTo>
                    <a:pt x="350" y="278"/>
                    <a:pt x="350" y="278"/>
                    <a:pt x="350" y="278"/>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13">
              <a:extLst>
                <a:ext uri="{FF2B5EF4-FFF2-40B4-BE49-F238E27FC236}">
                  <a16:creationId xmlns:a16="http://schemas.microsoft.com/office/drawing/2014/main" id="{4BE7C381-FC75-428F-84BF-E8F8F1986D8A}"/>
                </a:ext>
              </a:extLst>
            </p:cNvPr>
            <p:cNvSpPr>
              <a:spLocks noEditPoints="1"/>
            </p:cNvSpPr>
            <p:nvPr/>
          </p:nvSpPr>
          <p:spPr bwMode="auto">
            <a:xfrm>
              <a:off x="3484" y="5724"/>
              <a:ext cx="47" cy="45"/>
            </a:xfrm>
            <a:custGeom>
              <a:avLst/>
              <a:gdLst>
                <a:gd name="T0" fmla="*/ 18 w 21"/>
                <a:gd name="T1" fmla="*/ 3 h 21"/>
                <a:gd name="T2" fmla="*/ 10 w 21"/>
                <a:gd name="T3" fmla="*/ 0 h 21"/>
                <a:gd name="T4" fmla="*/ 3 w 21"/>
                <a:gd name="T5" fmla="*/ 3 h 21"/>
                <a:gd name="T6" fmla="*/ 0 w 21"/>
                <a:gd name="T7" fmla="*/ 10 h 21"/>
                <a:gd name="T8" fmla="*/ 3 w 21"/>
                <a:gd name="T9" fmla="*/ 18 h 21"/>
                <a:gd name="T10" fmla="*/ 10 w 21"/>
                <a:gd name="T11" fmla="*/ 21 h 21"/>
                <a:gd name="T12" fmla="*/ 18 w 21"/>
                <a:gd name="T13" fmla="*/ 18 h 21"/>
                <a:gd name="T14" fmla="*/ 21 w 21"/>
                <a:gd name="T15" fmla="*/ 10 h 21"/>
                <a:gd name="T16" fmla="*/ 18 w 21"/>
                <a:gd name="T17" fmla="*/ 3 h 21"/>
                <a:gd name="T18" fmla="*/ 18 w 21"/>
                <a:gd name="T19" fmla="*/ 3 h 21"/>
                <a:gd name="T20" fmla="*/ 18 w 21"/>
                <a:gd name="T2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1">
                  <a:moveTo>
                    <a:pt x="18" y="3"/>
                  </a:moveTo>
                  <a:cubicBezTo>
                    <a:pt x="16" y="1"/>
                    <a:pt x="13" y="0"/>
                    <a:pt x="10" y="0"/>
                  </a:cubicBezTo>
                  <a:cubicBezTo>
                    <a:pt x="8" y="0"/>
                    <a:pt x="5" y="1"/>
                    <a:pt x="3" y="3"/>
                  </a:cubicBezTo>
                  <a:cubicBezTo>
                    <a:pt x="1" y="5"/>
                    <a:pt x="0" y="8"/>
                    <a:pt x="0" y="10"/>
                  </a:cubicBezTo>
                  <a:cubicBezTo>
                    <a:pt x="0" y="13"/>
                    <a:pt x="1" y="16"/>
                    <a:pt x="3" y="18"/>
                  </a:cubicBezTo>
                  <a:cubicBezTo>
                    <a:pt x="5" y="20"/>
                    <a:pt x="8" y="21"/>
                    <a:pt x="10" y="21"/>
                  </a:cubicBezTo>
                  <a:cubicBezTo>
                    <a:pt x="13" y="21"/>
                    <a:pt x="16" y="20"/>
                    <a:pt x="18" y="18"/>
                  </a:cubicBezTo>
                  <a:cubicBezTo>
                    <a:pt x="20" y="16"/>
                    <a:pt x="21" y="13"/>
                    <a:pt x="21" y="10"/>
                  </a:cubicBezTo>
                  <a:cubicBezTo>
                    <a:pt x="21" y="8"/>
                    <a:pt x="20" y="5"/>
                    <a:pt x="18" y="3"/>
                  </a:cubicBezTo>
                  <a:close/>
                  <a:moveTo>
                    <a:pt x="18" y="3"/>
                  </a:moveTo>
                  <a:cubicBezTo>
                    <a:pt x="18" y="3"/>
                    <a:pt x="18" y="3"/>
                    <a:pt x="18" y="3"/>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14">
              <a:extLst>
                <a:ext uri="{FF2B5EF4-FFF2-40B4-BE49-F238E27FC236}">
                  <a16:creationId xmlns:a16="http://schemas.microsoft.com/office/drawing/2014/main" id="{0F9DADDA-54E9-4970-8D52-95EA9BED5E17}"/>
                </a:ext>
              </a:extLst>
            </p:cNvPr>
            <p:cNvSpPr>
              <a:spLocks noEditPoints="1"/>
            </p:cNvSpPr>
            <p:nvPr/>
          </p:nvSpPr>
          <p:spPr bwMode="auto">
            <a:xfrm>
              <a:off x="3613" y="5700"/>
              <a:ext cx="154" cy="46"/>
            </a:xfrm>
            <a:custGeom>
              <a:avLst/>
              <a:gdLst>
                <a:gd name="T0" fmla="*/ 58 w 69"/>
                <a:gd name="T1" fmla="*/ 0 h 21"/>
                <a:gd name="T2" fmla="*/ 10 w 69"/>
                <a:gd name="T3" fmla="*/ 0 h 21"/>
                <a:gd name="T4" fmla="*/ 0 w 69"/>
                <a:gd name="T5" fmla="*/ 10 h 21"/>
                <a:gd name="T6" fmla="*/ 10 w 69"/>
                <a:gd name="T7" fmla="*/ 21 h 21"/>
                <a:gd name="T8" fmla="*/ 58 w 69"/>
                <a:gd name="T9" fmla="*/ 21 h 21"/>
                <a:gd name="T10" fmla="*/ 69 w 69"/>
                <a:gd name="T11" fmla="*/ 10 h 21"/>
                <a:gd name="T12" fmla="*/ 58 w 69"/>
                <a:gd name="T13" fmla="*/ 0 h 21"/>
                <a:gd name="T14" fmla="*/ 58 w 69"/>
                <a:gd name="T15" fmla="*/ 0 h 21"/>
                <a:gd name="T16" fmla="*/ 58 w 69"/>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21">
                  <a:moveTo>
                    <a:pt x="58" y="0"/>
                  </a:moveTo>
                  <a:cubicBezTo>
                    <a:pt x="10" y="0"/>
                    <a:pt x="10" y="0"/>
                    <a:pt x="10" y="0"/>
                  </a:cubicBezTo>
                  <a:cubicBezTo>
                    <a:pt x="5" y="0"/>
                    <a:pt x="0" y="4"/>
                    <a:pt x="0" y="10"/>
                  </a:cubicBezTo>
                  <a:cubicBezTo>
                    <a:pt x="0" y="16"/>
                    <a:pt x="5" y="21"/>
                    <a:pt x="10" y="21"/>
                  </a:cubicBezTo>
                  <a:cubicBezTo>
                    <a:pt x="58" y="21"/>
                    <a:pt x="58" y="21"/>
                    <a:pt x="58" y="21"/>
                  </a:cubicBezTo>
                  <a:cubicBezTo>
                    <a:pt x="64" y="21"/>
                    <a:pt x="69" y="16"/>
                    <a:pt x="69" y="10"/>
                  </a:cubicBezTo>
                  <a:cubicBezTo>
                    <a:pt x="69" y="4"/>
                    <a:pt x="64" y="0"/>
                    <a:pt x="58" y="0"/>
                  </a:cubicBezTo>
                  <a:close/>
                  <a:moveTo>
                    <a:pt x="58" y="0"/>
                  </a:moveTo>
                  <a:cubicBezTo>
                    <a:pt x="58" y="0"/>
                    <a:pt x="58" y="0"/>
                    <a:pt x="58" y="0"/>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15">
              <a:extLst>
                <a:ext uri="{FF2B5EF4-FFF2-40B4-BE49-F238E27FC236}">
                  <a16:creationId xmlns:a16="http://schemas.microsoft.com/office/drawing/2014/main" id="{801A87AA-79B5-4BE7-BE5D-97DDEFF45931}"/>
                </a:ext>
              </a:extLst>
            </p:cNvPr>
            <p:cNvSpPr>
              <a:spLocks noEditPoints="1"/>
            </p:cNvSpPr>
            <p:nvPr/>
          </p:nvSpPr>
          <p:spPr bwMode="auto">
            <a:xfrm>
              <a:off x="3497" y="4687"/>
              <a:ext cx="870" cy="851"/>
            </a:xfrm>
            <a:custGeom>
              <a:avLst/>
              <a:gdLst>
                <a:gd name="T0" fmla="*/ 194 w 390"/>
                <a:gd name="T1" fmla="*/ 0 h 393"/>
                <a:gd name="T2" fmla="*/ 67 w 390"/>
                <a:gd name="T3" fmla="*/ 47 h 393"/>
                <a:gd name="T4" fmla="*/ 1 w 390"/>
                <a:gd name="T5" fmla="*/ 164 h 393"/>
                <a:gd name="T6" fmla="*/ 9 w 390"/>
                <a:gd name="T7" fmla="*/ 177 h 393"/>
                <a:gd name="T8" fmla="*/ 22 w 390"/>
                <a:gd name="T9" fmla="*/ 168 h 393"/>
                <a:gd name="T10" fmla="*/ 194 w 390"/>
                <a:gd name="T11" fmla="*/ 22 h 393"/>
                <a:gd name="T12" fmla="*/ 369 w 390"/>
                <a:gd name="T13" fmla="*/ 197 h 393"/>
                <a:gd name="T14" fmla="*/ 194 w 390"/>
                <a:gd name="T15" fmla="*/ 372 h 393"/>
                <a:gd name="T16" fmla="*/ 184 w 390"/>
                <a:gd name="T17" fmla="*/ 382 h 393"/>
                <a:gd name="T18" fmla="*/ 194 w 390"/>
                <a:gd name="T19" fmla="*/ 393 h 393"/>
                <a:gd name="T20" fmla="*/ 390 w 390"/>
                <a:gd name="T21" fmla="*/ 197 h 393"/>
                <a:gd name="T22" fmla="*/ 194 w 390"/>
                <a:gd name="T23" fmla="*/ 0 h 393"/>
                <a:gd name="T24" fmla="*/ 194 w 390"/>
                <a:gd name="T25" fmla="*/ 0 h 393"/>
                <a:gd name="T26" fmla="*/ 194 w 390"/>
                <a:gd name="T27" fmla="*/ 0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0" h="393">
                  <a:moveTo>
                    <a:pt x="194" y="0"/>
                  </a:moveTo>
                  <a:cubicBezTo>
                    <a:pt x="147" y="0"/>
                    <a:pt x="102" y="17"/>
                    <a:pt x="67" y="47"/>
                  </a:cubicBezTo>
                  <a:cubicBezTo>
                    <a:pt x="32" y="77"/>
                    <a:pt x="8" y="119"/>
                    <a:pt x="1" y="164"/>
                  </a:cubicBezTo>
                  <a:cubicBezTo>
                    <a:pt x="0" y="170"/>
                    <a:pt x="4" y="176"/>
                    <a:pt x="9" y="177"/>
                  </a:cubicBezTo>
                  <a:cubicBezTo>
                    <a:pt x="15" y="178"/>
                    <a:pt x="21" y="174"/>
                    <a:pt x="22" y="168"/>
                  </a:cubicBezTo>
                  <a:cubicBezTo>
                    <a:pt x="36" y="83"/>
                    <a:pt x="108" y="22"/>
                    <a:pt x="194" y="22"/>
                  </a:cubicBezTo>
                  <a:cubicBezTo>
                    <a:pt x="291" y="22"/>
                    <a:pt x="369" y="100"/>
                    <a:pt x="369" y="197"/>
                  </a:cubicBezTo>
                  <a:cubicBezTo>
                    <a:pt x="369" y="293"/>
                    <a:pt x="291" y="372"/>
                    <a:pt x="194" y="372"/>
                  </a:cubicBezTo>
                  <a:cubicBezTo>
                    <a:pt x="188" y="372"/>
                    <a:pt x="184" y="376"/>
                    <a:pt x="184" y="382"/>
                  </a:cubicBezTo>
                  <a:cubicBezTo>
                    <a:pt x="184" y="388"/>
                    <a:pt x="188" y="393"/>
                    <a:pt x="194" y="393"/>
                  </a:cubicBezTo>
                  <a:cubicBezTo>
                    <a:pt x="302" y="393"/>
                    <a:pt x="390" y="305"/>
                    <a:pt x="390" y="197"/>
                  </a:cubicBezTo>
                  <a:cubicBezTo>
                    <a:pt x="390" y="88"/>
                    <a:pt x="302" y="0"/>
                    <a:pt x="194" y="0"/>
                  </a:cubicBezTo>
                  <a:close/>
                  <a:moveTo>
                    <a:pt x="194" y="0"/>
                  </a:moveTo>
                  <a:cubicBezTo>
                    <a:pt x="194" y="0"/>
                    <a:pt x="194" y="0"/>
                    <a:pt x="194" y="0"/>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16">
              <a:extLst>
                <a:ext uri="{FF2B5EF4-FFF2-40B4-BE49-F238E27FC236}">
                  <a16:creationId xmlns:a16="http://schemas.microsoft.com/office/drawing/2014/main" id="{AB4EE5A0-9E06-450A-B2EA-E1C2DF0AFDFA}"/>
                </a:ext>
              </a:extLst>
            </p:cNvPr>
            <p:cNvSpPr>
              <a:spLocks noEditPoints="1"/>
            </p:cNvSpPr>
            <p:nvPr/>
          </p:nvSpPr>
          <p:spPr bwMode="auto">
            <a:xfrm>
              <a:off x="3827" y="5482"/>
              <a:ext cx="51" cy="49"/>
            </a:xfrm>
            <a:custGeom>
              <a:avLst/>
              <a:gdLst>
                <a:gd name="T0" fmla="*/ 13 w 23"/>
                <a:gd name="T1" fmla="*/ 1 h 23"/>
                <a:gd name="T2" fmla="*/ 13 w 23"/>
                <a:gd name="T3" fmla="*/ 1 h 23"/>
                <a:gd name="T4" fmla="*/ 1 w 23"/>
                <a:gd name="T5" fmla="*/ 10 h 23"/>
                <a:gd name="T6" fmla="*/ 9 w 23"/>
                <a:gd name="T7" fmla="*/ 22 h 23"/>
                <a:gd name="T8" fmla="*/ 11 w 23"/>
                <a:gd name="T9" fmla="*/ 23 h 23"/>
                <a:gd name="T10" fmla="*/ 22 w 23"/>
                <a:gd name="T11" fmla="*/ 14 h 23"/>
                <a:gd name="T12" fmla="*/ 13 w 23"/>
                <a:gd name="T13" fmla="*/ 1 h 23"/>
                <a:gd name="T14" fmla="*/ 13 w 23"/>
                <a:gd name="T15" fmla="*/ 1 h 23"/>
                <a:gd name="T16" fmla="*/ 13 w 23"/>
                <a:gd name="T17"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3">
                  <a:moveTo>
                    <a:pt x="13" y="1"/>
                  </a:moveTo>
                  <a:cubicBezTo>
                    <a:pt x="13" y="1"/>
                    <a:pt x="13" y="1"/>
                    <a:pt x="13" y="1"/>
                  </a:cubicBezTo>
                  <a:cubicBezTo>
                    <a:pt x="7" y="0"/>
                    <a:pt x="2" y="4"/>
                    <a:pt x="1" y="10"/>
                  </a:cubicBezTo>
                  <a:cubicBezTo>
                    <a:pt x="0" y="16"/>
                    <a:pt x="3" y="21"/>
                    <a:pt x="9" y="22"/>
                  </a:cubicBezTo>
                  <a:cubicBezTo>
                    <a:pt x="10" y="23"/>
                    <a:pt x="10" y="23"/>
                    <a:pt x="11" y="23"/>
                  </a:cubicBezTo>
                  <a:cubicBezTo>
                    <a:pt x="16" y="23"/>
                    <a:pt x="21" y="19"/>
                    <a:pt x="22" y="14"/>
                  </a:cubicBezTo>
                  <a:cubicBezTo>
                    <a:pt x="23" y="8"/>
                    <a:pt x="19" y="3"/>
                    <a:pt x="13" y="1"/>
                  </a:cubicBezTo>
                  <a:close/>
                  <a:moveTo>
                    <a:pt x="13" y="1"/>
                  </a:moveTo>
                  <a:cubicBezTo>
                    <a:pt x="13" y="1"/>
                    <a:pt x="13" y="1"/>
                    <a:pt x="13" y="1"/>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17">
              <a:extLst>
                <a:ext uri="{FF2B5EF4-FFF2-40B4-BE49-F238E27FC236}">
                  <a16:creationId xmlns:a16="http://schemas.microsoft.com/office/drawing/2014/main" id="{E0AE35F7-DC77-43C6-BF04-B9C519E63CD8}"/>
                </a:ext>
              </a:extLst>
            </p:cNvPr>
            <p:cNvSpPr>
              <a:spLocks noEditPoints="1"/>
            </p:cNvSpPr>
            <p:nvPr/>
          </p:nvSpPr>
          <p:spPr bwMode="auto">
            <a:xfrm>
              <a:off x="3838" y="4979"/>
              <a:ext cx="230" cy="156"/>
            </a:xfrm>
            <a:custGeom>
              <a:avLst/>
              <a:gdLst>
                <a:gd name="T0" fmla="*/ 99 w 103"/>
                <a:gd name="T1" fmla="*/ 4 h 72"/>
                <a:gd name="T2" fmla="*/ 84 w 103"/>
                <a:gd name="T3" fmla="*/ 4 h 72"/>
                <a:gd name="T4" fmla="*/ 41 w 103"/>
                <a:gd name="T5" fmla="*/ 47 h 72"/>
                <a:gd name="T6" fmla="*/ 19 w 103"/>
                <a:gd name="T7" fmla="*/ 24 h 72"/>
                <a:gd name="T8" fmla="*/ 4 w 103"/>
                <a:gd name="T9" fmla="*/ 24 h 72"/>
                <a:gd name="T10" fmla="*/ 4 w 103"/>
                <a:gd name="T11" fmla="*/ 39 h 72"/>
                <a:gd name="T12" fmla="*/ 34 w 103"/>
                <a:gd name="T13" fmla="*/ 69 h 72"/>
                <a:gd name="T14" fmla="*/ 41 w 103"/>
                <a:gd name="T15" fmla="*/ 72 h 72"/>
                <a:gd name="T16" fmla="*/ 49 w 103"/>
                <a:gd name="T17" fmla="*/ 69 h 72"/>
                <a:gd name="T18" fmla="*/ 99 w 103"/>
                <a:gd name="T19" fmla="*/ 19 h 72"/>
                <a:gd name="T20" fmla="*/ 99 w 103"/>
                <a:gd name="T21" fmla="*/ 4 h 72"/>
                <a:gd name="T22" fmla="*/ 99 w 103"/>
                <a:gd name="T23" fmla="*/ 4 h 72"/>
                <a:gd name="T24" fmla="*/ 99 w 103"/>
                <a:gd name="T25" fmla="*/ 4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72">
                  <a:moveTo>
                    <a:pt x="99" y="4"/>
                  </a:moveTo>
                  <a:cubicBezTo>
                    <a:pt x="95" y="0"/>
                    <a:pt x="88" y="0"/>
                    <a:pt x="84" y="4"/>
                  </a:cubicBezTo>
                  <a:cubicBezTo>
                    <a:pt x="41" y="47"/>
                    <a:pt x="41" y="47"/>
                    <a:pt x="41" y="47"/>
                  </a:cubicBezTo>
                  <a:cubicBezTo>
                    <a:pt x="19" y="24"/>
                    <a:pt x="19" y="24"/>
                    <a:pt x="19" y="24"/>
                  </a:cubicBezTo>
                  <a:cubicBezTo>
                    <a:pt x="15" y="20"/>
                    <a:pt x="8" y="20"/>
                    <a:pt x="4" y="24"/>
                  </a:cubicBezTo>
                  <a:cubicBezTo>
                    <a:pt x="0" y="28"/>
                    <a:pt x="0" y="35"/>
                    <a:pt x="4" y="39"/>
                  </a:cubicBezTo>
                  <a:cubicBezTo>
                    <a:pt x="34" y="69"/>
                    <a:pt x="34" y="69"/>
                    <a:pt x="34" y="69"/>
                  </a:cubicBezTo>
                  <a:cubicBezTo>
                    <a:pt x="36" y="71"/>
                    <a:pt x="39" y="72"/>
                    <a:pt x="41" y="72"/>
                  </a:cubicBezTo>
                  <a:cubicBezTo>
                    <a:pt x="44" y="72"/>
                    <a:pt x="47" y="71"/>
                    <a:pt x="49" y="69"/>
                  </a:cubicBezTo>
                  <a:cubicBezTo>
                    <a:pt x="99" y="19"/>
                    <a:pt x="99" y="19"/>
                    <a:pt x="99" y="19"/>
                  </a:cubicBezTo>
                  <a:cubicBezTo>
                    <a:pt x="103" y="15"/>
                    <a:pt x="103" y="8"/>
                    <a:pt x="99" y="4"/>
                  </a:cubicBezTo>
                  <a:close/>
                  <a:moveTo>
                    <a:pt x="99" y="4"/>
                  </a:moveTo>
                  <a:cubicBezTo>
                    <a:pt x="99" y="4"/>
                    <a:pt x="99" y="4"/>
                    <a:pt x="99" y="4"/>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18">
              <a:extLst>
                <a:ext uri="{FF2B5EF4-FFF2-40B4-BE49-F238E27FC236}">
                  <a16:creationId xmlns:a16="http://schemas.microsoft.com/office/drawing/2014/main" id="{1C23B321-E604-4774-BD8A-3938EBE161EE}"/>
                </a:ext>
              </a:extLst>
            </p:cNvPr>
            <p:cNvSpPr>
              <a:spLocks noEditPoints="1"/>
            </p:cNvSpPr>
            <p:nvPr/>
          </p:nvSpPr>
          <p:spPr bwMode="auto">
            <a:xfrm>
              <a:off x="3907" y="4862"/>
              <a:ext cx="47" cy="63"/>
            </a:xfrm>
            <a:custGeom>
              <a:avLst/>
              <a:gdLst>
                <a:gd name="T0" fmla="*/ 10 w 21"/>
                <a:gd name="T1" fmla="*/ 0 h 29"/>
                <a:gd name="T2" fmla="*/ 0 w 21"/>
                <a:gd name="T3" fmla="*/ 11 h 29"/>
                <a:gd name="T4" fmla="*/ 0 w 21"/>
                <a:gd name="T5" fmla="*/ 19 h 29"/>
                <a:gd name="T6" fmla="*/ 10 w 21"/>
                <a:gd name="T7" fmla="*/ 29 h 29"/>
                <a:gd name="T8" fmla="*/ 21 w 21"/>
                <a:gd name="T9" fmla="*/ 19 h 29"/>
                <a:gd name="T10" fmla="*/ 21 w 21"/>
                <a:gd name="T11" fmla="*/ 11 h 29"/>
                <a:gd name="T12" fmla="*/ 10 w 21"/>
                <a:gd name="T13" fmla="*/ 0 h 29"/>
                <a:gd name="T14" fmla="*/ 10 w 21"/>
                <a:gd name="T15" fmla="*/ 0 h 29"/>
                <a:gd name="T16" fmla="*/ 10 w 2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9">
                  <a:moveTo>
                    <a:pt x="10" y="0"/>
                  </a:moveTo>
                  <a:cubicBezTo>
                    <a:pt x="4" y="0"/>
                    <a:pt x="0" y="5"/>
                    <a:pt x="0" y="11"/>
                  </a:cubicBezTo>
                  <a:cubicBezTo>
                    <a:pt x="0" y="19"/>
                    <a:pt x="0" y="19"/>
                    <a:pt x="0" y="19"/>
                  </a:cubicBezTo>
                  <a:cubicBezTo>
                    <a:pt x="0" y="25"/>
                    <a:pt x="4" y="29"/>
                    <a:pt x="10" y="29"/>
                  </a:cubicBezTo>
                  <a:cubicBezTo>
                    <a:pt x="16" y="29"/>
                    <a:pt x="21" y="25"/>
                    <a:pt x="21" y="19"/>
                  </a:cubicBezTo>
                  <a:cubicBezTo>
                    <a:pt x="21" y="11"/>
                    <a:pt x="21" y="11"/>
                    <a:pt x="21" y="11"/>
                  </a:cubicBezTo>
                  <a:cubicBezTo>
                    <a:pt x="21" y="5"/>
                    <a:pt x="16" y="0"/>
                    <a:pt x="10" y="0"/>
                  </a:cubicBezTo>
                  <a:close/>
                  <a:moveTo>
                    <a:pt x="10" y="0"/>
                  </a:moveTo>
                  <a:cubicBezTo>
                    <a:pt x="10" y="0"/>
                    <a:pt x="10" y="0"/>
                    <a:pt x="10" y="0"/>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19">
              <a:extLst>
                <a:ext uri="{FF2B5EF4-FFF2-40B4-BE49-F238E27FC236}">
                  <a16:creationId xmlns:a16="http://schemas.microsoft.com/office/drawing/2014/main" id="{0229DE89-5581-49F1-8D6A-7FC60FD9A072}"/>
                </a:ext>
              </a:extLst>
            </p:cNvPr>
            <p:cNvSpPr>
              <a:spLocks noEditPoints="1"/>
            </p:cNvSpPr>
            <p:nvPr/>
          </p:nvSpPr>
          <p:spPr bwMode="auto">
            <a:xfrm>
              <a:off x="3907" y="5300"/>
              <a:ext cx="47" cy="62"/>
            </a:xfrm>
            <a:custGeom>
              <a:avLst/>
              <a:gdLst>
                <a:gd name="T0" fmla="*/ 10 w 21"/>
                <a:gd name="T1" fmla="*/ 0 h 29"/>
                <a:gd name="T2" fmla="*/ 0 w 21"/>
                <a:gd name="T3" fmla="*/ 10 h 29"/>
                <a:gd name="T4" fmla="*/ 0 w 21"/>
                <a:gd name="T5" fmla="*/ 18 h 29"/>
                <a:gd name="T6" fmla="*/ 10 w 21"/>
                <a:gd name="T7" fmla="*/ 29 h 29"/>
                <a:gd name="T8" fmla="*/ 21 w 21"/>
                <a:gd name="T9" fmla="*/ 18 h 29"/>
                <a:gd name="T10" fmla="*/ 21 w 21"/>
                <a:gd name="T11" fmla="*/ 10 h 29"/>
                <a:gd name="T12" fmla="*/ 10 w 21"/>
                <a:gd name="T13" fmla="*/ 0 h 29"/>
                <a:gd name="T14" fmla="*/ 10 w 21"/>
                <a:gd name="T15" fmla="*/ 0 h 29"/>
                <a:gd name="T16" fmla="*/ 10 w 2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9">
                  <a:moveTo>
                    <a:pt x="10" y="0"/>
                  </a:moveTo>
                  <a:cubicBezTo>
                    <a:pt x="4" y="0"/>
                    <a:pt x="0" y="5"/>
                    <a:pt x="0" y="10"/>
                  </a:cubicBezTo>
                  <a:cubicBezTo>
                    <a:pt x="0" y="18"/>
                    <a:pt x="0" y="18"/>
                    <a:pt x="0" y="18"/>
                  </a:cubicBezTo>
                  <a:cubicBezTo>
                    <a:pt x="0" y="24"/>
                    <a:pt x="4" y="29"/>
                    <a:pt x="10" y="29"/>
                  </a:cubicBezTo>
                  <a:cubicBezTo>
                    <a:pt x="16" y="29"/>
                    <a:pt x="21" y="24"/>
                    <a:pt x="21" y="18"/>
                  </a:cubicBezTo>
                  <a:cubicBezTo>
                    <a:pt x="21" y="10"/>
                    <a:pt x="21" y="10"/>
                    <a:pt x="21" y="10"/>
                  </a:cubicBezTo>
                  <a:cubicBezTo>
                    <a:pt x="21" y="5"/>
                    <a:pt x="16" y="0"/>
                    <a:pt x="10" y="0"/>
                  </a:cubicBezTo>
                  <a:close/>
                  <a:moveTo>
                    <a:pt x="10" y="0"/>
                  </a:moveTo>
                  <a:cubicBezTo>
                    <a:pt x="10" y="0"/>
                    <a:pt x="10" y="0"/>
                    <a:pt x="10" y="0"/>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20">
              <a:extLst>
                <a:ext uri="{FF2B5EF4-FFF2-40B4-BE49-F238E27FC236}">
                  <a16:creationId xmlns:a16="http://schemas.microsoft.com/office/drawing/2014/main" id="{47B1A234-B306-434A-A074-879DFAB5CFED}"/>
                </a:ext>
              </a:extLst>
            </p:cNvPr>
            <p:cNvSpPr>
              <a:spLocks noEditPoints="1"/>
            </p:cNvSpPr>
            <p:nvPr/>
          </p:nvSpPr>
          <p:spPr bwMode="auto">
            <a:xfrm>
              <a:off x="4122" y="5090"/>
              <a:ext cx="64" cy="45"/>
            </a:xfrm>
            <a:custGeom>
              <a:avLst/>
              <a:gdLst>
                <a:gd name="T0" fmla="*/ 19 w 29"/>
                <a:gd name="T1" fmla="*/ 0 h 21"/>
                <a:gd name="T2" fmla="*/ 11 w 29"/>
                <a:gd name="T3" fmla="*/ 0 h 21"/>
                <a:gd name="T4" fmla="*/ 0 w 29"/>
                <a:gd name="T5" fmla="*/ 11 h 21"/>
                <a:gd name="T6" fmla="*/ 11 w 29"/>
                <a:gd name="T7" fmla="*/ 21 h 21"/>
                <a:gd name="T8" fmla="*/ 19 w 29"/>
                <a:gd name="T9" fmla="*/ 21 h 21"/>
                <a:gd name="T10" fmla="*/ 29 w 29"/>
                <a:gd name="T11" fmla="*/ 11 h 21"/>
                <a:gd name="T12" fmla="*/ 19 w 29"/>
                <a:gd name="T13" fmla="*/ 0 h 21"/>
                <a:gd name="T14" fmla="*/ 19 w 29"/>
                <a:gd name="T15" fmla="*/ 0 h 21"/>
                <a:gd name="T16" fmla="*/ 19 w 29"/>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1">
                  <a:moveTo>
                    <a:pt x="19" y="0"/>
                  </a:moveTo>
                  <a:cubicBezTo>
                    <a:pt x="11" y="0"/>
                    <a:pt x="11" y="0"/>
                    <a:pt x="11" y="0"/>
                  </a:cubicBezTo>
                  <a:cubicBezTo>
                    <a:pt x="5" y="0"/>
                    <a:pt x="0" y="5"/>
                    <a:pt x="0" y="11"/>
                  </a:cubicBezTo>
                  <a:cubicBezTo>
                    <a:pt x="0" y="16"/>
                    <a:pt x="5" y="21"/>
                    <a:pt x="11" y="21"/>
                  </a:cubicBezTo>
                  <a:cubicBezTo>
                    <a:pt x="19" y="21"/>
                    <a:pt x="19" y="21"/>
                    <a:pt x="19" y="21"/>
                  </a:cubicBezTo>
                  <a:cubicBezTo>
                    <a:pt x="25" y="21"/>
                    <a:pt x="29" y="16"/>
                    <a:pt x="29" y="11"/>
                  </a:cubicBezTo>
                  <a:cubicBezTo>
                    <a:pt x="29" y="5"/>
                    <a:pt x="25" y="0"/>
                    <a:pt x="19" y="0"/>
                  </a:cubicBezTo>
                  <a:close/>
                  <a:moveTo>
                    <a:pt x="19" y="0"/>
                  </a:moveTo>
                  <a:cubicBezTo>
                    <a:pt x="19" y="0"/>
                    <a:pt x="19" y="0"/>
                    <a:pt x="19" y="0"/>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21">
              <a:extLst>
                <a:ext uri="{FF2B5EF4-FFF2-40B4-BE49-F238E27FC236}">
                  <a16:creationId xmlns:a16="http://schemas.microsoft.com/office/drawing/2014/main" id="{61A8DB13-736F-4C7C-B3F7-26714D813716}"/>
                </a:ext>
              </a:extLst>
            </p:cNvPr>
            <p:cNvSpPr>
              <a:spLocks noEditPoints="1"/>
            </p:cNvSpPr>
            <p:nvPr/>
          </p:nvSpPr>
          <p:spPr bwMode="auto">
            <a:xfrm>
              <a:off x="3673" y="5090"/>
              <a:ext cx="65" cy="45"/>
            </a:xfrm>
            <a:custGeom>
              <a:avLst/>
              <a:gdLst>
                <a:gd name="T0" fmla="*/ 18 w 29"/>
                <a:gd name="T1" fmla="*/ 0 h 21"/>
                <a:gd name="T2" fmla="*/ 11 w 29"/>
                <a:gd name="T3" fmla="*/ 0 h 21"/>
                <a:gd name="T4" fmla="*/ 0 w 29"/>
                <a:gd name="T5" fmla="*/ 11 h 21"/>
                <a:gd name="T6" fmla="*/ 11 w 29"/>
                <a:gd name="T7" fmla="*/ 21 h 21"/>
                <a:gd name="T8" fmla="*/ 18 w 29"/>
                <a:gd name="T9" fmla="*/ 21 h 21"/>
                <a:gd name="T10" fmla="*/ 29 w 29"/>
                <a:gd name="T11" fmla="*/ 11 h 21"/>
                <a:gd name="T12" fmla="*/ 18 w 29"/>
                <a:gd name="T13" fmla="*/ 0 h 21"/>
                <a:gd name="T14" fmla="*/ 18 w 29"/>
                <a:gd name="T15" fmla="*/ 0 h 21"/>
                <a:gd name="T16" fmla="*/ 18 w 29"/>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1">
                  <a:moveTo>
                    <a:pt x="18" y="0"/>
                  </a:moveTo>
                  <a:cubicBezTo>
                    <a:pt x="11" y="0"/>
                    <a:pt x="11" y="0"/>
                    <a:pt x="11" y="0"/>
                  </a:cubicBezTo>
                  <a:cubicBezTo>
                    <a:pt x="5" y="0"/>
                    <a:pt x="0" y="5"/>
                    <a:pt x="0" y="11"/>
                  </a:cubicBezTo>
                  <a:cubicBezTo>
                    <a:pt x="0" y="16"/>
                    <a:pt x="5" y="21"/>
                    <a:pt x="11" y="21"/>
                  </a:cubicBezTo>
                  <a:cubicBezTo>
                    <a:pt x="18" y="21"/>
                    <a:pt x="18" y="21"/>
                    <a:pt x="18" y="21"/>
                  </a:cubicBezTo>
                  <a:cubicBezTo>
                    <a:pt x="24" y="21"/>
                    <a:pt x="29" y="16"/>
                    <a:pt x="29" y="11"/>
                  </a:cubicBezTo>
                  <a:cubicBezTo>
                    <a:pt x="29" y="5"/>
                    <a:pt x="24" y="0"/>
                    <a:pt x="18" y="0"/>
                  </a:cubicBezTo>
                  <a:close/>
                  <a:moveTo>
                    <a:pt x="18" y="0"/>
                  </a:moveTo>
                  <a:cubicBezTo>
                    <a:pt x="18" y="0"/>
                    <a:pt x="18" y="0"/>
                    <a:pt x="18" y="0"/>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36" name="Group 135">
            <a:extLst>
              <a:ext uri="{FF2B5EF4-FFF2-40B4-BE49-F238E27FC236}">
                <a16:creationId xmlns:a16="http://schemas.microsoft.com/office/drawing/2014/main" id="{D4794C0C-DFB4-46E0-AD58-18DC79DBCEE7}"/>
              </a:ext>
            </a:extLst>
          </p:cNvPr>
          <p:cNvGrpSpPr/>
          <p:nvPr/>
        </p:nvGrpSpPr>
        <p:grpSpPr>
          <a:xfrm>
            <a:off x="7818283" y="2530167"/>
            <a:ext cx="1552007" cy="1549453"/>
            <a:chOff x="8343900" y="6959600"/>
            <a:chExt cx="1933575" cy="1874838"/>
          </a:xfrm>
          <a:solidFill>
            <a:schemeClr val="tx1">
              <a:lumMod val="65000"/>
              <a:lumOff val="35000"/>
            </a:schemeClr>
          </a:solidFill>
        </p:grpSpPr>
        <p:sp>
          <p:nvSpPr>
            <p:cNvPr id="137" name="Freeform 7">
              <a:extLst>
                <a:ext uri="{FF2B5EF4-FFF2-40B4-BE49-F238E27FC236}">
                  <a16:creationId xmlns:a16="http://schemas.microsoft.com/office/drawing/2014/main" id="{F5D18317-1EB3-4F73-A151-AF65C437840A}"/>
                </a:ext>
              </a:extLst>
            </p:cNvPr>
            <p:cNvSpPr>
              <a:spLocks noEditPoints="1"/>
            </p:cNvSpPr>
            <p:nvPr/>
          </p:nvSpPr>
          <p:spPr bwMode="auto">
            <a:xfrm>
              <a:off x="9350375" y="7927975"/>
              <a:ext cx="927100" cy="906463"/>
            </a:xfrm>
            <a:custGeom>
              <a:avLst/>
              <a:gdLst>
                <a:gd name="T0" fmla="*/ 254 w 262"/>
                <a:gd name="T1" fmla="*/ 0 h 264"/>
                <a:gd name="T2" fmla="*/ 246 w 262"/>
                <a:gd name="T3" fmla="*/ 8 h 264"/>
                <a:gd name="T4" fmla="*/ 246 w 262"/>
                <a:gd name="T5" fmla="*/ 26 h 264"/>
                <a:gd name="T6" fmla="*/ 246 w 262"/>
                <a:gd name="T7" fmla="*/ 26 h 264"/>
                <a:gd name="T8" fmla="*/ 209 w 262"/>
                <a:gd name="T9" fmla="*/ 26 h 264"/>
                <a:gd name="T10" fmla="*/ 201 w 262"/>
                <a:gd name="T11" fmla="*/ 33 h 264"/>
                <a:gd name="T12" fmla="*/ 168 w 262"/>
                <a:gd name="T13" fmla="*/ 112 h 264"/>
                <a:gd name="T14" fmla="*/ 169 w 262"/>
                <a:gd name="T15" fmla="*/ 122 h 264"/>
                <a:gd name="T16" fmla="*/ 196 w 262"/>
                <a:gd name="T17" fmla="*/ 148 h 264"/>
                <a:gd name="T18" fmla="*/ 196 w 262"/>
                <a:gd name="T19" fmla="*/ 149 h 264"/>
                <a:gd name="T20" fmla="*/ 147 w 262"/>
                <a:gd name="T21" fmla="*/ 198 h 264"/>
                <a:gd name="T22" fmla="*/ 146 w 262"/>
                <a:gd name="T23" fmla="*/ 198 h 264"/>
                <a:gd name="T24" fmla="*/ 120 w 262"/>
                <a:gd name="T25" fmla="*/ 171 h 264"/>
                <a:gd name="T26" fmla="*/ 110 w 262"/>
                <a:gd name="T27" fmla="*/ 170 h 264"/>
                <a:gd name="T28" fmla="*/ 31 w 262"/>
                <a:gd name="T29" fmla="*/ 203 h 264"/>
                <a:gd name="T30" fmla="*/ 24 w 262"/>
                <a:gd name="T31" fmla="*/ 211 h 264"/>
                <a:gd name="T32" fmla="*/ 24 w 262"/>
                <a:gd name="T33" fmla="*/ 248 h 264"/>
                <a:gd name="T34" fmla="*/ 24 w 262"/>
                <a:gd name="T35" fmla="*/ 248 h 264"/>
                <a:gd name="T36" fmla="*/ 8 w 262"/>
                <a:gd name="T37" fmla="*/ 248 h 264"/>
                <a:gd name="T38" fmla="*/ 0 w 262"/>
                <a:gd name="T39" fmla="*/ 256 h 264"/>
                <a:gd name="T40" fmla="*/ 8 w 262"/>
                <a:gd name="T41" fmla="*/ 264 h 264"/>
                <a:gd name="T42" fmla="*/ 24 w 262"/>
                <a:gd name="T43" fmla="*/ 264 h 264"/>
                <a:gd name="T44" fmla="*/ 40 w 262"/>
                <a:gd name="T45" fmla="*/ 248 h 264"/>
                <a:gd name="T46" fmla="*/ 40 w 262"/>
                <a:gd name="T47" fmla="*/ 217 h 264"/>
                <a:gd name="T48" fmla="*/ 113 w 262"/>
                <a:gd name="T49" fmla="*/ 187 h 264"/>
                <a:gd name="T50" fmla="*/ 135 w 262"/>
                <a:gd name="T51" fmla="*/ 209 h 264"/>
                <a:gd name="T52" fmla="*/ 158 w 262"/>
                <a:gd name="T53" fmla="*/ 209 h 264"/>
                <a:gd name="T54" fmla="*/ 207 w 262"/>
                <a:gd name="T55" fmla="*/ 160 h 264"/>
                <a:gd name="T56" fmla="*/ 207 w 262"/>
                <a:gd name="T57" fmla="*/ 137 h 264"/>
                <a:gd name="T58" fmla="*/ 185 w 262"/>
                <a:gd name="T59" fmla="*/ 115 h 264"/>
                <a:gd name="T60" fmla="*/ 215 w 262"/>
                <a:gd name="T61" fmla="*/ 42 h 264"/>
                <a:gd name="T62" fmla="*/ 246 w 262"/>
                <a:gd name="T63" fmla="*/ 42 h 264"/>
                <a:gd name="T64" fmla="*/ 262 w 262"/>
                <a:gd name="T65" fmla="*/ 26 h 264"/>
                <a:gd name="T66" fmla="*/ 262 w 262"/>
                <a:gd name="T67" fmla="*/ 8 h 264"/>
                <a:gd name="T68" fmla="*/ 254 w 262"/>
                <a:gd name="T69" fmla="*/ 0 h 264"/>
                <a:gd name="T70" fmla="*/ 254 w 262"/>
                <a:gd name="T71" fmla="*/ 0 h 264"/>
                <a:gd name="T72" fmla="*/ 254 w 262"/>
                <a:gd name="T73"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2" h="264">
                  <a:moveTo>
                    <a:pt x="254" y="0"/>
                  </a:moveTo>
                  <a:cubicBezTo>
                    <a:pt x="250" y="0"/>
                    <a:pt x="246" y="3"/>
                    <a:pt x="246" y="8"/>
                  </a:cubicBezTo>
                  <a:cubicBezTo>
                    <a:pt x="246" y="26"/>
                    <a:pt x="246" y="26"/>
                    <a:pt x="246" y="26"/>
                  </a:cubicBezTo>
                  <a:cubicBezTo>
                    <a:pt x="246" y="26"/>
                    <a:pt x="246" y="26"/>
                    <a:pt x="246" y="26"/>
                  </a:cubicBezTo>
                  <a:cubicBezTo>
                    <a:pt x="209" y="26"/>
                    <a:pt x="209" y="26"/>
                    <a:pt x="209" y="26"/>
                  </a:cubicBezTo>
                  <a:cubicBezTo>
                    <a:pt x="205" y="26"/>
                    <a:pt x="202" y="29"/>
                    <a:pt x="201" y="33"/>
                  </a:cubicBezTo>
                  <a:cubicBezTo>
                    <a:pt x="195" y="61"/>
                    <a:pt x="184" y="88"/>
                    <a:pt x="168" y="112"/>
                  </a:cubicBezTo>
                  <a:cubicBezTo>
                    <a:pt x="166" y="115"/>
                    <a:pt x="167" y="119"/>
                    <a:pt x="169" y="122"/>
                  </a:cubicBezTo>
                  <a:cubicBezTo>
                    <a:pt x="196" y="148"/>
                    <a:pt x="196" y="148"/>
                    <a:pt x="196" y="148"/>
                  </a:cubicBezTo>
                  <a:cubicBezTo>
                    <a:pt x="196" y="148"/>
                    <a:pt x="196" y="149"/>
                    <a:pt x="196" y="149"/>
                  </a:cubicBezTo>
                  <a:cubicBezTo>
                    <a:pt x="147" y="198"/>
                    <a:pt x="147" y="198"/>
                    <a:pt x="147" y="198"/>
                  </a:cubicBezTo>
                  <a:cubicBezTo>
                    <a:pt x="147" y="198"/>
                    <a:pt x="146" y="198"/>
                    <a:pt x="146" y="198"/>
                  </a:cubicBezTo>
                  <a:cubicBezTo>
                    <a:pt x="120" y="171"/>
                    <a:pt x="120" y="171"/>
                    <a:pt x="120" y="171"/>
                  </a:cubicBezTo>
                  <a:cubicBezTo>
                    <a:pt x="117" y="169"/>
                    <a:pt x="113" y="168"/>
                    <a:pt x="110" y="170"/>
                  </a:cubicBezTo>
                  <a:cubicBezTo>
                    <a:pt x="86" y="186"/>
                    <a:pt x="59" y="197"/>
                    <a:pt x="31" y="203"/>
                  </a:cubicBezTo>
                  <a:cubicBezTo>
                    <a:pt x="27" y="204"/>
                    <a:pt x="24" y="207"/>
                    <a:pt x="24" y="211"/>
                  </a:cubicBezTo>
                  <a:cubicBezTo>
                    <a:pt x="24" y="248"/>
                    <a:pt x="24" y="248"/>
                    <a:pt x="24" y="248"/>
                  </a:cubicBezTo>
                  <a:cubicBezTo>
                    <a:pt x="24" y="248"/>
                    <a:pt x="24" y="248"/>
                    <a:pt x="24" y="248"/>
                  </a:cubicBezTo>
                  <a:cubicBezTo>
                    <a:pt x="8" y="248"/>
                    <a:pt x="8" y="248"/>
                    <a:pt x="8" y="248"/>
                  </a:cubicBezTo>
                  <a:cubicBezTo>
                    <a:pt x="4" y="248"/>
                    <a:pt x="0" y="252"/>
                    <a:pt x="0" y="256"/>
                  </a:cubicBezTo>
                  <a:cubicBezTo>
                    <a:pt x="0" y="261"/>
                    <a:pt x="4" y="264"/>
                    <a:pt x="8" y="264"/>
                  </a:cubicBezTo>
                  <a:cubicBezTo>
                    <a:pt x="24" y="264"/>
                    <a:pt x="24" y="264"/>
                    <a:pt x="24" y="264"/>
                  </a:cubicBezTo>
                  <a:cubicBezTo>
                    <a:pt x="33" y="264"/>
                    <a:pt x="40" y="257"/>
                    <a:pt x="40" y="248"/>
                  </a:cubicBezTo>
                  <a:cubicBezTo>
                    <a:pt x="40" y="217"/>
                    <a:pt x="40" y="217"/>
                    <a:pt x="40" y="217"/>
                  </a:cubicBezTo>
                  <a:cubicBezTo>
                    <a:pt x="66" y="212"/>
                    <a:pt x="91" y="201"/>
                    <a:pt x="113" y="187"/>
                  </a:cubicBezTo>
                  <a:cubicBezTo>
                    <a:pt x="135" y="209"/>
                    <a:pt x="135" y="209"/>
                    <a:pt x="135" y="209"/>
                  </a:cubicBezTo>
                  <a:cubicBezTo>
                    <a:pt x="141" y="215"/>
                    <a:pt x="152" y="215"/>
                    <a:pt x="158" y="209"/>
                  </a:cubicBezTo>
                  <a:cubicBezTo>
                    <a:pt x="207" y="160"/>
                    <a:pt x="207" y="160"/>
                    <a:pt x="207" y="160"/>
                  </a:cubicBezTo>
                  <a:cubicBezTo>
                    <a:pt x="213" y="154"/>
                    <a:pt x="213" y="143"/>
                    <a:pt x="207" y="137"/>
                  </a:cubicBezTo>
                  <a:cubicBezTo>
                    <a:pt x="185" y="115"/>
                    <a:pt x="185" y="115"/>
                    <a:pt x="185" y="115"/>
                  </a:cubicBezTo>
                  <a:cubicBezTo>
                    <a:pt x="199" y="93"/>
                    <a:pt x="210" y="68"/>
                    <a:pt x="215" y="42"/>
                  </a:cubicBezTo>
                  <a:cubicBezTo>
                    <a:pt x="246" y="42"/>
                    <a:pt x="246" y="42"/>
                    <a:pt x="246" y="42"/>
                  </a:cubicBezTo>
                  <a:cubicBezTo>
                    <a:pt x="255" y="42"/>
                    <a:pt x="262" y="35"/>
                    <a:pt x="262" y="26"/>
                  </a:cubicBezTo>
                  <a:cubicBezTo>
                    <a:pt x="262" y="8"/>
                    <a:pt x="262" y="8"/>
                    <a:pt x="262" y="8"/>
                  </a:cubicBezTo>
                  <a:cubicBezTo>
                    <a:pt x="262" y="3"/>
                    <a:pt x="259" y="0"/>
                    <a:pt x="254" y="0"/>
                  </a:cubicBezTo>
                  <a:close/>
                  <a:moveTo>
                    <a:pt x="254" y="0"/>
                  </a:moveTo>
                  <a:cubicBezTo>
                    <a:pt x="254" y="0"/>
                    <a:pt x="254" y="0"/>
                    <a:pt x="254" y="0"/>
                  </a:cubicBezTo>
                </a:path>
              </a:pathLst>
            </a:custGeom>
            <a:grpFill/>
            <a:ln w="222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8">
              <a:extLst>
                <a:ext uri="{FF2B5EF4-FFF2-40B4-BE49-F238E27FC236}">
                  <a16:creationId xmlns:a16="http://schemas.microsoft.com/office/drawing/2014/main" id="{24F7A4A2-E671-4589-B26F-F4F59AE2C5B2}"/>
                </a:ext>
              </a:extLst>
            </p:cNvPr>
            <p:cNvSpPr>
              <a:spLocks noEditPoints="1"/>
            </p:cNvSpPr>
            <p:nvPr/>
          </p:nvSpPr>
          <p:spPr bwMode="auto">
            <a:xfrm>
              <a:off x="8343900" y="6959600"/>
              <a:ext cx="1933575" cy="1874838"/>
            </a:xfrm>
            <a:custGeom>
              <a:avLst/>
              <a:gdLst>
                <a:gd name="T0" fmla="*/ 499 w 546"/>
                <a:gd name="T1" fmla="*/ 222 h 546"/>
                <a:gd name="T2" fmla="*/ 491 w 546"/>
                <a:gd name="T3" fmla="*/ 128 h 546"/>
                <a:gd name="T4" fmla="*/ 491 w 546"/>
                <a:gd name="T5" fmla="*/ 105 h 546"/>
                <a:gd name="T6" fmla="*/ 419 w 546"/>
                <a:gd name="T7" fmla="*/ 56 h 546"/>
                <a:gd name="T8" fmla="*/ 324 w 546"/>
                <a:gd name="T9" fmla="*/ 47 h 546"/>
                <a:gd name="T10" fmla="*/ 308 w 546"/>
                <a:gd name="T11" fmla="*/ 0 h 546"/>
                <a:gd name="T12" fmla="*/ 222 w 546"/>
                <a:gd name="T13" fmla="*/ 16 h 546"/>
                <a:gd name="T14" fmla="*/ 150 w 546"/>
                <a:gd name="T15" fmla="*/ 78 h 546"/>
                <a:gd name="T16" fmla="*/ 105 w 546"/>
                <a:gd name="T17" fmla="*/ 56 h 546"/>
                <a:gd name="T18" fmla="*/ 56 w 546"/>
                <a:gd name="T19" fmla="*/ 128 h 546"/>
                <a:gd name="T20" fmla="*/ 47 w 546"/>
                <a:gd name="T21" fmla="*/ 222 h 546"/>
                <a:gd name="T22" fmla="*/ 0 w 546"/>
                <a:gd name="T23" fmla="*/ 239 h 546"/>
                <a:gd name="T24" fmla="*/ 16 w 546"/>
                <a:gd name="T25" fmla="*/ 324 h 546"/>
                <a:gd name="T26" fmla="*/ 78 w 546"/>
                <a:gd name="T27" fmla="*/ 397 h 546"/>
                <a:gd name="T28" fmla="*/ 56 w 546"/>
                <a:gd name="T29" fmla="*/ 442 h 546"/>
                <a:gd name="T30" fmla="*/ 128 w 546"/>
                <a:gd name="T31" fmla="*/ 491 h 546"/>
                <a:gd name="T32" fmla="*/ 222 w 546"/>
                <a:gd name="T33" fmla="*/ 499 h 546"/>
                <a:gd name="T34" fmla="*/ 239 w 546"/>
                <a:gd name="T35" fmla="*/ 546 h 546"/>
                <a:gd name="T36" fmla="*/ 263 w 546"/>
                <a:gd name="T37" fmla="*/ 538 h 546"/>
                <a:gd name="T38" fmla="*/ 239 w 546"/>
                <a:gd name="T39" fmla="*/ 530 h 546"/>
                <a:gd name="T40" fmla="*/ 238 w 546"/>
                <a:gd name="T41" fmla="*/ 493 h 546"/>
                <a:gd name="T42" fmla="*/ 153 w 546"/>
                <a:gd name="T43" fmla="*/ 452 h 546"/>
                <a:gd name="T44" fmla="*/ 116 w 546"/>
                <a:gd name="T45" fmla="*/ 480 h 546"/>
                <a:gd name="T46" fmla="*/ 67 w 546"/>
                <a:gd name="T47" fmla="*/ 431 h 546"/>
                <a:gd name="T48" fmla="*/ 94 w 546"/>
                <a:gd name="T49" fmla="*/ 404 h 546"/>
                <a:gd name="T50" fmla="*/ 62 w 546"/>
                <a:gd name="T51" fmla="*/ 315 h 546"/>
                <a:gd name="T52" fmla="*/ 16 w 546"/>
                <a:gd name="T53" fmla="*/ 308 h 546"/>
                <a:gd name="T54" fmla="*/ 16 w 546"/>
                <a:gd name="T55" fmla="*/ 239 h 546"/>
                <a:gd name="T56" fmla="*/ 54 w 546"/>
                <a:gd name="T57" fmla="*/ 238 h 546"/>
                <a:gd name="T58" fmla="*/ 95 w 546"/>
                <a:gd name="T59" fmla="*/ 153 h 546"/>
                <a:gd name="T60" fmla="*/ 67 w 546"/>
                <a:gd name="T61" fmla="*/ 116 h 546"/>
                <a:gd name="T62" fmla="*/ 116 w 546"/>
                <a:gd name="T63" fmla="*/ 67 h 546"/>
                <a:gd name="T64" fmla="*/ 143 w 546"/>
                <a:gd name="T65" fmla="*/ 94 h 546"/>
                <a:gd name="T66" fmla="*/ 232 w 546"/>
                <a:gd name="T67" fmla="*/ 62 h 546"/>
                <a:gd name="T68" fmla="*/ 238 w 546"/>
                <a:gd name="T69" fmla="*/ 16 h 546"/>
                <a:gd name="T70" fmla="*/ 308 w 546"/>
                <a:gd name="T71" fmla="*/ 16 h 546"/>
                <a:gd name="T72" fmla="*/ 308 w 546"/>
                <a:gd name="T73" fmla="*/ 54 h 546"/>
                <a:gd name="T74" fmla="*/ 394 w 546"/>
                <a:gd name="T75" fmla="*/ 95 h 546"/>
                <a:gd name="T76" fmla="*/ 430 w 546"/>
                <a:gd name="T77" fmla="*/ 67 h 546"/>
                <a:gd name="T78" fmla="*/ 480 w 546"/>
                <a:gd name="T79" fmla="*/ 116 h 546"/>
                <a:gd name="T80" fmla="*/ 453 w 546"/>
                <a:gd name="T81" fmla="*/ 143 h 546"/>
                <a:gd name="T82" fmla="*/ 485 w 546"/>
                <a:gd name="T83" fmla="*/ 232 h 546"/>
                <a:gd name="T84" fmla="*/ 530 w 546"/>
                <a:gd name="T85" fmla="*/ 238 h 546"/>
                <a:gd name="T86" fmla="*/ 530 w 546"/>
                <a:gd name="T87" fmla="*/ 253 h 546"/>
                <a:gd name="T88" fmla="*/ 546 w 546"/>
                <a:gd name="T89" fmla="*/ 253 h 546"/>
                <a:gd name="T90" fmla="*/ 530 w 546"/>
                <a:gd name="T91" fmla="*/ 222 h 546"/>
                <a:gd name="T92" fmla="*/ 530 w 546"/>
                <a:gd name="T93" fmla="*/ 222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46" h="546">
                  <a:moveTo>
                    <a:pt x="530" y="222"/>
                  </a:moveTo>
                  <a:cubicBezTo>
                    <a:pt x="499" y="222"/>
                    <a:pt x="499" y="222"/>
                    <a:pt x="499" y="222"/>
                  </a:cubicBezTo>
                  <a:cubicBezTo>
                    <a:pt x="494" y="197"/>
                    <a:pt x="483" y="172"/>
                    <a:pt x="469" y="150"/>
                  </a:cubicBezTo>
                  <a:cubicBezTo>
                    <a:pt x="491" y="128"/>
                    <a:pt x="491" y="128"/>
                    <a:pt x="491" y="128"/>
                  </a:cubicBezTo>
                  <a:cubicBezTo>
                    <a:pt x="494" y="125"/>
                    <a:pt x="496" y="121"/>
                    <a:pt x="496" y="116"/>
                  </a:cubicBezTo>
                  <a:cubicBezTo>
                    <a:pt x="496" y="112"/>
                    <a:pt x="494" y="108"/>
                    <a:pt x="491" y="105"/>
                  </a:cubicBezTo>
                  <a:cubicBezTo>
                    <a:pt x="442" y="56"/>
                    <a:pt x="442" y="56"/>
                    <a:pt x="442" y="56"/>
                  </a:cubicBezTo>
                  <a:cubicBezTo>
                    <a:pt x="436" y="49"/>
                    <a:pt x="425" y="49"/>
                    <a:pt x="419" y="56"/>
                  </a:cubicBezTo>
                  <a:cubicBezTo>
                    <a:pt x="397" y="78"/>
                    <a:pt x="397" y="78"/>
                    <a:pt x="397" y="78"/>
                  </a:cubicBezTo>
                  <a:cubicBezTo>
                    <a:pt x="375" y="63"/>
                    <a:pt x="350" y="53"/>
                    <a:pt x="324" y="47"/>
                  </a:cubicBezTo>
                  <a:cubicBezTo>
                    <a:pt x="324" y="16"/>
                    <a:pt x="324" y="16"/>
                    <a:pt x="324" y="16"/>
                  </a:cubicBezTo>
                  <a:cubicBezTo>
                    <a:pt x="324" y="8"/>
                    <a:pt x="317" y="0"/>
                    <a:pt x="308" y="0"/>
                  </a:cubicBezTo>
                  <a:cubicBezTo>
                    <a:pt x="239" y="0"/>
                    <a:pt x="239" y="0"/>
                    <a:pt x="239" y="0"/>
                  </a:cubicBezTo>
                  <a:cubicBezTo>
                    <a:pt x="230" y="0"/>
                    <a:pt x="222" y="8"/>
                    <a:pt x="222" y="16"/>
                  </a:cubicBezTo>
                  <a:cubicBezTo>
                    <a:pt x="222" y="47"/>
                    <a:pt x="222" y="47"/>
                    <a:pt x="222" y="47"/>
                  </a:cubicBezTo>
                  <a:cubicBezTo>
                    <a:pt x="197" y="53"/>
                    <a:pt x="172" y="63"/>
                    <a:pt x="150" y="78"/>
                  </a:cubicBezTo>
                  <a:cubicBezTo>
                    <a:pt x="128" y="56"/>
                    <a:pt x="128" y="56"/>
                    <a:pt x="128" y="56"/>
                  </a:cubicBezTo>
                  <a:cubicBezTo>
                    <a:pt x="121" y="49"/>
                    <a:pt x="111" y="49"/>
                    <a:pt x="105" y="56"/>
                  </a:cubicBezTo>
                  <a:cubicBezTo>
                    <a:pt x="56" y="105"/>
                    <a:pt x="56" y="105"/>
                    <a:pt x="56" y="105"/>
                  </a:cubicBezTo>
                  <a:cubicBezTo>
                    <a:pt x="49" y="111"/>
                    <a:pt x="49" y="121"/>
                    <a:pt x="56" y="128"/>
                  </a:cubicBezTo>
                  <a:cubicBezTo>
                    <a:pt x="78" y="150"/>
                    <a:pt x="78" y="150"/>
                    <a:pt x="78" y="150"/>
                  </a:cubicBezTo>
                  <a:cubicBezTo>
                    <a:pt x="63" y="172"/>
                    <a:pt x="53" y="197"/>
                    <a:pt x="47" y="222"/>
                  </a:cubicBezTo>
                  <a:cubicBezTo>
                    <a:pt x="16" y="222"/>
                    <a:pt x="16" y="222"/>
                    <a:pt x="16" y="222"/>
                  </a:cubicBezTo>
                  <a:cubicBezTo>
                    <a:pt x="8" y="222"/>
                    <a:pt x="0" y="230"/>
                    <a:pt x="0" y="239"/>
                  </a:cubicBezTo>
                  <a:cubicBezTo>
                    <a:pt x="0" y="308"/>
                    <a:pt x="0" y="308"/>
                    <a:pt x="0" y="308"/>
                  </a:cubicBezTo>
                  <a:cubicBezTo>
                    <a:pt x="0" y="317"/>
                    <a:pt x="8" y="324"/>
                    <a:pt x="16" y="324"/>
                  </a:cubicBezTo>
                  <a:cubicBezTo>
                    <a:pt x="47" y="324"/>
                    <a:pt x="47" y="324"/>
                    <a:pt x="47" y="324"/>
                  </a:cubicBezTo>
                  <a:cubicBezTo>
                    <a:pt x="53" y="350"/>
                    <a:pt x="63" y="375"/>
                    <a:pt x="78" y="397"/>
                  </a:cubicBezTo>
                  <a:cubicBezTo>
                    <a:pt x="56" y="419"/>
                    <a:pt x="56" y="419"/>
                    <a:pt x="56" y="419"/>
                  </a:cubicBezTo>
                  <a:cubicBezTo>
                    <a:pt x="49" y="425"/>
                    <a:pt x="49" y="436"/>
                    <a:pt x="56" y="442"/>
                  </a:cubicBezTo>
                  <a:cubicBezTo>
                    <a:pt x="105" y="491"/>
                    <a:pt x="105" y="491"/>
                    <a:pt x="105" y="491"/>
                  </a:cubicBezTo>
                  <a:cubicBezTo>
                    <a:pt x="111" y="497"/>
                    <a:pt x="121" y="497"/>
                    <a:pt x="128" y="491"/>
                  </a:cubicBezTo>
                  <a:cubicBezTo>
                    <a:pt x="150" y="469"/>
                    <a:pt x="150" y="469"/>
                    <a:pt x="150" y="469"/>
                  </a:cubicBezTo>
                  <a:cubicBezTo>
                    <a:pt x="172" y="483"/>
                    <a:pt x="197" y="494"/>
                    <a:pt x="222" y="499"/>
                  </a:cubicBezTo>
                  <a:cubicBezTo>
                    <a:pt x="222" y="530"/>
                    <a:pt x="222" y="530"/>
                    <a:pt x="222" y="530"/>
                  </a:cubicBezTo>
                  <a:cubicBezTo>
                    <a:pt x="222" y="539"/>
                    <a:pt x="230" y="546"/>
                    <a:pt x="239" y="546"/>
                  </a:cubicBezTo>
                  <a:cubicBezTo>
                    <a:pt x="255" y="546"/>
                    <a:pt x="255" y="546"/>
                    <a:pt x="255" y="546"/>
                  </a:cubicBezTo>
                  <a:cubicBezTo>
                    <a:pt x="260" y="546"/>
                    <a:pt x="263" y="543"/>
                    <a:pt x="263" y="538"/>
                  </a:cubicBezTo>
                  <a:cubicBezTo>
                    <a:pt x="263" y="534"/>
                    <a:pt x="260" y="530"/>
                    <a:pt x="255" y="530"/>
                  </a:cubicBezTo>
                  <a:cubicBezTo>
                    <a:pt x="239" y="530"/>
                    <a:pt x="239" y="530"/>
                    <a:pt x="239" y="530"/>
                  </a:cubicBezTo>
                  <a:cubicBezTo>
                    <a:pt x="239" y="530"/>
                    <a:pt x="238" y="530"/>
                    <a:pt x="238" y="530"/>
                  </a:cubicBezTo>
                  <a:cubicBezTo>
                    <a:pt x="238" y="493"/>
                    <a:pt x="238" y="493"/>
                    <a:pt x="238" y="493"/>
                  </a:cubicBezTo>
                  <a:cubicBezTo>
                    <a:pt x="238" y="489"/>
                    <a:pt x="236" y="486"/>
                    <a:pt x="232" y="485"/>
                  </a:cubicBezTo>
                  <a:cubicBezTo>
                    <a:pt x="204" y="479"/>
                    <a:pt x="177" y="468"/>
                    <a:pt x="153" y="452"/>
                  </a:cubicBezTo>
                  <a:cubicBezTo>
                    <a:pt x="150" y="450"/>
                    <a:pt x="146" y="451"/>
                    <a:pt x="143" y="453"/>
                  </a:cubicBezTo>
                  <a:cubicBezTo>
                    <a:pt x="116" y="480"/>
                    <a:pt x="116" y="480"/>
                    <a:pt x="116" y="480"/>
                  </a:cubicBezTo>
                  <a:cubicBezTo>
                    <a:pt x="116" y="480"/>
                    <a:pt x="116" y="480"/>
                    <a:pt x="116" y="480"/>
                  </a:cubicBezTo>
                  <a:cubicBezTo>
                    <a:pt x="67" y="431"/>
                    <a:pt x="67" y="431"/>
                    <a:pt x="67" y="431"/>
                  </a:cubicBezTo>
                  <a:cubicBezTo>
                    <a:pt x="67" y="431"/>
                    <a:pt x="67" y="430"/>
                    <a:pt x="67" y="430"/>
                  </a:cubicBezTo>
                  <a:cubicBezTo>
                    <a:pt x="94" y="404"/>
                    <a:pt x="94" y="404"/>
                    <a:pt x="94" y="404"/>
                  </a:cubicBezTo>
                  <a:cubicBezTo>
                    <a:pt x="96" y="401"/>
                    <a:pt x="97" y="397"/>
                    <a:pt x="95" y="394"/>
                  </a:cubicBezTo>
                  <a:cubicBezTo>
                    <a:pt x="78" y="370"/>
                    <a:pt x="67" y="343"/>
                    <a:pt x="62" y="315"/>
                  </a:cubicBezTo>
                  <a:cubicBezTo>
                    <a:pt x="61" y="311"/>
                    <a:pt x="58" y="308"/>
                    <a:pt x="54" y="308"/>
                  </a:cubicBezTo>
                  <a:cubicBezTo>
                    <a:pt x="16" y="308"/>
                    <a:pt x="16" y="308"/>
                    <a:pt x="16" y="308"/>
                  </a:cubicBezTo>
                  <a:cubicBezTo>
                    <a:pt x="16" y="308"/>
                    <a:pt x="16" y="308"/>
                    <a:pt x="16" y="308"/>
                  </a:cubicBezTo>
                  <a:cubicBezTo>
                    <a:pt x="16" y="239"/>
                    <a:pt x="16" y="239"/>
                    <a:pt x="16" y="239"/>
                  </a:cubicBezTo>
                  <a:cubicBezTo>
                    <a:pt x="16" y="239"/>
                    <a:pt x="16" y="238"/>
                    <a:pt x="16" y="238"/>
                  </a:cubicBezTo>
                  <a:cubicBezTo>
                    <a:pt x="54" y="238"/>
                    <a:pt x="54" y="238"/>
                    <a:pt x="54" y="238"/>
                  </a:cubicBezTo>
                  <a:cubicBezTo>
                    <a:pt x="58" y="238"/>
                    <a:pt x="61" y="236"/>
                    <a:pt x="62" y="232"/>
                  </a:cubicBezTo>
                  <a:cubicBezTo>
                    <a:pt x="67" y="204"/>
                    <a:pt x="78" y="177"/>
                    <a:pt x="95" y="153"/>
                  </a:cubicBezTo>
                  <a:cubicBezTo>
                    <a:pt x="97" y="150"/>
                    <a:pt x="96" y="146"/>
                    <a:pt x="94" y="143"/>
                  </a:cubicBezTo>
                  <a:cubicBezTo>
                    <a:pt x="67" y="116"/>
                    <a:pt x="67" y="116"/>
                    <a:pt x="67" y="116"/>
                  </a:cubicBezTo>
                  <a:cubicBezTo>
                    <a:pt x="67" y="116"/>
                    <a:pt x="67" y="116"/>
                    <a:pt x="67" y="116"/>
                  </a:cubicBezTo>
                  <a:cubicBezTo>
                    <a:pt x="116" y="67"/>
                    <a:pt x="116" y="67"/>
                    <a:pt x="116" y="67"/>
                  </a:cubicBezTo>
                  <a:cubicBezTo>
                    <a:pt x="116" y="67"/>
                    <a:pt x="116" y="67"/>
                    <a:pt x="116" y="67"/>
                  </a:cubicBezTo>
                  <a:cubicBezTo>
                    <a:pt x="143" y="94"/>
                    <a:pt x="143" y="94"/>
                    <a:pt x="143" y="94"/>
                  </a:cubicBezTo>
                  <a:cubicBezTo>
                    <a:pt x="146" y="96"/>
                    <a:pt x="150" y="97"/>
                    <a:pt x="153" y="95"/>
                  </a:cubicBezTo>
                  <a:cubicBezTo>
                    <a:pt x="177" y="78"/>
                    <a:pt x="204" y="67"/>
                    <a:pt x="232" y="62"/>
                  </a:cubicBezTo>
                  <a:cubicBezTo>
                    <a:pt x="236" y="61"/>
                    <a:pt x="238" y="58"/>
                    <a:pt x="238" y="54"/>
                  </a:cubicBezTo>
                  <a:cubicBezTo>
                    <a:pt x="238" y="16"/>
                    <a:pt x="238" y="16"/>
                    <a:pt x="238" y="16"/>
                  </a:cubicBezTo>
                  <a:cubicBezTo>
                    <a:pt x="238" y="16"/>
                    <a:pt x="239" y="16"/>
                    <a:pt x="239" y="16"/>
                  </a:cubicBezTo>
                  <a:cubicBezTo>
                    <a:pt x="308" y="16"/>
                    <a:pt x="308" y="16"/>
                    <a:pt x="308" y="16"/>
                  </a:cubicBezTo>
                  <a:cubicBezTo>
                    <a:pt x="308" y="16"/>
                    <a:pt x="308" y="16"/>
                    <a:pt x="308" y="16"/>
                  </a:cubicBezTo>
                  <a:cubicBezTo>
                    <a:pt x="308" y="54"/>
                    <a:pt x="308" y="54"/>
                    <a:pt x="308" y="54"/>
                  </a:cubicBezTo>
                  <a:cubicBezTo>
                    <a:pt x="308" y="58"/>
                    <a:pt x="311" y="61"/>
                    <a:pt x="315" y="62"/>
                  </a:cubicBezTo>
                  <a:cubicBezTo>
                    <a:pt x="343" y="67"/>
                    <a:pt x="370" y="78"/>
                    <a:pt x="394" y="95"/>
                  </a:cubicBezTo>
                  <a:cubicBezTo>
                    <a:pt x="397" y="97"/>
                    <a:pt x="401" y="96"/>
                    <a:pt x="404" y="94"/>
                  </a:cubicBezTo>
                  <a:cubicBezTo>
                    <a:pt x="430" y="67"/>
                    <a:pt x="430" y="67"/>
                    <a:pt x="430" y="67"/>
                  </a:cubicBezTo>
                  <a:cubicBezTo>
                    <a:pt x="430" y="67"/>
                    <a:pt x="431" y="67"/>
                    <a:pt x="431" y="67"/>
                  </a:cubicBezTo>
                  <a:cubicBezTo>
                    <a:pt x="480" y="116"/>
                    <a:pt x="480" y="116"/>
                    <a:pt x="480" y="116"/>
                  </a:cubicBezTo>
                  <a:cubicBezTo>
                    <a:pt x="480" y="116"/>
                    <a:pt x="480" y="116"/>
                    <a:pt x="480" y="116"/>
                  </a:cubicBezTo>
                  <a:cubicBezTo>
                    <a:pt x="453" y="143"/>
                    <a:pt x="453" y="143"/>
                    <a:pt x="453" y="143"/>
                  </a:cubicBezTo>
                  <a:cubicBezTo>
                    <a:pt x="451" y="146"/>
                    <a:pt x="450" y="150"/>
                    <a:pt x="452" y="153"/>
                  </a:cubicBezTo>
                  <a:cubicBezTo>
                    <a:pt x="468" y="177"/>
                    <a:pt x="479" y="204"/>
                    <a:pt x="485" y="232"/>
                  </a:cubicBezTo>
                  <a:cubicBezTo>
                    <a:pt x="486" y="236"/>
                    <a:pt x="489" y="238"/>
                    <a:pt x="493" y="238"/>
                  </a:cubicBezTo>
                  <a:cubicBezTo>
                    <a:pt x="530" y="238"/>
                    <a:pt x="530" y="238"/>
                    <a:pt x="530" y="238"/>
                  </a:cubicBezTo>
                  <a:cubicBezTo>
                    <a:pt x="530" y="238"/>
                    <a:pt x="530" y="239"/>
                    <a:pt x="530" y="239"/>
                  </a:cubicBezTo>
                  <a:cubicBezTo>
                    <a:pt x="530" y="253"/>
                    <a:pt x="530" y="253"/>
                    <a:pt x="530" y="253"/>
                  </a:cubicBezTo>
                  <a:cubicBezTo>
                    <a:pt x="530" y="257"/>
                    <a:pt x="534" y="261"/>
                    <a:pt x="538" y="261"/>
                  </a:cubicBezTo>
                  <a:cubicBezTo>
                    <a:pt x="543" y="261"/>
                    <a:pt x="546" y="257"/>
                    <a:pt x="546" y="253"/>
                  </a:cubicBezTo>
                  <a:cubicBezTo>
                    <a:pt x="546" y="239"/>
                    <a:pt x="546" y="239"/>
                    <a:pt x="546" y="239"/>
                  </a:cubicBezTo>
                  <a:cubicBezTo>
                    <a:pt x="546" y="230"/>
                    <a:pt x="539" y="222"/>
                    <a:pt x="530" y="222"/>
                  </a:cubicBezTo>
                  <a:close/>
                  <a:moveTo>
                    <a:pt x="530" y="222"/>
                  </a:moveTo>
                  <a:cubicBezTo>
                    <a:pt x="530" y="222"/>
                    <a:pt x="530" y="222"/>
                    <a:pt x="530" y="222"/>
                  </a:cubicBezTo>
                </a:path>
              </a:pathLst>
            </a:custGeom>
            <a:grpFill/>
            <a:ln w="222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49" name="Rectangle 148">
            <a:extLst>
              <a:ext uri="{FF2B5EF4-FFF2-40B4-BE49-F238E27FC236}">
                <a16:creationId xmlns:a16="http://schemas.microsoft.com/office/drawing/2014/main" id="{1A13330C-0CE2-4401-B5E3-504A785CFF7C}"/>
              </a:ext>
            </a:extLst>
          </p:cNvPr>
          <p:cNvSpPr/>
          <p:nvPr/>
        </p:nvSpPr>
        <p:spPr>
          <a:xfrm>
            <a:off x="488900" y="4298029"/>
            <a:ext cx="5135385" cy="607859"/>
          </a:xfrm>
          <a:prstGeom prst="rect">
            <a:avLst/>
          </a:prstGeom>
          <a:solidFill>
            <a:schemeClr val="accent3">
              <a:lumMod val="50000"/>
              <a:alpha val="10000"/>
            </a:schemeClr>
          </a:solidFill>
          <a:ln w="9525" cap="rnd">
            <a:solidFill>
              <a:srgbClr val="00A3E0"/>
            </a:solidFill>
          </a:ln>
        </p:spPr>
        <p:txBody>
          <a:bodyPr wrap="square">
            <a:spAutoFit/>
          </a:bodyPr>
          <a:lstStyle/>
          <a:p>
            <a:pPr lvl="0">
              <a:spcAft>
                <a:spcPts val="300"/>
              </a:spcAft>
            </a:pPr>
            <a:r>
              <a:rPr lang="en-US" sz="1400" b="1">
                <a:solidFill>
                  <a:srgbClr val="00A3E0"/>
                </a:solidFill>
              </a:rPr>
              <a:t>Title</a:t>
            </a:r>
          </a:p>
          <a:p>
            <a:pPr lvl="0" defTabSz="1142609">
              <a:spcBef>
                <a:spcPts val="562"/>
              </a:spcBef>
              <a:buSzPct val="100000"/>
              <a:defRPr/>
            </a:pPr>
            <a:r>
              <a:rPr lang="en-US" sz="1200" kern="0">
                <a:solidFill>
                  <a:prstClr val="white"/>
                </a:solidFill>
                <a:ea typeface="ヒラギノ角ゴ ProN W3" charset="0"/>
                <a:sym typeface="Gotham Book" charset="0"/>
              </a:rPr>
              <a:t>This is dummy text it is not here to be read. The is just text to show.</a:t>
            </a:r>
          </a:p>
        </p:txBody>
      </p:sp>
      <p:sp>
        <p:nvSpPr>
          <p:cNvPr id="150" name="Rectangle 149">
            <a:extLst>
              <a:ext uri="{FF2B5EF4-FFF2-40B4-BE49-F238E27FC236}">
                <a16:creationId xmlns:a16="http://schemas.microsoft.com/office/drawing/2014/main" id="{A6FE7136-F9D7-43E9-A6F4-BCA991D41DE2}"/>
              </a:ext>
            </a:extLst>
          </p:cNvPr>
          <p:cNvSpPr/>
          <p:nvPr/>
        </p:nvSpPr>
        <p:spPr>
          <a:xfrm>
            <a:off x="6096000" y="4298029"/>
            <a:ext cx="5626099" cy="607859"/>
          </a:xfrm>
          <a:prstGeom prst="rect">
            <a:avLst/>
          </a:prstGeom>
          <a:solidFill>
            <a:schemeClr val="accent3">
              <a:lumMod val="50000"/>
              <a:alpha val="10000"/>
            </a:schemeClr>
          </a:solidFill>
          <a:ln w="9525" cap="rnd">
            <a:solidFill>
              <a:srgbClr val="00A3E0"/>
            </a:solidFill>
          </a:ln>
        </p:spPr>
        <p:txBody>
          <a:bodyPr wrap="square">
            <a:spAutoFit/>
          </a:bodyPr>
          <a:lstStyle/>
          <a:p>
            <a:pPr lvl="0">
              <a:spcAft>
                <a:spcPts val="300"/>
              </a:spcAft>
            </a:pPr>
            <a:r>
              <a:rPr lang="en-US" sz="1400" b="1">
                <a:solidFill>
                  <a:srgbClr val="00A3E0"/>
                </a:solidFill>
              </a:rPr>
              <a:t>Title</a:t>
            </a:r>
          </a:p>
          <a:p>
            <a:pPr lvl="0" defTabSz="1142609">
              <a:spcBef>
                <a:spcPts val="562"/>
              </a:spcBef>
              <a:buSzPct val="100000"/>
              <a:defRPr/>
            </a:pPr>
            <a:r>
              <a:rPr lang="en-US" sz="1200" kern="0">
                <a:solidFill>
                  <a:prstClr val="white"/>
                </a:solidFill>
                <a:ea typeface="ヒラギノ角ゴ ProN W3" charset="0"/>
                <a:sym typeface="Gotham Book" charset="0"/>
              </a:rPr>
              <a:t>This is dummy text it is not here to be read. The is just text to show.</a:t>
            </a:r>
          </a:p>
        </p:txBody>
      </p:sp>
      <p:sp>
        <p:nvSpPr>
          <p:cNvPr id="152" name="TextBox 151">
            <a:extLst>
              <a:ext uri="{FF2B5EF4-FFF2-40B4-BE49-F238E27FC236}">
                <a16:creationId xmlns:a16="http://schemas.microsoft.com/office/drawing/2014/main" id="{BDB22C61-35BA-4861-A6C6-27A8D520301C}"/>
              </a:ext>
            </a:extLst>
          </p:cNvPr>
          <p:cNvSpPr txBox="1"/>
          <p:nvPr/>
        </p:nvSpPr>
        <p:spPr>
          <a:xfrm flipH="1">
            <a:off x="5992284" y="5823575"/>
            <a:ext cx="1822547" cy="461665"/>
          </a:xfrm>
          <a:prstGeom prst="rect">
            <a:avLst/>
          </a:prstGeom>
          <a:noFill/>
        </p:spPr>
        <p:txBody>
          <a:bodyPr wrap="square" rtlCol="0">
            <a:spAutoFit/>
          </a:bodyPr>
          <a:lstStyle/>
          <a:p>
            <a:r>
              <a:rPr lang="en-US" sz="1200" kern="0">
                <a:solidFill>
                  <a:prstClr val="white"/>
                </a:solidFill>
                <a:ea typeface="ヒラギノ角ゴ ProN W3" charset="0"/>
                <a:sym typeface="Gotham Book" charset="0"/>
              </a:rPr>
              <a:t>This is dummy text it is not here to be read.</a:t>
            </a:r>
            <a:endParaRPr lang="en-US" sz="1200">
              <a:solidFill>
                <a:schemeClr val="bg1"/>
              </a:solidFill>
            </a:endParaRPr>
          </a:p>
        </p:txBody>
      </p:sp>
      <p:sp>
        <p:nvSpPr>
          <p:cNvPr id="153" name="TextBox 152">
            <a:extLst>
              <a:ext uri="{FF2B5EF4-FFF2-40B4-BE49-F238E27FC236}">
                <a16:creationId xmlns:a16="http://schemas.microsoft.com/office/drawing/2014/main" id="{3E6D2B32-C237-4D16-BD70-DF4BF1C4FC2F}"/>
              </a:ext>
            </a:extLst>
          </p:cNvPr>
          <p:cNvSpPr txBox="1"/>
          <p:nvPr/>
        </p:nvSpPr>
        <p:spPr>
          <a:xfrm flipH="1">
            <a:off x="9749036" y="5823575"/>
            <a:ext cx="2085804" cy="461665"/>
          </a:xfrm>
          <a:prstGeom prst="rect">
            <a:avLst/>
          </a:prstGeom>
          <a:noFill/>
        </p:spPr>
        <p:txBody>
          <a:bodyPr wrap="square" rtlCol="0">
            <a:spAutoFit/>
          </a:bodyPr>
          <a:lstStyle/>
          <a:p>
            <a:r>
              <a:rPr lang="en-US" sz="1200" kern="0">
                <a:solidFill>
                  <a:prstClr val="white"/>
                </a:solidFill>
                <a:ea typeface="ヒラギノ角ゴ ProN W3" charset="0"/>
                <a:sym typeface="Gotham Book" charset="0"/>
              </a:rPr>
              <a:t>This is dummy text it is not here to be read.</a:t>
            </a:r>
            <a:endParaRPr lang="en-US" sz="1200">
              <a:solidFill>
                <a:schemeClr val="accent3">
                  <a:lumMod val="75000"/>
                </a:schemeClr>
              </a:solidFill>
            </a:endParaRPr>
          </a:p>
        </p:txBody>
      </p:sp>
      <p:grpSp>
        <p:nvGrpSpPr>
          <p:cNvPr id="156" name="Group 24">
            <a:extLst>
              <a:ext uri="{FF2B5EF4-FFF2-40B4-BE49-F238E27FC236}">
                <a16:creationId xmlns:a16="http://schemas.microsoft.com/office/drawing/2014/main" id="{D08BA1FC-450B-434C-B5C9-2AAE0D22FDB8}"/>
              </a:ext>
            </a:extLst>
          </p:cNvPr>
          <p:cNvGrpSpPr>
            <a:grpSpLocks noChangeAspect="1"/>
          </p:cNvGrpSpPr>
          <p:nvPr/>
        </p:nvGrpSpPr>
        <p:grpSpPr bwMode="auto">
          <a:xfrm>
            <a:off x="1212310" y="5091784"/>
            <a:ext cx="1170289" cy="1135355"/>
            <a:chOff x="2500" y="4290"/>
            <a:chExt cx="1474" cy="1430"/>
          </a:xfrm>
          <a:solidFill>
            <a:srgbClr val="00A3E0"/>
          </a:solidFill>
        </p:grpSpPr>
        <p:sp>
          <p:nvSpPr>
            <p:cNvPr id="158" name="Freeform 25">
              <a:extLst>
                <a:ext uri="{FF2B5EF4-FFF2-40B4-BE49-F238E27FC236}">
                  <a16:creationId xmlns:a16="http://schemas.microsoft.com/office/drawing/2014/main" id="{6E7C051F-DEC1-4948-9022-A815A409E9D8}"/>
                </a:ext>
              </a:extLst>
            </p:cNvPr>
            <p:cNvSpPr>
              <a:spLocks noEditPoints="1"/>
            </p:cNvSpPr>
            <p:nvPr/>
          </p:nvSpPr>
          <p:spPr bwMode="auto">
            <a:xfrm>
              <a:off x="2785" y="4290"/>
              <a:ext cx="1189" cy="1430"/>
            </a:xfrm>
            <a:custGeom>
              <a:avLst/>
              <a:gdLst>
                <a:gd name="T0" fmla="*/ 432 w 533"/>
                <a:gd name="T1" fmla="*/ 405 h 661"/>
                <a:gd name="T2" fmla="*/ 395 w 533"/>
                <a:gd name="T3" fmla="*/ 357 h 661"/>
                <a:gd name="T4" fmla="*/ 171 w 533"/>
                <a:gd name="T5" fmla="*/ 181 h 661"/>
                <a:gd name="T6" fmla="*/ 298 w 533"/>
                <a:gd name="T7" fmla="*/ 384 h 661"/>
                <a:gd name="T8" fmla="*/ 193 w 533"/>
                <a:gd name="T9" fmla="*/ 427 h 661"/>
                <a:gd name="T10" fmla="*/ 0 w 533"/>
                <a:gd name="T11" fmla="*/ 405 h 661"/>
                <a:gd name="T12" fmla="*/ 75 w 533"/>
                <a:gd name="T13" fmla="*/ 501 h 661"/>
                <a:gd name="T14" fmla="*/ 117 w 533"/>
                <a:gd name="T15" fmla="*/ 427 h 661"/>
                <a:gd name="T16" fmla="*/ 96 w 533"/>
                <a:gd name="T17" fmla="*/ 523 h 661"/>
                <a:gd name="T18" fmla="*/ 0 w 533"/>
                <a:gd name="T19" fmla="*/ 597 h 661"/>
                <a:gd name="T20" fmla="*/ 139 w 533"/>
                <a:gd name="T21" fmla="*/ 597 h 661"/>
                <a:gd name="T22" fmla="*/ 253 w 533"/>
                <a:gd name="T23" fmla="*/ 624 h 661"/>
                <a:gd name="T24" fmla="*/ 309 w 533"/>
                <a:gd name="T25" fmla="*/ 661 h 661"/>
                <a:gd name="T26" fmla="*/ 459 w 533"/>
                <a:gd name="T27" fmla="*/ 629 h 661"/>
                <a:gd name="T28" fmla="*/ 491 w 533"/>
                <a:gd name="T29" fmla="*/ 555 h 661"/>
                <a:gd name="T30" fmla="*/ 482 w 533"/>
                <a:gd name="T31" fmla="*/ 491 h 661"/>
                <a:gd name="T32" fmla="*/ 469 w 533"/>
                <a:gd name="T33" fmla="*/ 469 h 661"/>
                <a:gd name="T34" fmla="*/ 373 w 533"/>
                <a:gd name="T35" fmla="*/ 469 h 661"/>
                <a:gd name="T36" fmla="*/ 469 w 533"/>
                <a:gd name="T37" fmla="*/ 469 h 661"/>
                <a:gd name="T38" fmla="*/ 384 w 533"/>
                <a:gd name="T39" fmla="*/ 523 h 661"/>
                <a:gd name="T40" fmla="*/ 459 w 533"/>
                <a:gd name="T41" fmla="*/ 501 h 661"/>
                <a:gd name="T42" fmla="*/ 459 w 533"/>
                <a:gd name="T43" fmla="*/ 565 h 661"/>
                <a:gd name="T44" fmla="*/ 384 w 533"/>
                <a:gd name="T45" fmla="*/ 544 h 661"/>
                <a:gd name="T46" fmla="*/ 192 w 533"/>
                <a:gd name="T47" fmla="*/ 181 h 661"/>
                <a:gd name="T48" fmla="*/ 352 w 533"/>
                <a:gd name="T49" fmla="*/ 341 h 661"/>
                <a:gd name="T50" fmla="*/ 352 w 533"/>
                <a:gd name="T51" fmla="*/ 363 h 661"/>
                <a:gd name="T52" fmla="*/ 331 w 533"/>
                <a:gd name="T53" fmla="*/ 384 h 661"/>
                <a:gd name="T54" fmla="*/ 262 w 533"/>
                <a:gd name="T55" fmla="*/ 605 h 661"/>
                <a:gd name="T56" fmla="*/ 139 w 533"/>
                <a:gd name="T57" fmla="*/ 576 h 661"/>
                <a:gd name="T58" fmla="*/ 216 w 533"/>
                <a:gd name="T59" fmla="*/ 442 h 661"/>
                <a:gd name="T60" fmla="*/ 411 w 533"/>
                <a:gd name="T61" fmla="*/ 405 h 661"/>
                <a:gd name="T62" fmla="*/ 282 w 533"/>
                <a:gd name="T63" fmla="*/ 485 h 661"/>
                <a:gd name="T64" fmla="*/ 192 w 533"/>
                <a:gd name="T65" fmla="*/ 523 h 661"/>
                <a:gd name="T66" fmla="*/ 260 w 533"/>
                <a:gd name="T67" fmla="*/ 533 h 661"/>
                <a:gd name="T68" fmla="*/ 309 w 533"/>
                <a:gd name="T69" fmla="*/ 608 h 661"/>
                <a:gd name="T70" fmla="*/ 331 w 533"/>
                <a:gd name="T71" fmla="*/ 459 h 661"/>
                <a:gd name="T72" fmla="*/ 360 w 533"/>
                <a:gd name="T73" fmla="*/ 491 h 661"/>
                <a:gd name="T74" fmla="*/ 352 w 533"/>
                <a:gd name="T75" fmla="*/ 555 h 661"/>
                <a:gd name="T76" fmla="*/ 373 w 533"/>
                <a:gd name="T77" fmla="*/ 627 h 661"/>
                <a:gd name="T78" fmla="*/ 459 w 533"/>
                <a:gd name="T79" fmla="*/ 608 h 661"/>
                <a:gd name="T80" fmla="*/ 384 w 533"/>
                <a:gd name="T81" fmla="*/ 587 h 661"/>
                <a:gd name="T82" fmla="*/ 459 w 533"/>
                <a:gd name="T83" fmla="*/ 608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3" h="661">
                  <a:moveTo>
                    <a:pt x="459" y="437"/>
                  </a:moveTo>
                  <a:cubicBezTo>
                    <a:pt x="421" y="437"/>
                    <a:pt x="421" y="437"/>
                    <a:pt x="421" y="437"/>
                  </a:cubicBezTo>
                  <a:cubicBezTo>
                    <a:pt x="428" y="428"/>
                    <a:pt x="432" y="417"/>
                    <a:pt x="432" y="405"/>
                  </a:cubicBezTo>
                  <a:cubicBezTo>
                    <a:pt x="432" y="394"/>
                    <a:pt x="422" y="384"/>
                    <a:pt x="411" y="384"/>
                  </a:cubicBezTo>
                  <a:cubicBezTo>
                    <a:pt x="395" y="384"/>
                    <a:pt x="395" y="384"/>
                    <a:pt x="395" y="384"/>
                  </a:cubicBezTo>
                  <a:cubicBezTo>
                    <a:pt x="395" y="357"/>
                    <a:pt x="395" y="357"/>
                    <a:pt x="395" y="357"/>
                  </a:cubicBezTo>
                  <a:cubicBezTo>
                    <a:pt x="474" y="338"/>
                    <a:pt x="533" y="267"/>
                    <a:pt x="533" y="181"/>
                  </a:cubicBezTo>
                  <a:cubicBezTo>
                    <a:pt x="533" y="81"/>
                    <a:pt x="452" y="0"/>
                    <a:pt x="352" y="0"/>
                  </a:cubicBezTo>
                  <a:cubicBezTo>
                    <a:pt x="252" y="0"/>
                    <a:pt x="171" y="81"/>
                    <a:pt x="171" y="181"/>
                  </a:cubicBezTo>
                  <a:cubicBezTo>
                    <a:pt x="171" y="267"/>
                    <a:pt x="230" y="338"/>
                    <a:pt x="309" y="357"/>
                  </a:cubicBezTo>
                  <a:cubicBezTo>
                    <a:pt x="309" y="384"/>
                    <a:pt x="309" y="384"/>
                    <a:pt x="309" y="384"/>
                  </a:cubicBezTo>
                  <a:cubicBezTo>
                    <a:pt x="298" y="384"/>
                    <a:pt x="298" y="384"/>
                    <a:pt x="298" y="384"/>
                  </a:cubicBezTo>
                  <a:cubicBezTo>
                    <a:pt x="290" y="384"/>
                    <a:pt x="282" y="386"/>
                    <a:pt x="274" y="390"/>
                  </a:cubicBezTo>
                  <a:cubicBezTo>
                    <a:pt x="207" y="423"/>
                    <a:pt x="207" y="423"/>
                    <a:pt x="207" y="423"/>
                  </a:cubicBezTo>
                  <a:cubicBezTo>
                    <a:pt x="202" y="426"/>
                    <a:pt x="198" y="427"/>
                    <a:pt x="193" y="427"/>
                  </a:cubicBezTo>
                  <a:cubicBezTo>
                    <a:pt x="139" y="427"/>
                    <a:pt x="139" y="427"/>
                    <a:pt x="139" y="427"/>
                  </a:cubicBezTo>
                  <a:cubicBezTo>
                    <a:pt x="139" y="405"/>
                    <a:pt x="139" y="405"/>
                    <a:pt x="139" y="405"/>
                  </a:cubicBezTo>
                  <a:cubicBezTo>
                    <a:pt x="0" y="405"/>
                    <a:pt x="0" y="405"/>
                    <a:pt x="0" y="405"/>
                  </a:cubicBezTo>
                  <a:cubicBezTo>
                    <a:pt x="0" y="427"/>
                    <a:pt x="0" y="427"/>
                    <a:pt x="0" y="427"/>
                  </a:cubicBezTo>
                  <a:cubicBezTo>
                    <a:pt x="75" y="427"/>
                    <a:pt x="75" y="427"/>
                    <a:pt x="75" y="427"/>
                  </a:cubicBezTo>
                  <a:cubicBezTo>
                    <a:pt x="75" y="501"/>
                    <a:pt x="75" y="501"/>
                    <a:pt x="75" y="501"/>
                  </a:cubicBezTo>
                  <a:cubicBezTo>
                    <a:pt x="96" y="501"/>
                    <a:pt x="96" y="501"/>
                    <a:pt x="96" y="501"/>
                  </a:cubicBezTo>
                  <a:cubicBezTo>
                    <a:pt x="96" y="427"/>
                    <a:pt x="96" y="427"/>
                    <a:pt x="96" y="427"/>
                  </a:cubicBezTo>
                  <a:cubicBezTo>
                    <a:pt x="117" y="427"/>
                    <a:pt x="117" y="427"/>
                    <a:pt x="117" y="427"/>
                  </a:cubicBezTo>
                  <a:cubicBezTo>
                    <a:pt x="117" y="597"/>
                    <a:pt x="117" y="597"/>
                    <a:pt x="117" y="597"/>
                  </a:cubicBezTo>
                  <a:cubicBezTo>
                    <a:pt x="96" y="597"/>
                    <a:pt x="96" y="597"/>
                    <a:pt x="96" y="597"/>
                  </a:cubicBezTo>
                  <a:cubicBezTo>
                    <a:pt x="96" y="523"/>
                    <a:pt x="96" y="523"/>
                    <a:pt x="96" y="523"/>
                  </a:cubicBezTo>
                  <a:cubicBezTo>
                    <a:pt x="75" y="523"/>
                    <a:pt x="75" y="523"/>
                    <a:pt x="75" y="523"/>
                  </a:cubicBezTo>
                  <a:cubicBezTo>
                    <a:pt x="75" y="597"/>
                    <a:pt x="75" y="597"/>
                    <a:pt x="75" y="597"/>
                  </a:cubicBezTo>
                  <a:cubicBezTo>
                    <a:pt x="0" y="597"/>
                    <a:pt x="0" y="597"/>
                    <a:pt x="0" y="597"/>
                  </a:cubicBezTo>
                  <a:cubicBezTo>
                    <a:pt x="0" y="619"/>
                    <a:pt x="0" y="619"/>
                    <a:pt x="0" y="619"/>
                  </a:cubicBezTo>
                  <a:cubicBezTo>
                    <a:pt x="139" y="619"/>
                    <a:pt x="139" y="619"/>
                    <a:pt x="139" y="619"/>
                  </a:cubicBezTo>
                  <a:cubicBezTo>
                    <a:pt x="139" y="597"/>
                    <a:pt x="139" y="597"/>
                    <a:pt x="139" y="597"/>
                  </a:cubicBezTo>
                  <a:cubicBezTo>
                    <a:pt x="193" y="597"/>
                    <a:pt x="193" y="597"/>
                    <a:pt x="193" y="597"/>
                  </a:cubicBezTo>
                  <a:cubicBezTo>
                    <a:pt x="198" y="597"/>
                    <a:pt x="202" y="598"/>
                    <a:pt x="207" y="601"/>
                  </a:cubicBezTo>
                  <a:cubicBezTo>
                    <a:pt x="253" y="624"/>
                    <a:pt x="253" y="624"/>
                    <a:pt x="253" y="624"/>
                  </a:cubicBezTo>
                  <a:cubicBezTo>
                    <a:pt x="260" y="627"/>
                    <a:pt x="269" y="629"/>
                    <a:pt x="277" y="629"/>
                  </a:cubicBezTo>
                  <a:cubicBezTo>
                    <a:pt x="309" y="629"/>
                    <a:pt x="309" y="629"/>
                    <a:pt x="309" y="629"/>
                  </a:cubicBezTo>
                  <a:cubicBezTo>
                    <a:pt x="309" y="661"/>
                    <a:pt x="309" y="661"/>
                    <a:pt x="309" y="661"/>
                  </a:cubicBezTo>
                  <a:cubicBezTo>
                    <a:pt x="395" y="661"/>
                    <a:pt x="395" y="661"/>
                    <a:pt x="395" y="661"/>
                  </a:cubicBezTo>
                  <a:cubicBezTo>
                    <a:pt x="395" y="629"/>
                    <a:pt x="395" y="629"/>
                    <a:pt x="395" y="629"/>
                  </a:cubicBezTo>
                  <a:cubicBezTo>
                    <a:pt x="459" y="629"/>
                    <a:pt x="459" y="629"/>
                    <a:pt x="459" y="629"/>
                  </a:cubicBezTo>
                  <a:cubicBezTo>
                    <a:pt x="476" y="629"/>
                    <a:pt x="491" y="615"/>
                    <a:pt x="491" y="597"/>
                  </a:cubicBezTo>
                  <a:cubicBezTo>
                    <a:pt x="491" y="589"/>
                    <a:pt x="487" y="582"/>
                    <a:pt x="482" y="576"/>
                  </a:cubicBezTo>
                  <a:cubicBezTo>
                    <a:pt x="487" y="570"/>
                    <a:pt x="491" y="563"/>
                    <a:pt x="491" y="555"/>
                  </a:cubicBezTo>
                  <a:cubicBezTo>
                    <a:pt x="491" y="546"/>
                    <a:pt x="487" y="539"/>
                    <a:pt x="482" y="533"/>
                  </a:cubicBezTo>
                  <a:cubicBezTo>
                    <a:pt x="487" y="528"/>
                    <a:pt x="491" y="520"/>
                    <a:pt x="491" y="512"/>
                  </a:cubicBezTo>
                  <a:cubicBezTo>
                    <a:pt x="491" y="504"/>
                    <a:pt x="487" y="496"/>
                    <a:pt x="482" y="491"/>
                  </a:cubicBezTo>
                  <a:cubicBezTo>
                    <a:pt x="487" y="485"/>
                    <a:pt x="491" y="478"/>
                    <a:pt x="491" y="469"/>
                  </a:cubicBezTo>
                  <a:cubicBezTo>
                    <a:pt x="491" y="452"/>
                    <a:pt x="476" y="437"/>
                    <a:pt x="459" y="437"/>
                  </a:cubicBezTo>
                  <a:close/>
                  <a:moveTo>
                    <a:pt x="469" y="469"/>
                  </a:moveTo>
                  <a:cubicBezTo>
                    <a:pt x="469" y="475"/>
                    <a:pt x="465" y="480"/>
                    <a:pt x="459" y="480"/>
                  </a:cubicBezTo>
                  <a:cubicBezTo>
                    <a:pt x="384" y="480"/>
                    <a:pt x="384" y="480"/>
                    <a:pt x="384" y="480"/>
                  </a:cubicBezTo>
                  <a:cubicBezTo>
                    <a:pt x="378" y="480"/>
                    <a:pt x="373" y="475"/>
                    <a:pt x="373" y="469"/>
                  </a:cubicBezTo>
                  <a:cubicBezTo>
                    <a:pt x="373" y="463"/>
                    <a:pt x="378" y="459"/>
                    <a:pt x="384" y="459"/>
                  </a:cubicBezTo>
                  <a:cubicBezTo>
                    <a:pt x="459" y="459"/>
                    <a:pt x="459" y="459"/>
                    <a:pt x="459" y="459"/>
                  </a:cubicBezTo>
                  <a:cubicBezTo>
                    <a:pt x="465" y="459"/>
                    <a:pt x="469" y="463"/>
                    <a:pt x="469" y="469"/>
                  </a:cubicBezTo>
                  <a:close/>
                  <a:moveTo>
                    <a:pt x="469" y="512"/>
                  </a:moveTo>
                  <a:cubicBezTo>
                    <a:pt x="469" y="518"/>
                    <a:pt x="465" y="523"/>
                    <a:pt x="459" y="523"/>
                  </a:cubicBezTo>
                  <a:cubicBezTo>
                    <a:pt x="384" y="523"/>
                    <a:pt x="384" y="523"/>
                    <a:pt x="384" y="523"/>
                  </a:cubicBezTo>
                  <a:cubicBezTo>
                    <a:pt x="378" y="523"/>
                    <a:pt x="373" y="518"/>
                    <a:pt x="373" y="512"/>
                  </a:cubicBezTo>
                  <a:cubicBezTo>
                    <a:pt x="373" y="506"/>
                    <a:pt x="378" y="501"/>
                    <a:pt x="384" y="501"/>
                  </a:cubicBezTo>
                  <a:cubicBezTo>
                    <a:pt x="459" y="501"/>
                    <a:pt x="459" y="501"/>
                    <a:pt x="459" y="501"/>
                  </a:cubicBezTo>
                  <a:cubicBezTo>
                    <a:pt x="465" y="501"/>
                    <a:pt x="469" y="506"/>
                    <a:pt x="469" y="512"/>
                  </a:cubicBezTo>
                  <a:close/>
                  <a:moveTo>
                    <a:pt x="469" y="555"/>
                  </a:moveTo>
                  <a:cubicBezTo>
                    <a:pt x="469" y="561"/>
                    <a:pt x="465" y="565"/>
                    <a:pt x="459" y="565"/>
                  </a:cubicBezTo>
                  <a:cubicBezTo>
                    <a:pt x="384" y="565"/>
                    <a:pt x="384" y="565"/>
                    <a:pt x="384" y="565"/>
                  </a:cubicBezTo>
                  <a:cubicBezTo>
                    <a:pt x="378" y="565"/>
                    <a:pt x="373" y="561"/>
                    <a:pt x="373" y="555"/>
                  </a:cubicBezTo>
                  <a:cubicBezTo>
                    <a:pt x="373" y="549"/>
                    <a:pt x="378" y="544"/>
                    <a:pt x="384" y="544"/>
                  </a:cubicBezTo>
                  <a:cubicBezTo>
                    <a:pt x="459" y="544"/>
                    <a:pt x="459" y="544"/>
                    <a:pt x="459" y="544"/>
                  </a:cubicBezTo>
                  <a:cubicBezTo>
                    <a:pt x="465" y="544"/>
                    <a:pt x="469" y="549"/>
                    <a:pt x="469" y="555"/>
                  </a:cubicBezTo>
                  <a:close/>
                  <a:moveTo>
                    <a:pt x="192" y="181"/>
                  </a:moveTo>
                  <a:cubicBezTo>
                    <a:pt x="192" y="93"/>
                    <a:pt x="264" y="21"/>
                    <a:pt x="352" y="21"/>
                  </a:cubicBezTo>
                  <a:cubicBezTo>
                    <a:pt x="440" y="21"/>
                    <a:pt x="512" y="93"/>
                    <a:pt x="512" y="181"/>
                  </a:cubicBezTo>
                  <a:cubicBezTo>
                    <a:pt x="512" y="270"/>
                    <a:pt x="440" y="341"/>
                    <a:pt x="352" y="341"/>
                  </a:cubicBezTo>
                  <a:cubicBezTo>
                    <a:pt x="264" y="341"/>
                    <a:pt x="192" y="270"/>
                    <a:pt x="192" y="181"/>
                  </a:cubicBezTo>
                  <a:close/>
                  <a:moveTo>
                    <a:pt x="331" y="361"/>
                  </a:moveTo>
                  <a:cubicBezTo>
                    <a:pt x="338" y="362"/>
                    <a:pt x="345" y="363"/>
                    <a:pt x="352" y="363"/>
                  </a:cubicBezTo>
                  <a:cubicBezTo>
                    <a:pt x="359" y="363"/>
                    <a:pt x="366" y="362"/>
                    <a:pt x="373" y="361"/>
                  </a:cubicBezTo>
                  <a:cubicBezTo>
                    <a:pt x="373" y="384"/>
                    <a:pt x="373" y="384"/>
                    <a:pt x="373" y="384"/>
                  </a:cubicBezTo>
                  <a:cubicBezTo>
                    <a:pt x="331" y="384"/>
                    <a:pt x="331" y="384"/>
                    <a:pt x="331" y="384"/>
                  </a:cubicBezTo>
                  <a:lnTo>
                    <a:pt x="331" y="361"/>
                  </a:lnTo>
                  <a:close/>
                  <a:moveTo>
                    <a:pt x="277" y="608"/>
                  </a:moveTo>
                  <a:cubicBezTo>
                    <a:pt x="272" y="608"/>
                    <a:pt x="267" y="607"/>
                    <a:pt x="262" y="605"/>
                  </a:cubicBezTo>
                  <a:cubicBezTo>
                    <a:pt x="216" y="582"/>
                    <a:pt x="216" y="582"/>
                    <a:pt x="216" y="582"/>
                  </a:cubicBezTo>
                  <a:cubicBezTo>
                    <a:pt x="209" y="578"/>
                    <a:pt x="201" y="576"/>
                    <a:pt x="193" y="576"/>
                  </a:cubicBezTo>
                  <a:cubicBezTo>
                    <a:pt x="139" y="576"/>
                    <a:pt x="139" y="576"/>
                    <a:pt x="139" y="576"/>
                  </a:cubicBezTo>
                  <a:cubicBezTo>
                    <a:pt x="139" y="448"/>
                    <a:pt x="139" y="448"/>
                    <a:pt x="139" y="448"/>
                  </a:cubicBezTo>
                  <a:cubicBezTo>
                    <a:pt x="193" y="448"/>
                    <a:pt x="193" y="448"/>
                    <a:pt x="193" y="448"/>
                  </a:cubicBezTo>
                  <a:cubicBezTo>
                    <a:pt x="201" y="448"/>
                    <a:pt x="209" y="446"/>
                    <a:pt x="216" y="442"/>
                  </a:cubicBezTo>
                  <a:cubicBezTo>
                    <a:pt x="284" y="409"/>
                    <a:pt x="284" y="409"/>
                    <a:pt x="284" y="409"/>
                  </a:cubicBezTo>
                  <a:cubicBezTo>
                    <a:pt x="288" y="406"/>
                    <a:pt x="293" y="405"/>
                    <a:pt x="298" y="405"/>
                  </a:cubicBezTo>
                  <a:cubicBezTo>
                    <a:pt x="411" y="405"/>
                    <a:pt x="411" y="405"/>
                    <a:pt x="411" y="405"/>
                  </a:cubicBezTo>
                  <a:cubicBezTo>
                    <a:pt x="411" y="423"/>
                    <a:pt x="396" y="437"/>
                    <a:pt x="379" y="437"/>
                  </a:cubicBezTo>
                  <a:cubicBezTo>
                    <a:pt x="314" y="437"/>
                    <a:pt x="314" y="437"/>
                    <a:pt x="314" y="437"/>
                  </a:cubicBezTo>
                  <a:cubicBezTo>
                    <a:pt x="282" y="485"/>
                    <a:pt x="282" y="485"/>
                    <a:pt x="282" y="485"/>
                  </a:cubicBezTo>
                  <a:cubicBezTo>
                    <a:pt x="274" y="497"/>
                    <a:pt x="263" y="507"/>
                    <a:pt x="250" y="514"/>
                  </a:cubicBezTo>
                  <a:cubicBezTo>
                    <a:pt x="238" y="520"/>
                    <a:pt x="225" y="523"/>
                    <a:pt x="212" y="523"/>
                  </a:cubicBezTo>
                  <a:cubicBezTo>
                    <a:pt x="192" y="523"/>
                    <a:pt x="192" y="523"/>
                    <a:pt x="192" y="523"/>
                  </a:cubicBezTo>
                  <a:cubicBezTo>
                    <a:pt x="192" y="544"/>
                    <a:pt x="192" y="544"/>
                    <a:pt x="192" y="544"/>
                  </a:cubicBezTo>
                  <a:cubicBezTo>
                    <a:pt x="212" y="544"/>
                    <a:pt x="212" y="544"/>
                    <a:pt x="212" y="544"/>
                  </a:cubicBezTo>
                  <a:cubicBezTo>
                    <a:pt x="229" y="544"/>
                    <a:pt x="245" y="540"/>
                    <a:pt x="260" y="533"/>
                  </a:cubicBezTo>
                  <a:cubicBezTo>
                    <a:pt x="276" y="525"/>
                    <a:pt x="290" y="512"/>
                    <a:pt x="300" y="497"/>
                  </a:cubicBezTo>
                  <a:cubicBezTo>
                    <a:pt x="309" y="483"/>
                    <a:pt x="309" y="483"/>
                    <a:pt x="309" y="483"/>
                  </a:cubicBezTo>
                  <a:cubicBezTo>
                    <a:pt x="309" y="608"/>
                    <a:pt x="309" y="608"/>
                    <a:pt x="309" y="608"/>
                  </a:cubicBezTo>
                  <a:lnTo>
                    <a:pt x="277" y="608"/>
                  </a:lnTo>
                  <a:close/>
                  <a:moveTo>
                    <a:pt x="331" y="640"/>
                  </a:moveTo>
                  <a:cubicBezTo>
                    <a:pt x="331" y="459"/>
                    <a:pt x="331" y="459"/>
                    <a:pt x="331" y="459"/>
                  </a:cubicBezTo>
                  <a:cubicBezTo>
                    <a:pt x="354" y="459"/>
                    <a:pt x="354" y="459"/>
                    <a:pt x="354" y="459"/>
                  </a:cubicBezTo>
                  <a:cubicBezTo>
                    <a:pt x="353" y="462"/>
                    <a:pt x="352" y="466"/>
                    <a:pt x="352" y="469"/>
                  </a:cubicBezTo>
                  <a:cubicBezTo>
                    <a:pt x="352" y="478"/>
                    <a:pt x="355" y="485"/>
                    <a:pt x="360" y="491"/>
                  </a:cubicBezTo>
                  <a:cubicBezTo>
                    <a:pt x="355" y="496"/>
                    <a:pt x="352" y="504"/>
                    <a:pt x="352" y="512"/>
                  </a:cubicBezTo>
                  <a:cubicBezTo>
                    <a:pt x="352" y="520"/>
                    <a:pt x="355" y="528"/>
                    <a:pt x="360" y="533"/>
                  </a:cubicBezTo>
                  <a:cubicBezTo>
                    <a:pt x="355" y="539"/>
                    <a:pt x="352" y="546"/>
                    <a:pt x="352" y="555"/>
                  </a:cubicBezTo>
                  <a:cubicBezTo>
                    <a:pt x="352" y="563"/>
                    <a:pt x="355" y="570"/>
                    <a:pt x="360" y="576"/>
                  </a:cubicBezTo>
                  <a:cubicBezTo>
                    <a:pt x="355" y="582"/>
                    <a:pt x="352" y="589"/>
                    <a:pt x="352" y="597"/>
                  </a:cubicBezTo>
                  <a:cubicBezTo>
                    <a:pt x="352" y="611"/>
                    <a:pt x="361" y="623"/>
                    <a:pt x="373" y="627"/>
                  </a:cubicBezTo>
                  <a:cubicBezTo>
                    <a:pt x="373" y="640"/>
                    <a:pt x="373" y="640"/>
                    <a:pt x="373" y="640"/>
                  </a:cubicBezTo>
                  <a:lnTo>
                    <a:pt x="331" y="640"/>
                  </a:lnTo>
                  <a:close/>
                  <a:moveTo>
                    <a:pt x="459" y="608"/>
                  </a:moveTo>
                  <a:cubicBezTo>
                    <a:pt x="384" y="608"/>
                    <a:pt x="384" y="608"/>
                    <a:pt x="384" y="608"/>
                  </a:cubicBezTo>
                  <a:cubicBezTo>
                    <a:pt x="378" y="608"/>
                    <a:pt x="373" y="603"/>
                    <a:pt x="373" y="597"/>
                  </a:cubicBezTo>
                  <a:cubicBezTo>
                    <a:pt x="373" y="591"/>
                    <a:pt x="378" y="587"/>
                    <a:pt x="384" y="587"/>
                  </a:cubicBezTo>
                  <a:cubicBezTo>
                    <a:pt x="459" y="587"/>
                    <a:pt x="459" y="587"/>
                    <a:pt x="459" y="587"/>
                  </a:cubicBezTo>
                  <a:cubicBezTo>
                    <a:pt x="465" y="587"/>
                    <a:pt x="469" y="591"/>
                    <a:pt x="469" y="597"/>
                  </a:cubicBezTo>
                  <a:cubicBezTo>
                    <a:pt x="469" y="603"/>
                    <a:pt x="465" y="608"/>
                    <a:pt x="459" y="608"/>
                  </a:cubicBezTo>
                  <a:close/>
                  <a:moveTo>
                    <a:pt x="459" y="608"/>
                  </a:moveTo>
                  <a:cubicBezTo>
                    <a:pt x="459" y="608"/>
                    <a:pt x="459" y="608"/>
                    <a:pt x="459" y="608"/>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26">
              <a:extLst>
                <a:ext uri="{FF2B5EF4-FFF2-40B4-BE49-F238E27FC236}">
                  <a16:creationId xmlns:a16="http://schemas.microsoft.com/office/drawing/2014/main" id="{E00528B6-9F37-4776-BF6B-EC5B3A9DB14A}"/>
                </a:ext>
              </a:extLst>
            </p:cNvPr>
            <p:cNvSpPr>
              <a:spLocks noEditPoints="1"/>
            </p:cNvSpPr>
            <p:nvPr/>
          </p:nvSpPr>
          <p:spPr bwMode="auto">
            <a:xfrm>
              <a:off x="3651" y="4500"/>
              <a:ext cx="133" cy="182"/>
            </a:xfrm>
            <a:custGeom>
              <a:avLst/>
              <a:gdLst>
                <a:gd name="T0" fmla="*/ 11 w 60"/>
                <a:gd name="T1" fmla="*/ 0 h 84"/>
                <a:gd name="T2" fmla="*/ 0 w 60"/>
                <a:gd name="T3" fmla="*/ 19 h 84"/>
                <a:gd name="T4" fmla="*/ 39 w 60"/>
                <a:gd name="T5" fmla="*/ 84 h 84"/>
                <a:gd name="T6" fmla="*/ 60 w 60"/>
                <a:gd name="T7" fmla="*/ 84 h 84"/>
                <a:gd name="T8" fmla="*/ 11 w 60"/>
                <a:gd name="T9" fmla="*/ 0 h 84"/>
                <a:gd name="T10" fmla="*/ 11 w 60"/>
                <a:gd name="T11" fmla="*/ 0 h 84"/>
                <a:gd name="T12" fmla="*/ 11 w 60"/>
                <a:gd name="T13" fmla="*/ 0 h 84"/>
              </a:gdLst>
              <a:ahLst/>
              <a:cxnLst>
                <a:cxn ang="0">
                  <a:pos x="T0" y="T1"/>
                </a:cxn>
                <a:cxn ang="0">
                  <a:pos x="T2" y="T3"/>
                </a:cxn>
                <a:cxn ang="0">
                  <a:pos x="T4" y="T5"/>
                </a:cxn>
                <a:cxn ang="0">
                  <a:pos x="T6" y="T7"/>
                </a:cxn>
                <a:cxn ang="0">
                  <a:pos x="T8" y="T9"/>
                </a:cxn>
                <a:cxn ang="0">
                  <a:pos x="T10" y="T11"/>
                </a:cxn>
                <a:cxn ang="0">
                  <a:pos x="T12" y="T13"/>
                </a:cxn>
              </a:cxnLst>
              <a:rect l="0" t="0" r="r" b="b"/>
              <a:pathLst>
                <a:path w="60" h="84">
                  <a:moveTo>
                    <a:pt x="11" y="0"/>
                  </a:moveTo>
                  <a:cubicBezTo>
                    <a:pt x="0" y="19"/>
                    <a:pt x="0" y="19"/>
                    <a:pt x="0" y="19"/>
                  </a:cubicBezTo>
                  <a:cubicBezTo>
                    <a:pt x="24" y="32"/>
                    <a:pt x="39" y="57"/>
                    <a:pt x="39" y="84"/>
                  </a:cubicBezTo>
                  <a:cubicBezTo>
                    <a:pt x="60" y="84"/>
                    <a:pt x="60" y="84"/>
                    <a:pt x="60" y="84"/>
                  </a:cubicBezTo>
                  <a:cubicBezTo>
                    <a:pt x="60" y="49"/>
                    <a:pt x="41" y="17"/>
                    <a:pt x="11" y="0"/>
                  </a:cubicBezTo>
                  <a:close/>
                  <a:moveTo>
                    <a:pt x="11" y="0"/>
                  </a:moveTo>
                  <a:cubicBezTo>
                    <a:pt x="11" y="0"/>
                    <a:pt x="11" y="0"/>
                    <a:pt x="11" y="0"/>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27">
              <a:extLst>
                <a:ext uri="{FF2B5EF4-FFF2-40B4-BE49-F238E27FC236}">
                  <a16:creationId xmlns:a16="http://schemas.microsoft.com/office/drawing/2014/main" id="{481CBBA8-07FB-4464-9263-7949B603FEE3}"/>
                </a:ext>
              </a:extLst>
            </p:cNvPr>
            <p:cNvSpPr>
              <a:spLocks noEditPoints="1"/>
            </p:cNvSpPr>
            <p:nvPr/>
          </p:nvSpPr>
          <p:spPr bwMode="auto">
            <a:xfrm>
              <a:off x="3570" y="4474"/>
              <a:ext cx="54" cy="52"/>
            </a:xfrm>
            <a:custGeom>
              <a:avLst/>
              <a:gdLst>
                <a:gd name="T0" fmla="*/ 0 w 24"/>
                <a:gd name="T1" fmla="*/ 22 h 24"/>
                <a:gd name="T2" fmla="*/ 19 w 24"/>
                <a:gd name="T3" fmla="*/ 24 h 24"/>
                <a:gd name="T4" fmla="*/ 24 w 24"/>
                <a:gd name="T5" fmla="*/ 3 h 24"/>
                <a:gd name="T6" fmla="*/ 0 w 24"/>
                <a:gd name="T7" fmla="*/ 0 h 24"/>
                <a:gd name="T8" fmla="*/ 0 w 24"/>
                <a:gd name="T9" fmla="*/ 22 h 24"/>
                <a:gd name="T10" fmla="*/ 0 w 24"/>
                <a:gd name="T11" fmla="*/ 22 h 24"/>
                <a:gd name="T12" fmla="*/ 0 w 24"/>
                <a:gd name="T13" fmla="*/ 22 h 24"/>
              </a:gdLst>
              <a:ahLst/>
              <a:cxnLst>
                <a:cxn ang="0">
                  <a:pos x="T0" y="T1"/>
                </a:cxn>
                <a:cxn ang="0">
                  <a:pos x="T2" y="T3"/>
                </a:cxn>
                <a:cxn ang="0">
                  <a:pos x="T4" y="T5"/>
                </a:cxn>
                <a:cxn ang="0">
                  <a:pos x="T6" y="T7"/>
                </a:cxn>
                <a:cxn ang="0">
                  <a:pos x="T8" y="T9"/>
                </a:cxn>
                <a:cxn ang="0">
                  <a:pos x="T10" y="T11"/>
                </a:cxn>
                <a:cxn ang="0">
                  <a:pos x="T12" y="T13"/>
                </a:cxn>
              </a:cxnLst>
              <a:rect l="0" t="0" r="r" b="b"/>
              <a:pathLst>
                <a:path w="24" h="24">
                  <a:moveTo>
                    <a:pt x="0" y="22"/>
                  </a:moveTo>
                  <a:cubicBezTo>
                    <a:pt x="6" y="22"/>
                    <a:pt x="13" y="22"/>
                    <a:pt x="19" y="24"/>
                  </a:cubicBezTo>
                  <a:cubicBezTo>
                    <a:pt x="24" y="3"/>
                    <a:pt x="24" y="3"/>
                    <a:pt x="24" y="3"/>
                  </a:cubicBezTo>
                  <a:cubicBezTo>
                    <a:pt x="16" y="1"/>
                    <a:pt x="8" y="0"/>
                    <a:pt x="0" y="0"/>
                  </a:cubicBezTo>
                  <a:lnTo>
                    <a:pt x="0" y="22"/>
                  </a:lnTo>
                  <a:close/>
                  <a:moveTo>
                    <a:pt x="0" y="22"/>
                  </a:moveTo>
                  <a:cubicBezTo>
                    <a:pt x="0" y="22"/>
                    <a:pt x="0" y="22"/>
                    <a:pt x="0" y="22"/>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28">
              <a:extLst>
                <a:ext uri="{FF2B5EF4-FFF2-40B4-BE49-F238E27FC236}">
                  <a16:creationId xmlns:a16="http://schemas.microsoft.com/office/drawing/2014/main" id="{0BD648F3-AA2A-46A5-9845-FF3D9806A409}"/>
                </a:ext>
              </a:extLst>
            </p:cNvPr>
            <p:cNvSpPr>
              <a:spLocks noEditPoints="1"/>
            </p:cNvSpPr>
            <p:nvPr/>
          </p:nvSpPr>
          <p:spPr bwMode="auto">
            <a:xfrm>
              <a:off x="3370" y="4383"/>
              <a:ext cx="510" cy="493"/>
            </a:xfrm>
            <a:custGeom>
              <a:avLst/>
              <a:gdLst>
                <a:gd name="T0" fmla="*/ 90 w 229"/>
                <a:gd name="T1" fmla="*/ 21 h 228"/>
                <a:gd name="T2" fmla="*/ 207 w 229"/>
                <a:gd name="T3" fmla="*/ 138 h 228"/>
                <a:gd name="T4" fmla="*/ 180 w 229"/>
                <a:gd name="T5" fmla="*/ 214 h 228"/>
                <a:gd name="T6" fmla="*/ 196 w 229"/>
                <a:gd name="T7" fmla="*/ 228 h 228"/>
                <a:gd name="T8" fmla="*/ 229 w 229"/>
                <a:gd name="T9" fmla="*/ 138 h 228"/>
                <a:gd name="T10" fmla="*/ 90 w 229"/>
                <a:gd name="T11" fmla="*/ 0 h 228"/>
                <a:gd name="T12" fmla="*/ 0 w 229"/>
                <a:gd name="T13" fmla="*/ 33 h 228"/>
                <a:gd name="T14" fmla="*/ 14 w 229"/>
                <a:gd name="T15" fmla="*/ 49 h 228"/>
                <a:gd name="T16" fmla="*/ 90 w 229"/>
                <a:gd name="T17" fmla="*/ 21 h 228"/>
                <a:gd name="T18" fmla="*/ 90 w 229"/>
                <a:gd name="T19" fmla="*/ 21 h 228"/>
                <a:gd name="T20" fmla="*/ 90 w 229"/>
                <a:gd name="T21" fmla="*/ 21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 h="228">
                  <a:moveTo>
                    <a:pt x="90" y="21"/>
                  </a:moveTo>
                  <a:cubicBezTo>
                    <a:pt x="155" y="21"/>
                    <a:pt x="207" y="74"/>
                    <a:pt x="207" y="138"/>
                  </a:cubicBezTo>
                  <a:cubicBezTo>
                    <a:pt x="207" y="166"/>
                    <a:pt x="197" y="193"/>
                    <a:pt x="180" y="214"/>
                  </a:cubicBezTo>
                  <a:cubicBezTo>
                    <a:pt x="196" y="228"/>
                    <a:pt x="196" y="228"/>
                    <a:pt x="196" y="228"/>
                  </a:cubicBezTo>
                  <a:cubicBezTo>
                    <a:pt x="217" y="203"/>
                    <a:pt x="229" y="171"/>
                    <a:pt x="229" y="138"/>
                  </a:cubicBezTo>
                  <a:cubicBezTo>
                    <a:pt x="229" y="62"/>
                    <a:pt x="166" y="0"/>
                    <a:pt x="90" y="0"/>
                  </a:cubicBezTo>
                  <a:cubicBezTo>
                    <a:pt x="57" y="0"/>
                    <a:pt x="26" y="11"/>
                    <a:pt x="0" y="33"/>
                  </a:cubicBezTo>
                  <a:cubicBezTo>
                    <a:pt x="14" y="49"/>
                    <a:pt x="14" y="49"/>
                    <a:pt x="14" y="49"/>
                  </a:cubicBezTo>
                  <a:cubicBezTo>
                    <a:pt x="35" y="31"/>
                    <a:pt x="62" y="21"/>
                    <a:pt x="90" y="21"/>
                  </a:cubicBezTo>
                  <a:close/>
                  <a:moveTo>
                    <a:pt x="90" y="21"/>
                  </a:moveTo>
                  <a:cubicBezTo>
                    <a:pt x="90" y="21"/>
                    <a:pt x="90" y="21"/>
                    <a:pt x="90" y="21"/>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29">
              <a:extLst>
                <a:ext uri="{FF2B5EF4-FFF2-40B4-BE49-F238E27FC236}">
                  <a16:creationId xmlns:a16="http://schemas.microsoft.com/office/drawing/2014/main" id="{DAC15AC0-43B1-4700-B07A-2CED27EBC9E7}"/>
                </a:ext>
              </a:extLst>
            </p:cNvPr>
            <p:cNvSpPr>
              <a:spLocks noEditPoints="1"/>
            </p:cNvSpPr>
            <p:nvPr/>
          </p:nvSpPr>
          <p:spPr bwMode="auto">
            <a:xfrm>
              <a:off x="3260" y="4489"/>
              <a:ext cx="511" cy="493"/>
            </a:xfrm>
            <a:custGeom>
              <a:avLst/>
              <a:gdLst>
                <a:gd name="T0" fmla="*/ 229 w 229"/>
                <a:gd name="T1" fmla="*/ 195 h 228"/>
                <a:gd name="T2" fmla="*/ 215 w 229"/>
                <a:gd name="T3" fmla="*/ 179 h 228"/>
                <a:gd name="T4" fmla="*/ 139 w 229"/>
                <a:gd name="T5" fmla="*/ 207 h 228"/>
                <a:gd name="T6" fmla="*/ 22 w 229"/>
                <a:gd name="T7" fmla="*/ 89 h 228"/>
                <a:gd name="T8" fmla="*/ 49 w 229"/>
                <a:gd name="T9" fmla="*/ 14 h 228"/>
                <a:gd name="T10" fmla="*/ 33 w 229"/>
                <a:gd name="T11" fmla="*/ 0 h 228"/>
                <a:gd name="T12" fmla="*/ 0 w 229"/>
                <a:gd name="T13" fmla="*/ 89 h 228"/>
                <a:gd name="T14" fmla="*/ 139 w 229"/>
                <a:gd name="T15" fmla="*/ 228 h 228"/>
                <a:gd name="T16" fmla="*/ 229 w 229"/>
                <a:gd name="T17" fmla="*/ 195 h 228"/>
                <a:gd name="T18" fmla="*/ 229 w 229"/>
                <a:gd name="T19" fmla="*/ 195 h 228"/>
                <a:gd name="T20" fmla="*/ 229 w 229"/>
                <a:gd name="T21" fmla="*/ 195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 h="228">
                  <a:moveTo>
                    <a:pt x="229" y="195"/>
                  </a:moveTo>
                  <a:cubicBezTo>
                    <a:pt x="215" y="179"/>
                    <a:pt x="215" y="179"/>
                    <a:pt x="215" y="179"/>
                  </a:cubicBezTo>
                  <a:cubicBezTo>
                    <a:pt x="194" y="197"/>
                    <a:pt x="167" y="207"/>
                    <a:pt x="139" y="207"/>
                  </a:cubicBezTo>
                  <a:cubicBezTo>
                    <a:pt x="74" y="207"/>
                    <a:pt x="22" y="154"/>
                    <a:pt x="22" y="89"/>
                  </a:cubicBezTo>
                  <a:cubicBezTo>
                    <a:pt x="22" y="62"/>
                    <a:pt x="32" y="35"/>
                    <a:pt x="49" y="14"/>
                  </a:cubicBezTo>
                  <a:cubicBezTo>
                    <a:pt x="33" y="0"/>
                    <a:pt x="33" y="0"/>
                    <a:pt x="33" y="0"/>
                  </a:cubicBezTo>
                  <a:cubicBezTo>
                    <a:pt x="12" y="25"/>
                    <a:pt x="0" y="57"/>
                    <a:pt x="0" y="89"/>
                  </a:cubicBezTo>
                  <a:cubicBezTo>
                    <a:pt x="0" y="166"/>
                    <a:pt x="63" y="228"/>
                    <a:pt x="139" y="228"/>
                  </a:cubicBezTo>
                  <a:cubicBezTo>
                    <a:pt x="172" y="228"/>
                    <a:pt x="203" y="216"/>
                    <a:pt x="229" y="195"/>
                  </a:cubicBezTo>
                  <a:close/>
                  <a:moveTo>
                    <a:pt x="229" y="195"/>
                  </a:moveTo>
                  <a:cubicBezTo>
                    <a:pt x="229" y="195"/>
                    <a:pt x="229" y="195"/>
                    <a:pt x="229" y="195"/>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30">
              <a:extLst>
                <a:ext uri="{FF2B5EF4-FFF2-40B4-BE49-F238E27FC236}">
                  <a16:creationId xmlns:a16="http://schemas.microsoft.com/office/drawing/2014/main" id="{8273DD90-D6E1-41CC-B929-709B9035F887}"/>
                </a:ext>
              </a:extLst>
            </p:cNvPr>
            <p:cNvSpPr>
              <a:spLocks noEditPoints="1"/>
            </p:cNvSpPr>
            <p:nvPr/>
          </p:nvSpPr>
          <p:spPr bwMode="auto">
            <a:xfrm>
              <a:off x="2596" y="4383"/>
              <a:ext cx="428" cy="415"/>
            </a:xfrm>
            <a:custGeom>
              <a:avLst/>
              <a:gdLst>
                <a:gd name="T0" fmla="*/ 138 w 192"/>
                <a:gd name="T1" fmla="*/ 170 h 192"/>
                <a:gd name="T2" fmla="*/ 177 w 192"/>
                <a:gd name="T3" fmla="*/ 151 h 192"/>
                <a:gd name="T4" fmla="*/ 178 w 192"/>
                <a:gd name="T5" fmla="*/ 119 h 192"/>
                <a:gd name="T6" fmla="*/ 192 w 192"/>
                <a:gd name="T7" fmla="*/ 77 h 192"/>
                <a:gd name="T8" fmla="*/ 170 w 192"/>
                <a:gd name="T9" fmla="*/ 54 h 192"/>
                <a:gd name="T10" fmla="*/ 151 w 192"/>
                <a:gd name="T11" fmla="*/ 15 h 192"/>
                <a:gd name="T12" fmla="*/ 119 w 192"/>
                <a:gd name="T13" fmla="*/ 13 h 192"/>
                <a:gd name="T14" fmla="*/ 77 w 192"/>
                <a:gd name="T15" fmla="*/ 0 h 192"/>
                <a:gd name="T16" fmla="*/ 54 w 192"/>
                <a:gd name="T17" fmla="*/ 21 h 192"/>
                <a:gd name="T18" fmla="*/ 15 w 192"/>
                <a:gd name="T19" fmla="*/ 41 h 192"/>
                <a:gd name="T20" fmla="*/ 13 w 192"/>
                <a:gd name="T21" fmla="*/ 73 h 192"/>
                <a:gd name="T22" fmla="*/ 0 w 192"/>
                <a:gd name="T23" fmla="*/ 114 h 192"/>
                <a:gd name="T24" fmla="*/ 21 w 192"/>
                <a:gd name="T25" fmla="*/ 138 h 192"/>
                <a:gd name="T26" fmla="*/ 41 w 192"/>
                <a:gd name="T27" fmla="*/ 177 h 192"/>
                <a:gd name="T28" fmla="*/ 73 w 192"/>
                <a:gd name="T29" fmla="*/ 178 h 192"/>
                <a:gd name="T30" fmla="*/ 114 w 192"/>
                <a:gd name="T31" fmla="*/ 192 h 192"/>
                <a:gd name="T32" fmla="*/ 102 w 192"/>
                <a:gd name="T33" fmla="*/ 160 h 192"/>
                <a:gd name="T34" fmla="*/ 93 w 192"/>
                <a:gd name="T35" fmla="*/ 170 h 192"/>
                <a:gd name="T36" fmla="*/ 83 w 192"/>
                <a:gd name="T37" fmla="*/ 158 h 192"/>
                <a:gd name="T38" fmla="*/ 55 w 192"/>
                <a:gd name="T39" fmla="*/ 146 h 192"/>
                <a:gd name="T40" fmla="*/ 41 w 192"/>
                <a:gd name="T41" fmla="*/ 146 h 192"/>
                <a:gd name="T42" fmla="*/ 42 w 192"/>
                <a:gd name="T43" fmla="*/ 131 h 192"/>
                <a:gd name="T44" fmla="*/ 32 w 192"/>
                <a:gd name="T45" fmla="*/ 102 h 192"/>
                <a:gd name="T46" fmla="*/ 21 w 192"/>
                <a:gd name="T47" fmla="*/ 93 h 192"/>
                <a:gd name="T48" fmla="*/ 33 w 192"/>
                <a:gd name="T49" fmla="*/ 83 h 192"/>
                <a:gd name="T50" fmla="*/ 46 w 192"/>
                <a:gd name="T51" fmla="*/ 55 h 192"/>
                <a:gd name="T52" fmla="*/ 45 w 192"/>
                <a:gd name="T53" fmla="*/ 41 h 192"/>
                <a:gd name="T54" fmla="*/ 60 w 192"/>
                <a:gd name="T55" fmla="*/ 42 h 192"/>
                <a:gd name="T56" fmla="*/ 89 w 192"/>
                <a:gd name="T57" fmla="*/ 32 h 192"/>
                <a:gd name="T58" fmla="*/ 99 w 192"/>
                <a:gd name="T59" fmla="*/ 21 h 192"/>
                <a:gd name="T60" fmla="*/ 108 w 192"/>
                <a:gd name="T61" fmla="*/ 33 h 192"/>
                <a:gd name="T62" fmla="*/ 136 w 192"/>
                <a:gd name="T63" fmla="*/ 46 h 192"/>
                <a:gd name="T64" fmla="*/ 151 w 192"/>
                <a:gd name="T65" fmla="*/ 45 h 192"/>
                <a:gd name="T66" fmla="*/ 149 w 192"/>
                <a:gd name="T67" fmla="*/ 60 h 192"/>
                <a:gd name="T68" fmla="*/ 160 w 192"/>
                <a:gd name="T69" fmla="*/ 89 h 192"/>
                <a:gd name="T70" fmla="*/ 170 w 192"/>
                <a:gd name="T71" fmla="*/ 99 h 192"/>
                <a:gd name="T72" fmla="*/ 158 w 192"/>
                <a:gd name="T73" fmla="*/ 108 h 192"/>
                <a:gd name="T74" fmla="*/ 146 w 192"/>
                <a:gd name="T75" fmla="*/ 136 h 192"/>
                <a:gd name="T76" fmla="*/ 146 w 192"/>
                <a:gd name="T77" fmla="*/ 151 h 192"/>
                <a:gd name="T78" fmla="*/ 131 w 192"/>
                <a:gd name="T79" fmla="*/ 149 h 192"/>
                <a:gd name="T80" fmla="*/ 102 w 192"/>
                <a:gd name="T81" fmla="*/ 160 h 192"/>
                <a:gd name="T82" fmla="*/ 102 w 192"/>
                <a:gd name="T83" fmla="*/ 16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2" h="192">
                  <a:moveTo>
                    <a:pt x="119" y="178"/>
                  </a:moveTo>
                  <a:cubicBezTo>
                    <a:pt x="125" y="176"/>
                    <a:pt x="132" y="173"/>
                    <a:pt x="138" y="170"/>
                  </a:cubicBezTo>
                  <a:cubicBezTo>
                    <a:pt x="151" y="177"/>
                    <a:pt x="151" y="177"/>
                    <a:pt x="151" y="177"/>
                  </a:cubicBezTo>
                  <a:cubicBezTo>
                    <a:pt x="177" y="151"/>
                    <a:pt x="177" y="151"/>
                    <a:pt x="177" y="151"/>
                  </a:cubicBezTo>
                  <a:cubicBezTo>
                    <a:pt x="170" y="138"/>
                    <a:pt x="170" y="138"/>
                    <a:pt x="170" y="138"/>
                  </a:cubicBezTo>
                  <a:cubicBezTo>
                    <a:pt x="173" y="132"/>
                    <a:pt x="176" y="125"/>
                    <a:pt x="178" y="119"/>
                  </a:cubicBezTo>
                  <a:cubicBezTo>
                    <a:pt x="192" y="114"/>
                    <a:pt x="192" y="114"/>
                    <a:pt x="192" y="114"/>
                  </a:cubicBezTo>
                  <a:cubicBezTo>
                    <a:pt x="192" y="77"/>
                    <a:pt x="192" y="77"/>
                    <a:pt x="192" y="77"/>
                  </a:cubicBezTo>
                  <a:cubicBezTo>
                    <a:pt x="178" y="73"/>
                    <a:pt x="178" y="73"/>
                    <a:pt x="178" y="73"/>
                  </a:cubicBezTo>
                  <a:cubicBezTo>
                    <a:pt x="176" y="66"/>
                    <a:pt x="173" y="60"/>
                    <a:pt x="170" y="54"/>
                  </a:cubicBezTo>
                  <a:cubicBezTo>
                    <a:pt x="177" y="41"/>
                    <a:pt x="177" y="41"/>
                    <a:pt x="177" y="41"/>
                  </a:cubicBezTo>
                  <a:cubicBezTo>
                    <a:pt x="151" y="15"/>
                    <a:pt x="151" y="15"/>
                    <a:pt x="151" y="15"/>
                  </a:cubicBezTo>
                  <a:cubicBezTo>
                    <a:pt x="138" y="21"/>
                    <a:pt x="138" y="21"/>
                    <a:pt x="138" y="21"/>
                  </a:cubicBezTo>
                  <a:cubicBezTo>
                    <a:pt x="132" y="18"/>
                    <a:pt x="125" y="15"/>
                    <a:pt x="119" y="13"/>
                  </a:cubicBezTo>
                  <a:cubicBezTo>
                    <a:pt x="114" y="0"/>
                    <a:pt x="114" y="0"/>
                    <a:pt x="114" y="0"/>
                  </a:cubicBezTo>
                  <a:cubicBezTo>
                    <a:pt x="77" y="0"/>
                    <a:pt x="77" y="0"/>
                    <a:pt x="77" y="0"/>
                  </a:cubicBezTo>
                  <a:cubicBezTo>
                    <a:pt x="73" y="13"/>
                    <a:pt x="73" y="13"/>
                    <a:pt x="73" y="13"/>
                  </a:cubicBezTo>
                  <a:cubicBezTo>
                    <a:pt x="66" y="15"/>
                    <a:pt x="60" y="18"/>
                    <a:pt x="54" y="21"/>
                  </a:cubicBezTo>
                  <a:cubicBezTo>
                    <a:pt x="41" y="15"/>
                    <a:pt x="41" y="15"/>
                    <a:pt x="41" y="15"/>
                  </a:cubicBezTo>
                  <a:cubicBezTo>
                    <a:pt x="15" y="41"/>
                    <a:pt x="15" y="41"/>
                    <a:pt x="15" y="41"/>
                  </a:cubicBezTo>
                  <a:cubicBezTo>
                    <a:pt x="21" y="54"/>
                    <a:pt x="21" y="54"/>
                    <a:pt x="21" y="54"/>
                  </a:cubicBezTo>
                  <a:cubicBezTo>
                    <a:pt x="18" y="60"/>
                    <a:pt x="15" y="66"/>
                    <a:pt x="13" y="73"/>
                  </a:cubicBezTo>
                  <a:cubicBezTo>
                    <a:pt x="0" y="77"/>
                    <a:pt x="0" y="77"/>
                    <a:pt x="0" y="77"/>
                  </a:cubicBezTo>
                  <a:cubicBezTo>
                    <a:pt x="0" y="114"/>
                    <a:pt x="0" y="114"/>
                    <a:pt x="0" y="114"/>
                  </a:cubicBezTo>
                  <a:cubicBezTo>
                    <a:pt x="13" y="119"/>
                    <a:pt x="13" y="119"/>
                    <a:pt x="13" y="119"/>
                  </a:cubicBezTo>
                  <a:cubicBezTo>
                    <a:pt x="15" y="125"/>
                    <a:pt x="18" y="132"/>
                    <a:pt x="21" y="138"/>
                  </a:cubicBezTo>
                  <a:cubicBezTo>
                    <a:pt x="15" y="151"/>
                    <a:pt x="15" y="151"/>
                    <a:pt x="15" y="151"/>
                  </a:cubicBezTo>
                  <a:cubicBezTo>
                    <a:pt x="41" y="177"/>
                    <a:pt x="41" y="177"/>
                    <a:pt x="41" y="177"/>
                  </a:cubicBezTo>
                  <a:cubicBezTo>
                    <a:pt x="54" y="170"/>
                    <a:pt x="54" y="170"/>
                    <a:pt x="54" y="170"/>
                  </a:cubicBezTo>
                  <a:cubicBezTo>
                    <a:pt x="60" y="173"/>
                    <a:pt x="66" y="176"/>
                    <a:pt x="73" y="178"/>
                  </a:cubicBezTo>
                  <a:cubicBezTo>
                    <a:pt x="77" y="192"/>
                    <a:pt x="77" y="192"/>
                    <a:pt x="77" y="192"/>
                  </a:cubicBezTo>
                  <a:cubicBezTo>
                    <a:pt x="114" y="192"/>
                    <a:pt x="114" y="192"/>
                    <a:pt x="114" y="192"/>
                  </a:cubicBezTo>
                  <a:lnTo>
                    <a:pt x="119" y="178"/>
                  </a:lnTo>
                  <a:close/>
                  <a:moveTo>
                    <a:pt x="102" y="160"/>
                  </a:moveTo>
                  <a:cubicBezTo>
                    <a:pt x="99" y="170"/>
                    <a:pt x="99" y="170"/>
                    <a:pt x="99" y="170"/>
                  </a:cubicBezTo>
                  <a:cubicBezTo>
                    <a:pt x="93" y="170"/>
                    <a:pt x="93" y="170"/>
                    <a:pt x="93" y="170"/>
                  </a:cubicBezTo>
                  <a:cubicBezTo>
                    <a:pt x="89" y="160"/>
                    <a:pt x="89" y="160"/>
                    <a:pt x="89" y="160"/>
                  </a:cubicBezTo>
                  <a:cubicBezTo>
                    <a:pt x="83" y="158"/>
                    <a:pt x="83" y="158"/>
                    <a:pt x="83" y="158"/>
                  </a:cubicBezTo>
                  <a:cubicBezTo>
                    <a:pt x="75" y="157"/>
                    <a:pt x="67" y="154"/>
                    <a:pt x="60" y="149"/>
                  </a:cubicBezTo>
                  <a:cubicBezTo>
                    <a:pt x="55" y="146"/>
                    <a:pt x="55" y="146"/>
                    <a:pt x="55" y="146"/>
                  </a:cubicBezTo>
                  <a:cubicBezTo>
                    <a:pt x="45" y="151"/>
                    <a:pt x="45" y="151"/>
                    <a:pt x="45" y="151"/>
                  </a:cubicBezTo>
                  <a:cubicBezTo>
                    <a:pt x="41" y="146"/>
                    <a:pt x="41" y="146"/>
                    <a:pt x="41" y="146"/>
                  </a:cubicBezTo>
                  <a:cubicBezTo>
                    <a:pt x="46" y="136"/>
                    <a:pt x="46" y="136"/>
                    <a:pt x="46" y="136"/>
                  </a:cubicBezTo>
                  <a:cubicBezTo>
                    <a:pt x="42" y="131"/>
                    <a:pt x="42" y="131"/>
                    <a:pt x="42" y="131"/>
                  </a:cubicBezTo>
                  <a:cubicBezTo>
                    <a:pt x="38" y="124"/>
                    <a:pt x="35" y="116"/>
                    <a:pt x="33" y="108"/>
                  </a:cubicBezTo>
                  <a:cubicBezTo>
                    <a:pt x="32" y="102"/>
                    <a:pt x="32" y="102"/>
                    <a:pt x="32" y="102"/>
                  </a:cubicBezTo>
                  <a:cubicBezTo>
                    <a:pt x="21" y="99"/>
                    <a:pt x="21" y="99"/>
                    <a:pt x="21" y="99"/>
                  </a:cubicBezTo>
                  <a:cubicBezTo>
                    <a:pt x="21" y="93"/>
                    <a:pt x="21" y="93"/>
                    <a:pt x="21" y="93"/>
                  </a:cubicBezTo>
                  <a:cubicBezTo>
                    <a:pt x="32" y="89"/>
                    <a:pt x="32" y="89"/>
                    <a:pt x="32" y="89"/>
                  </a:cubicBezTo>
                  <a:cubicBezTo>
                    <a:pt x="33" y="83"/>
                    <a:pt x="33" y="83"/>
                    <a:pt x="33" y="83"/>
                  </a:cubicBezTo>
                  <a:cubicBezTo>
                    <a:pt x="35" y="75"/>
                    <a:pt x="38" y="67"/>
                    <a:pt x="42" y="60"/>
                  </a:cubicBezTo>
                  <a:cubicBezTo>
                    <a:pt x="46" y="55"/>
                    <a:pt x="46" y="55"/>
                    <a:pt x="46" y="55"/>
                  </a:cubicBezTo>
                  <a:cubicBezTo>
                    <a:pt x="41" y="45"/>
                    <a:pt x="41" y="45"/>
                    <a:pt x="41" y="45"/>
                  </a:cubicBezTo>
                  <a:cubicBezTo>
                    <a:pt x="45" y="41"/>
                    <a:pt x="45" y="41"/>
                    <a:pt x="45" y="41"/>
                  </a:cubicBezTo>
                  <a:cubicBezTo>
                    <a:pt x="55" y="46"/>
                    <a:pt x="55" y="46"/>
                    <a:pt x="55" y="46"/>
                  </a:cubicBezTo>
                  <a:cubicBezTo>
                    <a:pt x="60" y="42"/>
                    <a:pt x="60" y="42"/>
                    <a:pt x="60" y="42"/>
                  </a:cubicBezTo>
                  <a:cubicBezTo>
                    <a:pt x="67" y="38"/>
                    <a:pt x="75" y="35"/>
                    <a:pt x="83" y="33"/>
                  </a:cubicBezTo>
                  <a:cubicBezTo>
                    <a:pt x="89" y="32"/>
                    <a:pt x="89" y="32"/>
                    <a:pt x="89" y="32"/>
                  </a:cubicBezTo>
                  <a:cubicBezTo>
                    <a:pt x="93" y="21"/>
                    <a:pt x="93" y="21"/>
                    <a:pt x="93" y="21"/>
                  </a:cubicBezTo>
                  <a:cubicBezTo>
                    <a:pt x="99" y="21"/>
                    <a:pt x="99" y="21"/>
                    <a:pt x="99" y="21"/>
                  </a:cubicBezTo>
                  <a:cubicBezTo>
                    <a:pt x="102" y="32"/>
                    <a:pt x="102" y="32"/>
                    <a:pt x="102" y="32"/>
                  </a:cubicBezTo>
                  <a:cubicBezTo>
                    <a:pt x="108" y="33"/>
                    <a:pt x="108" y="33"/>
                    <a:pt x="108" y="33"/>
                  </a:cubicBezTo>
                  <a:cubicBezTo>
                    <a:pt x="116" y="35"/>
                    <a:pt x="124" y="38"/>
                    <a:pt x="131" y="42"/>
                  </a:cubicBezTo>
                  <a:cubicBezTo>
                    <a:pt x="136" y="46"/>
                    <a:pt x="136" y="46"/>
                    <a:pt x="136" y="46"/>
                  </a:cubicBezTo>
                  <a:cubicBezTo>
                    <a:pt x="146" y="41"/>
                    <a:pt x="146" y="41"/>
                    <a:pt x="146" y="41"/>
                  </a:cubicBezTo>
                  <a:cubicBezTo>
                    <a:pt x="151" y="45"/>
                    <a:pt x="151" y="45"/>
                    <a:pt x="151" y="45"/>
                  </a:cubicBezTo>
                  <a:cubicBezTo>
                    <a:pt x="146" y="55"/>
                    <a:pt x="146" y="55"/>
                    <a:pt x="146" y="55"/>
                  </a:cubicBezTo>
                  <a:cubicBezTo>
                    <a:pt x="149" y="60"/>
                    <a:pt x="149" y="60"/>
                    <a:pt x="149" y="60"/>
                  </a:cubicBezTo>
                  <a:cubicBezTo>
                    <a:pt x="154" y="67"/>
                    <a:pt x="157" y="75"/>
                    <a:pt x="158" y="83"/>
                  </a:cubicBezTo>
                  <a:cubicBezTo>
                    <a:pt x="160" y="89"/>
                    <a:pt x="160" y="89"/>
                    <a:pt x="160" y="89"/>
                  </a:cubicBezTo>
                  <a:cubicBezTo>
                    <a:pt x="170" y="93"/>
                    <a:pt x="170" y="93"/>
                    <a:pt x="170" y="93"/>
                  </a:cubicBezTo>
                  <a:cubicBezTo>
                    <a:pt x="170" y="99"/>
                    <a:pt x="170" y="99"/>
                    <a:pt x="170" y="99"/>
                  </a:cubicBezTo>
                  <a:cubicBezTo>
                    <a:pt x="160" y="102"/>
                    <a:pt x="160" y="102"/>
                    <a:pt x="160" y="102"/>
                  </a:cubicBezTo>
                  <a:cubicBezTo>
                    <a:pt x="158" y="108"/>
                    <a:pt x="158" y="108"/>
                    <a:pt x="158" y="108"/>
                  </a:cubicBezTo>
                  <a:cubicBezTo>
                    <a:pt x="157" y="116"/>
                    <a:pt x="154" y="124"/>
                    <a:pt x="149" y="131"/>
                  </a:cubicBezTo>
                  <a:cubicBezTo>
                    <a:pt x="146" y="136"/>
                    <a:pt x="146" y="136"/>
                    <a:pt x="146" y="136"/>
                  </a:cubicBezTo>
                  <a:cubicBezTo>
                    <a:pt x="151" y="146"/>
                    <a:pt x="151" y="146"/>
                    <a:pt x="151" y="146"/>
                  </a:cubicBezTo>
                  <a:cubicBezTo>
                    <a:pt x="146" y="151"/>
                    <a:pt x="146" y="151"/>
                    <a:pt x="146" y="151"/>
                  </a:cubicBezTo>
                  <a:cubicBezTo>
                    <a:pt x="136" y="146"/>
                    <a:pt x="136" y="146"/>
                    <a:pt x="136" y="146"/>
                  </a:cubicBezTo>
                  <a:cubicBezTo>
                    <a:pt x="131" y="149"/>
                    <a:pt x="131" y="149"/>
                    <a:pt x="131" y="149"/>
                  </a:cubicBezTo>
                  <a:cubicBezTo>
                    <a:pt x="124" y="154"/>
                    <a:pt x="116" y="157"/>
                    <a:pt x="108" y="158"/>
                  </a:cubicBezTo>
                  <a:lnTo>
                    <a:pt x="102" y="160"/>
                  </a:lnTo>
                  <a:close/>
                  <a:moveTo>
                    <a:pt x="102" y="160"/>
                  </a:moveTo>
                  <a:cubicBezTo>
                    <a:pt x="102" y="160"/>
                    <a:pt x="102" y="160"/>
                    <a:pt x="102" y="160"/>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31">
              <a:extLst>
                <a:ext uri="{FF2B5EF4-FFF2-40B4-BE49-F238E27FC236}">
                  <a16:creationId xmlns:a16="http://schemas.microsoft.com/office/drawing/2014/main" id="{C9D71B44-732A-4B58-A209-27D49016F9A0}"/>
                </a:ext>
              </a:extLst>
            </p:cNvPr>
            <p:cNvSpPr>
              <a:spLocks noEditPoints="1"/>
            </p:cNvSpPr>
            <p:nvPr/>
          </p:nvSpPr>
          <p:spPr bwMode="auto">
            <a:xfrm>
              <a:off x="2714" y="4498"/>
              <a:ext cx="190" cy="184"/>
            </a:xfrm>
            <a:custGeom>
              <a:avLst/>
              <a:gdLst>
                <a:gd name="T0" fmla="*/ 43 w 85"/>
                <a:gd name="T1" fmla="*/ 0 h 85"/>
                <a:gd name="T2" fmla="*/ 0 w 85"/>
                <a:gd name="T3" fmla="*/ 43 h 85"/>
                <a:gd name="T4" fmla="*/ 43 w 85"/>
                <a:gd name="T5" fmla="*/ 85 h 85"/>
                <a:gd name="T6" fmla="*/ 85 w 85"/>
                <a:gd name="T7" fmla="*/ 43 h 85"/>
                <a:gd name="T8" fmla="*/ 43 w 85"/>
                <a:gd name="T9" fmla="*/ 0 h 85"/>
                <a:gd name="T10" fmla="*/ 43 w 85"/>
                <a:gd name="T11" fmla="*/ 64 h 85"/>
                <a:gd name="T12" fmla="*/ 21 w 85"/>
                <a:gd name="T13" fmla="*/ 43 h 85"/>
                <a:gd name="T14" fmla="*/ 43 w 85"/>
                <a:gd name="T15" fmla="*/ 21 h 85"/>
                <a:gd name="T16" fmla="*/ 64 w 85"/>
                <a:gd name="T17" fmla="*/ 43 h 85"/>
                <a:gd name="T18" fmla="*/ 43 w 85"/>
                <a:gd name="T19" fmla="*/ 64 h 85"/>
                <a:gd name="T20" fmla="*/ 43 w 85"/>
                <a:gd name="T21" fmla="*/ 64 h 85"/>
                <a:gd name="T22" fmla="*/ 43 w 85"/>
                <a:gd name="T23" fmla="*/ 6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85">
                  <a:moveTo>
                    <a:pt x="43" y="0"/>
                  </a:moveTo>
                  <a:cubicBezTo>
                    <a:pt x="19" y="0"/>
                    <a:pt x="0" y="19"/>
                    <a:pt x="0" y="43"/>
                  </a:cubicBezTo>
                  <a:cubicBezTo>
                    <a:pt x="0" y="66"/>
                    <a:pt x="19" y="85"/>
                    <a:pt x="43" y="85"/>
                  </a:cubicBezTo>
                  <a:cubicBezTo>
                    <a:pt x="66" y="85"/>
                    <a:pt x="85" y="66"/>
                    <a:pt x="85" y="43"/>
                  </a:cubicBezTo>
                  <a:cubicBezTo>
                    <a:pt x="85" y="19"/>
                    <a:pt x="66" y="0"/>
                    <a:pt x="43" y="0"/>
                  </a:cubicBezTo>
                  <a:close/>
                  <a:moveTo>
                    <a:pt x="43" y="64"/>
                  </a:moveTo>
                  <a:cubicBezTo>
                    <a:pt x="31" y="64"/>
                    <a:pt x="21" y="54"/>
                    <a:pt x="21" y="43"/>
                  </a:cubicBezTo>
                  <a:cubicBezTo>
                    <a:pt x="21" y="31"/>
                    <a:pt x="31" y="21"/>
                    <a:pt x="43" y="21"/>
                  </a:cubicBezTo>
                  <a:cubicBezTo>
                    <a:pt x="54" y="21"/>
                    <a:pt x="64" y="31"/>
                    <a:pt x="64" y="43"/>
                  </a:cubicBezTo>
                  <a:cubicBezTo>
                    <a:pt x="64" y="54"/>
                    <a:pt x="54" y="64"/>
                    <a:pt x="43" y="64"/>
                  </a:cubicBezTo>
                  <a:close/>
                  <a:moveTo>
                    <a:pt x="43" y="64"/>
                  </a:moveTo>
                  <a:cubicBezTo>
                    <a:pt x="43" y="64"/>
                    <a:pt x="43" y="64"/>
                    <a:pt x="43" y="64"/>
                  </a:cubicBez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32">
              <a:extLst>
                <a:ext uri="{FF2B5EF4-FFF2-40B4-BE49-F238E27FC236}">
                  <a16:creationId xmlns:a16="http://schemas.microsoft.com/office/drawing/2014/main" id="{ADCAD21C-5833-4AEB-8DC0-D20AF4CE4FB3}"/>
                </a:ext>
              </a:extLst>
            </p:cNvPr>
            <p:cNvSpPr>
              <a:spLocks noEditPoints="1"/>
            </p:cNvSpPr>
            <p:nvPr/>
          </p:nvSpPr>
          <p:spPr bwMode="auto">
            <a:xfrm>
              <a:off x="2500" y="4290"/>
              <a:ext cx="618" cy="716"/>
            </a:xfrm>
            <a:custGeom>
              <a:avLst/>
              <a:gdLst>
                <a:gd name="T0" fmla="*/ 475 w 618"/>
                <a:gd name="T1" fmla="*/ 716 h 716"/>
                <a:gd name="T2" fmla="*/ 475 w 618"/>
                <a:gd name="T3" fmla="*/ 599 h 716"/>
                <a:gd name="T4" fmla="*/ 618 w 618"/>
                <a:gd name="T5" fmla="*/ 599 h 716"/>
                <a:gd name="T6" fmla="*/ 618 w 618"/>
                <a:gd name="T7" fmla="*/ 0 h 716"/>
                <a:gd name="T8" fmla="*/ 0 w 618"/>
                <a:gd name="T9" fmla="*/ 0 h 716"/>
                <a:gd name="T10" fmla="*/ 0 w 618"/>
                <a:gd name="T11" fmla="*/ 599 h 716"/>
                <a:gd name="T12" fmla="*/ 317 w 618"/>
                <a:gd name="T13" fmla="*/ 599 h 716"/>
                <a:gd name="T14" fmla="*/ 475 w 618"/>
                <a:gd name="T15" fmla="*/ 716 h 716"/>
                <a:gd name="T16" fmla="*/ 47 w 618"/>
                <a:gd name="T17" fmla="*/ 46 h 716"/>
                <a:gd name="T18" fmla="*/ 571 w 618"/>
                <a:gd name="T19" fmla="*/ 46 h 716"/>
                <a:gd name="T20" fmla="*/ 571 w 618"/>
                <a:gd name="T21" fmla="*/ 554 h 716"/>
                <a:gd name="T22" fmla="*/ 428 w 618"/>
                <a:gd name="T23" fmla="*/ 554 h 716"/>
                <a:gd name="T24" fmla="*/ 428 w 618"/>
                <a:gd name="T25" fmla="*/ 623 h 716"/>
                <a:gd name="T26" fmla="*/ 332 w 618"/>
                <a:gd name="T27" fmla="*/ 554 h 716"/>
                <a:gd name="T28" fmla="*/ 47 w 618"/>
                <a:gd name="T29" fmla="*/ 554 h 716"/>
                <a:gd name="T30" fmla="*/ 47 w 618"/>
                <a:gd name="T31" fmla="*/ 46 h 716"/>
                <a:gd name="T32" fmla="*/ 47 w 618"/>
                <a:gd name="T33" fmla="*/ 46 h 716"/>
                <a:gd name="T34" fmla="*/ 47 w 618"/>
                <a:gd name="T35" fmla="*/ 46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8" h="716">
                  <a:moveTo>
                    <a:pt x="475" y="716"/>
                  </a:moveTo>
                  <a:lnTo>
                    <a:pt x="475" y="599"/>
                  </a:lnTo>
                  <a:lnTo>
                    <a:pt x="618" y="599"/>
                  </a:lnTo>
                  <a:lnTo>
                    <a:pt x="618" y="0"/>
                  </a:lnTo>
                  <a:lnTo>
                    <a:pt x="0" y="0"/>
                  </a:lnTo>
                  <a:lnTo>
                    <a:pt x="0" y="599"/>
                  </a:lnTo>
                  <a:lnTo>
                    <a:pt x="317" y="599"/>
                  </a:lnTo>
                  <a:lnTo>
                    <a:pt x="475" y="716"/>
                  </a:lnTo>
                  <a:close/>
                  <a:moveTo>
                    <a:pt x="47" y="46"/>
                  </a:moveTo>
                  <a:lnTo>
                    <a:pt x="571" y="46"/>
                  </a:lnTo>
                  <a:lnTo>
                    <a:pt x="571" y="554"/>
                  </a:lnTo>
                  <a:lnTo>
                    <a:pt x="428" y="554"/>
                  </a:lnTo>
                  <a:lnTo>
                    <a:pt x="428" y="623"/>
                  </a:lnTo>
                  <a:lnTo>
                    <a:pt x="332" y="554"/>
                  </a:lnTo>
                  <a:lnTo>
                    <a:pt x="47" y="554"/>
                  </a:lnTo>
                  <a:lnTo>
                    <a:pt x="47" y="46"/>
                  </a:lnTo>
                  <a:close/>
                  <a:moveTo>
                    <a:pt x="47" y="46"/>
                  </a:moveTo>
                  <a:lnTo>
                    <a:pt x="47" y="46"/>
                  </a:lnTo>
                  <a:close/>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33">
              <a:extLst>
                <a:ext uri="{FF2B5EF4-FFF2-40B4-BE49-F238E27FC236}">
                  <a16:creationId xmlns:a16="http://schemas.microsoft.com/office/drawing/2014/main" id="{831503EE-E400-4FA1-A381-5436775A8FF0}"/>
                </a:ext>
              </a:extLst>
            </p:cNvPr>
            <p:cNvSpPr>
              <a:spLocks noEditPoints="1"/>
            </p:cNvSpPr>
            <p:nvPr/>
          </p:nvSpPr>
          <p:spPr bwMode="auto">
            <a:xfrm>
              <a:off x="2500" y="4290"/>
              <a:ext cx="618" cy="716"/>
            </a:xfrm>
            <a:custGeom>
              <a:avLst/>
              <a:gdLst>
                <a:gd name="T0" fmla="*/ 475 w 618"/>
                <a:gd name="T1" fmla="*/ 716 h 716"/>
                <a:gd name="T2" fmla="*/ 475 w 618"/>
                <a:gd name="T3" fmla="*/ 599 h 716"/>
                <a:gd name="T4" fmla="*/ 618 w 618"/>
                <a:gd name="T5" fmla="*/ 599 h 716"/>
                <a:gd name="T6" fmla="*/ 618 w 618"/>
                <a:gd name="T7" fmla="*/ 0 h 716"/>
                <a:gd name="T8" fmla="*/ 0 w 618"/>
                <a:gd name="T9" fmla="*/ 0 h 716"/>
                <a:gd name="T10" fmla="*/ 0 w 618"/>
                <a:gd name="T11" fmla="*/ 599 h 716"/>
                <a:gd name="T12" fmla="*/ 317 w 618"/>
                <a:gd name="T13" fmla="*/ 599 h 716"/>
                <a:gd name="T14" fmla="*/ 475 w 618"/>
                <a:gd name="T15" fmla="*/ 716 h 716"/>
                <a:gd name="T16" fmla="*/ 47 w 618"/>
                <a:gd name="T17" fmla="*/ 46 h 716"/>
                <a:gd name="T18" fmla="*/ 571 w 618"/>
                <a:gd name="T19" fmla="*/ 46 h 716"/>
                <a:gd name="T20" fmla="*/ 571 w 618"/>
                <a:gd name="T21" fmla="*/ 554 h 716"/>
                <a:gd name="T22" fmla="*/ 428 w 618"/>
                <a:gd name="T23" fmla="*/ 554 h 716"/>
                <a:gd name="T24" fmla="*/ 428 w 618"/>
                <a:gd name="T25" fmla="*/ 623 h 716"/>
                <a:gd name="T26" fmla="*/ 332 w 618"/>
                <a:gd name="T27" fmla="*/ 554 h 716"/>
                <a:gd name="T28" fmla="*/ 47 w 618"/>
                <a:gd name="T29" fmla="*/ 554 h 716"/>
                <a:gd name="T30" fmla="*/ 47 w 618"/>
                <a:gd name="T31" fmla="*/ 46 h 716"/>
                <a:gd name="T32" fmla="*/ 47 w 618"/>
                <a:gd name="T33" fmla="*/ 46 h 716"/>
                <a:gd name="T34" fmla="*/ 47 w 618"/>
                <a:gd name="T35" fmla="*/ 46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8" h="716">
                  <a:moveTo>
                    <a:pt x="475" y="716"/>
                  </a:moveTo>
                  <a:lnTo>
                    <a:pt x="475" y="599"/>
                  </a:lnTo>
                  <a:lnTo>
                    <a:pt x="618" y="599"/>
                  </a:lnTo>
                  <a:lnTo>
                    <a:pt x="618" y="0"/>
                  </a:lnTo>
                  <a:lnTo>
                    <a:pt x="0" y="0"/>
                  </a:lnTo>
                  <a:lnTo>
                    <a:pt x="0" y="599"/>
                  </a:lnTo>
                  <a:lnTo>
                    <a:pt x="317" y="599"/>
                  </a:lnTo>
                  <a:lnTo>
                    <a:pt x="475" y="716"/>
                  </a:lnTo>
                  <a:moveTo>
                    <a:pt x="47" y="46"/>
                  </a:moveTo>
                  <a:lnTo>
                    <a:pt x="571" y="46"/>
                  </a:lnTo>
                  <a:lnTo>
                    <a:pt x="571" y="554"/>
                  </a:lnTo>
                  <a:lnTo>
                    <a:pt x="428" y="554"/>
                  </a:lnTo>
                  <a:lnTo>
                    <a:pt x="428" y="623"/>
                  </a:lnTo>
                  <a:lnTo>
                    <a:pt x="332" y="554"/>
                  </a:lnTo>
                  <a:lnTo>
                    <a:pt x="47" y="554"/>
                  </a:lnTo>
                  <a:lnTo>
                    <a:pt x="47" y="46"/>
                  </a:lnTo>
                  <a:moveTo>
                    <a:pt x="47" y="46"/>
                  </a:moveTo>
                  <a:lnTo>
                    <a:pt x="47" y="46"/>
                  </a:lnTo>
                </a:path>
              </a:pathLst>
            </a:custGeom>
            <a:grpFill/>
            <a:ln w="1270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Rectangle 34">
              <a:extLst>
                <a:ext uri="{FF2B5EF4-FFF2-40B4-BE49-F238E27FC236}">
                  <a16:creationId xmlns:a16="http://schemas.microsoft.com/office/drawing/2014/main" id="{87C3C029-FF1C-4C90-ACEB-965E28162D24}"/>
                </a:ext>
              </a:extLst>
            </p:cNvPr>
            <p:cNvSpPr>
              <a:spLocks noChangeArrowheads="1"/>
            </p:cNvSpPr>
            <p:nvPr/>
          </p:nvSpPr>
          <p:spPr bwMode="auto">
            <a:xfrm>
              <a:off x="2500" y="5075"/>
              <a:ext cx="47" cy="46"/>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8" name="Rectangle 35">
              <a:extLst>
                <a:ext uri="{FF2B5EF4-FFF2-40B4-BE49-F238E27FC236}">
                  <a16:creationId xmlns:a16="http://schemas.microsoft.com/office/drawing/2014/main" id="{9F773C92-8241-4460-9BC2-DAEEE374CA81}"/>
                </a:ext>
              </a:extLst>
            </p:cNvPr>
            <p:cNvSpPr>
              <a:spLocks noChangeArrowheads="1"/>
            </p:cNvSpPr>
            <p:nvPr/>
          </p:nvSpPr>
          <p:spPr bwMode="auto">
            <a:xfrm>
              <a:off x="2596" y="5075"/>
              <a:ext cx="47" cy="46"/>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 name="Rectangle 36">
              <a:extLst>
                <a:ext uri="{FF2B5EF4-FFF2-40B4-BE49-F238E27FC236}">
                  <a16:creationId xmlns:a16="http://schemas.microsoft.com/office/drawing/2014/main" id="{04BC0771-A84E-4A24-A705-CF6BB80C1F2E}"/>
                </a:ext>
              </a:extLst>
            </p:cNvPr>
            <p:cNvSpPr>
              <a:spLocks noChangeArrowheads="1"/>
            </p:cNvSpPr>
            <p:nvPr/>
          </p:nvSpPr>
          <p:spPr bwMode="auto">
            <a:xfrm>
              <a:off x="2690" y="5075"/>
              <a:ext cx="49" cy="46"/>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0" name="Rectangle 37">
              <a:extLst>
                <a:ext uri="{FF2B5EF4-FFF2-40B4-BE49-F238E27FC236}">
                  <a16:creationId xmlns:a16="http://schemas.microsoft.com/office/drawing/2014/main" id="{0D144C72-67F3-44A4-AEBE-88473F646EE7}"/>
                </a:ext>
              </a:extLst>
            </p:cNvPr>
            <p:cNvSpPr>
              <a:spLocks noChangeArrowheads="1"/>
            </p:cNvSpPr>
            <p:nvPr/>
          </p:nvSpPr>
          <p:spPr bwMode="auto">
            <a:xfrm>
              <a:off x="2596" y="5166"/>
              <a:ext cx="47" cy="48"/>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1" name="Rectangle 38">
              <a:extLst>
                <a:ext uri="{FF2B5EF4-FFF2-40B4-BE49-F238E27FC236}">
                  <a16:creationId xmlns:a16="http://schemas.microsoft.com/office/drawing/2014/main" id="{CD99323A-9C4B-45D2-A33E-AEA8B9604025}"/>
                </a:ext>
              </a:extLst>
            </p:cNvPr>
            <p:cNvSpPr>
              <a:spLocks noChangeArrowheads="1"/>
            </p:cNvSpPr>
            <p:nvPr/>
          </p:nvSpPr>
          <p:spPr bwMode="auto">
            <a:xfrm>
              <a:off x="2690" y="5166"/>
              <a:ext cx="49" cy="48"/>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2" name="Rectangle 39">
              <a:extLst>
                <a:ext uri="{FF2B5EF4-FFF2-40B4-BE49-F238E27FC236}">
                  <a16:creationId xmlns:a16="http://schemas.microsoft.com/office/drawing/2014/main" id="{0E55EAF2-3E0C-430A-AEEA-E84649FB8AC7}"/>
                </a:ext>
              </a:extLst>
            </p:cNvPr>
            <p:cNvSpPr>
              <a:spLocks noChangeArrowheads="1"/>
            </p:cNvSpPr>
            <p:nvPr/>
          </p:nvSpPr>
          <p:spPr bwMode="auto">
            <a:xfrm>
              <a:off x="2500" y="5675"/>
              <a:ext cx="47" cy="45"/>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3" name="Rectangle 40">
              <a:extLst>
                <a:ext uri="{FF2B5EF4-FFF2-40B4-BE49-F238E27FC236}">
                  <a16:creationId xmlns:a16="http://schemas.microsoft.com/office/drawing/2014/main" id="{B6AB1E2A-D0EE-499A-8086-EA905F34663B}"/>
                </a:ext>
              </a:extLst>
            </p:cNvPr>
            <p:cNvSpPr>
              <a:spLocks noChangeArrowheads="1"/>
            </p:cNvSpPr>
            <p:nvPr/>
          </p:nvSpPr>
          <p:spPr bwMode="auto">
            <a:xfrm>
              <a:off x="2596" y="5675"/>
              <a:ext cx="47" cy="45"/>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4" name="Rectangle 41">
              <a:extLst>
                <a:ext uri="{FF2B5EF4-FFF2-40B4-BE49-F238E27FC236}">
                  <a16:creationId xmlns:a16="http://schemas.microsoft.com/office/drawing/2014/main" id="{7FFA8CF3-8FAF-419D-9DE7-86DD12977D3E}"/>
                </a:ext>
              </a:extLst>
            </p:cNvPr>
            <p:cNvSpPr>
              <a:spLocks noChangeArrowheads="1"/>
            </p:cNvSpPr>
            <p:nvPr/>
          </p:nvSpPr>
          <p:spPr bwMode="auto">
            <a:xfrm>
              <a:off x="2690" y="5675"/>
              <a:ext cx="49" cy="45"/>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5" name="Rectangle 42">
              <a:extLst>
                <a:ext uri="{FF2B5EF4-FFF2-40B4-BE49-F238E27FC236}">
                  <a16:creationId xmlns:a16="http://schemas.microsoft.com/office/drawing/2014/main" id="{2DABF01B-A15F-4697-BDD4-150E3345C506}"/>
                </a:ext>
              </a:extLst>
            </p:cNvPr>
            <p:cNvSpPr>
              <a:spLocks noChangeArrowheads="1"/>
            </p:cNvSpPr>
            <p:nvPr/>
          </p:nvSpPr>
          <p:spPr bwMode="auto">
            <a:xfrm>
              <a:off x="2596" y="5582"/>
              <a:ext cx="47" cy="47"/>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6" name="Rectangle 43">
              <a:extLst>
                <a:ext uri="{FF2B5EF4-FFF2-40B4-BE49-F238E27FC236}">
                  <a16:creationId xmlns:a16="http://schemas.microsoft.com/office/drawing/2014/main" id="{F94D8564-CF68-4D60-8F03-2F396029F125}"/>
                </a:ext>
              </a:extLst>
            </p:cNvPr>
            <p:cNvSpPr>
              <a:spLocks noChangeArrowheads="1"/>
            </p:cNvSpPr>
            <p:nvPr/>
          </p:nvSpPr>
          <p:spPr bwMode="auto">
            <a:xfrm>
              <a:off x="2690" y="5582"/>
              <a:ext cx="49" cy="47"/>
            </a:xfrm>
            <a:prstGeom prst="rect">
              <a:avLst/>
            </a:prstGeom>
            <a:grpFill/>
            <a:ln w="1270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28" name="Arrow: Down 27">
            <a:extLst>
              <a:ext uri="{FF2B5EF4-FFF2-40B4-BE49-F238E27FC236}">
                <a16:creationId xmlns:a16="http://schemas.microsoft.com/office/drawing/2014/main" id="{09CE92DB-F457-418F-BD89-762717A6ADD2}"/>
              </a:ext>
            </a:extLst>
          </p:cNvPr>
          <p:cNvSpPr/>
          <p:nvPr/>
        </p:nvSpPr>
        <p:spPr bwMode="gray">
          <a:xfrm>
            <a:off x="4641469" y="2790108"/>
            <a:ext cx="374793" cy="624183"/>
          </a:xfrm>
          <a:prstGeom prst="downArrow">
            <a:avLst/>
          </a:prstGeom>
          <a:noFill/>
          <a:ln w="9525" algn="ctr">
            <a:solidFill>
              <a:schemeClr val="accent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grpSp>
        <p:nvGrpSpPr>
          <p:cNvPr id="177" name="Group 844">
            <a:extLst>
              <a:ext uri="{FF2B5EF4-FFF2-40B4-BE49-F238E27FC236}">
                <a16:creationId xmlns:a16="http://schemas.microsoft.com/office/drawing/2014/main" id="{1DE7DC88-9808-4242-A3FF-1D8A39A50352}"/>
              </a:ext>
            </a:extLst>
          </p:cNvPr>
          <p:cNvGrpSpPr>
            <a:grpSpLocks noChangeAspect="1"/>
          </p:cNvGrpSpPr>
          <p:nvPr/>
        </p:nvGrpSpPr>
        <p:grpSpPr bwMode="auto">
          <a:xfrm>
            <a:off x="6119867" y="5402944"/>
            <a:ext cx="366963" cy="365119"/>
            <a:chOff x="4371" y="3110"/>
            <a:chExt cx="199" cy="198"/>
          </a:xfrm>
          <a:solidFill>
            <a:schemeClr val="accent3"/>
          </a:solidFill>
        </p:grpSpPr>
        <p:sp>
          <p:nvSpPr>
            <p:cNvPr id="178" name="Freeform 845">
              <a:extLst>
                <a:ext uri="{FF2B5EF4-FFF2-40B4-BE49-F238E27FC236}">
                  <a16:creationId xmlns:a16="http://schemas.microsoft.com/office/drawing/2014/main" id="{7DE7B9EE-31EE-4994-A518-477A1EFC1B4D}"/>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79" name="Freeform 846">
              <a:extLst>
                <a:ext uri="{FF2B5EF4-FFF2-40B4-BE49-F238E27FC236}">
                  <a16:creationId xmlns:a16="http://schemas.microsoft.com/office/drawing/2014/main" id="{02868522-4CBC-4081-9A69-930BF975514E}"/>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80" name="Freeform 847">
              <a:extLst>
                <a:ext uri="{FF2B5EF4-FFF2-40B4-BE49-F238E27FC236}">
                  <a16:creationId xmlns:a16="http://schemas.microsoft.com/office/drawing/2014/main" id="{FD2E8583-9AD8-4EA2-903F-6B0D8A529AAE}"/>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81" name="Freeform 848">
              <a:extLst>
                <a:ext uri="{FF2B5EF4-FFF2-40B4-BE49-F238E27FC236}">
                  <a16:creationId xmlns:a16="http://schemas.microsoft.com/office/drawing/2014/main" id="{6A171736-77DF-4FE0-9712-A86F97AEF473}"/>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82" name="Freeform 849">
              <a:extLst>
                <a:ext uri="{FF2B5EF4-FFF2-40B4-BE49-F238E27FC236}">
                  <a16:creationId xmlns:a16="http://schemas.microsoft.com/office/drawing/2014/main" id="{53EE28FE-7BD2-4074-823C-54BA9A7A817E}"/>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83" name="Freeform 850">
              <a:extLst>
                <a:ext uri="{FF2B5EF4-FFF2-40B4-BE49-F238E27FC236}">
                  <a16:creationId xmlns:a16="http://schemas.microsoft.com/office/drawing/2014/main" id="{E17C6BBF-88FA-45BB-91DF-64B70D99F7E9}"/>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185" name="Group 844">
            <a:extLst>
              <a:ext uri="{FF2B5EF4-FFF2-40B4-BE49-F238E27FC236}">
                <a16:creationId xmlns:a16="http://schemas.microsoft.com/office/drawing/2014/main" id="{C3949A4F-5F0F-4E7F-BAC1-A311FC1F3B56}"/>
              </a:ext>
            </a:extLst>
          </p:cNvPr>
          <p:cNvGrpSpPr>
            <a:grpSpLocks noChangeAspect="1"/>
          </p:cNvGrpSpPr>
          <p:nvPr/>
        </p:nvGrpSpPr>
        <p:grpSpPr bwMode="auto">
          <a:xfrm>
            <a:off x="6544100" y="5402944"/>
            <a:ext cx="366963" cy="365119"/>
            <a:chOff x="4371" y="3110"/>
            <a:chExt cx="199" cy="198"/>
          </a:xfrm>
          <a:solidFill>
            <a:schemeClr val="accent3"/>
          </a:solidFill>
        </p:grpSpPr>
        <p:sp>
          <p:nvSpPr>
            <p:cNvPr id="186" name="Freeform 845">
              <a:extLst>
                <a:ext uri="{FF2B5EF4-FFF2-40B4-BE49-F238E27FC236}">
                  <a16:creationId xmlns:a16="http://schemas.microsoft.com/office/drawing/2014/main" id="{C10C26FA-B5FC-44FF-91F5-92F05F4EC41F}"/>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87" name="Freeform 846">
              <a:extLst>
                <a:ext uri="{FF2B5EF4-FFF2-40B4-BE49-F238E27FC236}">
                  <a16:creationId xmlns:a16="http://schemas.microsoft.com/office/drawing/2014/main" id="{CAC88939-9B5A-4366-88BE-CC1531729689}"/>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88" name="Freeform 847">
              <a:extLst>
                <a:ext uri="{FF2B5EF4-FFF2-40B4-BE49-F238E27FC236}">
                  <a16:creationId xmlns:a16="http://schemas.microsoft.com/office/drawing/2014/main" id="{A15CFA93-3DE6-454F-855E-CECBE68BE79F}"/>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89" name="Freeform 848">
              <a:extLst>
                <a:ext uri="{FF2B5EF4-FFF2-40B4-BE49-F238E27FC236}">
                  <a16:creationId xmlns:a16="http://schemas.microsoft.com/office/drawing/2014/main" id="{53409A72-A398-457A-AD34-C8C6826E1401}"/>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90" name="Freeform 849">
              <a:extLst>
                <a:ext uri="{FF2B5EF4-FFF2-40B4-BE49-F238E27FC236}">
                  <a16:creationId xmlns:a16="http://schemas.microsoft.com/office/drawing/2014/main" id="{3D9ED42A-A0B1-470E-B5F4-F107EEB5DA76}"/>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91" name="Freeform 850">
              <a:extLst>
                <a:ext uri="{FF2B5EF4-FFF2-40B4-BE49-F238E27FC236}">
                  <a16:creationId xmlns:a16="http://schemas.microsoft.com/office/drawing/2014/main" id="{B3FB21D8-53E8-46D1-A9DB-2E5989301C5A}"/>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192" name="Group 844">
            <a:extLst>
              <a:ext uri="{FF2B5EF4-FFF2-40B4-BE49-F238E27FC236}">
                <a16:creationId xmlns:a16="http://schemas.microsoft.com/office/drawing/2014/main" id="{19794308-CF84-4530-98CC-F6E55D23DA14}"/>
              </a:ext>
            </a:extLst>
          </p:cNvPr>
          <p:cNvGrpSpPr>
            <a:grpSpLocks noChangeAspect="1"/>
          </p:cNvGrpSpPr>
          <p:nvPr/>
        </p:nvGrpSpPr>
        <p:grpSpPr bwMode="auto">
          <a:xfrm>
            <a:off x="6972898" y="5402944"/>
            <a:ext cx="366963" cy="365119"/>
            <a:chOff x="4371" y="3110"/>
            <a:chExt cx="199" cy="198"/>
          </a:xfrm>
          <a:solidFill>
            <a:schemeClr val="accent3"/>
          </a:solidFill>
        </p:grpSpPr>
        <p:sp>
          <p:nvSpPr>
            <p:cNvPr id="193" name="Freeform 845">
              <a:extLst>
                <a:ext uri="{FF2B5EF4-FFF2-40B4-BE49-F238E27FC236}">
                  <a16:creationId xmlns:a16="http://schemas.microsoft.com/office/drawing/2014/main" id="{0EECC40E-D973-48CA-826A-0C6044F478C2}"/>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94" name="Freeform 846">
              <a:extLst>
                <a:ext uri="{FF2B5EF4-FFF2-40B4-BE49-F238E27FC236}">
                  <a16:creationId xmlns:a16="http://schemas.microsoft.com/office/drawing/2014/main" id="{234D0025-EC20-456D-95DC-C825D8165452}"/>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95" name="Freeform 847">
              <a:extLst>
                <a:ext uri="{FF2B5EF4-FFF2-40B4-BE49-F238E27FC236}">
                  <a16:creationId xmlns:a16="http://schemas.microsoft.com/office/drawing/2014/main" id="{634B2E30-2393-48FA-A732-17CCB7911CEF}"/>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96" name="Freeform 848">
              <a:extLst>
                <a:ext uri="{FF2B5EF4-FFF2-40B4-BE49-F238E27FC236}">
                  <a16:creationId xmlns:a16="http://schemas.microsoft.com/office/drawing/2014/main" id="{1A7215A0-24CE-4B0C-80BE-AEC46B3AE5B6}"/>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97" name="Freeform 849">
              <a:extLst>
                <a:ext uri="{FF2B5EF4-FFF2-40B4-BE49-F238E27FC236}">
                  <a16:creationId xmlns:a16="http://schemas.microsoft.com/office/drawing/2014/main" id="{D7BE5640-DE37-4B2D-BAFC-F49003B60F8B}"/>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98" name="Freeform 850">
              <a:extLst>
                <a:ext uri="{FF2B5EF4-FFF2-40B4-BE49-F238E27FC236}">
                  <a16:creationId xmlns:a16="http://schemas.microsoft.com/office/drawing/2014/main" id="{3D6D160C-7ED6-4A87-8E22-9971455D83B2}"/>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199" name="Group 844">
            <a:extLst>
              <a:ext uri="{FF2B5EF4-FFF2-40B4-BE49-F238E27FC236}">
                <a16:creationId xmlns:a16="http://schemas.microsoft.com/office/drawing/2014/main" id="{B8660E52-101B-4F06-A92C-F398B10F358F}"/>
              </a:ext>
            </a:extLst>
          </p:cNvPr>
          <p:cNvGrpSpPr>
            <a:grpSpLocks noChangeAspect="1"/>
          </p:cNvGrpSpPr>
          <p:nvPr/>
        </p:nvGrpSpPr>
        <p:grpSpPr bwMode="auto">
          <a:xfrm>
            <a:off x="7397131" y="5402944"/>
            <a:ext cx="366963" cy="365119"/>
            <a:chOff x="4371" y="3110"/>
            <a:chExt cx="199" cy="198"/>
          </a:xfrm>
          <a:solidFill>
            <a:schemeClr val="accent3"/>
          </a:solidFill>
        </p:grpSpPr>
        <p:sp>
          <p:nvSpPr>
            <p:cNvPr id="200" name="Freeform 845">
              <a:extLst>
                <a:ext uri="{FF2B5EF4-FFF2-40B4-BE49-F238E27FC236}">
                  <a16:creationId xmlns:a16="http://schemas.microsoft.com/office/drawing/2014/main" id="{0CFBBC89-208B-4C16-907C-72F0C507713D}"/>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01" name="Freeform 846">
              <a:extLst>
                <a:ext uri="{FF2B5EF4-FFF2-40B4-BE49-F238E27FC236}">
                  <a16:creationId xmlns:a16="http://schemas.microsoft.com/office/drawing/2014/main" id="{3F54B557-6591-4640-982F-4BBB95963E25}"/>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02" name="Freeform 847">
              <a:extLst>
                <a:ext uri="{FF2B5EF4-FFF2-40B4-BE49-F238E27FC236}">
                  <a16:creationId xmlns:a16="http://schemas.microsoft.com/office/drawing/2014/main" id="{0715FDD5-171D-4B69-BDBA-7C2DD7DF86AA}"/>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03" name="Freeform 848">
              <a:extLst>
                <a:ext uri="{FF2B5EF4-FFF2-40B4-BE49-F238E27FC236}">
                  <a16:creationId xmlns:a16="http://schemas.microsoft.com/office/drawing/2014/main" id="{4024755A-0763-4AFB-8A2D-3B9124B20AC7}"/>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04" name="Freeform 849">
              <a:extLst>
                <a:ext uri="{FF2B5EF4-FFF2-40B4-BE49-F238E27FC236}">
                  <a16:creationId xmlns:a16="http://schemas.microsoft.com/office/drawing/2014/main" id="{3C83B633-ACFE-431B-80EF-4847209A248A}"/>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05" name="Freeform 850">
              <a:extLst>
                <a:ext uri="{FF2B5EF4-FFF2-40B4-BE49-F238E27FC236}">
                  <a16:creationId xmlns:a16="http://schemas.microsoft.com/office/drawing/2014/main" id="{B0C3D48A-3535-4E42-BE9D-DB461F502C53}"/>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206" name="Group 844">
            <a:extLst>
              <a:ext uri="{FF2B5EF4-FFF2-40B4-BE49-F238E27FC236}">
                <a16:creationId xmlns:a16="http://schemas.microsoft.com/office/drawing/2014/main" id="{9E1FC628-44C9-4DD9-8D47-A7C0CFED0B7E}"/>
              </a:ext>
            </a:extLst>
          </p:cNvPr>
          <p:cNvGrpSpPr>
            <a:grpSpLocks noChangeAspect="1"/>
          </p:cNvGrpSpPr>
          <p:nvPr/>
        </p:nvGrpSpPr>
        <p:grpSpPr bwMode="auto">
          <a:xfrm>
            <a:off x="6322929" y="4998321"/>
            <a:ext cx="366963" cy="365119"/>
            <a:chOff x="4371" y="3110"/>
            <a:chExt cx="199" cy="198"/>
          </a:xfrm>
          <a:solidFill>
            <a:schemeClr val="accent3"/>
          </a:solidFill>
        </p:grpSpPr>
        <p:sp>
          <p:nvSpPr>
            <p:cNvPr id="207" name="Freeform 845">
              <a:extLst>
                <a:ext uri="{FF2B5EF4-FFF2-40B4-BE49-F238E27FC236}">
                  <a16:creationId xmlns:a16="http://schemas.microsoft.com/office/drawing/2014/main" id="{D9E84B39-9628-4CD3-A07E-32DBA13EB044}"/>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08" name="Freeform 846">
              <a:extLst>
                <a:ext uri="{FF2B5EF4-FFF2-40B4-BE49-F238E27FC236}">
                  <a16:creationId xmlns:a16="http://schemas.microsoft.com/office/drawing/2014/main" id="{ECABA6DD-F5ED-4F6F-8B93-6BF5FBA8EBE0}"/>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09" name="Freeform 847">
              <a:extLst>
                <a:ext uri="{FF2B5EF4-FFF2-40B4-BE49-F238E27FC236}">
                  <a16:creationId xmlns:a16="http://schemas.microsoft.com/office/drawing/2014/main" id="{7748F1D0-1CBF-47B7-9E6A-C0BF7E027C69}"/>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10" name="Freeform 848">
              <a:extLst>
                <a:ext uri="{FF2B5EF4-FFF2-40B4-BE49-F238E27FC236}">
                  <a16:creationId xmlns:a16="http://schemas.microsoft.com/office/drawing/2014/main" id="{ED8B2D9B-96E6-4A84-8CE6-477E270C842A}"/>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11" name="Freeform 849">
              <a:extLst>
                <a:ext uri="{FF2B5EF4-FFF2-40B4-BE49-F238E27FC236}">
                  <a16:creationId xmlns:a16="http://schemas.microsoft.com/office/drawing/2014/main" id="{DA120131-1F1B-4AE2-941C-91159559397D}"/>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12" name="Freeform 850">
              <a:extLst>
                <a:ext uri="{FF2B5EF4-FFF2-40B4-BE49-F238E27FC236}">
                  <a16:creationId xmlns:a16="http://schemas.microsoft.com/office/drawing/2014/main" id="{89BFB90F-5694-455E-8EBD-2DD0FE2CAFDC}"/>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213" name="Group 844">
            <a:extLst>
              <a:ext uri="{FF2B5EF4-FFF2-40B4-BE49-F238E27FC236}">
                <a16:creationId xmlns:a16="http://schemas.microsoft.com/office/drawing/2014/main" id="{26B0F611-DC1D-446A-9556-D19A62332D27}"/>
              </a:ext>
            </a:extLst>
          </p:cNvPr>
          <p:cNvGrpSpPr>
            <a:grpSpLocks noChangeAspect="1"/>
          </p:cNvGrpSpPr>
          <p:nvPr/>
        </p:nvGrpSpPr>
        <p:grpSpPr bwMode="auto">
          <a:xfrm>
            <a:off x="6747162" y="4998321"/>
            <a:ext cx="366963" cy="365119"/>
            <a:chOff x="4371" y="3110"/>
            <a:chExt cx="199" cy="198"/>
          </a:xfrm>
          <a:solidFill>
            <a:schemeClr val="accent3"/>
          </a:solidFill>
        </p:grpSpPr>
        <p:sp>
          <p:nvSpPr>
            <p:cNvPr id="214" name="Freeform 845">
              <a:extLst>
                <a:ext uri="{FF2B5EF4-FFF2-40B4-BE49-F238E27FC236}">
                  <a16:creationId xmlns:a16="http://schemas.microsoft.com/office/drawing/2014/main" id="{95D5EFBF-6BDC-4E19-B145-C929DF1C1663}"/>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15" name="Freeform 846">
              <a:extLst>
                <a:ext uri="{FF2B5EF4-FFF2-40B4-BE49-F238E27FC236}">
                  <a16:creationId xmlns:a16="http://schemas.microsoft.com/office/drawing/2014/main" id="{450CD42D-13C2-44C6-9CF1-E518055926EC}"/>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16" name="Freeform 847">
              <a:extLst>
                <a:ext uri="{FF2B5EF4-FFF2-40B4-BE49-F238E27FC236}">
                  <a16:creationId xmlns:a16="http://schemas.microsoft.com/office/drawing/2014/main" id="{886C9DD9-DB81-4803-A3BF-DE579A6A0D9A}"/>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17" name="Freeform 848">
              <a:extLst>
                <a:ext uri="{FF2B5EF4-FFF2-40B4-BE49-F238E27FC236}">
                  <a16:creationId xmlns:a16="http://schemas.microsoft.com/office/drawing/2014/main" id="{7D93F06A-3FDC-4ADE-B757-054434A61936}"/>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18" name="Freeform 849">
              <a:extLst>
                <a:ext uri="{FF2B5EF4-FFF2-40B4-BE49-F238E27FC236}">
                  <a16:creationId xmlns:a16="http://schemas.microsoft.com/office/drawing/2014/main" id="{4FCF4770-7E18-4C57-A0A9-D376114B3E43}"/>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19" name="Freeform 850">
              <a:extLst>
                <a:ext uri="{FF2B5EF4-FFF2-40B4-BE49-F238E27FC236}">
                  <a16:creationId xmlns:a16="http://schemas.microsoft.com/office/drawing/2014/main" id="{7C0730FB-105D-47CE-B8FC-4918BECB3FF3}"/>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220" name="Group 844">
            <a:extLst>
              <a:ext uri="{FF2B5EF4-FFF2-40B4-BE49-F238E27FC236}">
                <a16:creationId xmlns:a16="http://schemas.microsoft.com/office/drawing/2014/main" id="{9CF23813-4E8B-45BB-80B7-5BE2E2E2175A}"/>
              </a:ext>
            </a:extLst>
          </p:cNvPr>
          <p:cNvGrpSpPr>
            <a:grpSpLocks noChangeAspect="1"/>
          </p:cNvGrpSpPr>
          <p:nvPr/>
        </p:nvGrpSpPr>
        <p:grpSpPr bwMode="auto">
          <a:xfrm>
            <a:off x="7175960" y="4998321"/>
            <a:ext cx="366963" cy="365119"/>
            <a:chOff x="4371" y="3110"/>
            <a:chExt cx="199" cy="198"/>
          </a:xfrm>
          <a:solidFill>
            <a:schemeClr val="accent3"/>
          </a:solidFill>
        </p:grpSpPr>
        <p:sp>
          <p:nvSpPr>
            <p:cNvPr id="221" name="Freeform 845">
              <a:extLst>
                <a:ext uri="{FF2B5EF4-FFF2-40B4-BE49-F238E27FC236}">
                  <a16:creationId xmlns:a16="http://schemas.microsoft.com/office/drawing/2014/main" id="{1DD79EA0-4E08-42A4-BEBE-A31BC4C0EA4F}"/>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22" name="Freeform 846">
              <a:extLst>
                <a:ext uri="{FF2B5EF4-FFF2-40B4-BE49-F238E27FC236}">
                  <a16:creationId xmlns:a16="http://schemas.microsoft.com/office/drawing/2014/main" id="{0497B94D-63CB-4A8A-9D49-A56D28EF22EF}"/>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23" name="Freeform 847">
              <a:extLst>
                <a:ext uri="{FF2B5EF4-FFF2-40B4-BE49-F238E27FC236}">
                  <a16:creationId xmlns:a16="http://schemas.microsoft.com/office/drawing/2014/main" id="{4941683E-354D-443D-8B65-4684B1F1296D}"/>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24" name="Freeform 848">
              <a:extLst>
                <a:ext uri="{FF2B5EF4-FFF2-40B4-BE49-F238E27FC236}">
                  <a16:creationId xmlns:a16="http://schemas.microsoft.com/office/drawing/2014/main" id="{45F2C366-8EE7-4363-BBBE-9F714F17C5B8}"/>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25" name="Freeform 849">
              <a:extLst>
                <a:ext uri="{FF2B5EF4-FFF2-40B4-BE49-F238E27FC236}">
                  <a16:creationId xmlns:a16="http://schemas.microsoft.com/office/drawing/2014/main" id="{731F7568-897F-4C33-A0F7-674A0A9A7AD3}"/>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26" name="Freeform 850">
              <a:extLst>
                <a:ext uri="{FF2B5EF4-FFF2-40B4-BE49-F238E27FC236}">
                  <a16:creationId xmlns:a16="http://schemas.microsoft.com/office/drawing/2014/main" id="{C2F3482E-6E25-499B-9074-9191651E0457}"/>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283" name="TextBox 282">
            <a:extLst>
              <a:ext uri="{FF2B5EF4-FFF2-40B4-BE49-F238E27FC236}">
                <a16:creationId xmlns:a16="http://schemas.microsoft.com/office/drawing/2014/main" id="{A55AE46F-E218-4842-BFCC-D848772F4182}"/>
              </a:ext>
            </a:extLst>
          </p:cNvPr>
          <p:cNvSpPr txBox="1"/>
          <p:nvPr/>
        </p:nvSpPr>
        <p:spPr>
          <a:xfrm flipH="1">
            <a:off x="10727412" y="4931626"/>
            <a:ext cx="1126710" cy="461665"/>
          </a:xfrm>
          <a:prstGeom prst="rect">
            <a:avLst/>
          </a:prstGeom>
          <a:noFill/>
        </p:spPr>
        <p:txBody>
          <a:bodyPr wrap="square" rtlCol="0">
            <a:spAutoFit/>
          </a:bodyPr>
          <a:lstStyle/>
          <a:p>
            <a:r>
              <a:rPr lang="en-US" b="1">
                <a:solidFill>
                  <a:schemeClr val="accent3">
                    <a:lumMod val="75000"/>
                  </a:schemeClr>
                </a:solidFill>
              </a:rPr>
              <a:t>+100</a:t>
            </a:r>
          </a:p>
        </p:txBody>
      </p:sp>
      <p:grpSp>
        <p:nvGrpSpPr>
          <p:cNvPr id="290" name="Group 844">
            <a:extLst>
              <a:ext uri="{FF2B5EF4-FFF2-40B4-BE49-F238E27FC236}">
                <a16:creationId xmlns:a16="http://schemas.microsoft.com/office/drawing/2014/main" id="{B77EA253-5E51-4379-AFEF-198546D207B5}"/>
              </a:ext>
            </a:extLst>
          </p:cNvPr>
          <p:cNvGrpSpPr>
            <a:grpSpLocks noChangeAspect="1"/>
          </p:cNvGrpSpPr>
          <p:nvPr/>
        </p:nvGrpSpPr>
        <p:grpSpPr bwMode="auto">
          <a:xfrm>
            <a:off x="9777467" y="5402944"/>
            <a:ext cx="366963" cy="365119"/>
            <a:chOff x="4371" y="3110"/>
            <a:chExt cx="199" cy="198"/>
          </a:xfrm>
          <a:solidFill>
            <a:schemeClr val="accent3"/>
          </a:solidFill>
        </p:grpSpPr>
        <p:sp>
          <p:nvSpPr>
            <p:cNvPr id="291" name="Freeform 845">
              <a:extLst>
                <a:ext uri="{FF2B5EF4-FFF2-40B4-BE49-F238E27FC236}">
                  <a16:creationId xmlns:a16="http://schemas.microsoft.com/office/drawing/2014/main" id="{A6F5C1F6-8831-4BBD-8652-3D1B7B14A24D}"/>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92" name="Freeform 846">
              <a:extLst>
                <a:ext uri="{FF2B5EF4-FFF2-40B4-BE49-F238E27FC236}">
                  <a16:creationId xmlns:a16="http://schemas.microsoft.com/office/drawing/2014/main" id="{94A6B741-4CAC-4666-A7A5-34140AC13B70}"/>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93" name="Freeform 847">
              <a:extLst>
                <a:ext uri="{FF2B5EF4-FFF2-40B4-BE49-F238E27FC236}">
                  <a16:creationId xmlns:a16="http://schemas.microsoft.com/office/drawing/2014/main" id="{57C8FCB9-0683-46D9-A17B-069330A59369}"/>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94" name="Freeform 848">
              <a:extLst>
                <a:ext uri="{FF2B5EF4-FFF2-40B4-BE49-F238E27FC236}">
                  <a16:creationId xmlns:a16="http://schemas.microsoft.com/office/drawing/2014/main" id="{66527B86-5910-4182-A828-CB6FAB41A6FC}"/>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95" name="Freeform 849">
              <a:extLst>
                <a:ext uri="{FF2B5EF4-FFF2-40B4-BE49-F238E27FC236}">
                  <a16:creationId xmlns:a16="http://schemas.microsoft.com/office/drawing/2014/main" id="{38ABC072-0C86-4FCA-8FF4-7E15AFD66C08}"/>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96" name="Freeform 850">
              <a:extLst>
                <a:ext uri="{FF2B5EF4-FFF2-40B4-BE49-F238E27FC236}">
                  <a16:creationId xmlns:a16="http://schemas.microsoft.com/office/drawing/2014/main" id="{E5A14695-B227-42FD-A0F1-E5663F740C9C}"/>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297" name="Group 844">
            <a:extLst>
              <a:ext uri="{FF2B5EF4-FFF2-40B4-BE49-F238E27FC236}">
                <a16:creationId xmlns:a16="http://schemas.microsoft.com/office/drawing/2014/main" id="{A5E13FE7-F24A-4A6B-A685-16AB8A40C865}"/>
              </a:ext>
            </a:extLst>
          </p:cNvPr>
          <p:cNvGrpSpPr>
            <a:grpSpLocks noChangeAspect="1"/>
          </p:cNvGrpSpPr>
          <p:nvPr/>
        </p:nvGrpSpPr>
        <p:grpSpPr bwMode="auto">
          <a:xfrm>
            <a:off x="10201700" y="5402944"/>
            <a:ext cx="366963" cy="365119"/>
            <a:chOff x="4371" y="3110"/>
            <a:chExt cx="199" cy="198"/>
          </a:xfrm>
          <a:solidFill>
            <a:schemeClr val="accent3"/>
          </a:solidFill>
        </p:grpSpPr>
        <p:sp>
          <p:nvSpPr>
            <p:cNvPr id="298" name="Freeform 845">
              <a:extLst>
                <a:ext uri="{FF2B5EF4-FFF2-40B4-BE49-F238E27FC236}">
                  <a16:creationId xmlns:a16="http://schemas.microsoft.com/office/drawing/2014/main" id="{61EA677A-83C2-45CB-8F26-01AB4D7E8759}"/>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99" name="Freeform 846">
              <a:extLst>
                <a:ext uri="{FF2B5EF4-FFF2-40B4-BE49-F238E27FC236}">
                  <a16:creationId xmlns:a16="http://schemas.microsoft.com/office/drawing/2014/main" id="{4F799061-DB50-41A1-967A-8A2680CC0922}"/>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00" name="Freeform 847">
              <a:extLst>
                <a:ext uri="{FF2B5EF4-FFF2-40B4-BE49-F238E27FC236}">
                  <a16:creationId xmlns:a16="http://schemas.microsoft.com/office/drawing/2014/main" id="{AF0328AF-7C79-410E-B639-CE6A0B15E2C9}"/>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01" name="Freeform 848">
              <a:extLst>
                <a:ext uri="{FF2B5EF4-FFF2-40B4-BE49-F238E27FC236}">
                  <a16:creationId xmlns:a16="http://schemas.microsoft.com/office/drawing/2014/main" id="{4B0F4581-0EC4-4F27-8656-292BDBB53686}"/>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02" name="Freeform 849">
              <a:extLst>
                <a:ext uri="{FF2B5EF4-FFF2-40B4-BE49-F238E27FC236}">
                  <a16:creationId xmlns:a16="http://schemas.microsoft.com/office/drawing/2014/main" id="{296746B7-5C6D-4D28-8D92-4FCBA3B4F666}"/>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03" name="Freeform 850">
              <a:extLst>
                <a:ext uri="{FF2B5EF4-FFF2-40B4-BE49-F238E27FC236}">
                  <a16:creationId xmlns:a16="http://schemas.microsoft.com/office/drawing/2014/main" id="{BBFC01F1-ADDD-4051-8F86-75551F998C18}"/>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304" name="Group 844">
            <a:extLst>
              <a:ext uri="{FF2B5EF4-FFF2-40B4-BE49-F238E27FC236}">
                <a16:creationId xmlns:a16="http://schemas.microsoft.com/office/drawing/2014/main" id="{1F61F91C-D963-43F5-8038-F289F671549F}"/>
              </a:ext>
            </a:extLst>
          </p:cNvPr>
          <p:cNvGrpSpPr>
            <a:grpSpLocks noChangeAspect="1"/>
          </p:cNvGrpSpPr>
          <p:nvPr/>
        </p:nvGrpSpPr>
        <p:grpSpPr bwMode="auto">
          <a:xfrm>
            <a:off x="10630498" y="5402944"/>
            <a:ext cx="366963" cy="365119"/>
            <a:chOff x="4371" y="3110"/>
            <a:chExt cx="199" cy="198"/>
          </a:xfrm>
          <a:solidFill>
            <a:schemeClr val="accent3"/>
          </a:solidFill>
        </p:grpSpPr>
        <p:sp>
          <p:nvSpPr>
            <p:cNvPr id="305" name="Freeform 845">
              <a:extLst>
                <a:ext uri="{FF2B5EF4-FFF2-40B4-BE49-F238E27FC236}">
                  <a16:creationId xmlns:a16="http://schemas.microsoft.com/office/drawing/2014/main" id="{85327D62-0DBE-412D-8FC3-2D6BAE34B609}"/>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06" name="Freeform 846">
              <a:extLst>
                <a:ext uri="{FF2B5EF4-FFF2-40B4-BE49-F238E27FC236}">
                  <a16:creationId xmlns:a16="http://schemas.microsoft.com/office/drawing/2014/main" id="{818F2975-3D83-404F-9E55-8E8FB4D4E885}"/>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07" name="Freeform 847">
              <a:extLst>
                <a:ext uri="{FF2B5EF4-FFF2-40B4-BE49-F238E27FC236}">
                  <a16:creationId xmlns:a16="http://schemas.microsoft.com/office/drawing/2014/main" id="{EA21159E-E877-4003-8794-8630943EAB03}"/>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08" name="Freeform 848">
              <a:extLst>
                <a:ext uri="{FF2B5EF4-FFF2-40B4-BE49-F238E27FC236}">
                  <a16:creationId xmlns:a16="http://schemas.microsoft.com/office/drawing/2014/main" id="{3A36A992-EBCB-48A3-9692-2BFB73CA942C}"/>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09" name="Freeform 849">
              <a:extLst>
                <a:ext uri="{FF2B5EF4-FFF2-40B4-BE49-F238E27FC236}">
                  <a16:creationId xmlns:a16="http://schemas.microsoft.com/office/drawing/2014/main" id="{CB11EDF7-48B7-49B7-A21C-DA6B72769D57}"/>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10" name="Freeform 850">
              <a:extLst>
                <a:ext uri="{FF2B5EF4-FFF2-40B4-BE49-F238E27FC236}">
                  <a16:creationId xmlns:a16="http://schemas.microsoft.com/office/drawing/2014/main" id="{933E5A5D-D9CE-4F38-8C82-97EE58BDA711}"/>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311" name="Group 844">
            <a:extLst>
              <a:ext uri="{FF2B5EF4-FFF2-40B4-BE49-F238E27FC236}">
                <a16:creationId xmlns:a16="http://schemas.microsoft.com/office/drawing/2014/main" id="{765FB01B-0FFC-43EA-9F97-6D97C0BD426B}"/>
              </a:ext>
            </a:extLst>
          </p:cNvPr>
          <p:cNvGrpSpPr>
            <a:grpSpLocks noChangeAspect="1"/>
          </p:cNvGrpSpPr>
          <p:nvPr/>
        </p:nvGrpSpPr>
        <p:grpSpPr bwMode="auto">
          <a:xfrm>
            <a:off x="11054731" y="5402944"/>
            <a:ext cx="366963" cy="365119"/>
            <a:chOff x="4371" y="3110"/>
            <a:chExt cx="199" cy="198"/>
          </a:xfrm>
          <a:solidFill>
            <a:schemeClr val="accent3"/>
          </a:solidFill>
        </p:grpSpPr>
        <p:sp>
          <p:nvSpPr>
            <p:cNvPr id="312" name="Freeform 845">
              <a:extLst>
                <a:ext uri="{FF2B5EF4-FFF2-40B4-BE49-F238E27FC236}">
                  <a16:creationId xmlns:a16="http://schemas.microsoft.com/office/drawing/2014/main" id="{9F3C28EA-91A1-4C7D-820F-B77AB8F93452}"/>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13" name="Freeform 846">
              <a:extLst>
                <a:ext uri="{FF2B5EF4-FFF2-40B4-BE49-F238E27FC236}">
                  <a16:creationId xmlns:a16="http://schemas.microsoft.com/office/drawing/2014/main" id="{F0647DBF-073E-4DB7-8D30-99576CC4ACCE}"/>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14" name="Freeform 847">
              <a:extLst>
                <a:ext uri="{FF2B5EF4-FFF2-40B4-BE49-F238E27FC236}">
                  <a16:creationId xmlns:a16="http://schemas.microsoft.com/office/drawing/2014/main" id="{22249B6A-0E52-4C0D-908F-871AD5CCDF62}"/>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15" name="Freeform 848">
              <a:extLst>
                <a:ext uri="{FF2B5EF4-FFF2-40B4-BE49-F238E27FC236}">
                  <a16:creationId xmlns:a16="http://schemas.microsoft.com/office/drawing/2014/main" id="{1E1ED4B3-C402-49EC-A158-52306FF2D662}"/>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16" name="Freeform 849">
              <a:extLst>
                <a:ext uri="{FF2B5EF4-FFF2-40B4-BE49-F238E27FC236}">
                  <a16:creationId xmlns:a16="http://schemas.microsoft.com/office/drawing/2014/main" id="{BC784B6B-FCC6-45B5-B7B8-F1B638301DC4}"/>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17" name="Freeform 850">
              <a:extLst>
                <a:ext uri="{FF2B5EF4-FFF2-40B4-BE49-F238E27FC236}">
                  <a16:creationId xmlns:a16="http://schemas.microsoft.com/office/drawing/2014/main" id="{D723D877-32C1-4252-9344-8A403F3A83E1}"/>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318" name="Group 844">
            <a:extLst>
              <a:ext uri="{FF2B5EF4-FFF2-40B4-BE49-F238E27FC236}">
                <a16:creationId xmlns:a16="http://schemas.microsoft.com/office/drawing/2014/main" id="{79AE9BE6-5BF7-45C3-BC63-6B7BE7CE886A}"/>
              </a:ext>
            </a:extLst>
          </p:cNvPr>
          <p:cNvGrpSpPr>
            <a:grpSpLocks noChangeAspect="1"/>
          </p:cNvGrpSpPr>
          <p:nvPr/>
        </p:nvGrpSpPr>
        <p:grpSpPr bwMode="auto">
          <a:xfrm>
            <a:off x="9980529" y="4998321"/>
            <a:ext cx="366963" cy="365119"/>
            <a:chOff x="4371" y="3110"/>
            <a:chExt cx="199" cy="198"/>
          </a:xfrm>
          <a:solidFill>
            <a:schemeClr val="accent3"/>
          </a:solidFill>
        </p:grpSpPr>
        <p:sp>
          <p:nvSpPr>
            <p:cNvPr id="319" name="Freeform 845">
              <a:extLst>
                <a:ext uri="{FF2B5EF4-FFF2-40B4-BE49-F238E27FC236}">
                  <a16:creationId xmlns:a16="http://schemas.microsoft.com/office/drawing/2014/main" id="{F80650BD-99B5-48DE-AB57-5230A57FE75C}"/>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20" name="Freeform 846">
              <a:extLst>
                <a:ext uri="{FF2B5EF4-FFF2-40B4-BE49-F238E27FC236}">
                  <a16:creationId xmlns:a16="http://schemas.microsoft.com/office/drawing/2014/main" id="{8F1344D0-17BB-4AF1-AFC8-5AEBB0216FA6}"/>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21" name="Freeform 847">
              <a:extLst>
                <a:ext uri="{FF2B5EF4-FFF2-40B4-BE49-F238E27FC236}">
                  <a16:creationId xmlns:a16="http://schemas.microsoft.com/office/drawing/2014/main" id="{04139ABB-F315-49ED-8077-75C769969CC8}"/>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22" name="Freeform 848">
              <a:extLst>
                <a:ext uri="{FF2B5EF4-FFF2-40B4-BE49-F238E27FC236}">
                  <a16:creationId xmlns:a16="http://schemas.microsoft.com/office/drawing/2014/main" id="{31951A4F-4625-4D73-9D75-2681EEDDF928}"/>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23" name="Freeform 849">
              <a:extLst>
                <a:ext uri="{FF2B5EF4-FFF2-40B4-BE49-F238E27FC236}">
                  <a16:creationId xmlns:a16="http://schemas.microsoft.com/office/drawing/2014/main" id="{0538E0D6-6D8E-4BB0-ADBB-B70996A8DCCF}"/>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24" name="Freeform 850">
              <a:extLst>
                <a:ext uri="{FF2B5EF4-FFF2-40B4-BE49-F238E27FC236}">
                  <a16:creationId xmlns:a16="http://schemas.microsoft.com/office/drawing/2014/main" id="{5019BBE4-BF83-49D0-94A3-6E38B718D10D}"/>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325" name="Group 844">
            <a:extLst>
              <a:ext uri="{FF2B5EF4-FFF2-40B4-BE49-F238E27FC236}">
                <a16:creationId xmlns:a16="http://schemas.microsoft.com/office/drawing/2014/main" id="{CB53A9D8-6B4D-4701-AB2F-878D27F2B61C}"/>
              </a:ext>
            </a:extLst>
          </p:cNvPr>
          <p:cNvGrpSpPr>
            <a:grpSpLocks noChangeAspect="1"/>
          </p:cNvGrpSpPr>
          <p:nvPr/>
        </p:nvGrpSpPr>
        <p:grpSpPr bwMode="auto">
          <a:xfrm>
            <a:off x="10404762" y="4998321"/>
            <a:ext cx="366963" cy="365119"/>
            <a:chOff x="4371" y="3110"/>
            <a:chExt cx="199" cy="198"/>
          </a:xfrm>
          <a:solidFill>
            <a:schemeClr val="accent3"/>
          </a:solidFill>
        </p:grpSpPr>
        <p:sp>
          <p:nvSpPr>
            <p:cNvPr id="326" name="Freeform 845">
              <a:extLst>
                <a:ext uri="{FF2B5EF4-FFF2-40B4-BE49-F238E27FC236}">
                  <a16:creationId xmlns:a16="http://schemas.microsoft.com/office/drawing/2014/main" id="{902FCB7C-753D-4536-A442-75CF0D62F6D3}"/>
                </a:ext>
              </a:extLst>
            </p:cNvPr>
            <p:cNvSpPr>
              <a:spLocks noEditPoints="1"/>
            </p:cNvSpPr>
            <p:nvPr/>
          </p:nvSpPr>
          <p:spPr bwMode="auto">
            <a:xfrm>
              <a:off x="4371" y="3166"/>
              <a:ext cx="57" cy="142"/>
            </a:xfrm>
            <a:custGeom>
              <a:avLst/>
              <a:gdLst>
                <a:gd name="T0" fmla="*/ 54 w 86"/>
                <a:gd name="T1" fmla="*/ 0 h 213"/>
                <a:gd name="T2" fmla="*/ 32 w 86"/>
                <a:gd name="T3" fmla="*/ 0 h 213"/>
                <a:gd name="T4" fmla="*/ 22 w 86"/>
                <a:gd name="T5" fmla="*/ 9 h 213"/>
                <a:gd name="T6" fmla="*/ 1 w 86"/>
                <a:gd name="T7" fmla="*/ 115 h 213"/>
                <a:gd name="T8" fmla="*/ 3 w 86"/>
                <a:gd name="T9" fmla="*/ 124 h 213"/>
                <a:gd name="T10" fmla="*/ 11 w 86"/>
                <a:gd name="T11" fmla="*/ 128 h 213"/>
                <a:gd name="T12" fmla="*/ 11 w 86"/>
                <a:gd name="T13" fmla="*/ 203 h 213"/>
                <a:gd name="T14" fmla="*/ 22 w 86"/>
                <a:gd name="T15" fmla="*/ 213 h 213"/>
                <a:gd name="T16" fmla="*/ 32 w 86"/>
                <a:gd name="T17" fmla="*/ 203 h 213"/>
                <a:gd name="T18" fmla="*/ 32 w 86"/>
                <a:gd name="T19" fmla="*/ 128 h 213"/>
                <a:gd name="T20" fmla="*/ 54 w 86"/>
                <a:gd name="T21" fmla="*/ 128 h 213"/>
                <a:gd name="T22" fmla="*/ 54 w 86"/>
                <a:gd name="T23" fmla="*/ 203 h 213"/>
                <a:gd name="T24" fmla="*/ 64 w 86"/>
                <a:gd name="T25" fmla="*/ 213 h 213"/>
                <a:gd name="T26" fmla="*/ 75 w 86"/>
                <a:gd name="T27" fmla="*/ 203 h 213"/>
                <a:gd name="T28" fmla="*/ 75 w 86"/>
                <a:gd name="T29" fmla="*/ 128 h 213"/>
                <a:gd name="T30" fmla="*/ 83 w 86"/>
                <a:gd name="T31" fmla="*/ 124 h 213"/>
                <a:gd name="T32" fmla="*/ 85 w 86"/>
                <a:gd name="T33" fmla="*/ 115 h 213"/>
                <a:gd name="T34" fmla="*/ 64 w 86"/>
                <a:gd name="T35" fmla="*/ 9 h 213"/>
                <a:gd name="T36" fmla="*/ 54 w 86"/>
                <a:gd name="T37" fmla="*/ 0 h 213"/>
                <a:gd name="T38" fmla="*/ 41 w 86"/>
                <a:gd name="T39" fmla="*/ 21 h 213"/>
                <a:gd name="T40" fmla="*/ 45 w 86"/>
                <a:gd name="T41" fmla="*/ 21 h 213"/>
                <a:gd name="T42" fmla="*/ 62 w 86"/>
                <a:gd name="T43" fmla="*/ 107 h 213"/>
                <a:gd name="T44" fmla="*/ 24 w 86"/>
                <a:gd name="T45" fmla="*/ 107 h 213"/>
                <a:gd name="T46" fmla="*/ 41 w 86"/>
                <a:gd name="T47"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3">
                  <a:moveTo>
                    <a:pt x="54" y="0"/>
                  </a:moveTo>
                  <a:cubicBezTo>
                    <a:pt x="32" y="0"/>
                    <a:pt x="32" y="0"/>
                    <a:pt x="32" y="0"/>
                  </a:cubicBezTo>
                  <a:cubicBezTo>
                    <a:pt x="27" y="0"/>
                    <a:pt x="23" y="4"/>
                    <a:pt x="22" y="9"/>
                  </a:cubicBezTo>
                  <a:cubicBezTo>
                    <a:pt x="1" y="115"/>
                    <a:pt x="1" y="115"/>
                    <a:pt x="1" y="115"/>
                  </a:cubicBezTo>
                  <a:cubicBezTo>
                    <a:pt x="0" y="118"/>
                    <a:pt x="1" y="122"/>
                    <a:pt x="3" y="124"/>
                  </a:cubicBezTo>
                  <a:cubicBezTo>
                    <a:pt x="5" y="127"/>
                    <a:pt x="8" y="128"/>
                    <a:pt x="11" y="128"/>
                  </a:cubicBezTo>
                  <a:cubicBezTo>
                    <a:pt x="11" y="203"/>
                    <a:pt x="11" y="203"/>
                    <a:pt x="11" y="203"/>
                  </a:cubicBezTo>
                  <a:cubicBezTo>
                    <a:pt x="11" y="209"/>
                    <a:pt x="16" y="213"/>
                    <a:pt x="22" y="213"/>
                  </a:cubicBezTo>
                  <a:cubicBezTo>
                    <a:pt x="28" y="213"/>
                    <a:pt x="32" y="209"/>
                    <a:pt x="32" y="203"/>
                  </a:cubicBezTo>
                  <a:cubicBezTo>
                    <a:pt x="32" y="128"/>
                    <a:pt x="32" y="128"/>
                    <a:pt x="32" y="128"/>
                  </a:cubicBezTo>
                  <a:cubicBezTo>
                    <a:pt x="54" y="128"/>
                    <a:pt x="54" y="128"/>
                    <a:pt x="54" y="128"/>
                  </a:cubicBezTo>
                  <a:cubicBezTo>
                    <a:pt x="54" y="203"/>
                    <a:pt x="54" y="203"/>
                    <a:pt x="54" y="203"/>
                  </a:cubicBezTo>
                  <a:cubicBezTo>
                    <a:pt x="54" y="209"/>
                    <a:pt x="58" y="213"/>
                    <a:pt x="64" y="213"/>
                  </a:cubicBezTo>
                  <a:cubicBezTo>
                    <a:pt x="70" y="213"/>
                    <a:pt x="75" y="209"/>
                    <a:pt x="75" y="203"/>
                  </a:cubicBezTo>
                  <a:cubicBezTo>
                    <a:pt x="75" y="128"/>
                    <a:pt x="75" y="128"/>
                    <a:pt x="75" y="128"/>
                  </a:cubicBezTo>
                  <a:cubicBezTo>
                    <a:pt x="78" y="128"/>
                    <a:pt x="81" y="127"/>
                    <a:pt x="83" y="124"/>
                  </a:cubicBezTo>
                  <a:cubicBezTo>
                    <a:pt x="85" y="122"/>
                    <a:pt x="86" y="118"/>
                    <a:pt x="85" y="115"/>
                  </a:cubicBezTo>
                  <a:cubicBezTo>
                    <a:pt x="64" y="9"/>
                    <a:pt x="64" y="9"/>
                    <a:pt x="64" y="9"/>
                  </a:cubicBezTo>
                  <a:cubicBezTo>
                    <a:pt x="63" y="4"/>
                    <a:pt x="59" y="0"/>
                    <a:pt x="54" y="0"/>
                  </a:cubicBezTo>
                  <a:close/>
                  <a:moveTo>
                    <a:pt x="41" y="21"/>
                  </a:moveTo>
                  <a:cubicBezTo>
                    <a:pt x="45" y="21"/>
                    <a:pt x="45" y="21"/>
                    <a:pt x="45" y="21"/>
                  </a:cubicBezTo>
                  <a:cubicBezTo>
                    <a:pt x="62" y="107"/>
                    <a:pt x="62" y="107"/>
                    <a:pt x="62" y="107"/>
                  </a:cubicBezTo>
                  <a:cubicBezTo>
                    <a:pt x="24" y="107"/>
                    <a:pt x="24" y="107"/>
                    <a:pt x="24" y="107"/>
                  </a:cubicBezTo>
                  <a:lnTo>
                    <a:pt x="4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27" name="Freeform 846">
              <a:extLst>
                <a:ext uri="{FF2B5EF4-FFF2-40B4-BE49-F238E27FC236}">
                  <a16:creationId xmlns:a16="http://schemas.microsoft.com/office/drawing/2014/main" id="{0FB97BAD-3031-47CA-821B-F906872C8F3E}"/>
                </a:ext>
              </a:extLst>
            </p:cNvPr>
            <p:cNvSpPr>
              <a:spLocks noEditPoints="1"/>
            </p:cNvSpPr>
            <p:nvPr/>
          </p:nvSpPr>
          <p:spPr bwMode="auto">
            <a:xfrm>
              <a:off x="4379"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4" y="0"/>
                    <a:pt x="0" y="14"/>
                    <a:pt x="0" y="32"/>
                  </a:cubicBezTo>
                  <a:cubicBezTo>
                    <a:pt x="0" y="49"/>
                    <a:pt x="14" y="64"/>
                    <a:pt x="32" y="64"/>
                  </a:cubicBezTo>
                  <a:close/>
                  <a:moveTo>
                    <a:pt x="32" y="21"/>
                  </a:moveTo>
                  <a:cubicBezTo>
                    <a:pt x="38" y="21"/>
                    <a:pt x="43" y="26"/>
                    <a:pt x="43" y="32"/>
                  </a:cubicBezTo>
                  <a:cubicBezTo>
                    <a:pt x="43"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28" name="Freeform 847">
              <a:extLst>
                <a:ext uri="{FF2B5EF4-FFF2-40B4-BE49-F238E27FC236}">
                  <a16:creationId xmlns:a16="http://schemas.microsoft.com/office/drawing/2014/main" id="{69377D62-3545-45CF-8F3E-90D6DFB10C11}"/>
                </a:ext>
              </a:extLst>
            </p:cNvPr>
            <p:cNvSpPr>
              <a:spLocks noEditPoints="1"/>
            </p:cNvSpPr>
            <p:nvPr/>
          </p:nvSpPr>
          <p:spPr bwMode="auto">
            <a:xfrm>
              <a:off x="4513" y="3166"/>
              <a:ext cx="57" cy="142"/>
            </a:xfrm>
            <a:custGeom>
              <a:avLst/>
              <a:gdLst>
                <a:gd name="T0" fmla="*/ 74 w 85"/>
                <a:gd name="T1" fmla="*/ 0 h 213"/>
                <a:gd name="T2" fmla="*/ 10 w 85"/>
                <a:gd name="T3" fmla="*/ 0 h 213"/>
                <a:gd name="T4" fmla="*/ 0 w 85"/>
                <a:gd name="T5" fmla="*/ 11 h 213"/>
                <a:gd name="T6" fmla="*/ 0 w 85"/>
                <a:gd name="T7" fmla="*/ 96 h 213"/>
                <a:gd name="T8" fmla="*/ 10 w 85"/>
                <a:gd name="T9" fmla="*/ 107 h 213"/>
                <a:gd name="T10" fmla="*/ 10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4 w 85"/>
                <a:gd name="T25" fmla="*/ 203 h 213"/>
                <a:gd name="T26" fmla="*/ 74 w 85"/>
                <a:gd name="T27" fmla="*/ 107 h 213"/>
                <a:gd name="T28" fmla="*/ 85 w 85"/>
                <a:gd name="T29" fmla="*/ 96 h 213"/>
                <a:gd name="T30" fmla="*/ 85 w 85"/>
                <a:gd name="T31" fmla="*/ 11 h 213"/>
                <a:gd name="T32" fmla="*/ 74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4" y="0"/>
                  </a:moveTo>
                  <a:cubicBezTo>
                    <a:pt x="10" y="0"/>
                    <a:pt x="10" y="0"/>
                    <a:pt x="10" y="0"/>
                  </a:cubicBezTo>
                  <a:cubicBezTo>
                    <a:pt x="4" y="0"/>
                    <a:pt x="0" y="5"/>
                    <a:pt x="0" y="11"/>
                  </a:cubicBezTo>
                  <a:cubicBezTo>
                    <a:pt x="0" y="96"/>
                    <a:pt x="0" y="96"/>
                    <a:pt x="0" y="96"/>
                  </a:cubicBezTo>
                  <a:cubicBezTo>
                    <a:pt x="0" y="102"/>
                    <a:pt x="4" y="107"/>
                    <a:pt x="10" y="107"/>
                  </a:cubicBezTo>
                  <a:cubicBezTo>
                    <a:pt x="10" y="203"/>
                    <a:pt x="10" y="203"/>
                    <a:pt x="10" y="203"/>
                  </a:cubicBezTo>
                  <a:cubicBezTo>
                    <a:pt x="10"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4" y="209"/>
                    <a:pt x="74" y="203"/>
                  </a:cubicBezTo>
                  <a:cubicBezTo>
                    <a:pt x="74" y="107"/>
                    <a:pt x="74" y="107"/>
                    <a:pt x="74" y="107"/>
                  </a:cubicBezTo>
                  <a:cubicBezTo>
                    <a:pt x="80" y="107"/>
                    <a:pt x="85" y="102"/>
                    <a:pt x="85" y="96"/>
                  </a:cubicBezTo>
                  <a:cubicBezTo>
                    <a:pt x="85" y="11"/>
                    <a:pt x="85" y="11"/>
                    <a:pt x="85" y="11"/>
                  </a:cubicBezTo>
                  <a:cubicBezTo>
                    <a:pt x="85" y="5"/>
                    <a:pt x="80" y="0"/>
                    <a:pt x="74"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29" name="Freeform 848">
              <a:extLst>
                <a:ext uri="{FF2B5EF4-FFF2-40B4-BE49-F238E27FC236}">
                  <a16:creationId xmlns:a16="http://schemas.microsoft.com/office/drawing/2014/main" id="{8C8C738A-41BF-4586-A73E-F7F7BED89CAA}"/>
                </a:ext>
              </a:extLst>
            </p:cNvPr>
            <p:cNvSpPr>
              <a:spLocks noEditPoints="1"/>
            </p:cNvSpPr>
            <p:nvPr/>
          </p:nvSpPr>
          <p:spPr bwMode="auto">
            <a:xfrm>
              <a:off x="4520" y="3110"/>
              <a:ext cx="43"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3 w 64"/>
                <a:gd name="T13" fmla="*/ 32 h 64"/>
                <a:gd name="T14" fmla="*/ 32 w 64"/>
                <a:gd name="T15" fmla="*/ 42 h 64"/>
                <a:gd name="T16" fmla="*/ 2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50" y="64"/>
                    <a:pt x="64" y="49"/>
                    <a:pt x="64" y="32"/>
                  </a:cubicBezTo>
                  <a:cubicBezTo>
                    <a:pt x="64" y="14"/>
                    <a:pt x="50" y="0"/>
                    <a:pt x="32" y="0"/>
                  </a:cubicBezTo>
                  <a:cubicBezTo>
                    <a:pt x="15" y="0"/>
                    <a:pt x="0" y="14"/>
                    <a:pt x="0" y="32"/>
                  </a:cubicBezTo>
                  <a:cubicBezTo>
                    <a:pt x="0" y="49"/>
                    <a:pt x="15" y="64"/>
                    <a:pt x="32" y="64"/>
                  </a:cubicBezTo>
                  <a:close/>
                  <a:moveTo>
                    <a:pt x="32" y="21"/>
                  </a:moveTo>
                  <a:cubicBezTo>
                    <a:pt x="38" y="21"/>
                    <a:pt x="43" y="26"/>
                    <a:pt x="43" y="32"/>
                  </a:cubicBezTo>
                  <a:cubicBezTo>
                    <a:pt x="43" y="38"/>
                    <a:pt x="38" y="42"/>
                    <a:pt x="32" y="42"/>
                  </a:cubicBezTo>
                  <a:cubicBezTo>
                    <a:pt x="26" y="42"/>
                    <a:pt x="22" y="38"/>
                    <a:pt x="22" y="32"/>
                  </a:cubicBezTo>
                  <a:cubicBezTo>
                    <a:pt x="22"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30" name="Freeform 849">
              <a:extLst>
                <a:ext uri="{FF2B5EF4-FFF2-40B4-BE49-F238E27FC236}">
                  <a16:creationId xmlns:a16="http://schemas.microsoft.com/office/drawing/2014/main" id="{8F63E87C-AC74-4398-94A3-90A9EE2A234B}"/>
                </a:ext>
              </a:extLst>
            </p:cNvPr>
            <p:cNvSpPr>
              <a:spLocks noEditPoints="1"/>
            </p:cNvSpPr>
            <p:nvPr/>
          </p:nvSpPr>
          <p:spPr bwMode="auto">
            <a:xfrm>
              <a:off x="4442" y="3166"/>
              <a:ext cx="57" cy="142"/>
            </a:xfrm>
            <a:custGeom>
              <a:avLst/>
              <a:gdLst>
                <a:gd name="T0" fmla="*/ 75 w 85"/>
                <a:gd name="T1" fmla="*/ 0 h 213"/>
                <a:gd name="T2" fmla="*/ 11 w 85"/>
                <a:gd name="T3" fmla="*/ 0 h 213"/>
                <a:gd name="T4" fmla="*/ 0 w 85"/>
                <a:gd name="T5" fmla="*/ 11 h 213"/>
                <a:gd name="T6" fmla="*/ 0 w 85"/>
                <a:gd name="T7" fmla="*/ 96 h 213"/>
                <a:gd name="T8" fmla="*/ 11 w 85"/>
                <a:gd name="T9" fmla="*/ 107 h 213"/>
                <a:gd name="T10" fmla="*/ 11 w 85"/>
                <a:gd name="T11" fmla="*/ 203 h 213"/>
                <a:gd name="T12" fmla="*/ 21 w 85"/>
                <a:gd name="T13" fmla="*/ 213 h 213"/>
                <a:gd name="T14" fmla="*/ 32 w 85"/>
                <a:gd name="T15" fmla="*/ 203 h 213"/>
                <a:gd name="T16" fmla="*/ 32 w 85"/>
                <a:gd name="T17" fmla="*/ 107 h 213"/>
                <a:gd name="T18" fmla="*/ 53 w 85"/>
                <a:gd name="T19" fmla="*/ 107 h 213"/>
                <a:gd name="T20" fmla="*/ 53 w 85"/>
                <a:gd name="T21" fmla="*/ 203 h 213"/>
                <a:gd name="T22" fmla="*/ 64 w 85"/>
                <a:gd name="T23" fmla="*/ 213 h 213"/>
                <a:gd name="T24" fmla="*/ 75 w 85"/>
                <a:gd name="T25" fmla="*/ 203 h 213"/>
                <a:gd name="T26" fmla="*/ 75 w 85"/>
                <a:gd name="T27" fmla="*/ 107 h 213"/>
                <a:gd name="T28" fmla="*/ 85 w 85"/>
                <a:gd name="T29" fmla="*/ 96 h 213"/>
                <a:gd name="T30" fmla="*/ 85 w 85"/>
                <a:gd name="T31" fmla="*/ 11 h 213"/>
                <a:gd name="T32" fmla="*/ 75 w 85"/>
                <a:gd name="T33" fmla="*/ 0 h 213"/>
                <a:gd name="T34" fmla="*/ 21 w 85"/>
                <a:gd name="T35" fmla="*/ 21 h 213"/>
                <a:gd name="T36" fmla="*/ 64 w 85"/>
                <a:gd name="T37" fmla="*/ 21 h 213"/>
                <a:gd name="T38" fmla="*/ 64 w 85"/>
                <a:gd name="T39" fmla="*/ 85 h 213"/>
                <a:gd name="T40" fmla="*/ 21 w 85"/>
                <a:gd name="T41" fmla="*/ 85 h 213"/>
                <a:gd name="T42" fmla="*/ 21 w 85"/>
                <a:gd name="T43" fmla="*/ 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213">
                  <a:moveTo>
                    <a:pt x="75" y="0"/>
                  </a:moveTo>
                  <a:cubicBezTo>
                    <a:pt x="11" y="0"/>
                    <a:pt x="11" y="0"/>
                    <a:pt x="11" y="0"/>
                  </a:cubicBezTo>
                  <a:cubicBezTo>
                    <a:pt x="5" y="0"/>
                    <a:pt x="0" y="5"/>
                    <a:pt x="0" y="11"/>
                  </a:cubicBezTo>
                  <a:cubicBezTo>
                    <a:pt x="0" y="96"/>
                    <a:pt x="0" y="96"/>
                    <a:pt x="0" y="96"/>
                  </a:cubicBezTo>
                  <a:cubicBezTo>
                    <a:pt x="0" y="102"/>
                    <a:pt x="5" y="107"/>
                    <a:pt x="11" y="107"/>
                  </a:cubicBezTo>
                  <a:cubicBezTo>
                    <a:pt x="11" y="203"/>
                    <a:pt x="11" y="203"/>
                    <a:pt x="11" y="203"/>
                  </a:cubicBezTo>
                  <a:cubicBezTo>
                    <a:pt x="11" y="209"/>
                    <a:pt x="15" y="213"/>
                    <a:pt x="21" y="213"/>
                  </a:cubicBezTo>
                  <a:cubicBezTo>
                    <a:pt x="27" y="213"/>
                    <a:pt x="32" y="209"/>
                    <a:pt x="32" y="203"/>
                  </a:cubicBezTo>
                  <a:cubicBezTo>
                    <a:pt x="32" y="107"/>
                    <a:pt x="32" y="107"/>
                    <a:pt x="32" y="107"/>
                  </a:cubicBezTo>
                  <a:cubicBezTo>
                    <a:pt x="53" y="107"/>
                    <a:pt x="53" y="107"/>
                    <a:pt x="53" y="107"/>
                  </a:cubicBezTo>
                  <a:cubicBezTo>
                    <a:pt x="53" y="203"/>
                    <a:pt x="53" y="203"/>
                    <a:pt x="53" y="203"/>
                  </a:cubicBezTo>
                  <a:cubicBezTo>
                    <a:pt x="53" y="209"/>
                    <a:pt x="58" y="213"/>
                    <a:pt x="64" y="213"/>
                  </a:cubicBezTo>
                  <a:cubicBezTo>
                    <a:pt x="70" y="213"/>
                    <a:pt x="75" y="209"/>
                    <a:pt x="75" y="203"/>
                  </a:cubicBezTo>
                  <a:cubicBezTo>
                    <a:pt x="75" y="107"/>
                    <a:pt x="75" y="107"/>
                    <a:pt x="75" y="107"/>
                  </a:cubicBezTo>
                  <a:cubicBezTo>
                    <a:pt x="81" y="107"/>
                    <a:pt x="85" y="102"/>
                    <a:pt x="85" y="96"/>
                  </a:cubicBezTo>
                  <a:cubicBezTo>
                    <a:pt x="85" y="11"/>
                    <a:pt x="85" y="11"/>
                    <a:pt x="85" y="11"/>
                  </a:cubicBezTo>
                  <a:cubicBezTo>
                    <a:pt x="85" y="5"/>
                    <a:pt x="81" y="0"/>
                    <a:pt x="75" y="0"/>
                  </a:cubicBezTo>
                  <a:close/>
                  <a:moveTo>
                    <a:pt x="21" y="21"/>
                  </a:moveTo>
                  <a:cubicBezTo>
                    <a:pt x="64" y="21"/>
                    <a:pt x="64" y="21"/>
                    <a:pt x="64" y="21"/>
                  </a:cubicBezTo>
                  <a:cubicBezTo>
                    <a:pt x="64" y="85"/>
                    <a:pt x="64" y="85"/>
                    <a:pt x="64" y="85"/>
                  </a:cubicBezTo>
                  <a:cubicBezTo>
                    <a:pt x="21" y="85"/>
                    <a:pt x="21" y="85"/>
                    <a:pt x="21" y="85"/>
                  </a:cubicBezTo>
                  <a:lnTo>
                    <a:pt x="21"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31" name="Freeform 850">
              <a:extLst>
                <a:ext uri="{FF2B5EF4-FFF2-40B4-BE49-F238E27FC236}">
                  <a16:creationId xmlns:a16="http://schemas.microsoft.com/office/drawing/2014/main" id="{47CFF963-9877-4F5D-BFD2-FA5D8E4E0E9C}"/>
                </a:ext>
              </a:extLst>
            </p:cNvPr>
            <p:cNvSpPr>
              <a:spLocks noEditPoints="1"/>
            </p:cNvSpPr>
            <p:nvPr/>
          </p:nvSpPr>
          <p:spPr bwMode="auto">
            <a:xfrm>
              <a:off x="4450" y="3110"/>
              <a:ext cx="42" cy="42"/>
            </a:xfrm>
            <a:custGeom>
              <a:avLst/>
              <a:gdLst>
                <a:gd name="T0" fmla="*/ 32 w 64"/>
                <a:gd name="T1" fmla="*/ 64 h 64"/>
                <a:gd name="T2" fmla="*/ 64 w 64"/>
                <a:gd name="T3" fmla="*/ 32 h 64"/>
                <a:gd name="T4" fmla="*/ 32 w 64"/>
                <a:gd name="T5" fmla="*/ 0 h 64"/>
                <a:gd name="T6" fmla="*/ 0 w 64"/>
                <a:gd name="T7" fmla="*/ 32 h 64"/>
                <a:gd name="T8" fmla="*/ 32 w 64"/>
                <a:gd name="T9" fmla="*/ 64 h 64"/>
                <a:gd name="T10" fmla="*/ 32 w 64"/>
                <a:gd name="T11" fmla="*/ 21 h 64"/>
                <a:gd name="T12" fmla="*/ 42 w 64"/>
                <a:gd name="T13" fmla="*/ 32 h 64"/>
                <a:gd name="T14" fmla="*/ 32 w 64"/>
                <a:gd name="T15" fmla="*/ 42 h 64"/>
                <a:gd name="T16" fmla="*/ 21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49" y="64"/>
                    <a:pt x="64" y="49"/>
                    <a:pt x="64" y="32"/>
                  </a:cubicBezTo>
                  <a:cubicBezTo>
                    <a:pt x="64" y="14"/>
                    <a:pt x="49" y="0"/>
                    <a:pt x="32" y="0"/>
                  </a:cubicBezTo>
                  <a:cubicBezTo>
                    <a:pt x="14" y="0"/>
                    <a:pt x="0" y="14"/>
                    <a:pt x="0" y="32"/>
                  </a:cubicBezTo>
                  <a:cubicBezTo>
                    <a:pt x="0" y="49"/>
                    <a:pt x="14" y="64"/>
                    <a:pt x="32" y="64"/>
                  </a:cubicBezTo>
                  <a:close/>
                  <a:moveTo>
                    <a:pt x="32" y="21"/>
                  </a:moveTo>
                  <a:cubicBezTo>
                    <a:pt x="38" y="21"/>
                    <a:pt x="42" y="26"/>
                    <a:pt x="42" y="32"/>
                  </a:cubicBezTo>
                  <a:cubicBezTo>
                    <a:pt x="42" y="38"/>
                    <a:pt x="38" y="42"/>
                    <a:pt x="32" y="42"/>
                  </a:cubicBezTo>
                  <a:cubicBezTo>
                    <a:pt x="26" y="42"/>
                    <a:pt x="21" y="38"/>
                    <a:pt x="21" y="32"/>
                  </a:cubicBezTo>
                  <a:cubicBezTo>
                    <a:pt x="21" y="26"/>
                    <a:pt x="26" y="21"/>
                    <a:pt x="32"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4" name="Isosceles Triangle 3">
            <a:extLst>
              <a:ext uri="{FF2B5EF4-FFF2-40B4-BE49-F238E27FC236}">
                <a16:creationId xmlns:a16="http://schemas.microsoft.com/office/drawing/2014/main" id="{6D381143-2C63-4C7F-AFA6-182B383519C6}"/>
              </a:ext>
            </a:extLst>
          </p:cNvPr>
          <p:cNvSpPr/>
          <p:nvPr/>
        </p:nvSpPr>
        <p:spPr bwMode="gray">
          <a:xfrm rot="16200000">
            <a:off x="2762026" y="4779720"/>
            <a:ext cx="608788" cy="1404349"/>
          </a:xfrm>
          <a:custGeom>
            <a:avLst/>
            <a:gdLst>
              <a:gd name="connsiteX0" fmla="*/ 0 w 456623"/>
              <a:gd name="connsiteY0" fmla="*/ 1444827 h 1444827"/>
              <a:gd name="connsiteX1" fmla="*/ 228312 w 456623"/>
              <a:gd name="connsiteY1" fmla="*/ 0 h 1444827"/>
              <a:gd name="connsiteX2" fmla="*/ 456623 w 456623"/>
              <a:gd name="connsiteY2" fmla="*/ 1444827 h 1444827"/>
              <a:gd name="connsiteX3" fmla="*/ 0 w 456623"/>
              <a:gd name="connsiteY3" fmla="*/ 1444827 h 1444827"/>
              <a:gd name="connsiteX0" fmla="*/ 0 w 611170"/>
              <a:gd name="connsiteY0" fmla="*/ 1425509 h 1444827"/>
              <a:gd name="connsiteX1" fmla="*/ 382859 w 611170"/>
              <a:gd name="connsiteY1" fmla="*/ 0 h 1444827"/>
              <a:gd name="connsiteX2" fmla="*/ 611170 w 611170"/>
              <a:gd name="connsiteY2" fmla="*/ 1444827 h 1444827"/>
              <a:gd name="connsiteX3" fmla="*/ 0 w 611170"/>
              <a:gd name="connsiteY3" fmla="*/ 1425509 h 1444827"/>
              <a:gd name="connsiteX0" fmla="*/ 0 w 613554"/>
              <a:gd name="connsiteY0" fmla="*/ 1394556 h 1444827"/>
              <a:gd name="connsiteX1" fmla="*/ 385243 w 613554"/>
              <a:gd name="connsiteY1" fmla="*/ 0 h 1444827"/>
              <a:gd name="connsiteX2" fmla="*/ 613554 w 613554"/>
              <a:gd name="connsiteY2" fmla="*/ 1444827 h 1444827"/>
              <a:gd name="connsiteX3" fmla="*/ 0 w 613554"/>
              <a:gd name="connsiteY3" fmla="*/ 1394556 h 1444827"/>
              <a:gd name="connsiteX0" fmla="*/ 0 w 613551"/>
              <a:gd name="connsiteY0" fmla="*/ 1394556 h 1404349"/>
              <a:gd name="connsiteX1" fmla="*/ 385243 w 613551"/>
              <a:gd name="connsiteY1" fmla="*/ 0 h 1404349"/>
              <a:gd name="connsiteX2" fmla="*/ 613551 w 613551"/>
              <a:gd name="connsiteY2" fmla="*/ 1404349 h 1404349"/>
              <a:gd name="connsiteX3" fmla="*/ 0 w 613551"/>
              <a:gd name="connsiteY3" fmla="*/ 1394556 h 1404349"/>
              <a:gd name="connsiteX0" fmla="*/ 0 w 608788"/>
              <a:gd name="connsiteY0" fmla="*/ 1401700 h 1404349"/>
              <a:gd name="connsiteX1" fmla="*/ 380480 w 608788"/>
              <a:gd name="connsiteY1" fmla="*/ 0 h 1404349"/>
              <a:gd name="connsiteX2" fmla="*/ 608788 w 608788"/>
              <a:gd name="connsiteY2" fmla="*/ 1404349 h 1404349"/>
              <a:gd name="connsiteX3" fmla="*/ 0 w 608788"/>
              <a:gd name="connsiteY3" fmla="*/ 1401700 h 1404349"/>
            </a:gdLst>
            <a:ahLst/>
            <a:cxnLst>
              <a:cxn ang="0">
                <a:pos x="connsiteX0" y="connsiteY0"/>
              </a:cxn>
              <a:cxn ang="0">
                <a:pos x="connsiteX1" y="connsiteY1"/>
              </a:cxn>
              <a:cxn ang="0">
                <a:pos x="connsiteX2" y="connsiteY2"/>
              </a:cxn>
              <a:cxn ang="0">
                <a:pos x="connsiteX3" y="connsiteY3"/>
              </a:cxn>
            </a:cxnLst>
            <a:rect l="l" t="t" r="r" b="b"/>
            <a:pathLst>
              <a:path w="608788" h="1404349">
                <a:moveTo>
                  <a:pt x="0" y="1401700"/>
                </a:moveTo>
                <a:lnTo>
                  <a:pt x="380480" y="0"/>
                </a:lnTo>
                <a:lnTo>
                  <a:pt x="608788" y="1404349"/>
                </a:lnTo>
                <a:lnTo>
                  <a:pt x="0" y="1401700"/>
                </a:lnTo>
                <a:close/>
              </a:path>
            </a:pathLst>
          </a:custGeom>
          <a:solidFill>
            <a:schemeClr val="accent3">
              <a:lumMod val="20000"/>
              <a:lumOff val="80000"/>
              <a:alpha val="43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a:solidFill>
                <a:schemeClr val="bg1"/>
              </a:solidFill>
            </a:endParaRPr>
          </a:p>
        </p:txBody>
      </p:sp>
      <p:grpSp>
        <p:nvGrpSpPr>
          <p:cNvPr id="9" name="Group 4">
            <a:extLst>
              <a:ext uri="{FF2B5EF4-FFF2-40B4-BE49-F238E27FC236}">
                <a16:creationId xmlns:a16="http://schemas.microsoft.com/office/drawing/2014/main" id="{205E986D-B2DF-4576-BFEE-6EE9685D2A34}"/>
              </a:ext>
            </a:extLst>
          </p:cNvPr>
          <p:cNvGrpSpPr>
            <a:grpSpLocks noChangeAspect="1"/>
          </p:cNvGrpSpPr>
          <p:nvPr/>
        </p:nvGrpSpPr>
        <p:grpSpPr bwMode="auto">
          <a:xfrm>
            <a:off x="3907537" y="5055892"/>
            <a:ext cx="844677" cy="819224"/>
            <a:chOff x="1501" y="4738"/>
            <a:chExt cx="1427" cy="1384"/>
          </a:xfrm>
          <a:solidFill>
            <a:srgbClr val="00A3E0"/>
          </a:solidFill>
        </p:grpSpPr>
        <p:sp>
          <p:nvSpPr>
            <p:cNvPr id="11" name="Freeform 5">
              <a:extLst>
                <a:ext uri="{FF2B5EF4-FFF2-40B4-BE49-F238E27FC236}">
                  <a16:creationId xmlns:a16="http://schemas.microsoft.com/office/drawing/2014/main" id="{B6A44E17-8255-4E37-AE43-082E0D23AA0E}"/>
                </a:ext>
              </a:extLst>
            </p:cNvPr>
            <p:cNvSpPr>
              <a:spLocks noEditPoints="1"/>
            </p:cNvSpPr>
            <p:nvPr/>
          </p:nvSpPr>
          <p:spPr bwMode="auto">
            <a:xfrm>
              <a:off x="2072" y="5222"/>
              <a:ext cx="856" cy="900"/>
            </a:xfrm>
            <a:custGeom>
              <a:avLst/>
              <a:gdLst>
                <a:gd name="T0" fmla="*/ 324 w 384"/>
                <a:gd name="T1" fmla="*/ 85 h 416"/>
                <a:gd name="T2" fmla="*/ 341 w 384"/>
                <a:gd name="T3" fmla="*/ 48 h 416"/>
                <a:gd name="T4" fmla="*/ 258 w 384"/>
                <a:gd name="T5" fmla="*/ 14 h 416"/>
                <a:gd name="T6" fmla="*/ 125 w 384"/>
                <a:gd name="T7" fmla="*/ 14 h 416"/>
                <a:gd name="T8" fmla="*/ 42 w 384"/>
                <a:gd name="T9" fmla="*/ 48 h 416"/>
                <a:gd name="T10" fmla="*/ 59 w 384"/>
                <a:gd name="T11" fmla="*/ 85 h 416"/>
                <a:gd name="T12" fmla="*/ 0 w 384"/>
                <a:gd name="T13" fmla="*/ 96 h 416"/>
                <a:gd name="T14" fmla="*/ 10 w 384"/>
                <a:gd name="T15" fmla="*/ 416 h 416"/>
                <a:gd name="T16" fmla="*/ 384 w 384"/>
                <a:gd name="T17" fmla="*/ 405 h 416"/>
                <a:gd name="T18" fmla="*/ 373 w 384"/>
                <a:gd name="T19" fmla="*/ 85 h 416"/>
                <a:gd name="T20" fmla="*/ 234 w 384"/>
                <a:gd name="T21" fmla="*/ 149 h 416"/>
                <a:gd name="T22" fmla="*/ 362 w 384"/>
                <a:gd name="T23" fmla="*/ 106 h 416"/>
                <a:gd name="T24" fmla="*/ 170 w 384"/>
                <a:gd name="T25" fmla="*/ 149 h 416"/>
                <a:gd name="T26" fmla="*/ 213 w 384"/>
                <a:gd name="T27" fmla="*/ 106 h 416"/>
                <a:gd name="T28" fmla="*/ 170 w 384"/>
                <a:gd name="T29" fmla="*/ 149 h 416"/>
                <a:gd name="T30" fmla="*/ 213 w 384"/>
                <a:gd name="T31" fmla="*/ 394 h 416"/>
                <a:gd name="T32" fmla="*/ 170 w 384"/>
                <a:gd name="T33" fmla="*/ 170 h 416"/>
                <a:gd name="T34" fmla="*/ 274 w 384"/>
                <a:gd name="T35" fmla="*/ 29 h 416"/>
                <a:gd name="T36" fmla="*/ 320 w 384"/>
                <a:gd name="T37" fmla="*/ 48 h 416"/>
                <a:gd name="T38" fmla="*/ 294 w 384"/>
                <a:gd name="T39" fmla="*/ 85 h 416"/>
                <a:gd name="T40" fmla="*/ 274 w 384"/>
                <a:gd name="T41" fmla="*/ 29 h 416"/>
                <a:gd name="T42" fmla="*/ 64 w 384"/>
                <a:gd name="T43" fmla="*/ 48 h 416"/>
                <a:gd name="T44" fmla="*/ 110 w 384"/>
                <a:gd name="T45" fmla="*/ 29 h 416"/>
                <a:gd name="T46" fmla="*/ 89 w 384"/>
                <a:gd name="T47" fmla="*/ 85 h 416"/>
                <a:gd name="T48" fmla="*/ 149 w 384"/>
                <a:gd name="T49" fmla="*/ 106 h 416"/>
                <a:gd name="T50" fmla="*/ 21 w 384"/>
                <a:gd name="T51" fmla="*/ 149 h 416"/>
                <a:gd name="T52" fmla="*/ 149 w 384"/>
                <a:gd name="T53" fmla="*/ 106 h 416"/>
                <a:gd name="T54" fmla="*/ 149 w 384"/>
                <a:gd name="T55" fmla="*/ 170 h 416"/>
                <a:gd name="T56" fmla="*/ 21 w 384"/>
                <a:gd name="T57" fmla="*/ 394 h 416"/>
                <a:gd name="T58" fmla="*/ 362 w 384"/>
                <a:gd name="T59" fmla="*/ 394 h 416"/>
                <a:gd name="T60" fmla="*/ 234 w 384"/>
                <a:gd name="T61" fmla="*/ 170 h 416"/>
                <a:gd name="T62" fmla="*/ 362 w 384"/>
                <a:gd name="T63" fmla="*/ 394 h 416"/>
                <a:gd name="T64" fmla="*/ 362 w 384"/>
                <a:gd name="T65" fmla="*/ 394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4" h="416">
                  <a:moveTo>
                    <a:pt x="373" y="85"/>
                  </a:moveTo>
                  <a:cubicBezTo>
                    <a:pt x="324" y="85"/>
                    <a:pt x="324" y="85"/>
                    <a:pt x="324" y="85"/>
                  </a:cubicBezTo>
                  <a:cubicBezTo>
                    <a:pt x="327" y="82"/>
                    <a:pt x="327" y="82"/>
                    <a:pt x="327" y="82"/>
                  </a:cubicBezTo>
                  <a:cubicBezTo>
                    <a:pt x="336" y="73"/>
                    <a:pt x="341" y="61"/>
                    <a:pt x="341" y="48"/>
                  </a:cubicBezTo>
                  <a:cubicBezTo>
                    <a:pt x="341" y="21"/>
                    <a:pt x="319" y="0"/>
                    <a:pt x="293" y="0"/>
                  </a:cubicBezTo>
                  <a:cubicBezTo>
                    <a:pt x="280" y="0"/>
                    <a:pt x="268" y="5"/>
                    <a:pt x="258" y="14"/>
                  </a:cubicBezTo>
                  <a:cubicBezTo>
                    <a:pt x="192" y="81"/>
                    <a:pt x="192" y="81"/>
                    <a:pt x="192" y="81"/>
                  </a:cubicBezTo>
                  <a:cubicBezTo>
                    <a:pt x="125" y="14"/>
                    <a:pt x="125" y="14"/>
                    <a:pt x="125" y="14"/>
                  </a:cubicBezTo>
                  <a:cubicBezTo>
                    <a:pt x="116" y="5"/>
                    <a:pt x="104" y="0"/>
                    <a:pt x="91" y="0"/>
                  </a:cubicBezTo>
                  <a:cubicBezTo>
                    <a:pt x="64" y="0"/>
                    <a:pt x="42" y="21"/>
                    <a:pt x="42" y="48"/>
                  </a:cubicBezTo>
                  <a:cubicBezTo>
                    <a:pt x="42" y="61"/>
                    <a:pt x="47" y="73"/>
                    <a:pt x="56" y="82"/>
                  </a:cubicBezTo>
                  <a:cubicBezTo>
                    <a:pt x="59" y="85"/>
                    <a:pt x="59" y="85"/>
                    <a:pt x="59" y="85"/>
                  </a:cubicBezTo>
                  <a:cubicBezTo>
                    <a:pt x="10" y="85"/>
                    <a:pt x="10" y="85"/>
                    <a:pt x="10" y="85"/>
                  </a:cubicBezTo>
                  <a:cubicBezTo>
                    <a:pt x="4" y="85"/>
                    <a:pt x="0" y="90"/>
                    <a:pt x="0" y="96"/>
                  </a:cubicBezTo>
                  <a:cubicBezTo>
                    <a:pt x="0" y="405"/>
                    <a:pt x="0" y="405"/>
                    <a:pt x="0" y="405"/>
                  </a:cubicBezTo>
                  <a:cubicBezTo>
                    <a:pt x="0" y="411"/>
                    <a:pt x="4" y="416"/>
                    <a:pt x="10" y="416"/>
                  </a:cubicBezTo>
                  <a:cubicBezTo>
                    <a:pt x="373" y="416"/>
                    <a:pt x="373" y="416"/>
                    <a:pt x="373" y="416"/>
                  </a:cubicBezTo>
                  <a:cubicBezTo>
                    <a:pt x="379" y="416"/>
                    <a:pt x="384" y="411"/>
                    <a:pt x="384" y="405"/>
                  </a:cubicBezTo>
                  <a:cubicBezTo>
                    <a:pt x="384" y="96"/>
                    <a:pt x="384" y="96"/>
                    <a:pt x="384" y="96"/>
                  </a:cubicBezTo>
                  <a:cubicBezTo>
                    <a:pt x="384" y="90"/>
                    <a:pt x="379" y="85"/>
                    <a:pt x="373" y="85"/>
                  </a:cubicBezTo>
                  <a:close/>
                  <a:moveTo>
                    <a:pt x="362" y="149"/>
                  </a:moveTo>
                  <a:cubicBezTo>
                    <a:pt x="234" y="149"/>
                    <a:pt x="234" y="149"/>
                    <a:pt x="234" y="149"/>
                  </a:cubicBezTo>
                  <a:cubicBezTo>
                    <a:pt x="234" y="106"/>
                    <a:pt x="234" y="106"/>
                    <a:pt x="234" y="106"/>
                  </a:cubicBezTo>
                  <a:cubicBezTo>
                    <a:pt x="362" y="106"/>
                    <a:pt x="362" y="106"/>
                    <a:pt x="362" y="106"/>
                  </a:cubicBezTo>
                  <a:lnTo>
                    <a:pt x="362" y="149"/>
                  </a:lnTo>
                  <a:close/>
                  <a:moveTo>
                    <a:pt x="170" y="149"/>
                  </a:moveTo>
                  <a:cubicBezTo>
                    <a:pt x="170" y="106"/>
                    <a:pt x="170" y="106"/>
                    <a:pt x="170" y="106"/>
                  </a:cubicBezTo>
                  <a:cubicBezTo>
                    <a:pt x="213" y="106"/>
                    <a:pt x="213" y="106"/>
                    <a:pt x="213" y="106"/>
                  </a:cubicBezTo>
                  <a:cubicBezTo>
                    <a:pt x="213" y="149"/>
                    <a:pt x="213" y="149"/>
                    <a:pt x="213" y="149"/>
                  </a:cubicBezTo>
                  <a:lnTo>
                    <a:pt x="170" y="149"/>
                  </a:lnTo>
                  <a:close/>
                  <a:moveTo>
                    <a:pt x="213" y="170"/>
                  </a:moveTo>
                  <a:cubicBezTo>
                    <a:pt x="213" y="394"/>
                    <a:pt x="213" y="394"/>
                    <a:pt x="213" y="394"/>
                  </a:cubicBezTo>
                  <a:cubicBezTo>
                    <a:pt x="170" y="394"/>
                    <a:pt x="170" y="394"/>
                    <a:pt x="170" y="394"/>
                  </a:cubicBezTo>
                  <a:cubicBezTo>
                    <a:pt x="170" y="170"/>
                    <a:pt x="170" y="170"/>
                    <a:pt x="170" y="170"/>
                  </a:cubicBezTo>
                  <a:lnTo>
                    <a:pt x="213" y="170"/>
                  </a:lnTo>
                  <a:close/>
                  <a:moveTo>
                    <a:pt x="274" y="29"/>
                  </a:moveTo>
                  <a:cubicBezTo>
                    <a:pt x="279" y="24"/>
                    <a:pt x="285" y="21"/>
                    <a:pt x="293" y="21"/>
                  </a:cubicBezTo>
                  <a:cubicBezTo>
                    <a:pt x="308" y="21"/>
                    <a:pt x="320" y="33"/>
                    <a:pt x="320" y="48"/>
                  </a:cubicBezTo>
                  <a:cubicBezTo>
                    <a:pt x="320" y="55"/>
                    <a:pt x="317" y="62"/>
                    <a:pt x="312" y="67"/>
                  </a:cubicBezTo>
                  <a:cubicBezTo>
                    <a:pt x="294" y="85"/>
                    <a:pt x="294" y="85"/>
                    <a:pt x="294" y="85"/>
                  </a:cubicBezTo>
                  <a:cubicBezTo>
                    <a:pt x="217" y="85"/>
                    <a:pt x="217" y="85"/>
                    <a:pt x="217" y="85"/>
                  </a:cubicBezTo>
                  <a:lnTo>
                    <a:pt x="274" y="29"/>
                  </a:lnTo>
                  <a:close/>
                  <a:moveTo>
                    <a:pt x="72" y="67"/>
                  </a:moveTo>
                  <a:cubicBezTo>
                    <a:pt x="66" y="62"/>
                    <a:pt x="64" y="55"/>
                    <a:pt x="64" y="48"/>
                  </a:cubicBezTo>
                  <a:cubicBezTo>
                    <a:pt x="64" y="33"/>
                    <a:pt x="76" y="21"/>
                    <a:pt x="91" y="21"/>
                  </a:cubicBezTo>
                  <a:cubicBezTo>
                    <a:pt x="98" y="21"/>
                    <a:pt x="105" y="24"/>
                    <a:pt x="110" y="29"/>
                  </a:cubicBezTo>
                  <a:cubicBezTo>
                    <a:pt x="166" y="85"/>
                    <a:pt x="166" y="85"/>
                    <a:pt x="166" y="85"/>
                  </a:cubicBezTo>
                  <a:cubicBezTo>
                    <a:pt x="89" y="85"/>
                    <a:pt x="89" y="85"/>
                    <a:pt x="89" y="85"/>
                  </a:cubicBezTo>
                  <a:lnTo>
                    <a:pt x="72" y="67"/>
                  </a:lnTo>
                  <a:close/>
                  <a:moveTo>
                    <a:pt x="149" y="106"/>
                  </a:moveTo>
                  <a:cubicBezTo>
                    <a:pt x="149" y="149"/>
                    <a:pt x="149" y="149"/>
                    <a:pt x="149" y="149"/>
                  </a:cubicBezTo>
                  <a:cubicBezTo>
                    <a:pt x="21" y="149"/>
                    <a:pt x="21" y="149"/>
                    <a:pt x="21" y="149"/>
                  </a:cubicBezTo>
                  <a:cubicBezTo>
                    <a:pt x="21" y="106"/>
                    <a:pt x="21" y="106"/>
                    <a:pt x="21" y="106"/>
                  </a:cubicBezTo>
                  <a:lnTo>
                    <a:pt x="149" y="106"/>
                  </a:lnTo>
                  <a:close/>
                  <a:moveTo>
                    <a:pt x="21" y="170"/>
                  </a:moveTo>
                  <a:cubicBezTo>
                    <a:pt x="149" y="170"/>
                    <a:pt x="149" y="170"/>
                    <a:pt x="149" y="170"/>
                  </a:cubicBezTo>
                  <a:cubicBezTo>
                    <a:pt x="149" y="394"/>
                    <a:pt x="149" y="394"/>
                    <a:pt x="149" y="394"/>
                  </a:cubicBezTo>
                  <a:cubicBezTo>
                    <a:pt x="21" y="394"/>
                    <a:pt x="21" y="394"/>
                    <a:pt x="21" y="394"/>
                  </a:cubicBezTo>
                  <a:lnTo>
                    <a:pt x="21" y="170"/>
                  </a:lnTo>
                  <a:close/>
                  <a:moveTo>
                    <a:pt x="362" y="394"/>
                  </a:moveTo>
                  <a:cubicBezTo>
                    <a:pt x="234" y="394"/>
                    <a:pt x="234" y="394"/>
                    <a:pt x="234" y="394"/>
                  </a:cubicBezTo>
                  <a:cubicBezTo>
                    <a:pt x="234" y="170"/>
                    <a:pt x="234" y="170"/>
                    <a:pt x="234" y="170"/>
                  </a:cubicBezTo>
                  <a:cubicBezTo>
                    <a:pt x="362" y="170"/>
                    <a:pt x="362" y="170"/>
                    <a:pt x="362" y="170"/>
                  </a:cubicBezTo>
                  <a:lnTo>
                    <a:pt x="362" y="394"/>
                  </a:lnTo>
                  <a:close/>
                  <a:moveTo>
                    <a:pt x="362" y="394"/>
                  </a:moveTo>
                  <a:cubicBezTo>
                    <a:pt x="362" y="394"/>
                    <a:pt x="362" y="394"/>
                    <a:pt x="362" y="394"/>
                  </a:cubicBezTo>
                </a:path>
              </a:pathLst>
            </a:custGeom>
            <a:grpFill/>
            <a:ln w="635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6">
              <a:extLst>
                <a:ext uri="{FF2B5EF4-FFF2-40B4-BE49-F238E27FC236}">
                  <a16:creationId xmlns:a16="http://schemas.microsoft.com/office/drawing/2014/main" id="{1AD5F549-4C0A-494D-9CD8-65E24A6727D6}"/>
                </a:ext>
              </a:extLst>
            </p:cNvPr>
            <p:cNvSpPr>
              <a:spLocks noEditPoints="1"/>
            </p:cNvSpPr>
            <p:nvPr/>
          </p:nvSpPr>
          <p:spPr bwMode="auto">
            <a:xfrm>
              <a:off x="1501" y="4738"/>
              <a:ext cx="1086" cy="644"/>
            </a:xfrm>
            <a:custGeom>
              <a:avLst/>
              <a:gdLst>
                <a:gd name="T0" fmla="*/ 448 w 487"/>
                <a:gd name="T1" fmla="*/ 138 h 298"/>
                <a:gd name="T2" fmla="*/ 298 w 487"/>
                <a:gd name="T3" fmla="*/ 138 h 298"/>
                <a:gd name="T4" fmla="*/ 149 w 487"/>
                <a:gd name="T5" fmla="*/ 0 h 298"/>
                <a:gd name="T6" fmla="*/ 0 w 487"/>
                <a:gd name="T7" fmla="*/ 149 h 298"/>
                <a:gd name="T8" fmla="*/ 149 w 487"/>
                <a:gd name="T9" fmla="*/ 298 h 298"/>
                <a:gd name="T10" fmla="*/ 298 w 487"/>
                <a:gd name="T11" fmla="*/ 160 h 298"/>
                <a:gd name="T12" fmla="*/ 437 w 487"/>
                <a:gd name="T13" fmla="*/ 160 h 298"/>
                <a:gd name="T14" fmla="*/ 437 w 487"/>
                <a:gd name="T15" fmla="*/ 230 h 298"/>
                <a:gd name="T16" fmla="*/ 423 w 487"/>
                <a:gd name="T17" fmla="*/ 216 h 298"/>
                <a:gd name="T18" fmla="*/ 408 w 487"/>
                <a:gd name="T19" fmla="*/ 231 h 298"/>
                <a:gd name="T20" fmla="*/ 440 w 487"/>
                <a:gd name="T21" fmla="*/ 263 h 298"/>
                <a:gd name="T22" fmla="*/ 448 w 487"/>
                <a:gd name="T23" fmla="*/ 266 h 298"/>
                <a:gd name="T24" fmla="*/ 455 w 487"/>
                <a:gd name="T25" fmla="*/ 263 h 298"/>
                <a:gd name="T26" fmla="*/ 487 w 487"/>
                <a:gd name="T27" fmla="*/ 231 h 298"/>
                <a:gd name="T28" fmla="*/ 472 w 487"/>
                <a:gd name="T29" fmla="*/ 216 h 298"/>
                <a:gd name="T30" fmla="*/ 458 w 487"/>
                <a:gd name="T31" fmla="*/ 230 h 298"/>
                <a:gd name="T32" fmla="*/ 458 w 487"/>
                <a:gd name="T33" fmla="*/ 149 h 298"/>
                <a:gd name="T34" fmla="*/ 448 w 487"/>
                <a:gd name="T35" fmla="*/ 138 h 298"/>
                <a:gd name="T36" fmla="*/ 149 w 487"/>
                <a:gd name="T37" fmla="*/ 277 h 298"/>
                <a:gd name="T38" fmla="*/ 21 w 487"/>
                <a:gd name="T39" fmla="*/ 149 h 298"/>
                <a:gd name="T40" fmla="*/ 149 w 487"/>
                <a:gd name="T41" fmla="*/ 21 h 298"/>
                <a:gd name="T42" fmla="*/ 277 w 487"/>
                <a:gd name="T43" fmla="*/ 149 h 298"/>
                <a:gd name="T44" fmla="*/ 149 w 487"/>
                <a:gd name="T45" fmla="*/ 277 h 298"/>
                <a:gd name="T46" fmla="*/ 149 w 487"/>
                <a:gd name="T47" fmla="*/ 277 h 298"/>
                <a:gd name="T48" fmla="*/ 149 w 487"/>
                <a:gd name="T49" fmla="*/ 277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7" h="298">
                  <a:moveTo>
                    <a:pt x="448" y="138"/>
                  </a:moveTo>
                  <a:cubicBezTo>
                    <a:pt x="298" y="138"/>
                    <a:pt x="298" y="138"/>
                    <a:pt x="298" y="138"/>
                  </a:cubicBezTo>
                  <a:cubicBezTo>
                    <a:pt x="292" y="61"/>
                    <a:pt x="228" y="0"/>
                    <a:pt x="149" y="0"/>
                  </a:cubicBezTo>
                  <a:cubicBezTo>
                    <a:pt x="67" y="0"/>
                    <a:pt x="0" y="67"/>
                    <a:pt x="0" y="149"/>
                  </a:cubicBezTo>
                  <a:cubicBezTo>
                    <a:pt x="0" y="231"/>
                    <a:pt x="67" y="298"/>
                    <a:pt x="149" y="298"/>
                  </a:cubicBezTo>
                  <a:cubicBezTo>
                    <a:pt x="228" y="298"/>
                    <a:pt x="292" y="237"/>
                    <a:pt x="298" y="160"/>
                  </a:cubicBezTo>
                  <a:cubicBezTo>
                    <a:pt x="437" y="160"/>
                    <a:pt x="437" y="160"/>
                    <a:pt x="437" y="160"/>
                  </a:cubicBezTo>
                  <a:cubicBezTo>
                    <a:pt x="437" y="230"/>
                    <a:pt x="437" y="230"/>
                    <a:pt x="437" y="230"/>
                  </a:cubicBezTo>
                  <a:cubicBezTo>
                    <a:pt x="423" y="216"/>
                    <a:pt x="423" y="216"/>
                    <a:pt x="423" y="216"/>
                  </a:cubicBezTo>
                  <a:cubicBezTo>
                    <a:pt x="408" y="231"/>
                    <a:pt x="408" y="231"/>
                    <a:pt x="408" y="231"/>
                  </a:cubicBezTo>
                  <a:cubicBezTo>
                    <a:pt x="440" y="263"/>
                    <a:pt x="440" y="263"/>
                    <a:pt x="440" y="263"/>
                  </a:cubicBezTo>
                  <a:cubicBezTo>
                    <a:pt x="442" y="265"/>
                    <a:pt x="445" y="266"/>
                    <a:pt x="448" y="266"/>
                  </a:cubicBezTo>
                  <a:cubicBezTo>
                    <a:pt x="450" y="266"/>
                    <a:pt x="453" y="265"/>
                    <a:pt x="455" y="263"/>
                  </a:cubicBezTo>
                  <a:cubicBezTo>
                    <a:pt x="487" y="231"/>
                    <a:pt x="487" y="231"/>
                    <a:pt x="487" y="231"/>
                  </a:cubicBezTo>
                  <a:cubicBezTo>
                    <a:pt x="472" y="216"/>
                    <a:pt x="472" y="216"/>
                    <a:pt x="472" y="216"/>
                  </a:cubicBezTo>
                  <a:cubicBezTo>
                    <a:pt x="458" y="230"/>
                    <a:pt x="458" y="230"/>
                    <a:pt x="458" y="230"/>
                  </a:cubicBezTo>
                  <a:cubicBezTo>
                    <a:pt x="458" y="149"/>
                    <a:pt x="458" y="149"/>
                    <a:pt x="458" y="149"/>
                  </a:cubicBezTo>
                  <a:cubicBezTo>
                    <a:pt x="458" y="143"/>
                    <a:pt x="454" y="138"/>
                    <a:pt x="448" y="138"/>
                  </a:cubicBezTo>
                  <a:close/>
                  <a:moveTo>
                    <a:pt x="149" y="277"/>
                  </a:moveTo>
                  <a:cubicBezTo>
                    <a:pt x="78" y="277"/>
                    <a:pt x="21" y="220"/>
                    <a:pt x="21" y="149"/>
                  </a:cubicBezTo>
                  <a:cubicBezTo>
                    <a:pt x="21" y="78"/>
                    <a:pt x="78" y="21"/>
                    <a:pt x="149" y="21"/>
                  </a:cubicBezTo>
                  <a:cubicBezTo>
                    <a:pt x="220" y="21"/>
                    <a:pt x="277" y="78"/>
                    <a:pt x="277" y="149"/>
                  </a:cubicBezTo>
                  <a:cubicBezTo>
                    <a:pt x="277" y="220"/>
                    <a:pt x="220" y="277"/>
                    <a:pt x="149" y="277"/>
                  </a:cubicBezTo>
                  <a:close/>
                  <a:moveTo>
                    <a:pt x="149" y="277"/>
                  </a:moveTo>
                  <a:cubicBezTo>
                    <a:pt x="149" y="277"/>
                    <a:pt x="149" y="277"/>
                    <a:pt x="149" y="277"/>
                  </a:cubicBezTo>
                </a:path>
              </a:pathLst>
            </a:custGeom>
            <a:grpFill/>
            <a:ln w="635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7">
              <a:extLst>
                <a:ext uri="{FF2B5EF4-FFF2-40B4-BE49-F238E27FC236}">
                  <a16:creationId xmlns:a16="http://schemas.microsoft.com/office/drawing/2014/main" id="{2D3DD32D-6885-47E7-907B-67FB81A12C24}"/>
                </a:ext>
              </a:extLst>
            </p:cNvPr>
            <p:cNvSpPr>
              <a:spLocks noEditPoints="1"/>
            </p:cNvSpPr>
            <p:nvPr/>
          </p:nvSpPr>
          <p:spPr bwMode="auto">
            <a:xfrm>
              <a:off x="1617" y="4851"/>
              <a:ext cx="433" cy="395"/>
            </a:xfrm>
            <a:custGeom>
              <a:avLst/>
              <a:gdLst>
                <a:gd name="T0" fmla="*/ 130 w 194"/>
                <a:gd name="T1" fmla="*/ 55 h 183"/>
                <a:gd name="T2" fmla="*/ 107 w 194"/>
                <a:gd name="T3" fmla="*/ 7 h 183"/>
                <a:gd name="T4" fmla="*/ 87 w 194"/>
                <a:gd name="T5" fmla="*/ 7 h 183"/>
                <a:gd name="T6" fmla="*/ 64 w 194"/>
                <a:gd name="T7" fmla="*/ 55 h 183"/>
                <a:gd name="T8" fmla="*/ 10 w 194"/>
                <a:gd name="T9" fmla="*/ 62 h 183"/>
                <a:gd name="T10" fmla="*/ 2 w 194"/>
                <a:gd name="T11" fmla="*/ 70 h 183"/>
                <a:gd name="T12" fmla="*/ 4 w 194"/>
                <a:gd name="T13" fmla="*/ 80 h 183"/>
                <a:gd name="T14" fmla="*/ 43 w 194"/>
                <a:gd name="T15" fmla="*/ 118 h 183"/>
                <a:gd name="T16" fmla="*/ 34 w 194"/>
                <a:gd name="T17" fmla="*/ 170 h 183"/>
                <a:gd name="T18" fmla="*/ 38 w 194"/>
                <a:gd name="T19" fmla="*/ 180 h 183"/>
                <a:gd name="T20" fmla="*/ 49 w 194"/>
                <a:gd name="T21" fmla="*/ 181 h 183"/>
                <a:gd name="T22" fmla="*/ 97 w 194"/>
                <a:gd name="T23" fmla="*/ 156 h 183"/>
                <a:gd name="T24" fmla="*/ 145 w 194"/>
                <a:gd name="T25" fmla="*/ 181 h 183"/>
                <a:gd name="T26" fmla="*/ 150 w 194"/>
                <a:gd name="T27" fmla="*/ 182 h 183"/>
                <a:gd name="T28" fmla="*/ 156 w 194"/>
                <a:gd name="T29" fmla="*/ 180 h 183"/>
                <a:gd name="T30" fmla="*/ 160 w 194"/>
                <a:gd name="T31" fmla="*/ 170 h 183"/>
                <a:gd name="T32" fmla="*/ 151 w 194"/>
                <a:gd name="T33" fmla="*/ 118 h 183"/>
                <a:gd name="T34" fmla="*/ 190 w 194"/>
                <a:gd name="T35" fmla="*/ 80 h 183"/>
                <a:gd name="T36" fmla="*/ 192 w 194"/>
                <a:gd name="T37" fmla="*/ 70 h 183"/>
                <a:gd name="T38" fmla="*/ 184 w 194"/>
                <a:gd name="T39" fmla="*/ 62 h 183"/>
                <a:gd name="T40" fmla="*/ 130 w 194"/>
                <a:gd name="T41" fmla="*/ 55 h 183"/>
                <a:gd name="T42" fmla="*/ 132 w 194"/>
                <a:gd name="T43" fmla="*/ 106 h 183"/>
                <a:gd name="T44" fmla="*/ 129 w 194"/>
                <a:gd name="T45" fmla="*/ 116 h 183"/>
                <a:gd name="T46" fmla="*/ 136 w 194"/>
                <a:gd name="T47" fmla="*/ 152 h 183"/>
                <a:gd name="T48" fmla="*/ 102 w 194"/>
                <a:gd name="T49" fmla="*/ 135 h 183"/>
                <a:gd name="T50" fmla="*/ 97 w 194"/>
                <a:gd name="T51" fmla="*/ 134 h 183"/>
                <a:gd name="T52" fmla="*/ 92 w 194"/>
                <a:gd name="T53" fmla="*/ 135 h 183"/>
                <a:gd name="T54" fmla="*/ 58 w 194"/>
                <a:gd name="T55" fmla="*/ 152 h 183"/>
                <a:gd name="T56" fmla="*/ 65 w 194"/>
                <a:gd name="T57" fmla="*/ 116 h 183"/>
                <a:gd name="T58" fmla="*/ 62 w 194"/>
                <a:gd name="T59" fmla="*/ 106 h 183"/>
                <a:gd name="T60" fmla="*/ 35 w 194"/>
                <a:gd name="T61" fmla="*/ 80 h 183"/>
                <a:gd name="T62" fmla="*/ 72 w 194"/>
                <a:gd name="T63" fmla="*/ 75 h 183"/>
                <a:gd name="T64" fmla="*/ 80 w 194"/>
                <a:gd name="T65" fmla="*/ 69 h 183"/>
                <a:gd name="T66" fmla="*/ 97 w 194"/>
                <a:gd name="T67" fmla="*/ 35 h 183"/>
                <a:gd name="T68" fmla="*/ 114 w 194"/>
                <a:gd name="T69" fmla="*/ 69 h 183"/>
                <a:gd name="T70" fmla="*/ 122 w 194"/>
                <a:gd name="T71" fmla="*/ 75 h 183"/>
                <a:gd name="T72" fmla="*/ 159 w 194"/>
                <a:gd name="T73" fmla="*/ 80 h 183"/>
                <a:gd name="T74" fmla="*/ 132 w 194"/>
                <a:gd name="T75" fmla="*/ 106 h 183"/>
                <a:gd name="T76" fmla="*/ 132 w 194"/>
                <a:gd name="T77" fmla="*/ 106 h 183"/>
                <a:gd name="T78" fmla="*/ 132 w 194"/>
                <a:gd name="T79" fmla="*/ 10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183">
                  <a:moveTo>
                    <a:pt x="130" y="55"/>
                  </a:moveTo>
                  <a:cubicBezTo>
                    <a:pt x="107" y="7"/>
                    <a:pt x="107" y="7"/>
                    <a:pt x="107" y="7"/>
                  </a:cubicBezTo>
                  <a:cubicBezTo>
                    <a:pt x="103" y="0"/>
                    <a:pt x="91" y="0"/>
                    <a:pt x="87" y="7"/>
                  </a:cubicBezTo>
                  <a:cubicBezTo>
                    <a:pt x="64" y="55"/>
                    <a:pt x="64" y="55"/>
                    <a:pt x="64" y="55"/>
                  </a:cubicBezTo>
                  <a:cubicBezTo>
                    <a:pt x="10" y="62"/>
                    <a:pt x="10" y="62"/>
                    <a:pt x="10" y="62"/>
                  </a:cubicBezTo>
                  <a:cubicBezTo>
                    <a:pt x="6" y="63"/>
                    <a:pt x="3" y="66"/>
                    <a:pt x="2" y="70"/>
                  </a:cubicBezTo>
                  <a:cubicBezTo>
                    <a:pt x="0" y="73"/>
                    <a:pt x="1" y="78"/>
                    <a:pt x="4" y="80"/>
                  </a:cubicBezTo>
                  <a:cubicBezTo>
                    <a:pt x="43" y="118"/>
                    <a:pt x="43" y="118"/>
                    <a:pt x="43" y="118"/>
                  </a:cubicBezTo>
                  <a:cubicBezTo>
                    <a:pt x="34" y="170"/>
                    <a:pt x="34" y="170"/>
                    <a:pt x="34" y="170"/>
                  </a:cubicBezTo>
                  <a:cubicBezTo>
                    <a:pt x="33" y="174"/>
                    <a:pt x="35" y="178"/>
                    <a:pt x="38" y="180"/>
                  </a:cubicBezTo>
                  <a:cubicBezTo>
                    <a:pt x="41" y="183"/>
                    <a:pt x="46" y="183"/>
                    <a:pt x="49" y="181"/>
                  </a:cubicBezTo>
                  <a:cubicBezTo>
                    <a:pt x="97" y="156"/>
                    <a:pt x="97" y="156"/>
                    <a:pt x="97" y="156"/>
                  </a:cubicBezTo>
                  <a:cubicBezTo>
                    <a:pt x="145" y="181"/>
                    <a:pt x="145" y="181"/>
                    <a:pt x="145" y="181"/>
                  </a:cubicBezTo>
                  <a:cubicBezTo>
                    <a:pt x="146" y="182"/>
                    <a:pt x="148" y="182"/>
                    <a:pt x="150" y="182"/>
                  </a:cubicBezTo>
                  <a:cubicBezTo>
                    <a:pt x="152" y="182"/>
                    <a:pt x="154" y="182"/>
                    <a:pt x="156" y="180"/>
                  </a:cubicBezTo>
                  <a:cubicBezTo>
                    <a:pt x="159" y="178"/>
                    <a:pt x="161" y="174"/>
                    <a:pt x="160" y="170"/>
                  </a:cubicBezTo>
                  <a:cubicBezTo>
                    <a:pt x="151" y="118"/>
                    <a:pt x="151" y="118"/>
                    <a:pt x="151" y="118"/>
                  </a:cubicBezTo>
                  <a:cubicBezTo>
                    <a:pt x="190" y="80"/>
                    <a:pt x="190" y="80"/>
                    <a:pt x="190" y="80"/>
                  </a:cubicBezTo>
                  <a:cubicBezTo>
                    <a:pt x="193" y="78"/>
                    <a:pt x="194" y="73"/>
                    <a:pt x="192" y="70"/>
                  </a:cubicBezTo>
                  <a:cubicBezTo>
                    <a:pt x="191" y="66"/>
                    <a:pt x="188" y="63"/>
                    <a:pt x="184" y="62"/>
                  </a:cubicBezTo>
                  <a:lnTo>
                    <a:pt x="130" y="55"/>
                  </a:lnTo>
                  <a:close/>
                  <a:moveTo>
                    <a:pt x="132" y="106"/>
                  </a:moveTo>
                  <a:cubicBezTo>
                    <a:pt x="130" y="109"/>
                    <a:pt x="129" y="112"/>
                    <a:pt x="129" y="116"/>
                  </a:cubicBezTo>
                  <a:cubicBezTo>
                    <a:pt x="136" y="152"/>
                    <a:pt x="136" y="152"/>
                    <a:pt x="136" y="152"/>
                  </a:cubicBezTo>
                  <a:cubicBezTo>
                    <a:pt x="102" y="135"/>
                    <a:pt x="102" y="135"/>
                    <a:pt x="102" y="135"/>
                  </a:cubicBezTo>
                  <a:cubicBezTo>
                    <a:pt x="100" y="134"/>
                    <a:pt x="99" y="134"/>
                    <a:pt x="97" y="134"/>
                  </a:cubicBezTo>
                  <a:cubicBezTo>
                    <a:pt x="95" y="134"/>
                    <a:pt x="94" y="134"/>
                    <a:pt x="92" y="135"/>
                  </a:cubicBezTo>
                  <a:cubicBezTo>
                    <a:pt x="58" y="152"/>
                    <a:pt x="58" y="152"/>
                    <a:pt x="58" y="152"/>
                  </a:cubicBezTo>
                  <a:cubicBezTo>
                    <a:pt x="65" y="116"/>
                    <a:pt x="65" y="116"/>
                    <a:pt x="65" y="116"/>
                  </a:cubicBezTo>
                  <a:cubicBezTo>
                    <a:pt x="65" y="112"/>
                    <a:pt x="64" y="109"/>
                    <a:pt x="62" y="106"/>
                  </a:cubicBezTo>
                  <a:cubicBezTo>
                    <a:pt x="35" y="80"/>
                    <a:pt x="35" y="80"/>
                    <a:pt x="35" y="80"/>
                  </a:cubicBezTo>
                  <a:cubicBezTo>
                    <a:pt x="72" y="75"/>
                    <a:pt x="72" y="75"/>
                    <a:pt x="72" y="75"/>
                  </a:cubicBezTo>
                  <a:cubicBezTo>
                    <a:pt x="76" y="74"/>
                    <a:pt x="79" y="72"/>
                    <a:pt x="80" y="69"/>
                  </a:cubicBezTo>
                  <a:cubicBezTo>
                    <a:pt x="97" y="35"/>
                    <a:pt x="97" y="35"/>
                    <a:pt x="97" y="35"/>
                  </a:cubicBezTo>
                  <a:cubicBezTo>
                    <a:pt x="114" y="69"/>
                    <a:pt x="114" y="69"/>
                    <a:pt x="114" y="69"/>
                  </a:cubicBezTo>
                  <a:cubicBezTo>
                    <a:pt x="115" y="72"/>
                    <a:pt x="118" y="74"/>
                    <a:pt x="122" y="75"/>
                  </a:cubicBezTo>
                  <a:cubicBezTo>
                    <a:pt x="159" y="80"/>
                    <a:pt x="159" y="80"/>
                    <a:pt x="159" y="80"/>
                  </a:cubicBezTo>
                  <a:lnTo>
                    <a:pt x="132" y="106"/>
                  </a:lnTo>
                  <a:close/>
                  <a:moveTo>
                    <a:pt x="132" y="106"/>
                  </a:moveTo>
                  <a:cubicBezTo>
                    <a:pt x="132" y="106"/>
                    <a:pt x="132" y="106"/>
                    <a:pt x="132" y="106"/>
                  </a:cubicBezTo>
                </a:path>
              </a:pathLst>
            </a:custGeom>
            <a:grpFill/>
            <a:ln w="635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8">
              <a:extLst>
                <a:ext uri="{FF2B5EF4-FFF2-40B4-BE49-F238E27FC236}">
                  <a16:creationId xmlns:a16="http://schemas.microsoft.com/office/drawing/2014/main" id="{A660DC91-BA1E-4E5A-93D3-AC532E7CA47F}"/>
                </a:ext>
              </a:extLst>
            </p:cNvPr>
            <p:cNvSpPr>
              <a:spLocks noEditPoints="1"/>
            </p:cNvSpPr>
            <p:nvPr/>
          </p:nvSpPr>
          <p:spPr bwMode="auto">
            <a:xfrm>
              <a:off x="1501" y="5452"/>
              <a:ext cx="379" cy="369"/>
            </a:xfrm>
            <a:custGeom>
              <a:avLst/>
              <a:gdLst>
                <a:gd name="T0" fmla="*/ 19 w 170"/>
                <a:gd name="T1" fmla="*/ 108 h 171"/>
                <a:gd name="T2" fmla="*/ 63 w 170"/>
                <a:gd name="T3" fmla="*/ 152 h 171"/>
                <a:gd name="T4" fmla="*/ 85 w 170"/>
                <a:gd name="T5" fmla="*/ 171 h 171"/>
                <a:gd name="T6" fmla="*/ 107 w 170"/>
                <a:gd name="T7" fmla="*/ 152 h 171"/>
                <a:gd name="T8" fmla="*/ 151 w 170"/>
                <a:gd name="T9" fmla="*/ 108 h 171"/>
                <a:gd name="T10" fmla="*/ 170 w 170"/>
                <a:gd name="T11" fmla="*/ 86 h 171"/>
                <a:gd name="T12" fmla="*/ 151 w 170"/>
                <a:gd name="T13" fmla="*/ 64 h 171"/>
                <a:gd name="T14" fmla="*/ 107 w 170"/>
                <a:gd name="T15" fmla="*/ 19 h 171"/>
                <a:gd name="T16" fmla="*/ 85 w 170"/>
                <a:gd name="T17" fmla="*/ 0 h 171"/>
                <a:gd name="T18" fmla="*/ 63 w 170"/>
                <a:gd name="T19" fmla="*/ 19 h 171"/>
                <a:gd name="T20" fmla="*/ 19 w 170"/>
                <a:gd name="T21" fmla="*/ 64 h 171"/>
                <a:gd name="T22" fmla="*/ 0 w 170"/>
                <a:gd name="T23" fmla="*/ 86 h 171"/>
                <a:gd name="T24" fmla="*/ 19 w 170"/>
                <a:gd name="T25" fmla="*/ 108 h 171"/>
                <a:gd name="T26" fmla="*/ 22 w 170"/>
                <a:gd name="T27" fmla="*/ 85 h 171"/>
                <a:gd name="T28" fmla="*/ 84 w 170"/>
                <a:gd name="T29" fmla="*/ 22 h 171"/>
                <a:gd name="T30" fmla="*/ 85 w 170"/>
                <a:gd name="T31" fmla="*/ 22 h 171"/>
                <a:gd name="T32" fmla="*/ 86 w 170"/>
                <a:gd name="T33" fmla="*/ 22 h 171"/>
                <a:gd name="T34" fmla="*/ 148 w 170"/>
                <a:gd name="T35" fmla="*/ 85 h 171"/>
                <a:gd name="T36" fmla="*/ 149 w 170"/>
                <a:gd name="T37" fmla="*/ 86 h 171"/>
                <a:gd name="T38" fmla="*/ 148 w 170"/>
                <a:gd name="T39" fmla="*/ 87 h 171"/>
                <a:gd name="T40" fmla="*/ 86 w 170"/>
                <a:gd name="T41" fmla="*/ 149 h 171"/>
                <a:gd name="T42" fmla="*/ 84 w 170"/>
                <a:gd name="T43" fmla="*/ 149 h 171"/>
                <a:gd name="T44" fmla="*/ 22 w 170"/>
                <a:gd name="T45" fmla="*/ 87 h 171"/>
                <a:gd name="T46" fmla="*/ 21 w 170"/>
                <a:gd name="T47" fmla="*/ 86 h 171"/>
                <a:gd name="T48" fmla="*/ 22 w 170"/>
                <a:gd name="T49" fmla="*/ 85 h 171"/>
                <a:gd name="T50" fmla="*/ 22 w 170"/>
                <a:gd name="T51" fmla="*/ 85 h 171"/>
                <a:gd name="T52" fmla="*/ 22 w 170"/>
                <a:gd name="T53" fmla="*/ 8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0" h="171">
                  <a:moveTo>
                    <a:pt x="19" y="108"/>
                  </a:moveTo>
                  <a:cubicBezTo>
                    <a:pt x="42" y="111"/>
                    <a:pt x="59" y="129"/>
                    <a:pt x="63" y="152"/>
                  </a:cubicBezTo>
                  <a:cubicBezTo>
                    <a:pt x="65" y="163"/>
                    <a:pt x="74" y="171"/>
                    <a:pt x="85" y="171"/>
                  </a:cubicBezTo>
                  <a:cubicBezTo>
                    <a:pt x="96" y="171"/>
                    <a:pt x="105" y="163"/>
                    <a:pt x="107" y="152"/>
                  </a:cubicBezTo>
                  <a:cubicBezTo>
                    <a:pt x="111" y="129"/>
                    <a:pt x="128" y="111"/>
                    <a:pt x="151" y="108"/>
                  </a:cubicBezTo>
                  <a:cubicBezTo>
                    <a:pt x="162" y="106"/>
                    <a:pt x="170" y="97"/>
                    <a:pt x="170" y="86"/>
                  </a:cubicBezTo>
                  <a:cubicBezTo>
                    <a:pt x="170" y="75"/>
                    <a:pt x="162" y="65"/>
                    <a:pt x="151" y="64"/>
                  </a:cubicBezTo>
                  <a:cubicBezTo>
                    <a:pt x="128" y="60"/>
                    <a:pt x="111" y="42"/>
                    <a:pt x="107" y="19"/>
                  </a:cubicBezTo>
                  <a:cubicBezTo>
                    <a:pt x="105" y="8"/>
                    <a:pt x="96" y="0"/>
                    <a:pt x="85" y="0"/>
                  </a:cubicBezTo>
                  <a:cubicBezTo>
                    <a:pt x="74" y="0"/>
                    <a:pt x="65" y="8"/>
                    <a:pt x="63" y="19"/>
                  </a:cubicBezTo>
                  <a:cubicBezTo>
                    <a:pt x="59" y="42"/>
                    <a:pt x="42" y="60"/>
                    <a:pt x="19" y="64"/>
                  </a:cubicBezTo>
                  <a:cubicBezTo>
                    <a:pt x="8" y="65"/>
                    <a:pt x="0" y="75"/>
                    <a:pt x="0" y="86"/>
                  </a:cubicBezTo>
                  <a:cubicBezTo>
                    <a:pt x="0" y="97"/>
                    <a:pt x="8" y="106"/>
                    <a:pt x="19" y="108"/>
                  </a:cubicBezTo>
                  <a:close/>
                  <a:moveTo>
                    <a:pt x="22" y="85"/>
                  </a:moveTo>
                  <a:cubicBezTo>
                    <a:pt x="54" y="80"/>
                    <a:pt x="79" y="55"/>
                    <a:pt x="84" y="22"/>
                  </a:cubicBezTo>
                  <a:cubicBezTo>
                    <a:pt x="84" y="22"/>
                    <a:pt x="85" y="22"/>
                    <a:pt x="85" y="22"/>
                  </a:cubicBezTo>
                  <a:cubicBezTo>
                    <a:pt x="85" y="22"/>
                    <a:pt x="86" y="22"/>
                    <a:pt x="86" y="22"/>
                  </a:cubicBezTo>
                  <a:cubicBezTo>
                    <a:pt x="91" y="55"/>
                    <a:pt x="116" y="80"/>
                    <a:pt x="148" y="85"/>
                  </a:cubicBezTo>
                  <a:cubicBezTo>
                    <a:pt x="149" y="85"/>
                    <a:pt x="149" y="85"/>
                    <a:pt x="149" y="86"/>
                  </a:cubicBezTo>
                  <a:cubicBezTo>
                    <a:pt x="149" y="86"/>
                    <a:pt x="149" y="86"/>
                    <a:pt x="148" y="87"/>
                  </a:cubicBezTo>
                  <a:cubicBezTo>
                    <a:pt x="116" y="92"/>
                    <a:pt x="91" y="117"/>
                    <a:pt x="86" y="149"/>
                  </a:cubicBezTo>
                  <a:cubicBezTo>
                    <a:pt x="86" y="150"/>
                    <a:pt x="84" y="150"/>
                    <a:pt x="84" y="149"/>
                  </a:cubicBezTo>
                  <a:cubicBezTo>
                    <a:pt x="79" y="117"/>
                    <a:pt x="54" y="92"/>
                    <a:pt x="22" y="87"/>
                  </a:cubicBezTo>
                  <a:cubicBezTo>
                    <a:pt x="21" y="86"/>
                    <a:pt x="21" y="86"/>
                    <a:pt x="21" y="86"/>
                  </a:cubicBezTo>
                  <a:cubicBezTo>
                    <a:pt x="21" y="85"/>
                    <a:pt x="21" y="85"/>
                    <a:pt x="22" y="85"/>
                  </a:cubicBezTo>
                  <a:close/>
                  <a:moveTo>
                    <a:pt x="22" y="85"/>
                  </a:moveTo>
                  <a:cubicBezTo>
                    <a:pt x="22" y="85"/>
                    <a:pt x="22" y="85"/>
                    <a:pt x="22" y="85"/>
                  </a:cubicBezTo>
                </a:path>
              </a:pathLst>
            </a:custGeom>
            <a:grpFill/>
            <a:ln w="6350">
              <a:solidFill>
                <a:srgbClr val="0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Rectangle 9">
              <a:extLst>
                <a:ext uri="{FF2B5EF4-FFF2-40B4-BE49-F238E27FC236}">
                  <a16:creationId xmlns:a16="http://schemas.microsoft.com/office/drawing/2014/main" id="{2AEDBC97-D448-4070-B034-EB8689BEF025}"/>
                </a:ext>
              </a:extLst>
            </p:cNvPr>
            <p:cNvSpPr>
              <a:spLocks noChangeArrowheads="1"/>
            </p:cNvSpPr>
            <p:nvPr/>
          </p:nvSpPr>
          <p:spPr bwMode="auto">
            <a:xfrm>
              <a:off x="2785" y="5984"/>
              <a:ext cx="47" cy="45"/>
            </a:xfrm>
            <a:prstGeom prst="rect">
              <a:avLst/>
            </a:prstGeom>
            <a:grpFill/>
            <a:ln w="635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 name="Rectangle 10">
              <a:extLst>
                <a:ext uri="{FF2B5EF4-FFF2-40B4-BE49-F238E27FC236}">
                  <a16:creationId xmlns:a16="http://schemas.microsoft.com/office/drawing/2014/main" id="{1574F5EA-8BA1-4A6A-B3B1-5DDD9DE24B37}"/>
                </a:ext>
              </a:extLst>
            </p:cNvPr>
            <p:cNvSpPr>
              <a:spLocks noChangeArrowheads="1"/>
            </p:cNvSpPr>
            <p:nvPr/>
          </p:nvSpPr>
          <p:spPr bwMode="auto">
            <a:xfrm>
              <a:off x="2785" y="5891"/>
              <a:ext cx="47" cy="45"/>
            </a:xfrm>
            <a:prstGeom prst="rect">
              <a:avLst/>
            </a:prstGeom>
            <a:grpFill/>
            <a:ln w="635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Rectangle 11">
              <a:extLst>
                <a:ext uri="{FF2B5EF4-FFF2-40B4-BE49-F238E27FC236}">
                  <a16:creationId xmlns:a16="http://schemas.microsoft.com/office/drawing/2014/main" id="{EBC0ED0E-4BD3-4560-BD3F-480C4E3A76C0}"/>
                </a:ext>
              </a:extLst>
            </p:cNvPr>
            <p:cNvSpPr>
              <a:spLocks noChangeArrowheads="1"/>
            </p:cNvSpPr>
            <p:nvPr/>
          </p:nvSpPr>
          <p:spPr bwMode="auto">
            <a:xfrm>
              <a:off x="2785" y="5798"/>
              <a:ext cx="47" cy="47"/>
            </a:xfrm>
            <a:prstGeom prst="rect">
              <a:avLst/>
            </a:prstGeom>
            <a:grpFill/>
            <a:ln w="6350">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5" name="Title 4">
            <a:extLst>
              <a:ext uri="{FF2B5EF4-FFF2-40B4-BE49-F238E27FC236}">
                <a16:creationId xmlns:a16="http://schemas.microsoft.com/office/drawing/2014/main" id="{812E8498-1EAC-4A63-9216-F619640C2DA2}"/>
              </a:ext>
            </a:extLst>
          </p:cNvPr>
          <p:cNvSpPr>
            <a:spLocks noGrp="1"/>
          </p:cNvSpPr>
          <p:nvPr>
            <p:ph type="title"/>
          </p:nvPr>
        </p:nvSpPr>
        <p:spPr/>
        <p:txBody>
          <a:bodyPr/>
          <a:lstStyle/>
          <a:p>
            <a:r>
              <a:rPr lang="en-US"/>
              <a:t>Title</a:t>
            </a:r>
          </a:p>
        </p:txBody>
      </p:sp>
      <p:sp>
        <p:nvSpPr>
          <p:cNvPr id="227" name="Rectangle 226">
            <a:extLst>
              <a:ext uri="{FF2B5EF4-FFF2-40B4-BE49-F238E27FC236}">
                <a16:creationId xmlns:a16="http://schemas.microsoft.com/office/drawing/2014/main" id="{4EAB7A4D-6F35-4CE8-A921-0F601EFD7D5F}"/>
              </a:ext>
            </a:extLst>
          </p:cNvPr>
          <p:cNvSpPr/>
          <p:nvPr/>
        </p:nvSpPr>
        <p:spPr>
          <a:xfrm>
            <a:off x="391709" y="815224"/>
            <a:ext cx="11300915" cy="369332"/>
          </a:xfrm>
          <a:prstGeom prst="rect">
            <a:avLst/>
          </a:prstGeom>
        </p:spPr>
        <p:txBody>
          <a:bodyPr wrap="square">
            <a:spAutoFit/>
          </a:bodyPr>
          <a:lstStyle/>
          <a:p>
            <a:r>
              <a:rPr lang="en-US" sz="1800">
                <a:solidFill>
                  <a:schemeClr val="bg1"/>
                </a:solidFill>
              </a:rPr>
              <a:t>Explanatory text</a:t>
            </a:r>
          </a:p>
        </p:txBody>
      </p:sp>
    </p:spTree>
    <p:extLst>
      <p:ext uri="{BB962C8B-B14F-4D97-AF65-F5344CB8AC3E}">
        <p14:creationId xmlns:p14="http://schemas.microsoft.com/office/powerpoint/2010/main" val="1068037026"/>
      </p:ext>
    </p:extLst>
  </p:cSld>
  <p:clrMapOvr>
    <a:masterClrMapping/>
  </p:clrMapOvr>
  <p:transition>
    <p:fade/>
  </p:transition>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fade">
                                          <p:cBhvr>
                                            <p:cTn id="7" dur="500"/>
                                            <p:tgtEl>
                                              <p:spTgt spid="9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down)">
                                          <p:cBhvr>
                                            <p:cTn id="12" dur="500"/>
                                            <p:tgtEl>
                                              <p:spTgt spid="7"/>
                                            </p:tgtEl>
                                          </p:cBhvr>
                                        </p:animEffect>
                                      </p:childTnLst>
                                    </p:cTn>
                                  </p:par>
                                  <p:par>
                                    <p:cTn id="13" presetID="1" presetClass="entr" presetSubtype="0" fill="hold" grpId="0" nodeType="withEffect">
                                      <p:stCondLst>
                                        <p:cond delay="500"/>
                                      </p:stCondLst>
                                      <p:childTnLst>
                                        <p:set>
                                          <p:cBhvr>
                                            <p:cTn id="14" dur="1" fill="hold">
                                              <p:stCondLst>
                                                <p:cond delay="0"/>
                                              </p:stCondLst>
                                            </p:cTn>
                                            <p:tgtEl>
                                              <p:spTgt spid="116"/>
                                            </p:tgtEl>
                                            <p:attrNameLst>
                                              <p:attrName>style.visibility</p:attrName>
                                            </p:attrNameLst>
                                          </p:cBhvr>
                                          <p:to>
                                            <p:strVal val="visible"/>
                                          </p:to>
                                        </p:set>
                                      </p:childTnLst>
                                    </p:cTn>
                                  </p:par>
                                </p:childTnLst>
                              </p:cTn>
                            </p:par>
                            <p:par>
                              <p:cTn id="15" fill="hold">
                                <p:stCondLst>
                                  <p:cond delay="500"/>
                                </p:stCondLst>
                                <p:childTnLst>
                                  <p:par>
                                    <p:cTn id="16" presetID="10" presetClass="entr" presetSubtype="0" fill="hold" grpId="0" nodeType="after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fade">
                                          <p:cBhvr>
                                            <p:cTn id="18" dur="500"/>
                                            <p:tgtEl>
                                              <p:spTgt spid="19"/>
                                            </p:tgtEl>
                                          </p:cBhvr>
                                        </p:animEffect>
                                      </p:childTnLst>
                                    </p:cTn>
                                  </p:par>
                                  <p:par>
                                    <p:cTn id="19" presetID="2" presetClass="entr" presetSubtype="8" fill="hold" grpId="0" nodeType="withEffect" p14:presetBounceEnd="60000">
                                      <p:stCondLst>
                                        <p:cond delay="0"/>
                                      </p:stCondLst>
                                      <p:childTnLst>
                                        <p:set>
                                          <p:cBhvr>
                                            <p:cTn id="20" dur="1" fill="hold">
                                              <p:stCondLst>
                                                <p:cond delay="0"/>
                                              </p:stCondLst>
                                            </p:cTn>
                                            <p:tgtEl>
                                              <p:spTgt spid="106"/>
                                            </p:tgtEl>
                                            <p:attrNameLst>
                                              <p:attrName>style.visibility</p:attrName>
                                            </p:attrNameLst>
                                          </p:cBhvr>
                                          <p:to>
                                            <p:strVal val="visible"/>
                                          </p:to>
                                        </p:set>
                                        <p:anim calcmode="lin" valueType="num" p14:bounceEnd="60000">
                                          <p:cBhvr additive="base">
                                            <p:cTn id="21" dur="500" fill="hold"/>
                                            <p:tgtEl>
                                              <p:spTgt spid="106"/>
                                            </p:tgtEl>
                                            <p:attrNameLst>
                                              <p:attrName>ppt_x</p:attrName>
                                            </p:attrNameLst>
                                          </p:cBhvr>
                                          <p:tavLst>
                                            <p:tav tm="0">
                                              <p:val>
                                                <p:strVal val="0-#ppt_w/2"/>
                                              </p:val>
                                            </p:tav>
                                            <p:tav tm="100000">
                                              <p:val>
                                                <p:strVal val="#ppt_x"/>
                                              </p:val>
                                            </p:tav>
                                          </p:tavLst>
                                        </p:anim>
                                        <p:anim calcmode="lin" valueType="num" p14:bounceEnd="60000">
                                          <p:cBhvr additive="base">
                                            <p:cTn id="22" dur="500" fill="hold"/>
                                            <p:tgtEl>
                                              <p:spTgt spid="106"/>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2" presetClass="entr" presetSubtype="4"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wipe(down)">
                                          <p:cBhvr>
                                            <p:cTn id="27" dur="500"/>
                                            <p:tgtEl>
                                              <p:spTgt spid="26"/>
                                            </p:tgtEl>
                                          </p:cBhvr>
                                        </p:animEffect>
                                      </p:childTnLst>
                                    </p:cTn>
                                  </p:par>
                                </p:childTnLst>
                              </p:cTn>
                            </p:par>
                            <p:par>
                              <p:cTn id="28" fill="hold">
                                <p:stCondLst>
                                  <p:cond delay="1000"/>
                                </p:stCondLst>
                                <p:childTnLst>
                                  <p:par>
                                    <p:cTn id="29" presetID="10" presetClass="entr" presetSubtype="0" fill="hold" grpId="0" nodeType="afterEffect">
                                      <p:stCondLst>
                                        <p:cond delay="0"/>
                                      </p:stCondLst>
                                      <p:childTnLst>
                                        <p:set>
                                          <p:cBhvr>
                                            <p:cTn id="30" dur="1" fill="hold">
                                              <p:stCondLst>
                                                <p:cond delay="0"/>
                                              </p:stCondLst>
                                            </p:cTn>
                                            <p:tgtEl>
                                              <p:spTgt spid="118"/>
                                            </p:tgtEl>
                                            <p:attrNameLst>
                                              <p:attrName>style.visibility</p:attrName>
                                            </p:attrNameLst>
                                          </p:cBhvr>
                                          <p:to>
                                            <p:strVal val="visible"/>
                                          </p:to>
                                        </p:set>
                                        <p:animEffect transition="in" filter="fade">
                                          <p:cBhvr>
                                            <p:cTn id="31" dur="500"/>
                                            <p:tgtEl>
                                              <p:spTgt spid="118"/>
                                            </p:tgtEl>
                                          </p:cBhvr>
                                        </p:animEffect>
                                      </p:childTnLst>
                                    </p:cTn>
                                  </p:par>
                                  <p:par>
                                    <p:cTn id="32" presetID="2" presetClass="entr" presetSubtype="2" fill="hold" grpId="0" nodeType="withEffect" p14:presetBounceEnd="60000">
                                      <p:stCondLst>
                                        <p:cond delay="0"/>
                                      </p:stCondLst>
                                      <p:childTnLst>
                                        <p:set>
                                          <p:cBhvr>
                                            <p:cTn id="33" dur="1" fill="hold">
                                              <p:stCondLst>
                                                <p:cond delay="0"/>
                                              </p:stCondLst>
                                            </p:cTn>
                                            <p:tgtEl>
                                              <p:spTgt spid="107"/>
                                            </p:tgtEl>
                                            <p:attrNameLst>
                                              <p:attrName>style.visibility</p:attrName>
                                            </p:attrNameLst>
                                          </p:cBhvr>
                                          <p:to>
                                            <p:strVal val="visible"/>
                                          </p:to>
                                        </p:set>
                                        <p:anim calcmode="lin" valueType="num" p14:bounceEnd="60000">
                                          <p:cBhvr additive="base">
                                            <p:cTn id="34" dur="500" fill="hold"/>
                                            <p:tgtEl>
                                              <p:spTgt spid="107"/>
                                            </p:tgtEl>
                                            <p:attrNameLst>
                                              <p:attrName>ppt_x</p:attrName>
                                            </p:attrNameLst>
                                          </p:cBhvr>
                                          <p:tavLst>
                                            <p:tav tm="0">
                                              <p:val>
                                                <p:strVal val="1+#ppt_w/2"/>
                                              </p:val>
                                            </p:tav>
                                            <p:tav tm="100000">
                                              <p:val>
                                                <p:strVal val="#ppt_x"/>
                                              </p:val>
                                            </p:tav>
                                          </p:tavLst>
                                        </p:anim>
                                        <p:anim calcmode="lin" valueType="num" p14:bounceEnd="60000">
                                          <p:cBhvr additive="base">
                                            <p:cTn id="35" dur="500" fill="hold"/>
                                            <p:tgtEl>
                                              <p:spTgt spid="107"/>
                                            </p:tgtEl>
                                            <p:attrNameLst>
                                              <p:attrName>ppt_y</p:attrName>
                                            </p:attrNameLst>
                                          </p:cBhvr>
                                          <p:tavLst>
                                            <p:tav tm="0">
                                              <p:val>
                                                <p:strVal val="#ppt_y"/>
                                              </p:val>
                                            </p:tav>
                                            <p:tav tm="100000">
                                              <p:val>
                                                <p:strVal val="#ppt_y"/>
                                              </p:val>
                                            </p:tav>
                                          </p:tavLst>
                                        </p:anim>
                                      </p:childTnLst>
                                    </p:cTn>
                                  </p:par>
                                </p:childTnLst>
                              </p:cTn>
                            </p:par>
                            <p:par>
                              <p:cTn id="36" fill="hold">
                                <p:stCondLst>
                                  <p:cond delay="1500"/>
                                </p:stCondLst>
                                <p:childTnLst>
                                  <p:par>
                                    <p:cTn id="37" presetID="10" presetClass="entr" presetSubtype="0" fill="hold" nodeType="after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par>
                                    <p:cTn id="40" presetID="10" presetClass="entr" presetSubtype="0" fill="hold" nodeType="withEffect">
                                      <p:stCondLst>
                                        <p:cond delay="0"/>
                                      </p:stCondLst>
                                      <p:childTnLst>
                                        <p:set>
                                          <p:cBhvr>
                                            <p:cTn id="41" dur="1" fill="hold">
                                              <p:stCondLst>
                                                <p:cond delay="0"/>
                                              </p:stCondLst>
                                            </p:cTn>
                                            <p:tgtEl>
                                              <p:spTgt spid="119"/>
                                            </p:tgtEl>
                                            <p:attrNameLst>
                                              <p:attrName>style.visibility</p:attrName>
                                            </p:attrNameLst>
                                          </p:cBhvr>
                                          <p:to>
                                            <p:strVal val="visible"/>
                                          </p:to>
                                        </p:set>
                                        <p:animEffect transition="in" filter="fade">
                                          <p:cBhvr>
                                            <p:cTn id="42" dur="500"/>
                                            <p:tgtEl>
                                              <p:spTgt spid="119"/>
                                            </p:tgtEl>
                                          </p:cBhvr>
                                        </p:animEffect>
                                      </p:childTnLst>
                                    </p:cTn>
                                  </p:par>
                                  <p:par>
                                    <p:cTn id="43" presetID="42" presetClass="path" presetSubtype="0" fill="hold" nodeType="withEffect">
                                      <p:stCondLst>
                                        <p:cond delay="0"/>
                                      </p:stCondLst>
                                      <p:childTnLst>
                                        <p:animMotion origin="layout" path="M -0.00013 -0.15625 L 1.66667E-6 1.48148E-6 " pathEditMode="relative" rAng="0" ptsTypes="AA">
                                          <p:cBhvr>
                                            <p:cTn id="44" dur="2000" fill="hold"/>
                                            <p:tgtEl>
                                              <p:spTgt spid="119"/>
                                            </p:tgtEl>
                                            <p:attrNameLst>
                                              <p:attrName>ppt_x</p:attrName>
                                              <p:attrName>ppt_y</p:attrName>
                                            </p:attrNameLst>
                                          </p:cBhvr>
                                          <p:rCtr x="-13" y="7801"/>
                                        </p:animMotion>
                                      </p:childTnLst>
                                    </p:cTn>
                                  </p:par>
                                  <p:par>
                                    <p:cTn id="45" presetID="17" presetClass="entr" presetSubtype="1"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 calcmode="lin" valueType="num">
                                          <p:cBhvr>
                                            <p:cTn id="47" dur="2000" fill="hold"/>
                                            <p:tgtEl>
                                              <p:spTgt spid="16"/>
                                            </p:tgtEl>
                                            <p:attrNameLst>
                                              <p:attrName>ppt_x</p:attrName>
                                            </p:attrNameLst>
                                          </p:cBhvr>
                                          <p:tavLst>
                                            <p:tav tm="0">
                                              <p:val>
                                                <p:strVal val="#ppt_x"/>
                                              </p:val>
                                            </p:tav>
                                            <p:tav tm="100000">
                                              <p:val>
                                                <p:strVal val="#ppt_x"/>
                                              </p:val>
                                            </p:tav>
                                          </p:tavLst>
                                        </p:anim>
                                        <p:anim calcmode="lin" valueType="num">
                                          <p:cBhvr>
                                            <p:cTn id="48" dur="2000" fill="hold"/>
                                            <p:tgtEl>
                                              <p:spTgt spid="16"/>
                                            </p:tgtEl>
                                            <p:attrNameLst>
                                              <p:attrName>ppt_y</p:attrName>
                                            </p:attrNameLst>
                                          </p:cBhvr>
                                          <p:tavLst>
                                            <p:tav tm="0">
                                              <p:val>
                                                <p:strVal val="#ppt_y-#ppt_h/2"/>
                                              </p:val>
                                            </p:tav>
                                            <p:tav tm="100000">
                                              <p:val>
                                                <p:strVal val="#ppt_y"/>
                                              </p:val>
                                            </p:tav>
                                          </p:tavLst>
                                        </p:anim>
                                        <p:anim calcmode="lin" valueType="num">
                                          <p:cBhvr>
                                            <p:cTn id="49" dur="2000" fill="hold"/>
                                            <p:tgtEl>
                                              <p:spTgt spid="16"/>
                                            </p:tgtEl>
                                            <p:attrNameLst>
                                              <p:attrName>ppt_w</p:attrName>
                                            </p:attrNameLst>
                                          </p:cBhvr>
                                          <p:tavLst>
                                            <p:tav tm="0">
                                              <p:val>
                                                <p:strVal val="#ppt_w"/>
                                              </p:val>
                                            </p:tav>
                                            <p:tav tm="100000">
                                              <p:val>
                                                <p:strVal val="#ppt_w"/>
                                              </p:val>
                                            </p:tav>
                                          </p:tavLst>
                                        </p:anim>
                                        <p:anim calcmode="lin" valueType="num">
                                          <p:cBhvr>
                                            <p:cTn id="50" dur="2000" fill="hold"/>
                                            <p:tgtEl>
                                              <p:spTgt spid="16"/>
                                            </p:tgtEl>
                                            <p:attrNameLst>
                                              <p:attrName>ppt_h</p:attrName>
                                            </p:attrNameLst>
                                          </p:cBhvr>
                                          <p:tavLst>
                                            <p:tav tm="0">
                                              <p:val>
                                                <p:fltVal val="0"/>
                                              </p:val>
                                            </p:tav>
                                            <p:tav tm="100000">
                                              <p:val>
                                                <p:strVal val="#ppt_h"/>
                                              </p:val>
                                            </p:tav>
                                          </p:tavLst>
                                        </p:anim>
                                      </p:childTnLst>
                                    </p:cTn>
                                  </p:par>
                                </p:childTnLst>
                              </p:cTn>
                            </p:par>
                            <p:par>
                              <p:cTn id="51" fill="hold">
                                <p:stCondLst>
                                  <p:cond delay="3500"/>
                                </p:stCondLst>
                                <p:childTnLst>
                                  <p:par>
                                    <p:cTn id="52" presetID="10" presetClass="entr" presetSubtype="0" fill="hold" nodeType="afterEffect">
                                      <p:stCondLst>
                                        <p:cond delay="0"/>
                                      </p:stCondLst>
                                      <p:childTnLst>
                                        <p:set>
                                          <p:cBhvr>
                                            <p:cTn id="53" dur="1" fill="hold">
                                              <p:stCondLst>
                                                <p:cond delay="0"/>
                                              </p:stCondLst>
                                            </p:cTn>
                                            <p:tgtEl>
                                              <p:spTgt spid="88">
                                                <p:txEl>
                                                  <p:pRg st="0" end="0"/>
                                                </p:txEl>
                                              </p:spTgt>
                                            </p:tgtEl>
                                            <p:attrNameLst>
                                              <p:attrName>style.visibility</p:attrName>
                                            </p:attrNameLst>
                                          </p:cBhvr>
                                          <p:to>
                                            <p:strVal val="visible"/>
                                          </p:to>
                                        </p:set>
                                        <p:animEffect transition="in" filter="fade">
                                          <p:cBhvr>
                                            <p:cTn id="54" dur="500"/>
                                            <p:tgtEl>
                                              <p:spTgt spid="88">
                                                <p:txEl>
                                                  <p:pRg st="0" end="0"/>
                                                </p:txEl>
                                              </p:spTgt>
                                            </p:tgtEl>
                                          </p:cBhvr>
                                        </p:animEffect>
                                      </p:childTnLst>
                                    </p:cTn>
                                  </p:par>
                                  <p:par>
                                    <p:cTn id="55" presetID="47" presetClass="entr" presetSubtype="0" fill="hold" grpId="0" nodeType="withEffect">
                                      <p:stCondLst>
                                        <p:cond delay="0"/>
                                      </p:stCondLst>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anim calcmode="lin" valueType="num">
                                          <p:cBhvr>
                                            <p:cTn id="58" dur="500" fill="hold"/>
                                            <p:tgtEl>
                                              <p:spTgt spid="28"/>
                                            </p:tgtEl>
                                            <p:attrNameLst>
                                              <p:attrName>ppt_x</p:attrName>
                                            </p:attrNameLst>
                                          </p:cBhvr>
                                          <p:tavLst>
                                            <p:tav tm="0">
                                              <p:val>
                                                <p:strVal val="#ppt_x"/>
                                              </p:val>
                                            </p:tav>
                                            <p:tav tm="100000">
                                              <p:val>
                                                <p:strVal val="#ppt_x"/>
                                              </p:val>
                                            </p:tav>
                                          </p:tavLst>
                                        </p:anim>
                                        <p:anim calcmode="lin" valueType="num">
                                          <p:cBhvr>
                                            <p:cTn id="59" dur="500" fill="hold"/>
                                            <p:tgtEl>
                                              <p:spTgt spid="28"/>
                                            </p:tgtEl>
                                            <p:attrNameLst>
                                              <p:attrName>ppt_y</p:attrName>
                                            </p:attrNameLst>
                                          </p:cBhvr>
                                          <p:tavLst>
                                            <p:tav tm="0">
                                              <p:val>
                                                <p:strVal val="#ppt_y-.1"/>
                                              </p:val>
                                            </p:tav>
                                            <p:tav tm="100000">
                                              <p:val>
                                                <p:strVal val="#ppt_y"/>
                                              </p:val>
                                            </p:tav>
                                          </p:tavLst>
                                        </p:anim>
                                      </p:childTnLst>
                                    </p:cTn>
                                  </p:par>
                                  <p:par>
                                    <p:cTn id="60" presetID="35" presetClass="emph" presetSubtype="0" repeatCount="indefinite" fill="hold" grpId="1" nodeType="withEffect">
                                      <p:stCondLst>
                                        <p:cond delay="0"/>
                                      </p:stCondLst>
                                      <p:childTnLst>
                                        <p:anim calcmode="discrete" valueType="str">
                                          <p:cBhvr>
                                            <p:cTn id="61" dur="1500" fill="hold"/>
                                            <p:tgtEl>
                                              <p:spTgt spid="28"/>
                                            </p:tgtEl>
                                            <p:attrNameLst>
                                              <p:attrName>style.visibility</p:attrName>
                                            </p:attrNameLst>
                                          </p:cBhvr>
                                          <p:tavLst>
                                            <p:tav tm="0">
                                              <p:val>
                                                <p:strVal val="hidden"/>
                                              </p:val>
                                            </p:tav>
                                            <p:tav tm="50000">
                                              <p:val>
                                                <p:strVal val="visible"/>
                                              </p:val>
                                            </p:tav>
                                          </p:tavLst>
                                        </p:anim>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86"/>
                                            </p:tgtEl>
                                            <p:attrNameLst>
                                              <p:attrName>style.visibility</p:attrName>
                                            </p:attrNameLst>
                                          </p:cBhvr>
                                          <p:to>
                                            <p:strVal val="visible"/>
                                          </p:to>
                                        </p:set>
                                        <p:animEffect transition="in" filter="fade">
                                          <p:cBhvr>
                                            <p:cTn id="66" dur="500"/>
                                            <p:tgtEl>
                                              <p:spTgt spid="86"/>
                                            </p:tgtEl>
                                          </p:cBhvr>
                                        </p:animEffect>
                                      </p:childTnLst>
                                    </p:cTn>
                                  </p:par>
                                </p:childTnLst>
                              </p:cTn>
                            </p:par>
                            <p:par>
                              <p:cTn id="67" fill="hold">
                                <p:stCondLst>
                                  <p:cond delay="500"/>
                                </p:stCondLst>
                                <p:childTnLst>
                                  <p:par>
                                    <p:cTn id="68" presetID="10" presetClass="entr" presetSubtype="0" fill="hold" nodeType="afterEffect">
                                      <p:stCondLst>
                                        <p:cond delay="0"/>
                                      </p:stCondLst>
                                      <p:childTnLst>
                                        <p:set>
                                          <p:cBhvr>
                                            <p:cTn id="69" dur="1" fill="hold">
                                              <p:stCondLst>
                                                <p:cond delay="0"/>
                                              </p:stCondLst>
                                            </p:cTn>
                                            <p:tgtEl>
                                              <p:spTgt spid="65"/>
                                            </p:tgtEl>
                                            <p:attrNameLst>
                                              <p:attrName>style.visibility</p:attrName>
                                            </p:attrNameLst>
                                          </p:cBhvr>
                                          <p:to>
                                            <p:strVal val="visible"/>
                                          </p:to>
                                        </p:set>
                                        <p:animEffect transition="in" filter="fade">
                                          <p:cBhvr>
                                            <p:cTn id="70" dur="500"/>
                                            <p:tgtEl>
                                              <p:spTgt spid="65"/>
                                            </p:tgtEl>
                                          </p:cBhvr>
                                        </p:animEffect>
                                      </p:childTnLst>
                                    </p:cTn>
                                  </p:par>
                                  <p:par>
                                    <p:cTn id="71" presetID="10" presetClass="entr" presetSubtype="0" fill="hold" nodeType="withEffect">
                                      <p:stCondLst>
                                        <p:cond delay="0"/>
                                      </p:stCondLst>
                                      <p:childTnLst>
                                        <p:set>
                                          <p:cBhvr>
                                            <p:cTn id="72" dur="1" fill="hold">
                                              <p:stCondLst>
                                                <p:cond delay="0"/>
                                              </p:stCondLst>
                                            </p:cTn>
                                            <p:tgtEl>
                                              <p:spTgt spid="136"/>
                                            </p:tgtEl>
                                            <p:attrNameLst>
                                              <p:attrName>style.visibility</p:attrName>
                                            </p:attrNameLst>
                                          </p:cBhvr>
                                          <p:to>
                                            <p:strVal val="visible"/>
                                          </p:to>
                                        </p:set>
                                        <p:animEffect transition="in" filter="fade">
                                          <p:cBhvr>
                                            <p:cTn id="73" dur="500"/>
                                            <p:tgtEl>
                                              <p:spTgt spid="136"/>
                                            </p:tgtEl>
                                          </p:cBhvr>
                                        </p:animEffect>
                                      </p:childTnLst>
                                    </p:cTn>
                                  </p:par>
                                  <p:par>
                                    <p:cTn id="74" presetID="8" presetClass="emph" presetSubtype="0" repeatCount="indefinite" fill="hold" nodeType="withEffect">
                                      <p:stCondLst>
                                        <p:cond delay="0"/>
                                      </p:stCondLst>
                                      <p:childTnLst>
                                        <p:animRot by="21600000">
                                          <p:cBhvr>
                                            <p:cTn id="75" dur="20000" fill="hold"/>
                                            <p:tgtEl>
                                              <p:spTgt spid="136"/>
                                            </p:tgtEl>
                                            <p:attrNameLst>
                                              <p:attrName>r</p:attrName>
                                            </p:attrNameLst>
                                          </p:cBhvr>
                                        </p:animRot>
                                      </p:childTnLst>
                                    </p:cTn>
                                  </p:par>
                                  <p:par>
                                    <p:cTn id="76" presetID="10" presetClass="entr" presetSubtype="0" fill="hold" grpId="0" nodeType="withEffect">
                                      <p:stCondLst>
                                        <p:cond delay="1000"/>
                                      </p:stCondLst>
                                      <p:childTnLst>
                                        <p:set>
                                          <p:cBhvr>
                                            <p:cTn id="77" dur="1" fill="hold">
                                              <p:stCondLst>
                                                <p:cond delay="0"/>
                                              </p:stCondLst>
                                            </p:cTn>
                                            <p:tgtEl>
                                              <p:spTgt spid="41"/>
                                            </p:tgtEl>
                                            <p:attrNameLst>
                                              <p:attrName>style.visibility</p:attrName>
                                            </p:attrNameLst>
                                          </p:cBhvr>
                                          <p:to>
                                            <p:strVal val="visible"/>
                                          </p:to>
                                        </p:set>
                                        <p:animEffect transition="in" filter="fade">
                                          <p:cBhvr>
                                            <p:cTn id="78" dur="750"/>
                                            <p:tgtEl>
                                              <p:spTgt spid="41"/>
                                            </p:tgtEl>
                                          </p:cBhvr>
                                        </p:animEffect>
                                      </p:childTnLst>
                                    </p:cTn>
                                  </p:par>
                                  <p:par>
                                    <p:cTn id="79" presetID="10" presetClass="entr" presetSubtype="0" fill="hold" grpId="0" nodeType="withEffect">
                                      <p:stCondLst>
                                        <p:cond delay="1000"/>
                                      </p:stCondLst>
                                      <p:childTnLst>
                                        <p:set>
                                          <p:cBhvr>
                                            <p:cTn id="80" dur="1" fill="hold">
                                              <p:stCondLst>
                                                <p:cond delay="0"/>
                                              </p:stCondLst>
                                            </p:cTn>
                                            <p:tgtEl>
                                              <p:spTgt spid="124"/>
                                            </p:tgtEl>
                                            <p:attrNameLst>
                                              <p:attrName>style.visibility</p:attrName>
                                            </p:attrNameLst>
                                          </p:cBhvr>
                                          <p:to>
                                            <p:strVal val="visible"/>
                                          </p:to>
                                        </p:set>
                                        <p:animEffect transition="in" filter="fade">
                                          <p:cBhvr>
                                            <p:cTn id="81" dur="750"/>
                                            <p:tgtEl>
                                              <p:spTgt spid="124"/>
                                            </p:tgtEl>
                                          </p:cBhvr>
                                        </p:animEffect>
                                      </p:childTnLst>
                                    </p:cTn>
                                  </p:par>
                                  <p:par>
                                    <p:cTn id="82" presetID="53" presetClass="entr" presetSubtype="16" fill="hold" grpId="0" nodeType="withEffect">
                                      <p:stCondLst>
                                        <p:cond delay="1250"/>
                                      </p:stCondLst>
                                      <p:childTnLst>
                                        <p:set>
                                          <p:cBhvr>
                                            <p:cTn id="83" dur="1" fill="hold">
                                              <p:stCondLst>
                                                <p:cond delay="0"/>
                                              </p:stCondLst>
                                            </p:cTn>
                                            <p:tgtEl>
                                              <p:spTgt spid="89"/>
                                            </p:tgtEl>
                                            <p:attrNameLst>
                                              <p:attrName>style.visibility</p:attrName>
                                            </p:attrNameLst>
                                          </p:cBhvr>
                                          <p:to>
                                            <p:strVal val="visible"/>
                                          </p:to>
                                        </p:set>
                                        <p:anim calcmode="lin" valueType="num">
                                          <p:cBhvr>
                                            <p:cTn id="84" dur="750" fill="hold"/>
                                            <p:tgtEl>
                                              <p:spTgt spid="89"/>
                                            </p:tgtEl>
                                            <p:attrNameLst>
                                              <p:attrName>ppt_w</p:attrName>
                                            </p:attrNameLst>
                                          </p:cBhvr>
                                          <p:tavLst>
                                            <p:tav tm="0">
                                              <p:val>
                                                <p:fltVal val="0"/>
                                              </p:val>
                                            </p:tav>
                                            <p:tav tm="100000">
                                              <p:val>
                                                <p:strVal val="#ppt_w"/>
                                              </p:val>
                                            </p:tav>
                                          </p:tavLst>
                                        </p:anim>
                                        <p:anim calcmode="lin" valueType="num">
                                          <p:cBhvr>
                                            <p:cTn id="85" dur="750" fill="hold"/>
                                            <p:tgtEl>
                                              <p:spTgt spid="89"/>
                                            </p:tgtEl>
                                            <p:attrNameLst>
                                              <p:attrName>ppt_h</p:attrName>
                                            </p:attrNameLst>
                                          </p:cBhvr>
                                          <p:tavLst>
                                            <p:tav tm="0">
                                              <p:val>
                                                <p:fltVal val="0"/>
                                              </p:val>
                                            </p:tav>
                                            <p:tav tm="100000">
                                              <p:val>
                                                <p:strVal val="#ppt_h"/>
                                              </p:val>
                                            </p:tav>
                                          </p:tavLst>
                                        </p:anim>
                                        <p:animEffect transition="in" filter="fade">
                                          <p:cBhvr>
                                            <p:cTn id="86" dur="750"/>
                                            <p:tgtEl>
                                              <p:spTgt spid="89"/>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149"/>
                                            </p:tgtEl>
                                            <p:attrNameLst>
                                              <p:attrName>style.visibility</p:attrName>
                                            </p:attrNameLst>
                                          </p:cBhvr>
                                          <p:to>
                                            <p:strVal val="visible"/>
                                          </p:to>
                                        </p:set>
                                        <p:animEffect transition="in" filter="fade">
                                          <p:cBhvr>
                                            <p:cTn id="91" dur="500"/>
                                            <p:tgtEl>
                                              <p:spTgt spid="149"/>
                                            </p:tgtEl>
                                          </p:cBhvr>
                                        </p:animEffect>
                                      </p:childTnLst>
                                    </p:cTn>
                                  </p:par>
                                </p:childTnLst>
                              </p:cTn>
                            </p:par>
                            <p:par>
                              <p:cTn id="92" fill="hold">
                                <p:stCondLst>
                                  <p:cond delay="500"/>
                                </p:stCondLst>
                                <p:childTnLst>
                                  <p:par>
                                    <p:cTn id="93" presetID="47" presetClass="entr" presetSubtype="0" fill="hold" nodeType="afterEffect">
                                      <p:stCondLst>
                                        <p:cond delay="0"/>
                                      </p:stCondLst>
                                      <p:childTnLst>
                                        <p:set>
                                          <p:cBhvr>
                                            <p:cTn id="94" dur="1" fill="hold">
                                              <p:stCondLst>
                                                <p:cond delay="0"/>
                                              </p:stCondLst>
                                            </p:cTn>
                                            <p:tgtEl>
                                              <p:spTgt spid="156"/>
                                            </p:tgtEl>
                                            <p:attrNameLst>
                                              <p:attrName>style.visibility</p:attrName>
                                            </p:attrNameLst>
                                          </p:cBhvr>
                                          <p:to>
                                            <p:strVal val="visible"/>
                                          </p:to>
                                        </p:set>
                                        <p:animEffect transition="in" filter="fade">
                                          <p:cBhvr>
                                            <p:cTn id="95" dur="1000"/>
                                            <p:tgtEl>
                                              <p:spTgt spid="156"/>
                                            </p:tgtEl>
                                          </p:cBhvr>
                                        </p:animEffect>
                                        <p:anim calcmode="lin" valueType="num">
                                          <p:cBhvr>
                                            <p:cTn id="96" dur="1000" fill="hold"/>
                                            <p:tgtEl>
                                              <p:spTgt spid="156"/>
                                            </p:tgtEl>
                                            <p:attrNameLst>
                                              <p:attrName>ppt_x</p:attrName>
                                            </p:attrNameLst>
                                          </p:cBhvr>
                                          <p:tavLst>
                                            <p:tav tm="0">
                                              <p:val>
                                                <p:strVal val="#ppt_x"/>
                                              </p:val>
                                            </p:tav>
                                            <p:tav tm="100000">
                                              <p:val>
                                                <p:strVal val="#ppt_x"/>
                                              </p:val>
                                            </p:tav>
                                          </p:tavLst>
                                        </p:anim>
                                        <p:anim calcmode="lin" valueType="num">
                                          <p:cBhvr>
                                            <p:cTn id="97" dur="1000" fill="hold"/>
                                            <p:tgtEl>
                                              <p:spTgt spid="156"/>
                                            </p:tgtEl>
                                            <p:attrNameLst>
                                              <p:attrName>ppt_y</p:attrName>
                                            </p:attrNameLst>
                                          </p:cBhvr>
                                          <p:tavLst>
                                            <p:tav tm="0">
                                              <p:val>
                                                <p:strVal val="#ppt_y-.1"/>
                                              </p:val>
                                            </p:tav>
                                            <p:tav tm="100000">
                                              <p:val>
                                                <p:strVal val="#ppt_y"/>
                                              </p:val>
                                            </p:tav>
                                          </p:tavLst>
                                        </p:anim>
                                      </p:childTnLst>
                                    </p:cTn>
                                  </p:par>
                                </p:childTnLst>
                              </p:cTn>
                            </p:par>
                            <p:par>
                              <p:cTn id="98" fill="hold">
                                <p:stCondLst>
                                  <p:cond delay="1500"/>
                                </p:stCondLst>
                                <p:childTnLst>
                                  <p:par>
                                    <p:cTn id="99" presetID="22" presetClass="entr" presetSubtype="8" fill="hold" grpId="0" nodeType="afterEffect">
                                      <p:stCondLst>
                                        <p:cond delay="0"/>
                                      </p:stCondLst>
                                      <p:childTnLst>
                                        <p:set>
                                          <p:cBhvr>
                                            <p:cTn id="100" dur="1" fill="hold">
                                              <p:stCondLst>
                                                <p:cond delay="0"/>
                                              </p:stCondLst>
                                            </p:cTn>
                                            <p:tgtEl>
                                              <p:spTgt spid="4"/>
                                            </p:tgtEl>
                                            <p:attrNameLst>
                                              <p:attrName>style.visibility</p:attrName>
                                            </p:attrNameLst>
                                          </p:cBhvr>
                                          <p:to>
                                            <p:strVal val="visible"/>
                                          </p:to>
                                        </p:set>
                                        <p:animEffect transition="in" filter="wipe(left)">
                                          <p:cBhvr>
                                            <p:cTn id="101" dur="500"/>
                                            <p:tgtEl>
                                              <p:spTgt spid="4"/>
                                            </p:tgtEl>
                                          </p:cBhvr>
                                        </p:animEffect>
                                      </p:childTnLst>
                                    </p:cTn>
                                  </p:par>
                                </p:childTnLst>
                              </p:cTn>
                            </p:par>
                            <p:par>
                              <p:cTn id="102" fill="hold">
                                <p:stCondLst>
                                  <p:cond delay="2000"/>
                                </p:stCondLst>
                                <p:childTnLst>
                                  <p:par>
                                    <p:cTn id="103" presetID="22" presetClass="entr" presetSubtype="8" fill="hold" nodeType="afterEffect">
                                      <p:stCondLst>
                                        <p:cond delay="0"/>
                                      </p:stCondLst>
                                      <p:childTnLst>
                                        <p:set>
                                          <p:cBhvr>
                                            <p:cTn id="104" dur="1" fill="hold">
                                              <p:stCondLst>
                                                <p:cond delay="0"/>
                                              </p:stCondLst>
                                            </p:cTn>
                                            <p:tgtEl>
                                              <p:spTgt spid="9"/>
                                            </p:tgtEl>
                                            <p:attrNameLst>
                                              <p:attrName>style.visibility</p:attrName>
                                            </p:attrNameLst>
                                          </p:cBhvr>
                                          <p:to>
                                            <p:strVal val="visible"/>
                                          </p:to>
                                        </p:set>
                                        <p:animEffect transition="in" filter="wipe(left)">
                                          <p:cBhvr>
                                            <p:cTn id="105" dur="500"/>
                                            <p:tgtEl>
                                              <p:spTgt spid="9"/>
                                            </p:tgtEl>
                                          </p:cBhvr>
                                        </p:animEffect>
                                      </p:childTnLst>
                                    </p:cTn>
                                  </p:par>
                                  <p:par>
                                    <p:cTn id="106" presetID="26" presetClass="emph" presetSubtype="0" repeatCount="indefinite" fill="hold" nodeType="withEffect">
                                      <p:stCondLst>
                                        <p:cond delay="0"/>
                                      </p:stCondLst>
                                      <p:childTnLst>
                                        <p:animEffect transition="out" filter="fade">
                                          <p:cBhvr>
                                            <p:cTn id="107" dur="1000" tmFilter="0, 0; .2, .5; .8, .5; 1, 0"/>
                                            <p:tgtEl>
                                              <p:spTgt spid="9"/>
                                            </p:tgtEl>
                                          </p:cBhvr>
                                        </p:animEffect>
                                        <p:animScale>
                                          <p:cBhvr>
                                            <p:cTn id="108" dur="500" autoRev="1" fill="hold"/>
                                            <p:tgtEl>
                                              <p:spTgt spid="9"/>
                                            </p:tgtEl>
                                          </p:cBhvr>
                                          <p:by x="105000" y="105000"/>
                                        </p:animScale>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150"/>
                                            </p:tgtEl>
                                            <p:attrNameLst>
                                              <p:attrName>style.visibility</p:attrName>
                                            </p:attrNameLst>
                                          </p:cBhvr>
                                          <p:to>
                                            <p:strVal val="visible"/>
                                          </p:to>
                                        </p:set>
                                        <p:animEffect transition="in" filter="fade">
                                          <p:cBhvr>
                                            <p:cTn id="113" dur="500"/>
                                            <p:tgtEl>
                                              <p:spTgt spid="150"/>
                                            </p:tgtEl>
                                          </p:cBhvr>
                                        </p:animEffect>
                                      </p:childTnLst>
                                    </p:cTn>
                                  </p:par>
                                </p:childTnLst>
                              </p:cTn>
                            </p:par>
                            <p:par>
                              <p:cTn id="114" fill="hold">
                                <p:stCondLst>
                                  <p:cond delay="500"/>
                                </p:stCondLst>
                                <p:childTnLst>
                                  <p:par>
                                    <p:cTn id="115" presetID="1" presetClass="entr" presetSubtype="0" fill="hold" nodeType="afterEffect">
                                      <p:stCondLst>
                                        <p:cond delay="0"/>
                                      </p:stCondLst>
                                      <p:childTnLst>
                                        <p:set>
                                          <p:cBhvr>
                                            <p:cTn id="116" dur="1" fill="hold">
                                              <p:stCondLst>
                                                <p:cond delay="249"/>
                                              </p:stCondLst>
                                            </p:cTn>
                                            <p:tgtEl>
                                              <p:spTgt spid="206"/>
                                            </p:tgtEl>
                                            <p:attrNameLst>
                                              <p:attrName>style.visibility</p:attrName>
                                            </p:attrNameLst>
                                          </p:cBhvr>
                                          <p:to>
                                            <p:strVal val="visible"/>
                                          </p:to>
                                        </p:set>
                                      </p:childTnLst>
                                    </p:cTn>
                                  </p:par>
                                </p:childTnLst>
                              </p:cTn>
                            </p:par>
                            <p:par>
                              <p:cTn id="117" fill="hold">
                                <p:stCondLst>
                                  <p:cond delay="750"/>
                                </p:stCondLst>
                                <p:childTnLst>
                                  <p:par>
                                    <p:cTn id="118" presetID="1" presetClass="entr" presetSubtype="0" fill="hold" nodeType="afterEffect">
                                      <p:stCondLst>
                                        <p:cond delay="0"/>
                                      </p:stCondLst>
                                      <p:childTnLst>
                                        <p:set>
                                          <p:cBhvr>
                                            <p:cTn id="119" dur="1" fill="hold">
                                              <p:stCondLst>
                                                <p:cond delay="249"/>
                                              </p:stCondLst>
                                            </p:cTn>
                                            <p:tgtEl>
                                              <p:spTgt spid="213"/>
                                            </p:tgtEl>
                                            <p:attrNameLst>
                                              <p:attrName>style.visibility</p:attrName>
                                            </p:attrNameLst>
                                          </p:cBhvr>
                                          <p:to>
                                            <p:strVal val="visible"/>
                                          </p:to>
                                        </p:set>
                                      </p:childTnLst>
                                    </p:cTn>
                                  </p:par>
                                </p:childTnLst>
                              </p:cTn>
                            </p:par>
                            <p:par>
                              <p:cTn id="120" fill="hold">
                                <p:stCondLst>
                                  <p:cond delay="1000"/>
                                </p:stCondLst>
                                <p:childTnLst>
                                  <p:par>
                                    <p:cTn id="121" presetID="1" presetClass="entr" presetSubtype="0" fill="hold" nodeType="afterEffect">
                                      <p:stCondLst>
                                        <p:cond delay="0"/>
                                      </p:stCondLst>
                                      <p:childTnLst>
                                        <p:set>
                                          <p:cBhvr>
                                            <p:cTn id="122" dur="1" fill="hold">
                                              <p:stCondLst>
                                                <p:cond delay="249"/>
                                              </p:stCondLst>
                                            </p:cTn>
                                            <p:tgtEl>
                                              <p:spTgt spid="220"/>
                                            </p:tgtEl>
                                            <p:attrNameLst>
                                              <p:attrName>style.visibility</p:attrName>
                                            </p:attrNameLst>
                                          </p:cBhvr>
                                          <p:to>
                                            <p:strVal val="visible"/>
                                          </p:to>
                                        </p:set>
                                      </p:childTnLst>
                                    </p:cTn>
                                  </p:par>
                                </p:childTnLst>
                              </p:cTn>
                            </p:par>
                            <p:par>
                              <p:cTn id="123" fill="hold">
                                <p:stCondLst>
                                  <p:cond delay="1250"/>
                                </p:stCondLst>
                                <p:childTnLst>
                                  <p:par>
                                    <p:cTn id="124" presetID="1" presetClass="entr" presetSubtype="0" fill="hold" nodeType="afterEffect">
                                      <p:stCondLst>
                                        <p:cond delay="0"/>
                                      </p:stCondLst>
                                      <p:childTnLst>
                                        <p:set>
                                          <p:cBhvr>
                                            <p:cTn id="125" dur="1" fill="hold">
                                              <p:stCondLst>
                                                <p:cond delay="249"/>
                                              </p:stCondLst>
                                            </p:cTn>
                                            <p:tgtEl>
                                              <p:spTgt spid="177"/>
                                            </p:tgtEl>
                                            <p:attrNameLst>
                                              <p:attrName>style.visibility</p:attrName>
                                            </p:attrNameLst>
                                          </p:cBhvr>
                                          <p:to>
                                            <p:strVal val="visible"/>
                                          </p:to>
                                        </p:set>
                                      </p:childTnLst>
                                    </p:cTn>
                                  </p:par>
                                </p:childTnLst>
                              </p:cTn>
                            </p:par>
                            <p:par>
                              <p:cTn id="126" fill="hold">
                                <p:stCondLst>
                                  <p:cond delay="1500"/>
                                </p:stCondLst>
                                <p:childTnLst>
                                  <p:par>
                                    <p:cTn id="127" presetID="1" presetClass="entr" presetSubtype="0" fill="hold" nodeType="afterEffect">
                                      <p:stCondLst>
                                        <p:cond delay="0"/>
                                      </p:stCondLst>
                                      <p:childTnLst>
                                        <p:set>
                                          <p:cBhvr>
                                            <p:cTn id="128" dur="1" fill="hold">
                                              <p:stCondLst>
                                                <p:cond delay="249"/>
                                              </p:stCondLst>
                                            </p:cTn>
                                            <p:tgtEl>
                                              <p:spTgt spid="185"/>
                                            </p:tgtEl>
                                            <p:attrNameLst>
                                              <p:attrName>style.visibility</p:attrName>
                                            </p:attrNameLst>
                                          </p:cBhvr>
                                          <p:to>
                                            <p:strVal val="visible"/>
                                          </p:to>
                                        </p:set>
                                      </p:childTnLst>
                                    </p:cTn>
                                  </p:par>
                                </p:childTnLst>
                              </p:cTn>
                            </p:par>
                            <p:par>
                              <p:cTn id="129" fill="hold">
                                <p:stCondLst>
                                  <p:cond delay="1750"/>
                                </p:stCondLst>
                                <p:childTnLst>
                                  <p:par>
                                    <p:cTn id="130" presetID="1" presetClass="entr" presetSubtype="0" fill="hold" nodeType="afterEffect">
                                      <p:stCondLst>
                                        <p:cond delay="0"/>
                                      </p:stCondLst>
                                      <p:childTnLst>
                                        <p:set>
                                          <p:cBhvr>
                                            <p:cTn id="131" dur="1" fill="hold">
                                              <p:stCondLst>
                                                <p:cond delay="249"/>
                                              </p:stCondLst>
                                            </p:cTn>
                                            <p:tgtEl>
                                              <p:spTgt spid="192"/>
                                            </p:tgtEl>
                                            <p:attrNameLst>
                                              <p:attrName>style.visibility</p:attrName>
                                            </p:attrNameLst>
                                          </p:cBhvr>
                                          <p:to>
                                            <p:strVal val="visible"/>
                                          </p:to>
                                        </p:set>
                                      </p:childTnLst>
                                    </p:cTn>
                                  </p:par>
                                </p:childTnLst>
                              </p:cTn>
                            </p:par>
                            <p:par>
                              <p:cTn id="132" fill="hold">
                                <p:stCondLst>
                                  <p:cond delay="2000"/>
                                </p:stCondLst>
                                <p:childTnLst>
                                  <p:par>
                                    <p:cTn id="133" presetID="1" presetClass="entr" presetSubtype="0" fill="hold" nodeType="afterEffect">
                                      <p:stCondLst>
                                        <p:cond delay="0"/>
                                      </p:stCondLst>
                                      <p:childTnLst>
                                        <p:set>
                                          <p:cBhvr>
                                            <p:cTn id="134" dur="1" fill="hold">
                                              <p:stCondLst>
                                                <p:cond delay="249"/>
                                              </p:stCondLst>
                                            </p:cTn>
                                            <p:tgtEl>
                                              <p:spTgt spid="199"/>
                                            </p:tgtEl>
                                            <p:attrNameLst>
                                              <p:attrName>style.visibility</p:attrName>
                                            </p:attrNameLst>
                                          </p:cBhvr>
                                          <p:to>
                                            <p:strVal val="visible"/>
                                          </p:to>
                                        </p:set>
                                      </p:childTnLst>
                                    </p:cTn>
                                  </p:par>
                                </p:childTnLst>
                              </p:cTn>
                            </p:par>
                            <p:par>
                              <p:cTn id="135" fill="hold">
                                <p:stCondLst>
                                  <p:cond delay="2250"/>
                                </p:stCondLst>
                                <p:childTnLst>
                                  <p:par>
                                    <p:cTn id="136" presetID="10" presetClass="entr" presetSubtype="0" fill="hold" grpId="0" nodeType="afterEffect">
                                      <p:stCondLst>
                                        <p:cond delay="0"/>
                                      </p:stCondLst>
                                      <p:childTnLst>
                                        <p:set>
                                          <p:cBhvr>
                                            <p:cTn id="137" dur="1" fill="hold">
                                              <p:stCondLst>
                                                <p:cond delay="0"/>
                                              </p:stCondLst>
                                            </p:cTn>
                                            <p:tgtEl>
                                              <p:spTgt spid="152"/>
                                            </p:tgtEl>
                                            <p:attrNameLst>
                                              <p:attrName>style.visibility</p:attrName>
                                            </p:attrNameLst>
                                          </p:cBhvr>
                                          <p:to>
                                            <p:strVal val="visible"/>
                                          </p:to>
                                        </p:set>
                                        <p:animEffect transition="in" filter="fade">
                                          <p:cBhvr>
                                            <p:cTn id="138" dur="500"/>
                                            <p:tgtEl>
                                              <p:spTgt spid="152"/>
                                            </p:tgtEl>
                                          </p:cBhvr>
                                        </p:animEffect>
                                      </p:childTnLst>
                                    </p:cTn>
                                  </p:par>
                                </p:childTnLst>
                              </p:cTn>
                            </p:par>
                            <p:par>
                              <p:cTn id="139" fill="hold">
                                <p:stCondLst>
                                  <p:cond delay="2750"/>
                                </p:stCondLst>
                                <p:childTnLst>
                                  <p:par>
                                    <p:cTn id="140" presetID="1" presetClass="entr" presetSubtype="0" fill="hold" nodeType="afterEffect">
                                      <p:stCondLst>
                                        <p:cond delay="0"/>
                                      </p:stCondLst>
                                      <p:childTnLst>
                                        <p:set>
                                          <p:cBhvr>
                                            <p:cTn id="141" dur="1" fill="hold">
                                              <p:stCondLst>
                                                <p:cond delay="249"/>
                                              </p:stCondLst>
                                            </p:cTn>
                                            <p:tgtEl>
                                              <p:spTgt spid="318"/>
                                            </p:tgtEl>
                                            <p:attrNameLst>
                                              <p:attrName>style.visibility</p:attrName>
                                            </p:attrNameLst>
                                          </p:cBhvr>
                                          <p:to>
                                            <p:strVal val="visible"/>
                                          </p:to>
                                        </p:set>
                                      </p:childTnLst>
                                    </p:cTn>
                                  </p:par>
                                </p:childTnLst>
                              </p:cTn>
                            </p:par>
                            <p:par>
                              <p:cTn id="142" fill="hold">
                                <p:stCondLst>
                                  <p:cond delay="3000"/>
                                </p:stCondLst>
                                <p:childTnLst>
                                  <p:par>
                                    <p:cTn id="143" presetID="1" presetClass="entr" presetSubtype="0" fill="hold" nodeType="afterEffect">
                                      <p:stCondLst>
                                        <p:cond delay="0"/>
                                      </p:stCondLst>
                                      <p:childTnLst>
                                        <p:set>
                                          <p:cBhvr>
                                            <p:cTn id="144" dur="1" fill="hold">
                                              <p:stCondLst>
                                                <p:cond delay="249"/>
                                              </p:stCondLst>
                                            </p:cTn>
                                            <p:tgtEl>
                                              <p:spTgt spid="325"/>
                                            </p:tgtEl>
                                            <p:attrNameLst>
                                              <p:attrName>style.visibility</p:attrName>
                                            </p:attrNameLst>
                                          </p:cBhvr>
                                          <p:to>
                                            <p:strVal val="visible"/>
                                          </p:to>
                                        </p:set>
                                      </p:childTnLst>
                                    </p:cTn>
                                  </p:par>
                                </p:childTnLst>
                              </p:cTn>
                            </p:par>
                            <p:par>
                              <p:cTn id="145" fill="hold">
                                <p:stCondLst>
                                  <p:cond delay="3250"/>
                                </p:stCondLst>
                                <p:childTnLst>
                                  <p:par>
                                    <p:cTn id="146" presetID="1" presetClass="entr" presetSubtype="0" fill="hold" nodeType="afterEffect">
                                      <p:stCondLst>
                                        <p:cond delay="0"/>
                                      </p:stCondLst>
                                      <p:childTnLst>
                                        <p:set>
                                          <p:cBhvr>
                                            <p:cTn id="147" dur="1" fill="hold">
                                              <p:stCondLst>
                                                <p:cond delay="249"/>
                                              </p:stCondLst>
                                            </p:cTn>
                                            <p:tgtEl>
                                              <p:spTgt spid="290"/>
                                            </p:tgtEl>
                                            <p:attrNameLst>
                                              <p:attrName>style.visibility</p:attrName>
                                            </p:attrNameLst>
                                          </p:cBhvr>
                                          <p:to>
                                            <p:strVal val="visible"/>
                                          </p:to>
                                        </p:set>
                                      </p:childTnLst>
                                    </p:cTn>
                                  </p:par>
                                </p:childTnLst>
                              </p:cTn>
                            </p:par>
                            <p:par>
                              <p:cTn id="148" fill="hold">
                                <p:stCondLst>
                                  <p:cond delay="3500"/>
                                </p:stCondLst>
                                <p:childTnLst>
                                  <p:par>
                                    <p:cTn id="149" presetID="1" presetClass="entr" presetSubtype="0" fill="hold" nodeType="afterEffect">
                                      <p:stCondLst>
                                        <p:cond delay="0"/>
                                      </p:stCondLst>
                                      <p:childTnLst>
                                        <p:set>
                                          <p:cBhvr>
                                            <p:cTn id="150" dur="1" fill="hold">
                                              <p:stCondLst>
                                                <p:cond delay="249"/>
                                              </p:stCondLst>
                                            </p:cTn>
                                            <p:tgtEl>
                                              <p:spTgt spid="297"/>
                                            </p:tgtEl>
                                            <p:attrNameLst>
                                              <p:attrName>style.visibility</p:attrName>
                                            </p:attrNameLst>
                                          </p:cBhvr>
                                          <p:to>
                                            <p:strVal val="visible"/>
                                          </p:to>
                                        </p:set>
                                      </p:childTnLst>
                                    </p:cTn>
                                  </p:par>
                                </p:childTnLst>
                              </p:cTn>
                            </p:par>
                            <p:par>
                              <p:cTn id="151" fill="hold">
                                <p:stCondLst>
                                  <p:cond delay="3750"/>
                                </p:stCondLst>
                                <p:childTnLst>
                                  <p:par>
                                    <p:cTn id="152" presetID="1" presetClass="entr" presetSubtype="0" fill="hold" nodeType="afterEffect">
                                      <p:stCondLst>
                                        <p:cond delay="0"/>
                                      </p:stCondLst>
                                      <p:childTnLst>
                                        <p:set>
                                          <p:cBhvr>
                                            <p:cTn id="153" dur="1" fill="hold">
                                              <p:stCondLst>
                                                <p:cond delay="249"/>
                                              </p:stCondLst>
                                            </p:cTn>
                                            <p:tgtEl>
                                              <p:spTgt spid="304"/>
                                            </p:tgtEl>
                                            <p:attrNameLst>
                                              <p:attrName>style.visibility</p:attrName>
                                            </p:attrNameLst>
                                          </p:cBhvr>
                                          <p:to>
                                            <p:strVal val="visible"/>
                                          </p:to>
                                        </p:set>
                                      </p:childTnLst>
                                    </p:cTn>
                                  </p:par>
                                </p:childTnLst>
                              </p:cTn>
                            </p:par>
                            <p:par>
                              <p:cTn id="154" fill="hold">
                                <p:stCondLst>
                                  <p:cond delay="4000"/>
                                </p:stCondLst>
                                <p:childTnLst>
                                  <p:par>
                                    <p:cTn id="155" presetID="1" presetClass="entr" presetSubtype="0" fill="hold" nodeType="afterEffect">
                                      <p:stCondLst>
                                        <p:cond delay="0"/>
                                      </p:stCondLst>
                                      <p:childTnLst>
                                        <p:set>
                                          <p:cBhvr>
                                            <p:cTn id="156" dur="1" fill="hold">
                                              <p:stCondLst>
                                                <p:cond delay="249"/>
                                              </p:stCondLst>
                                            </p:cTn>
                                            <p:tgtEl>
                                              <p:spTgt spid="311"/>
                                            </p:tgtEl>
                                            <p:attrNameLst>
                                              <p:attrName>style.visibility</p:attrName>
                                            </p:attrNameLst>
                                          </p:cBhvr>
                                          <p:to>
                                            <p:strVal val="visible"/>
                                          </p:to>
                                        </p:set>
                                      </p:childTnLst>
                                    </p:cTn>
                                  </p:par>
                                </p:childTnLst>
                              </p:cTn>
                            </p:par>
                            <p:par>
                              <p:cTn id="157" fill="hold">
                                <p:stCondLst>
                                  <p:cond delay="4250"/>
                                </p:stCondLst>
                                <p:childTnLst>
                                  <p:par>
                                    <p:cTn id="158" presetID="10" presetClass="entr" presetSubtype="0" fill="hold" grpId="1" nodeType="afterEffect">
                                      <p:stCondLst>
                                        <p:cond delay="0"/>
                                      </p:stCondLst>
                                      <p:childTnLst>
                                        <p:set>
                                          <p:cBhvr>
                                            <p:cTn id="159" dur="1" fill="hold">
                                              <p:stCondLst>
                                                <p:cond delay="0"/>
                                              </p:stCondLst>
                                            </p:cTn>
                                            <p:tgtEl>
                                              <p:spTgt spid="283"/>
                                            </p:tgtEl>
                                            <p:attrNameLst>
                                              <p:attrName>style.visibility</p:attrName>
                                            </p:attrNameLst>
                                          </p:cBhvr>
                                          <p:to>
                                            <p:strVal val="visible"/>
                                          </p:to>
                                        </p:set>
                                        <p:animEffect transition="in" filter="fade">
                                          <p:cBhvr>
                                            <p:cTn id="160" dur="500"/>
                                            <p:tgtEl>
                                              <p:spTgt spid="283"/>
                                            </p:tgtEl>
                                          </p:cBhvr>
                                        </p:animEffect>
                                      </p:childTnLst>
                                    </p:cTn>
                                  </p:par>
                                </p:childTnLst>
                              </p:cTn>
                            </p:par>
                            <p:par>
                              <p:cTn id="161" fill="hold">
                                <p:stCondLst>
                                  <p:cond delay="4750"/>
                                </p:stCondLst>
                                <p:childTnLst>
                                  <p:par>
                                    <p:cTn id="162" presetID="35" presetClass="emph" presetSubtype="0" repeatCount="indefinite" fill="hold" grpId="0" nodeType="afterEffect">
                                      <p:stCondLst>
                                        <p:cond delay="0"/>
                                      </p:stCondLst>
                                      <p:childTnLst>
                                        <p:anim calcmode="discrete" valueType="str">
                                          <p:cBhvr>
                                            <p:cTn id="163" dur="1000" fill="hold"/>
                                            <p:tgtEl>
                                              <p:spTgt spid="283"/>
                                            </p:tgtEl>
                                            <p:attrNameLst>
                                              <p:attrName>style.visibility</p:attrName>
                                            </p:attrNameLst>
                                          </p:cBhvr>
                                          <p:tavLst>
                                            <p:tav tm="0">
                                              <p:val>
                                                <p:strVal val="hidden"/>
                                              </p:val>
                                            </p:tav>
                                            <p:tav tm="50000">
                                              <p:val>
                                                <p:strVal val="visible"/>
                                              </p:val>
                                            </p:tav>
                                          </p:tavLst>
                                        </p:anim>
                                      </p:childTnLst>
                                    </p:cTn>
                                  </p:par>
                                  <p:par>
                                    <p:cTn id="164" presetID="10" presetClass="entr" presetSubtype="0" fill="hold" grpId="0" nodeType="withEffect">
                                      <p:stCondLst>
                                        <p:cond delay="500"/>
                                      </p:stCondLst>
                                      <p:childTnLst>
                                        <p:set>
                                          <p:cBhvr>
                                            <p:cTn id="165" dur="1" fill="hold">
                                              <p:stCondLst>
                                                <p:cond delay="0"/>
                                              </p:stCondLst>
                                            </p:cTn>
                                            <p:tgtEl>
                                              <p:spTgt spid="153"/>
                                            </p:tgtEl>
                                            <p:attrNameLst>
                                              <p:attrName>style.visibility</p:attrName>
                                            </p:attrNameLst>
                                          </p:cBhvr>
                                          <p:to>
                                            <p:strVal val="visible"/>
                                          </p:to>
                                        </p:set>
                                        <p:animEffect transition="in" filter="fade">
                                          <p:cBhvr>
                                            <p:cTn id="166" dur="500"/>
                                            <p:tgtEl>
                                              <p:spTgt spid="153"/>
                                            </p:tgtEl>
                                          </p:cBhvr>
                                        </p:animEffect>
                                      </p:childTnLst>
                                    </p:cTn>
                                  </p:par>
                                </p:childTnLst>
                              </p:cTn>
                            </p:par>
                            <p:par>
                              <p:cTn id="167" fill="hold">
                                <p:stCondLst>
                                  <p:cond delay="5750"/>
                                </p:stCondLst>
                                <p:childTnLst>
                                  <p:par>
                                    <p:cTn id="168" presetID="53" presetClass="entr" presetSubtype="16" fill="hold" grpId="0" nodeType="afterEffect">
                                      <p:stCondLst>
                                        <p:cond delay="0"/>
                                      </p:stCondLst>
                                      <p:childTnLst>
                                        <p:set>
                                          <p:cBhvr>
                                            <p:cTn id="169" dur="1" fill="hold">
                                              <p:stCondLst>
                                                <p:cond delay="0"/>
                                              </p:stCondLst>
                                            </p:cTn>
                                            <p:tgtEl>
                                              <p:spTgt spid="90"/>
                                            </p:tgtEl>
                                            <p:attrNameLst>
                                              <p:attrName>style.visibility</p:attrName>
                                            </p:attrNameLst>
                                          </p:cBhvr>
                                          <p:to>
                                            <p:strVal val="visible"/>
                                          </p:to>
                                        </p:set>
                                        <p:anim calcmode="lin" valueType="num">
                                          <p:cBhvr>
                                            <p:cTn id="170" dur="500" fill="hold"/>
                                            <p:tgtEl>
                                              <p:spTgt spid="90"/>
                                            </p:tgtEl>
                                            <p:attrNameLst>
                                              <p:attrName>ppt_w</p:attrName>
                                            </p:attrNameLst>
                                          </p:cBhvr>
                                          <p:tavLst>
                                            <p:tav tm="0">
                                              <p:val>
                                                <p:fltVal val="0"/>
                                              </p:val>
                                            </p:tav>
                                            <p:tav tm="100000">
                                              <p:val>
                                                <p:strVal val="#ppt_w"/>
                                              </p:val>
                                            </p:tav>
                                          </p:tavLst>
                                        </p:anim>
                                        <p:anim calcmode="lin" valueType="num">
                                          <p:cBhvr>
                                            <p:cTn id="171" dur="500" fill="hold"/>
                                            <p:tgtEl>
                                              <p:spTgt spid="90"/>
                                            </p:tgtEl>
                                            <p:attrNameLst>
                                              <p:attrName>ppt_h</p:attrName>
                                            </p:attrNameLst>
                                          </p:cBhvr>
                                          <p:tavLst>
                                            <p:tav tm="0">
                                              <p:val>
                                                <p:fltVal val="0"/>
                                              </p:val>
                                            </p:tav>
                                            <p:tav tm="100000">
                                              <p:val>
                                                <p:strVal val="#ppt_h"/>
                                              </p:val>
                                            </p:tav>
                                          </p:tavLst>
                                        </p:anim>
                                        <p:animEffect transition="in" filter="fade">
                                          <p:cBhvr>
                                            <p:cTn id="172" dur="500"/>
                                            <p:tgtEl>
                                              <p:spTgt spid="90"/>
                                            </p:tgtEl>
                                          </p:cBhvr>
                                        </p:animEffect>
                                      </p:childTnLst>
                                    </p:cTn>
                                  </p:par>
                                </p:childTnLst>
                              </p:cTn>
                            </p:par>
                            <p:par>
                              <p:cTn id="173" fill="hold">
                                <p:stCondLst>
                                  <p:cond delay="6250"/>
                                </p:stCondLst>
                                <p:childTnLst>
                                  <p:par>
                                    <p:cTn id="174" presetID="10" presetClass="entr" presetSubtype="0" fill="hold" grpId="0" nodeType="afterEffect">
                                      <p:stCondLst>
                                        <p:cond delay="500"/>
                                      </p:stCondLst>
                                      <p:childTnLst>
                                        <p:set>
                                          <p:cBhvr>
                                            <p:cTn id="175" dur="1" fill="hold">
                                              <p:stCondLst>
                                                <p:cond delay="0"/>
                                              </p:stCondLst>
                                            </p:cTn>
                                            <p:tgtEl>
                                              <p:spTgt spid="227"/>
                                            </p:tgtEl>
                                            <p:attrNameLst>
                                              <p:attrName>style.visibility</p:attrName>
                                            </p:attrNameLst>
                                          </p:cBhvr>
                                          <p:to>
                                            <p:strVal val="visible"/>
                                          </p:to>
                                        </p:set>
                                        <p:animEffect transition="in" filter="fade">
                                          <p:cBhvr>
                                            <p:cTn id="176" dur="500"/>
                                            <p:tgtEl>
                                              <p:spTgt spid="2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89" grpId="0"/>
          <p:bldP spid="90" grpId="0"/>
          <p:bldP spid="91" grpId="0" animBg="1"/>
          <p:bldP spid="86" grpId="0" animBg="1"/>
          <p:bldP spid="106" grpId="0"/>
          <p:bldP spid="107" grpId="0"/>
          <p:bldP spid="116" grpId="0" animBg="1"/>
          <p:bldP spid="19" grpId="0" animBg="1"/>
          <p:bldP spid="118" grpId="0" animBg="1"/>
          <p:bldP spid="41" grpId="0"/>
          <p:bldP spid="124" grpId="0"/>
          <p:bldP spid="149" grpId="0" animBg="1"/>
          <p:bldP spid="150" grpId="0" animBg="1"/>
          <p:bldP spid="152" grpId="0"/>
          <p:bldP spid="153" grpId="0"/>
          <p:bldP spid="28" grpId="0" animBg="1"/>
          <p:bldP spid="28" grpId="1" animBg="1"/>
          <p:bldP spid="283" grpId="0"/>
          <p:bldP spid="283" grpId="1"/>
          <p:bldP spid="4" grpId="0" animBg="1"/>
          <p:bldP spid="227" grpId="0"/>
        </p:bldLst>
      </p:timing>
    </mc:Choice>
    <mc:Fallback>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fade">
                                          <p:cBhvr>
                                            <p:cTn id="7" dur="500"/>
                                            <p:tgtEl>
                                              <p:spTgt spid="9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down)">
                                          <p:cBhvr>
                                            <p:cTn id="12" dur="500"/>
                                            <p:tgtEl>
                                              <p:spTgt spid="7"/>
                                            </p:tgtEl>
                                          </p:cBhvr>
                                        </p:animEffect>
                                      </p:childTnLst>
                                    </p:cTn>
                                  </p:par>
                                  <p:par>
                                    <p:cTn id="13" presetID="1" presetClass="entr" presetSubtype="0" fill="hold" grpId="0" nodeType="withEffect">
                                      <p:stCondLst>
                                        <p:cond delay="500"/>
                                      </p:stCondLst>
                                      <p:childTnLst>
                                        <p:set>
                                          <p:cBhvr>
                                            <p:cTn id="14" dur="1" fill="hold">
                                              <p:stCondLst>
                                                <p:cond delay="0"/>
                                              </p:stCondLst>
                                            </p:cTn>
                                            <p:tgtEl>
                                              <p:spTgt spid="116"/>
                                            </p:tgtEl>
                                            <p:attrNameLst>
                                              <p:attrName>style.visibility</p:attrName>
                                            </p:attrNameLst>
                                          </p:cBhvr>
                                          <p:to>
                                            <p:strVal val="visible"/>
                                          </p:to>
                                        </p:set>
                                      </p:childTnLst>
                                    </p:cTn>
                                  </p:par>
                                </p:childTnLst>
                              </p:cTn>
                            </p:par>
                            <p:par>
                              <p:cTn id="15" fill="hold">
                                <p:stCondLst>
                                  <p:cond delay="500"/>
                                </p:stCondLst>
                                <p:childTnLst>
                                  <p:par>
                                    <p:cTn id="16" presetID="10" presetClass="entr" presetSubtype="0" fill="hold" grpId="0" nodeType="after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fade">
                                          <p:cBhvr>
                                            <p:cTn id="18" dur="500"/>
                                            <p:tgtEl>
                                              <p:spTgt spid="19"/>
                                            </p:tgtEl>
                                          </p:cBhvr>
                                        </p:animEffect>
                                      </p:childTnLst>
                                    </p:cTn>
                                  </p:par>
                                  <p:par>
                                    <p:cTn id="19" presetID="2" presetClass="entr" presetSubtype="8" fill="hold" grpId="0" nodeType="withEffect">
                                      <p:stCondLst>
                                        <p:cond delay="0"/>
                                      </p:stCondLst>
                                      <p:childTnLst>
                                        <p:set>
                                          <p:cBhvr>
                                            <p:cTn id="20" dur="1" fill="hold">
                                              <p:stCondLst>
                                                <p:cond delay="0"/>
                                              </p:stCondLst>
                                            </p:cTn>
                                            <p:tgtEl>
                                              <p:spTgt spid="106"/>
                                            </p:tgtEl>
                                            <p:attrNameLst>
                                              <p:attrName>style.visibility</p:attrName>
                                            </p:attrNameLst>
                                          </p:cBhvr>
                                          <p:to>
                                            <p:strVal val="visible"/>
                                          </p:to>
                                        </p:set>
                                        <p:anim calcmode="lin" valueType="num">
                                          <p:cBhvr additive="base">
                                            <p:cTn id="21" dur="500" fill="hold"/>
                                            <p:tgtEl>
                                              <p:spTgt spid="106"/>
                                            </p:tgtEl>
                                            <p:attrNameLst>
                                              <p:attrName>ppt_x</p:attrName>
                                            </p:attrNameLst>
                                          </p:cBhvr>
                                          <p:tavLst>
                                            <p:tav tm="0">
                                              <p:val>
                                                <p:strVal val="0-#ppt_w/2"/>
                                              </p:val>
                                            </p:tav>
                                            <p:tav tm="100000">
                                              <p:val>
                                                <p:strVal val="#ppt_x"/>
                                              </p:val>
                                            </p:tav>
                                          </p:tavLst>
                                        </p:anim>
                                        <p:anim calcmode="lin" valueType="num">
                                          <p:cBhvr additive="base">
                                            <p:cTn id="22" dur="500" fill="hold"/>
                                            <p:tgtEl>
                                              <p:spTgt spid="106"/>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2" presetClass="entr" presetSubtype="4"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wipe(down)">
                                          <p:cBhvr>
                                            <p:cTn id="27" dur="500"/>
                                            <p:tgtEl>
                                              <p:spTgt spid="26"/>
                                            </p:tgtEl>
                                          </p:cBhvr>
                                        </p:animEffect>
                                      </p:childTnLst>
                                    </p:cTn>
                                  </p:par>
                                </p:childTnLst>
                              </p:cTn>
                            </p:par>
                            <p:par>
                              <p:cTn id="28" fill="hold">
                                <p:stCondLst>
                                  <p:cond delay="1000"/>
                                </p:stCondLst>
                                <p:childTnLst>
                                  <p:par>
                                    <p:cTn id="29" presetID="10" presetClass="entr" presetSubtype="0" fill="hold" grpId="0" nodeType="afterEffect">
                                      <p:stCondLst>
                                        <p:cond delay="0"/>
                                      </p:stCondLst>
                                      <p:childTnLst>
                                        <p:set>
                                          <p:cBhvr>
                                            <p:cTn id="30" dur="1" fill="hold">
                                              <p:stCondLst>
                                                <p:cond delay="0"/>
                                              </p:stCondLst>
                                            </p:cTn>
                                            <p:tgtEl>
                                              <p:spTgt spid="118"/>
                                            </p:tgtEl>
                                            <p:attrNameLst>
                                              <p:attrName>style.visibility</p:attrName>
                                            </p:attrNameLst>
                                          </p:cBhvr>
                                          <p:to>
                                            <p:strVal val="visible"/>
                                          </p:to>
                                        </p:set>
                                        <p:animEffect transition="in" filter="fade">
                                          <p:cBhvr>
                                            <p:cTn id="31" dur="500"/>
                                            <p:tgtEl>
                                              <p:spTgt spid="118"/>
                                            </p:tgtEl>
                                          </p:cBhvr>
                                        </p:animEffect>
                                      </p:childTnLst>
                                    </p:cTn>
                                  </p:par>
                                  <p:par>
                                    <p:cTn id="32" presetID="2" presetClass="entr" presetSubtype="2" fill="hold" grpId="0" nodeType="withEffect">
                                      <p:stCondLst>
                                        <p:cond delay="0"/>
                                      </p:stCondLst>
                                      <p:childTnLst>
                                        <p:set>
                                          <p:cBhvr>
                                            <p:cTn id="33" dur="1" fill="hold">
                                              <p:stCondLst>
                                                <p:cond delay="0"/>
                                              </p:stCondLst>
                                            </p:cTn>
                                            <p:tgtEl>
                                              <p:spTgt spid="107"/>
                                            </p:tgtEl>
                                            <p:attrNameLst>
                                              <p:attrName>style.visibility</p:attrName>
                                            </p:attrNameLst>
                                          </p:cBhvr>
                                          <p:to>
                                            <p:strVal val="visible"/>
                                          </p:to>
                                        </p:set>
                                        <p:anim calcmode="lin" valueType="num">
                                          <p:cBhvr additive="base">
                                            <p:cTn id="34" dur="500" fill="hold"/>
                                            <p:tgtEl>
                                              <p:spTgt spid="107"/>
                                            </p:tgtEl>
                                            <p:attrNameLst>
                                              <p:attrName>ppt_x</p:attrName>
                                            </p:attrNameLst>
                                          </p:cBhvr>
                                          <p:tavLst>
                                            <p:tav tm="0">
                                              <p:val>
                                                <p:strVal val="1+#ppt_w/2"/>
                                              </p:val>
                                            </p:tav>
                                            <p:tav tm="100000">
                                              <p:val>
                                                <p:strVal val="#ppt_x"/>
                                              </p:val>
                                            </p:tav>
                                          </p:tavLst>
                                        </p:anim>
                                        <p:anim calcmode="lin" valueType="num">
                                          <p:cBhvr additive="base">
                                            <p:cTn id="35" dur="500" fill="hold"/>
                                            <p:tgtEl>
                                              <p:spTgt spid="107"/>
                                            </p:tgtEl>
                                            <p:attrNameLst>
                                              <p:attrName>ppt_y</p:attrName>
                                            </p:attrNameLst>
                                          </p:cBhvr>
                                          <p:tavLst>
                                            <p:tav tm="0">
                                              <p:val>
                                                <p:strVal val="#ppt_y"/>
                                              </p:val>
                                            </p:tav>
                                            <p:tav tm="100000">
                                              <p:val>
                                                <p:strVal val="#ppt_y"/>
                                              </p:val>
                                            </p:tav>
                                          </p:tavLst>
                                        </p:anim>
                                      </p:childTnLst>
                                    </p:cTn>
                                  </p:par>
                                </p:childTnLst>
                              </p:cTn>
                            </p:par>
                            <p:par>
                              <p:cTn id="36" fill="hold">
                                <p:stCondLst>
                                  <p:cond delay="1500"/>
                                </p:stCondLst>
                                <p:childTnLst>
                                  <p:par>
                                    <p:cTn id="37" presetID="10" presetClass="entr" presetSubtype="0" fill="hold" nodeType="after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par>
                                    <p:cTn id="40" presetID="10" presetClass="entr" presetSubtype="0" fill="hold" nodeType="withEffect">
                                      <p:stCondLst>
                                        <p:cond delay="0"/>
                                      </p:stCondLst>
                                      <p:childTnLst>
                                        <p:set>
                                          <p:cBhvr>
                                            <p:cTn id="41" dur="1" fill="hold">
                                              <p:stCondLst>
                                                <p:cond delay="0"/>
                                              </p:stCondLst>
                                            </p:cTn>
                                            <p:tgtEl>
                                              <p:spTgt spid="119"/>
                                            </p:tgtEl>
                                            <p:attrNameLst>
                                              <p:attrName>style.visibility</p:attrName>
                                            </p:attrNameLst>
                                          </p:cBhvr>
                                          <p:to>
                                            <p:strVal val="visible"/>
                                          </p:to>
                                        </p:set>
                                        <p:animEffect transition="in" filter="fade">
                                          <p:cBhvr>
                                            <p:cTn id="42" dur="500"/>
                                            <p:tgtEl>
                                              <p:spTgt spid="119"/>
                                            </p:tgtEl>
                                          </p:cBhvr>
                                        </p:animEffect>
                                      </p:childTnLst>
                                    </p:cTn>
                                  </p:par>
                                  <p:par>
                                    <p:cTn id="43" presetID="42" presetClass="path" presetSubtype="0" fill="hold" nodeType="withEffect">
                                      <p:stCondLst>
                                        <p:cond delay="0"/>
                                      </p:stCondLst>
                                      <p:childTnLst>
                                        <p:animMotion origin="layout" path="M -0.00013 -0.15625 L 1.66667E-6 1.48148E-6 " pathEditMode="relative" rAng="0" ptsTypes="AA">
                                          <p:cBhvr>
                                            <p:cTn id="44" dur="2000" fill="hold"/>
                                            <p:tgtEl>
                                              <p:spTgt spid="119"/>
                                            </p:tgtEl>
                                            <p:attrNameLst>
                                              <p:attrName>ppt_x</p:attrName>
                                              <p:attrName>ppt_y</p:attrName>
                                            </p:attrNameLst>
                                          </p:cBhvr>
                                          <p:rCtr x="-13" y="7801"/>
                                        </p:animMotion>
                                      </p:childTnLst>
                                    </p:cTn>
                                  </p:par>
                                  <p:par>
                                    <p:cTn id="45" presetID="17" presetClass="entr" presetSubtype="1"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 calcmode="lin" valueType="num">
                                          <p:cBhvr>
                                            <p:cTn id="47" dur="2000" fill="hold"/>
                                            <p:tgtEl>
                                              <p:spTgt spid="16"/>
                                            </p:tgtEl>
                                            <p:attrNameLst>
                                              <p:attrName>ppt_x</p:attrName>
                                            </p:attrNameLst>
                                          </p:cBhvr>
                                          <p:tavLst>
                                            <p:tav tm="0">
                                              <p:val>
                                                <p:strVal val="#ppt_x"/>
                                              </p:val>
                                            </p:tav>
                                            <p:tav tm="100000">
                                              <p:val>
                                                <p:strVal val="#ppt_x"/>
                                              </p:val>
                                            </p:tav>
                                          </p:tavLst>
                                        </p:anim>
                                        <p:anim calcmode="lin" valueType="num">
                                          <p:cBhvr>
                                            <p:cTn id="48" dur="2000" fill="hold"/>
                                            <p:tgtEl>
                                              <p:spTgt spid="16"/>
                                            </p:tgtEl>
                                            <p:attrNameLst>
                                              <p:attrName>ppt_y</p:attrName>
                                            </p:attrNameLst>
                                          </p:cBhvr>
                                          <p:tavLst>
                                            <p:tav tm="0">
                                              <p:val>
                                                <p:strVal val="#ppt_y-#ppt_h/2"/>
                                              </p:val>
                                            </p:tav>
                                            <p:tav tm="100000">
                                              <p:val>
                                                <p:strVal val="#ppt_y"/>
                                              </p:val>
                                            </p:tav>
                                          </p:tavLst>
                                        </p:anim>
                                        <p:anim calcmode="lin" valueType="num">
                                          <p:cBhvr>
                                            <p:cTn id="49" dur="2000" fill="hold"/>
                                            <p:tgtEl>
                                              <p:spTgt spid="16"/>
                                            </p:tgtEl>
                                            <p:attrNameLst>
                                              <p:attrName>ppt_w</p:attrName>
                                            </p:attrNameLst>
                                          </p:cBhvr>
                                          <p:tavLst>
                                            <p:tav tm="0">
                                              <p:val>
                                                <p:strVal val="#ppt_w"/>
                                              </p:val>
                                            </p:tav>
                                            <p:tav tm="100000">
                                              <p:val>
                                                <p:strVal val="#ppt_w"/>
                                              </p:val>
                                            </p:tav>
                                          </p:tavLst>
                                        </p:anim>
                                        <p:anim calcmode="lin" valueType="num">
                                          <p:cBhvr>
                                            <p:cTn id="50" dur="2000" fill="hold"/>
                                            <p:tgtEl>
                                              <p:spTgt spid="16"/>
                                            </p:tgtEl>
                                            <p:attrNameLst>
                                              <p:attrName>ppt_h</p:attrName>
                                            </p:attrNameLst>
                                          </p:cBhvr>
                                          <p:tavLst>
                                            <p:tav tm="0">
                                              <p:val>
                                                <p:fltVal val="0"/>
                                              </p:val>
                                            </p:tav>
                                            <p:tav tm="100000">
                                              <p:val>
                                                <p:strVal val="#ppt_h"/>
                                              </p:val>
                                            </p:tav>
                                          </p:tavLst>
                                        </p:anim>
                                      </p:childTnLst>
                                    </p:cTn>
                                  </p:par>
                                </p:childTnLst>
                              </p:cTn>
                            </p:par>
                            <p:par>
                              <p:cTn id="51" fill="hold">
                                <p:stCondLst>
                                  <p:cond delay="3500"/>
                                </p:stCondLst>
                                <p:childTnLst>
                                  <p:par>
                                    <p:cTn id="52" presetID="10" presetClass="entr" presetSubtype="0" fill="hold" nodeType="afterEffect">
                                      <p:stCondLst>
                                        <p:cond delay="0"/>
                                      </p:stCondLst>
                                      <p:childTnLst>
                                        <p:set>
                                          <p:cBhvr>
                                            <p:cTn id="53" dur="1" fill="hold">
                                              <p:stCondLst>
                                                <p:cond delay="0"/>
                                              </p:stCondLst>
                                            </p:cTn>
                                            <p:tgtEl>
                                              <p:spTgt spid="88">
                                                <p:txEl>
                                                  <p:pRg st="0" end="0"/>
                                                </p:txEl>
                                              </p:spTgt>
                                            </p:tgtEl>
                                            <p:attrNameLst>
                                              <p:attrName>style.visibility</p:attrName>
                                            </p:attrNameLst>
                                          </p:cBhvr>
                                          <p:to>
                                            <p:strVal val="visible"/>
                                          </p:to>
                                        </p:set>
                                        <p:animEffect transition="in" filter="fade">
                                          <p:cBhvr>
                                            <p:cTn id="54" dur="500"/>
                                            <p:tgtEl>
                                              <p:spTgt spid="88">
                                                <p:txEl>
                                                  <p:pRg st="0" end="0"/>
                                                </p:txEl>
                                              </p:spTgt>
                                            </p:tgtEl>
                                          </p:cBhvr>
                                        </p:animEffect>
                                      </p:childTnLst>
                                    </p:cTn>
                                  </p:par>
                                  <p:par>
                                    <p:cTn id="55" presetID="47" presetClass="entr" presetSubtype="0" fill="hold" grpId="0" nodeType="withEffect">
                                      <p:stCondLst>
                                        <p:cond delay="0"/>
                                      </p:stCondLst>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anim calcmode="lin" valueType="num">
                                          <p:cBhvr>
                                            <p:cTn id="58" dur="500" fill="hold"/>
                                            <p:tgtEl>
                                              <p:spTgt spid="28"/>
                                            </p:tgtEl>
                                            <p:attrNameLst>
                                              <p:attrName>ppt_x</p:attrName>
                                            </p:attrNameLst>
                                          </p:cBhvr>
                                          <p:tavLst>
                                            <p:tav tm="0">
                                              <p:val>
                                                <p:strVal val="#ppt_x"/>
                                              </p:val>
                                            </p:tav>
                                            <p:tav tm="100000">
                                              <p:val>
                                                <p:strVal val="#ppt_x"/>
                                              </p:val>
                                            </p:tav>
                                          </p:tavLst>
                                        </p:anim>
                                        <p:anim calcmode="lin" valueType="num">
                                          <p:cBhvr>
                                            <p:cTn id="59" dur="500" fill="hold"/>
                                            <p:tgtEl>
                                              <p:spTgt spid="28"/>
                                            </p:tgtEl>
                                            <p:attrNameLst>
                                              <p:attrName>ppt_y</p:attrName>
                                            </p:attrNameLst>
                                          </p:cBhvr>
                                          <p:tavLst>
                                            <p:tav tm="0">
                                              <p:val>
                                                <p:strVal val="#ppt_y-.1"/>
                                              </p:val>
                                            </p:tav>
                                            <p:tav tm="100000">
                                              <p:val>
                                                <p:strVal val="#ppt_y"/>
                                              </p:val>
                                            </p:tav>
                                          </p:tavLst>
                                        </p:anim>
                                      </p:childTnLst>
                                    </p:cTn>
                                  </p:par>
                                  <p:par>
                                    <p:cTn id="60" presetID="35" presetClass="emph" presetSubtype="0" repeatCount="indefinite" fill="hold" grpId="1" nodeType="withEffect">
                                      <p:stCondLst>
                                        <p:cond delay="0"/>
                                      </p:stCondLst>
                                      <p:childTnLst>
                                        <p:anim calcmode="discrete" valueType="str">
                                          <p:cBhvr>
                                            <p:cTn id="61" dur="1500" fill="hold"/>
                                            <p:tgtEl>
                                              <p:spTgt spid="28"/>
                                            </p:tgtEl>
                                            <p:attrNameLst>
                                              <p:attrName>style.visibility</p:attrName>
                                            </p:attrNameLst>
                                          </p:cBhvr>
                                          <p:tavLst>
                                            <p:tav tm="0">
                                              <p:val>
                                                <p:strVal val="hidden"/>
                                              </p:val>
                                            </p:tav>
                                            <p:tav tm="50000">
                                              <p:val>
                                                <p:strVal val="visible"/>
                                              </p:val>
                                            </p:tav>
                                          </p:tavLst>
                                        </p:anim>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86"/>
                                            </p:tgtEl>
                                            <p:attrNameLst>
                                              <p:attrName>style.visibility</p:attrName>
                                            </p:attrNameLst>
                                          </p:cBhvr>
                                          <p:to>
                                            <p:strVal val="visible"/>
                                          </p:to>
                                        </p:set>
                                        <p:animEffect transition="in" filter="fade">
                                          <p:cBhvr>
                                            <p:cTn id="66" dur="500"/>
                                            <p:tgtEl>
                                              <p:spTgt spid="86"/>
                                            </p:tgtEl>
                                          </p:cBhvr>
                                        </p:animEffect>
                                      </p:childTnLst>
                                    </p:cTn>
                                  </p:par>
                                </p:childTnLst>
                              </p:cTn>
                            </p:par>
                            <p:par>
                              <p:cTn id="67" fill="hold">
                                <p:stCondLst>
                                  <p:cond delay="500"/>
                                </p:stCondLst>
                                <p:childTnLst>
                                  <p:par>
                                    <p:cTn id="68" presetID="10" presetClass="entr" presetSubtype="0" fill="hold" nodeType="afterEffect">
                                      <p:stCondLst>
                                        <p:cond delay="0"/>
                                      </p:stCondLst>
                                      <p:childTnLst>
                                        <p:set>
                                          <p:cBhvr>
                                            <p:cTn id="69" dur="1" fill="hold">
                                              <p:stCondLst>
                                                <p:cond delay="0"/>
                                              </p:stCondLst>
                                            </p:cTn>
                                            <p:tgtEl>
                                              <p:spTgt spid="65"/>
                                            </p:tgtEl>
                                            <p:attrNameLst>
                                              <p:attrName>style.visibility</p:attrName>
                                            </p:attrNameLst>
                                          </p:cBhvr>
                                          <p:to>
                                            <p:strVal val="visible"/>
                                          </p:to>
                                        </p:set>
                                        <p:animEffect transition="in" filter="fade">
                                          <p:cBhvr>
                                            <p:cTn id="70" dur="500"/>
                                            <p:tgtEl>
                                              <p:spTgt spid="65"/>
                                            </p:tgtEl>
                                          </p:cBhvr>
                                        </p:animEffect>
                                      </p:childTnLst>
                                    </p:cTn>
                                  </p:par>
                                  <p:par>
                                    <p:cTn id="71" presetID="10" presetClass="entr" presetSubtype="0" fill="hold" nodeType="withEffect">
                                      <p:stCondLst>
                                        <p:cond delay="0"/>
                                      </p:stCondLst>
                                      <p:childTnLst>
                                        <p:set>
                                          <p:cBhvr>
                                            <p:cTn id="72" dur="1" fill="hold">
                                              <p:stCondLst>
                                                <p:cond delay="0"/>
                                              </p:stCondLst>
                                            </p:cTn>
                                            <p:tgtEl>
                                              <p:spTgt spid="136"/>
                                            </p:tgtEl>
                                            <p:attrNameLst>
                                              <p:attrName>style.visibility</p:attrName>
                                            </p:attrNameLst>
                                          </p:cBhvr>
                                          <p:to>
                                            <p:strVal val="visible"/>
                                          </p:to>
                                        </p:set>
                                        <p:animEffect transition="in" filter="fade">
                                          <p:cBhvr>
                                            <p:cTn id="73" dur="500"/>
                                            <p:tgtEl>
                                              <p:spTgt spid="136"/>
                                            </p:tgtEl>
                                          </p:cBhvr>
                                        </p:animEffect>
                                      </p:childTnLst>
                                    </p:cTn>
                                  </p:par>
                                  <p:par>
                                    <p:cTn id="74" presetID="8" presetClass="emph" presetSubtype="0" repeatCount="indefinite" fill="hold" nodeType="withEffect">
                                      <p:stCondLst>
                                        <p:cond delay="0"/>
                                      </p:stCondLst>
                                      <p:childTnLst>
                                        <p:animRot by="21600000">
                                          <p:cBhvr>
                                            <p:cTn id="75" dur="20000" fill="hold"/>
                                            <p:tgtEl>
                                              <p:spTgt spid="136"/>
                                            </p:tgtEl>
                                            <p:attrNameLst>
                                              <p:attrName>r</p:attrName>
                                            </p:attrNameLst>
                                          </p:cBhvr>
                                        </p:animRot>
                                      </p:childTnLst>
                                    </p:cTn>
                                  </p:par>
                                  <p:par>
                                    <p:cTn id="76" presetID="10" presetClass="entr" presetSubtype="0" fill="hold" grpId="0" nodeType="withEffect">
                                      <p:stCondLst>
                                        <p:cond delay="1000"/>
                                      </p:stCondLst>
                                      <p:childTnLst>
                                        <p:set>
                                          <p:cBhvr>
                                            <p:cTn id="77" dur="1" fill="hold">
                                              <p:stCondLst>
                                                <p:cond delay="0"/>
                                              </p:stCondLst>
                                            </p:cTn>
                                            <p:tgtEl>
                                              <p:spTgt spid="41"/>
                                            </p:tgtEl>
                                            <p:attrNameLst>
                                              <p:attrName>style.visibility</p:attrName>
                                            </p:attrNameLst>
                                          </p:cBhvr>
                                          <p:to>
                                            <p:strVal val="visible"/>
                                          </p:to>
                                        </p:set>
                                        <p:animEffect transition="in" filter="fade">
                                          <p:cBhvr>
                                            <p:cTn id="78" dur="750"/>
                                            <p:tgtEl>
                                              <p:spTgt spid="41"/>
                                            </p:tgtEl>
                                          </p:cBhvr>
                                        </p:animEffect>
                                      </p:childTnLst>
                                    </p:cTn>
                                  </p:par>
                                  <p:par>
                                    <p:cTn id="79" presetID="10" presetClass="entr" presetSubtype="0" fill="hold" grpId="0" nodeType="withEffect">
                                      <p:stCondLst>
                                        <p:cond delay="1000"/>
                                      </p:stCondLst>
                                      <p:childTnLst>
                                        <p:set>
                                          <p:cBhvr>
                                            <p:cTn id="80" dur="1" fill="hold">
                                              <p:stCondLst>
                                                <p:cond delay="0"/>
                                              </p:stCondLst>
                                            </p:cTn>
                                            <p:tgtEl>
                                              <p:spTgt spid="124"/>
                                            </p:tgtEl>
                                            <p:attrNameLst>
                                              <p:attrName>style.visibility</p:attrName>
                                            </p:attrNameLst>
                                          </p:cBhvr>
                                          <p:to>
                                            <p:strVal val="visible"/>
                                          </p:to>
                                        </p:set>
                                        <p:animEffect transition="in" filter="fade">
                                          <p:cBhvr>
                                            <p:cTn id="81" dur="750"/>
                                            <p:tgtEl>
                                              <p:spTgt spid="124"/>
                                            </p:tgtEl>
                                          </p:cBhvr>
                                        </p:animEffect>
                                      </p:childTnLst>
                                    </p:cTn>
                                  </p:par>
                                  <p:par>
                                    <p:cTn id="82" presetID="53" presetClass="entr" presetSubtype="16" fill="hold" grpId="0" nodeType="withEffect">
                                      <p:stCondLst>
                                        <p:cond delay="1250"/>
                                      </p:stCondLst>
                                      <p:childTnLst>
                                        <p:set>
                                          <p:cBhvr>
                                            <p:cTn id="83" dur="1" fill="hold">
                                              <p:stCondLst>
                                                <p:cond delay="0"/>
                                              </p:stCondLst>
                                            </p:cTn>
                                            <p:tgtEl>
                                              <p:spTgt spid="89"/>
                                            </p:tgtEl>
                                            <p:attrNameLst>
                                              <p:attrName>style.visibility</p:attrName>
                                            </p:attrNameLst>
                                          </p:cBhvr>
                                          <p:to>
                                            <p:strVal val="visible"/>
                                          </p:to>
                                        </p:set>
                                        <p:anim calcmode="lin" valueType="num">
                                          <p:cBhvr>
                                            <p:cTn id="84" dur="750" fill="hold"/>
                                            <p:tgtEl>
                                              <p:spTgt spid="89"/>
                                            </p:tgtEl>
                                            <p:attrNameLst>
                                              <p:attrName>ppt_w</p:attrName>
                                            </p:attrNameLst>
                                          </p:cBhvr>
                                          <p:tavLst>
                                            <p:tav tm="0">
                                              <p:val>
                                                <p:fltVal val="0"/>
                                              </p:val>
                                            </p:tav>
                                            <p:tav tm="100000">
                                              <p:val>
                                                <p:strVal val="#ppt_w"/>
                                              </p:val>
                                            </p:tav>
                                          </p:tavLst>
                                        </p:anim>
                                        <p:anim calcmode="lin" valueType="num">
                                          <p:cBhvr>
                                            <p:cTn id="85" dur="750" fill="hold"/>
                                            <p:tgtEl>
                                              <p:spTgt spid="89"/>
                                            </p:tgtEl>
                                            <p:attrNameLst>
                                              <p:attrName>ppt_h</p:attrName>
                                            </p:attrNameLst>
                                          </p:cBhvr>
                                          <p:tavLst>
                                            <p:tav tm="0">
                                              <p:val>
                                                <p:fltVal val="0"/>
                                              </p:val>
                                            </p:tav>
                                            <p:tav tm="100000">
                                              <p:val>
                                                <p:strVal val="#ppt_h"/>
                                              </p:val>
                                            </p:tav>
                                          </p:tavLst>
                                        </p:anim>
                                        <p:animEffect transition="in" filter="fade">
                                          <p:cBhvr>
                                            <p:cTn id="86" dur="750"/>
                                            <p:tgtEl>
                                              <p:spTgt spid="89"/>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149"/>
                                            </p:tgtEl>
                                            <p:attrNameLst>
                                              <p:attrName>style.visibility</p:attrName>
                                            </p:attrNameLst>
                                          </p:cBhvr>
                                          <p:to>
                                            <p:strVal val="visible"/>
                                          </p:to>
                                        </p:set>
                                        <p:animEffect transition="in" filter="fade">
                                          <p:cBhvr>
                                            <p:cTn id="91" dur="500"/>
                                            <p:tgtEl>
                                              <p:spTgt spid="149"/>
                                            </p:tgtEl>
                                          </p:cBhvr>
                                        </p:animEffect>
                                      </p:childTnLst>
                                    </p:cTn>
                                  </p:par>
                                </p:childTnLst>
                              </p:cTn>
                            </p:par>
                            <p:par>
                              <p:cTn id="92" fill="hold">
                                <p:stCondLst>
                                  <p:cond delay="500"/>
                                </p:stCondLst>
                                <p:childTnLst>
                                  <p:par>
                                    <p:cTn id="93" presetID="47" presetClass="entr" presetSubtype="0" fill="hold" nodeType="afterEffect">
                                      <p:stCondLst>
                                        <p:cond delay="0"/>
                                      </p:stCondLst>
                                      <p:childTnLst>
                                        <p:set>
                                          <p:cBhvr>
                                            <p:cTn id="94" dur="1" fill="hold">
                                              <p:stCondLst>
                                                <p:cond delay="0"/>
                                              </p:stCondLst>
                                            </p:cTn>
                                            <p:tgtEl>
                                              <p:spTgt spid="156"/>
                                            </p:tgtEl>
                                            <p:attrNameLst>
                                              <p:attrName>style.visibility</p:attrName>
                                            </p:attrNameLst>
                                          </p:cBhvr>
                                          <p:to>
                                            <p:strVal val="visible"/>
                                          </p:to>
                                        </p:set>
                                        <p:animEffect transition="in" filter="fade">
                                          <p:cBhvr>
                                            <p:cTn id="95" dur="1000"/>
                                            <p:tgtEl>
                                              <p:spTgt spid="156"/>
                                            </p:tgtEl>
                                          </p:cBhvr>
                                        </p:animEffect>
                                        <p:anim calcmode="lin" valueType="num">
                                          <p:cBhvr>
                                            <p:cTn id="96" dur="1000" fill="hold"/>
                                            <p:tgtEl>
                                              <p:spTgt spid="156"/>
                                            </p:tgtEl>
                                            <p:attrNameLst>
                                              <p:attrName>ppt_x</p:attrName>
                                            </p:attrNameLst>
                                          </p:cBhvr>
                                          <p:tavLst>
                                            <p:tav tm="0">
                                              <p:val>
                                                <p:strVal val="#ppt_x"/>
                                              </p:val>
                                            </p:tav>
                                            <p:tav tm="100000">
                                              <p:val>
                                                <p:strVal val="#ppt_x"/>
                                              </p:val>
                                            </p:tav>
                                          </p:tavLst>
                                        </p:anim>
                                        <p:anim calcmode="lin" valueType="num">
                                          <p:cBhvr>
                                            <p:cTn id="97" dur="1000" fill="hold"/>
                                            <p:tgtEl>
                                              <p:spTgt spid="156"/>
                                            </p:tgtEl>
                                            <p:attrNameLst>
                                              <p:attrName>ppt_y</p:attrName>
                                            </p:attrNameLst>
                                          </p:cBhvr>
                                          <p:tavLst>
                                            <p:tav tm="0">
                                              <p:val>
                                                <p:strVal val="#ppt_y-.1"/>
                                              </p:val>
                                            </p:tav>
                                            <p:tav tm="100000">
                                              <p:val>
                                                <p:strVal val="#ppt_y"/>
                                              </p:val>
                                            </p:tav>
                                          </p:tavLst>
                                        </p:anim>
                                      </p:childTnLst>
                                    </p:cTn>
                                  </p:par>
                                </p:childTnLst>
                              </p:cTn>
                            </p:par>
                            <p:par>
                              <p:cTn id="98" fill="hold">
                                <p:stCondLst>
                                  <p:cond delay="1500"/>
                                </p:stCondLst>
                                <p:childTnLst>
                                  <p:par>
                                    <p:cTn id="99" presetID="22" presetClass="entr" presetSubtype="8" fill="hold" grpId="0" nodeType="afterEffect">
                                      <p:stCondLst>
                                        <p:cond delay="0"/>
                                      </p:stCondLst>
                                      <p:childTnLst>
                                        <p:set>
                                          <p:cBhvr>
                                            <p:cTn id="100" dur="1" fill="hold">
                                              <p:stCondLst>
                                                <p:cond delay="0"/>
                                              </p:stCondLst>
                                            </p:cTn>
                                            <p:tgtEl>
                                              <p:spTgt spid="4"/>
                                            </p:tgtEl>
                                            <p:attrNameLst>
                                              <p:attrName>style.visibility</p:attrName>
                                            </p:attrNameLst>
                                          </p:cBhvr>
                                          <p:to>
                                            <p:strVal val="visible"/>
                                          </p:to>
                                        </p:set>
                                        <p:animEffect transition="in" filter="wipe(left)">
                                          <p:cBhvr>
                                            <p:cTn id="101" dur="500"/>
                                            <p:tgtEl>
                                              <p:spTgt spid="4"/>
                                            </p:tgtEl>
                                          </p:cBhvr>
                                        </p:animEffect>
                                      </p:childTnLst>
                                    </p:cTn>
                                  </p:par>
                                </p:childTnLst>
                              </p:cTn>
                            </p:par>
                            <p:par>
                              <p:cTn id="102" fill="hold">
                                <p:stCondLst>
                                  <p:cond delay="2000"/>
                                </p:stCondLst>
                                <p:childTnLst>
                                  <p:par>
                                    <p:cTn id="103" presetID="22" presetClass="entr" presetSubtype="8" fill="hold" nodeType="afterEffect">
                                      <p:stCondLst>
                                        <p:cond delay="0"/>
                                      </p:stCondLst>
                                      <p:childTnLst>
                                        <p:set>
                                          <p:cBhvr>
                                            <p:cTn id="104" dur="1" fill="hold">
                                              <p:stCondLst>
                                                <p:cond delay="0"/>
                                              </p:stCondLst>
                                            </p:cTn>
                                            <p:tgtEl>
                                              <p:spTgt spid="9"/>
                                            </p:tgtEl>
                                            <p:attrNameLst>
                                              <p:attrName>style.visibility</p:attrName>
                                            </p:attrNameLst>
                                          </p:cBhvr>
                                          <p:to>
                                            <p:strVal val="visible"/>
                                          </p:to>
                                        </p:set>
                                        <p:animEffect transition="in" filter="wipe(left)">
                                          <p:cBhvr>
                                            <p:cTn id="105" dur="500"/>
                                            <p:tgtEl>
                                              <p:spTgt spid="9"/>
                                            </p:tgtEl>
                                          </p:cBhvr>
                                        </p:animEffect>
                                      </p:childTnLst>
                                    </p:cTn>
                                  </p:par>
                                  <p:par>
                                    <p:cTn id="106" presetID="26" presetClass="emph" presetSubtype="0" repeatCount="indefinite" fill="hold" nodeType="withEffect">
                                      <p:stCondLst>
                                        <p:cond delay="0"/>
                                      </p:stCondLst>
                                      <p:childTnLst>
                                        <p:animEffect transition="out" filter="fade">
                                          <p:cBhvr>
                                            <p:cTn id="107" dur="1000" tmFilter="0, 0; .2, .5; .8, .5; 1, 0"/>
                                            <p:tgtEl>
                                              <p:spTgt spid="9"/>
                                            </p:tgtEl>
                                          </p:cBhvr>
                                        </p:animEffect>
                                        <p:animScale>
                                          <p:cBhvr>
                                            <p:cTn id="108" dur="500" autoRev="1" fill="hold"/>
                                            <p:tgtEl>
                                              <p:spTgt spid="9"/>
                                            </p:tgtEl>
                                          </p:cBhvr>
                                          <p:by x="105000" y="105000"/>
                                        </p:animScale>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150"/>
                                            </p:tgtEl>
                                            <p:attrNameLst>
                                              <p:attrName>style.visibility</p:attrName>
                                            </p:attrNameLst>
                                          </p:cBhvr>
                                          <p:to>
                                            <p:strVal val="visible"/>
                                          </p:to>
                                        </p:set>
                                        <p:animEffect transition="in" filter="fade">
                                          <p:cBhvr>
                                            <p:cTn id="113" dur="500"/>
                                            <p:tgtEl>
                                              <p:spTgt spid="150"/>
                                            </p:tgtEl>
                                          </p:cBhvr>
                                        </p:animEffect>
                                      </p:childTnLst>
                                    </p:cTn>
                                  </p:par>
                                </p:childTnLst>
                              </p:cTn>
                            </p:par>
                            <p:par>
                              <p:cTn id="114" fill="hold">
                                <p:stCondLst>
                                  <p:cond delay="500"/>
                                </p:stCondLst>
                                <p:childTnLst>
                                  <p:par>
                                    <p:cTn id="115" presetID="1" presetClass="entr" presetSubtype="0" fill="hold" nodeType="afterEffect">
                                      <p:stCondLst>
                                        <p:cond delay="0"/>
                                      </p:stCondLst>
                                      <p:childTnLst>
                                        <p:set>
                                          <p:cBhvr>
                                            <p:cTn id="116" dur="1" fill="hold">
                                              <p:stCondLst>
                                                <p:cond delay="249"/>
                                              </p:stCondLst>
                                            </p:cTn>
                                            <p:tgtEl>
                                              <p:spTgt spid="206"/>
                                            </p:tgtEl>
                                            <p:attrNameLst>
                                              <p:attrName>style.visibility</p:attrName>
                                            </p:attrNameLst>
                                          </p:cBhvr>
                                          <p:to>
                                            <p:strVal val="visible"/>
                                          </p:to>
                                        </p:set>
                                      </p:childTnLst>
                                    </p:cTn>
                                  </p:par>
                                </p:childTnLst>
                              </p:cTn>
                            </p:par>
                            <p:par>
                              <p:cTn id="117" fill="hold">
                                <p:stCondLst>
                                  <p:cond delay="750"/>
                                </p:stCondLst>
                                <p:childTnLst>
                                  <p:par>
                                    <p:cTn id="118" presetID="1" presetClass="entr" presetSubtype="0" fill="hold" nodeType="afterEffect">
                                      <p:stCondLst>
                                        <p:cond delay="0"/>
                                      </p:stCondLst>
                                      <p:childTnLst>
                                        <p:set>
                                          <p:cBhvr>
                                            <p:cTn id="119" dur="1" fill="hold">
                                              <p:stCondLst>
                                                <p:cond delay="249"/>
                                              </p:stCondLst>
                                            </p:cTn>
                                            <p:tgtEl>
                                              <p:spTgt spid="213"/>
                                            </p:tgtEl>
                                            <p:attrNameLst>
                                              <p:attrName>style.visibility</p:attrName>
                                            </p:attrNameLst>
                                          </p:cBhvr>
                                          <p:to>
                                            <p:strVal val="visible"/>
                                          </p:to>
                                        </p:set>
                                      </p:childTnLst>
                                    </p:cTn>
                                  </p:par>
                                </p:childTnLst>
                              </p:cTn>
                            </p:par>
                            <p:par>
                              <p:cTn id="120" fill="hold">
                                <p:stCondLst>
                                  <p:cond delay="1000"/>
                                </p:stCondLst>
                                <p:childTnLst>
                                  <p:par>
                                    <p:cTn id="121" presetID="1" presetClass="entr" presetSubtype="0" fill="hold" nodeType="afterEffect">
                                      <p:stCondLst>
                                        <p:cond delay="0"/>
                                      </p:stCondLst>
                                      <p:childTnLst>
                                        <p:set>
                                          <p:cBhvr>
                                            <p:cTn id="122" dur="1" fill="hold">
                                              <p:stCondLst>
                                                <p:cond delay="249"/>
                                              </p:stCondLst>
                                            </p:cTn>
                                            <p:tgtEl>
                                              <p:spTgt spid="220"/>
                                            </p:tgtEl>
                                            <p:attrNameLst>
                                              <p:attrName>style.visibility</p:attrName>
                                            </p:attrNameLst>
                                          </p:cBhvr>
                                          <p:to>
                                            <p:strVal val="visible"/>
                                          </p:to>
                                        </p:set>
                                      </p:childTnLst>
                                    </p:cTn>
                                  </p:par>
                                </p:childTnLst>
                              </p:cTn>
                            </p:par>
                            <p:par>
                              <p:cTn id="123" fill="hold">
                                <p:stCondLst>
                                  <p:cond delay="1250"/>
                                </p:stCondLst>
                                <p:childTnLst>
                                  <p:par>
                                    <p:cTn id="124" presetID="1" presetClass="entr" presetSubtype="0" fill="hold" nodeType="afterEffect">
                                      <p:stCondLst>
                                        <p:cond delay="0"/>
                                      </p:stCondLst>
                                      <p:childTnLst>
                                        <p:set>
                                          <p:cBhvr>
                                            <p:cTn id="125" dur="1" fill="hold">
                                              <p:stCondLst>
                                                <p:cond delay="249"/>
                                              </p:stCondLst>
                                            </p:cTn>
                                            <p:tgtEl>
                                              <p:spTgt spid="177"/>
                                            </p:tgtEl>
                                            <p:attrNameLst>
                                              <p:attrName>style.visibility</p:attrName>
                                            </p:attrNameLst>
                                          </p:cBhvr>
                                          <p:to>
                                            <p:strVal val="visible"/>
                                          </p:to>
                                        </p:set>
                                      </p:childTnLst>
                                    </p:cTn>
                                  </p:par>
                                </p:childTnLst>
                              </p:cTn>
                            </p:par>
                            <p:par>
                              <p:cTn id="126" fill="hold">
                                <p:stCondLst>
                                  <p:cond delay="1500"/>
                                </p:stCondLst>
                                <p:childTnLst>
                                  <p:par>
                                    <p:cTn id="127" presetID="1" presetClass="entr" presetSubtype="0" fill="hold" nodeType="afterEffect">
                                      <p:stCondLst>
                                        <p:cond delay="0"/>
                                      </p:stCondLst>
                                      <p:childTnLst>
                                        <p:set>
                                          <p:cBhvr>
                                            <p:cTn id="128" dur="1" fill="hold">
                                              <p:stCondLst>
                                                <p:cond delay="249"/>
                                              </p:stCondLst>
                                            </p:cTn>
                                            <p:tgtEl>
                                              <p:spTgt spid="185"/>
                                            </p:tgtEl>
                                            <p:attrNameLst>
                                              <p:attrName>style.visibility</p:attrName>
                                            </p:attrNameLst>
                                          </p:cBhvr>
                                          <p:to>
                                            <p:strVal val="visible"/>
                                          </p:to>
                                        </p:set>
                                      </p:childTnLst>
                                    </p:cTn>
                                  </p:par>
                                </p:childTnLst>
                              </p:cTn>
                            </p:par>
                            <p:par>
                              <p:cTn id="129" fill="hold">
                                <p:stCondLst>
                                  <p:cond delay="1750"/>
                                </p:stCondLst>
                                <p:childTnLst>
                                  <p:par>
                                    <p:cTn id="130" presetID="1" presetClass="entr" presetSubtype="0" fill="hold" nodeType="afterEffect">
                                      <p:stCondLst>
                                        <p:cond delay="0"/>
                                      </p:stCondLst>
                                      <p:childTnLst>
                                        <p:set>
                                          <p:cBhvr>
                                            <p:cTn id="131" dur="1" fill="hold">
                                              <p:stCondLst>
                                                <p:cond delay="249"/>
                                              </p:stCondLst>
                                            </p:cTn>
                                            <p:tgtEl>
                                              <p:spTgt spid="192"/>
                                            </p:tgtEl>
                                            <p:attrNameLst>
                                              <p:attrName>style.visibility</p:attrName>
                                            </p:attrNameLst>
                                          </p:cBhvr>
                                          <p:to>
                                            <p:strVal val="visible"/>
                                          </p:to>
                                        </p:set>
                                      </p:childTnLst>
                                    </p:cTn>
                                  </p:par>
                                </p:childTnLst>
                              </p:cTn>
                            </p:par>
                            <p:par>
                              <p:cTn id="132" fill="hold">
                                <p:stCondLst>
                                  <p:cond delay="2000"/>
                                </p:stCondLst>
                                <p:childTnLst>
                                  <p:par>
                                    <p:cTn id="133" presetID="1" presetClass="entr" presetSubtype="0" fill="hold" nodeType="afterEffect">
                                      <p:stCondLst>
                                        <p:cond delay="0"/>
                                      </p:stCondLst>
                                      <p:childTnLst>
                                        <p:set>
                                          <p:cBhvr>
                                            <p:cTn id="134" dur="1" fill="hold">
                                              <p:stCondLst>
                                                <p:cond delay="249"/>
                                              </p:stCondLst>
                                            </p:cTn>
                                            <p:tgtEl>
                                              <p:spTgt spid="199"/>
                                            </p:tgtEl>
                                            <p:attrNameLst>
                                              <p:attrName>style.visibility</p:attrName>
                                            </p:attrNameLst>
                                          </p:cBhvr>
                                          <p:to>
                                            <p:strVal val="visible"/>
                                          </p:to>
                                        </p:set>
                                      </p:childTnLst>
                                    </p:cTn>
                                  </p:par>
                                </p:childTnLst>
                              </p:cTn>
                            </p:par>
                            <p:par>
                              <p:cTn id="135" fill="hold">
                                <p:stCondLst>
                                  <p:cond delay="2250"/>
                                </p:stCondLst>
                                <p:childTnLst>
                                  <p:par>
                                    <p:cTn id="136" presetID="10" presetClass="entr" presetSubtype="0" fill="hold" grpId="0" nodeType="afterEffect">
                                      <p:stCondLst>
                                        <p:cond delay="0"/>
                                      </p:stCondLst>
                                      <p:childTnLst>
                                        <p:set>
                                          <p:cBhvr>
                                            <p:cTn id="137" dur="1" fill="hold">
                                              <p:stCondLst>
                                                <p:cond delay="0"/>
                                              </p:stCondLst>
                                            </p:cTn>
                                            <p:tgtEl>
                                              <p:spTgt spid="152"/>
                                            </p:tgtEl>
                                            <p:attrNameLst>
                                              <p:attrName>style.visibility</p:attrName>
                                            </p:attrNameLst>
                                          </p:cBhvr>
                                          <p:to>
                                            <p:strVal val="visible"/>
                                          </p:to>
                                        </p:set>
                                        <p:animEffect transition="in" filter="fade">
                                          <p:cBhvr>
                                            <p:cTn id="138" dur="500"/>
                                            <p:tgtEl>
                                              <p:spTgt spid="152"/>
                                            </p:tgtEl>
                                          </p:cBhvr>
                                        </p:animEffect>
                                      </p:childTnLst>
                                    </p:cTn>
                                  </p:par>
                                </p:childTnLst>
                              </p:cTn>
                            </p:par>
                            <p:par>
                              <p:cTn id="139" fill="hold">
                                <p:stCondLst>
                                  <p:cond delay="2750"/>
                                </p:stCondLst>
                                <p:childTnLst>
                                  <p:par>
                                    <p:cTn id="140" presetID="1" presetClass="entr" presetSubtype="0" fill="hold" nodeType="afterEffect">
                                      <p:stCondLst>
                                        <p:cond delay="0"/>
                                      </p:stCondLst>
                                      <p:childTnLst>
                                        <p:set>
                                          <p:cBhvr>
                                            <p:cTn id="141" dur="1" fill="hold">
                                              <p:stCondLst>
                                                <p:cond delay="249"/>
                                              </p:stCondLst>
                                            </p:cTn>
                                            <p:tgtEl>
                                              <p:spTgt spid="318"/>
                                            </p:tgtEl>
                                            <p:attrNameLst>
                                              <p:attrName>style.visibility</p:attrName>
                                            </p:attrNameLst>
                                          </p:cBhvr>
                                          <p:to>
                                            <p:strVal val="visible"/>
                                          </p:to>
                                        </p:set>
                                      </p:childTnLst>
                                    </p:cTn>
                                  </p:par>
                                </p:childTnLst>
                              </p:cTn>
                            </p:par>
                            <p:par>
                              <p:cTn id="142" fill="hold">
                                <p:stCondLst>
                                  <p:cond delay="3000"/>
                                </p:stCondLst>
                                <p:childTnLst>
                                  <p:par>
                                    <p:cTn id="143" presetID="1" presetClass="entr" presetSubtype="0" fill="hold" nodeType="afterEffect">
                                      <p:stCondLst>
                                        <p:cond delay="0"/>
                                      </p:stCondLst>
                                      <p:childTnLst>
                                        <p:set>
                                          <p:cBhvr>
                                            <p:cTn id="144" dur="1" fill="hold">
                                              <p:stCondLst>
                                                <p:cond delay="249"/>
                                              </p:stCondLst>
                                            </p:cTn>
                                            <p:tgtEl>
                                              <p:spTgt spid="325"/>
                                            </p:tgtEl>
                                            <p:attrNameLst>
                                              <p:attrName>style.visibility</p:attrName>
                                            </p:attrNameLst>
                                          </p:cBhvr>
                                          <p:to>
                                            <p:strVal val="visible"/>
                                          </p:to>
                                        </p:set>
                                      </p:childTnLst>
                                    </p:cTn>
                                  </p:par>
                                </p:childTnLst>
                              </p:cTn>
                            </p:par>
                            <p:par>
                              <p:cTn id="145" fill="hold">
                                <p:stCondLst>
                                  <p:cond delay="3250"/>
                                </p:stCondLst>
                                <p:childTnLst>
                                  <p:par>
                                    <p:cTn id="146" presetID="1" presetClass="entr" presetSubtype="0" fill="hold" nodeType="afterEffect">
                                      <p:stCondLst>
                                        <p:cond delay="0"/>
                                      </p:stCondLst>
                                      <p:childTnLst>
                                        <p:set>
                                          <p:cBhvr>
                                            <p:cTn id="147" dur="1" fill="hold">
                                              <p:stCondLst>
                                                <p:cond delay="249"/>
                                              </p:stCondLst>
                                            </p:cTn>
                                            <p:tgtEl>
                                              <p:spTgt spid="290"/>
                                            </p:tgtEl>
                                            <p:attrNameLst>
                                              <p:attrName>style.visibility</p:attrName>
                                            </p:attrNameLst>
                                          </p:cBhvr>
                                          <p:to>
                                            <p:strVal val="visible"/>
                                          </p:to>
                                        </p:set>
                                      </p:childTnLst>
                                    </p:cTn>
                                  </p:par>
                                </p:childTnLst>
                              </p:cTn>
                            </p:par>
                            <p:par>
                              <p:cTn id="148" fill="hold">
                                <p:stCondLst>
                                  <p:cond delay="3500"/>
                                </p:stCondLst>
                                <p:childTnLst>
                                  <p:par>
                                    <p:cTn id="149" presetID="1" presetClass="entr" presetSubtype="0" fill="hold" nodeType="afterEffect">
                                      <p:stCondLst>
                                        <p:cond delay="0"/>
                                      </p:stCondLst>
                                      <p:childTnLst>
                                        <p:set>
                                          <p:cBhvr>
                                            <p:cTn id="150" dur="1" fill="hold">
                                              <p:stCondLst>
                                                <p:cond delay="249"/>
                                              </p:stCondLst>
                                            </p:cTn>
                                            <p:tgtEl>
                                              <p:spTgt spid="297"/>
                                            </p:tgtEl>
                                            <p:attrNameLst>
                                              <p:attrName>style.visibility</p:attrName>
                                            </p:attrNameLst>
                                          </p:cBhvr>
                                          <p:to>
                                            <p:strVal val="visible"/>
                                          </p:to>
                                        </p:set>
                                      </p:childTnLst>
                                    </p:cTn>
                                  </p:par>
                                </p:childTnLst>
                              </p:cTn>
                            </p:par>
                            <p:par>
                              <p:cTn id="151" fill="hold">
                                <p:stCondLst>
                                  <p:cond delay="3750"/>
                                </p:stCondLst>
                                <p:childTnLst>
                                  <p:par>
                                    <p:cTn id="152" presetID="1" presetClass="entr" presetSubtype="0" fill="hold" nodeType="afterEffect">
                                      <p:stCondLst>
                                        <p:cond delay="0"/>
                                      </p:stCondLst>
                                      <p:childTnLst>
                                        <p:set>
                                          <p:cBhvr>
                                            <p:cTn id="153" dur="1" fill="hold">
                                              <p:stCondLst>
                                                <p:cond delay="249"/>
                                              </p:stCondLst>
                                            </p:cTn>
                                            <p:tgtEl>
                                              <p:spTgt spid="304"/>
                                            </p:tgtEl>
                                            <p:attrNameLst>
                                              <p:attrName>style.visibility</p:attrName>
                                            </p:attrNameLst>
                                          </p:cBhvr>
                                          <p:to>
                                            <p:strVal val="visible"/>
                                          </p:to>
                                        </p:set>
                                      </p:childTnLst>
                                    </p:cTn>
                                  </p:par>
                                </p:childTnLst>
                              </p:cTn>
                            </p:par>
                            <p:par>
                              <p:cTn id="154" fill="hold">
                                <p:stCondLst>
                                  <p:cond delay="4000"/>
                                </p:stCondLst>
                                <p:childTnLst>
                                  <p:par>
                                    <p:cTn id="155" presetID="1" presetClass="entr" presetSubtype="0" fill="hold" nodeType="afterEffect">
                                      <p:stCondLst>
                                        <p:cond delay="0"/>
                                      </p:stCondLst>
                                      <p:childTnLst>
                                        <p:set>
                                          <p:cBhvr>
                                            <p:cTn id="156" dur="1" fill="hold">
                                              <p:stCondLst>
                                                <p:cond delay="249"/>
                                              </p:stCondLst>
                                            </p:cTn>
                                            <p:tgtEl>
                                              <p:spTgt spid="311"/>
                                            </p:tgtEl>
                                            <p:attrNameLst>
                                              <p:attrName>style.visibility</p:attrName>
                                            </p:attrNameLst>
                                          </p:cBhvr>
                                          <p:to>
                                            <p:strVal val="visible"/>
                                          </p:to>
                                        </p:set>
                                      </p:childTnLst>
                                    </p:cTn>
                                  </p:par>
                                </p:childTnLst>
                              </p:cTn>
                            </p:par>
                            <p:par>
                              <p:cTn id="157" fill="hold">
                                <p:stCondLst>
                                  <p:cond delay="4250"/>
                                </p:stCondLst>
                                <p:childTnLst>
                                  <p:par>
                                    <p:cTn id="158" presetID="10" presetClass="entr" presetSubtype="0" fill="hold" grpId="1" nodeType="afterEffect">
                                      <p:stCondLst>
                                        <p:cond delay="0"/>
                                      </p:stCondLst>
                                      <p:childTnLst>
                                        <p:set>
                                          <p:cBhvr>
                                            <p:cTn id="159" dur="1" fill="hold">
                                              <p:stCondLst>
                                                <p:cond delay="0"/>
                                              </p:stCondLst>
                                            </p:cTn>
                                            <p:tgtEl>
                                              <p:spTgt spid="283"/>
                                            </p:tgtEl>
                                            <p:attrNameLst>
                                              <p:attrName>style.visibility</p:attrName>
                                            </p:attrNameLst>
                                          </p:cBhvr>
                                          <p:to>
                                            <p:strVal val="visible"/>
                                          </p:to>
                                        </p:set>
                                        <p:animEffect transition="in" filter="fade">
                                          <p:cBhvr>
                                            <p:cTn id="160" dur="500"/>
                                            <p:tgtEl>
                                              <p:spTgt spid="283"/>
                                            </p:tgtEl>
                                          </p:cBhvr>
                                        </p:animEffect>
                                      </p:childTnLst>
                                    </p:cTn>
                                  </p:par>
                                </p:childTnLst>
                              </p:cTn>
                            </p:par>
                            <p:par>
                              <p:cTn id="161" fill="hold">
                                <p:stCondLst>
                                  <p:cond delay="4750"/>
                                </p:stCondLst>
                                <p:childTnLst>
                                  <p:par>
                                    <p:cTn id="162" presetID="35" presetClass="emph" presetSubtype="0" repeatCount="indefinite" fill="hold" grpId="0" nodeType="afterEffect">
                                      <p:stCondLst>
                                        <p:cond delay="0"/>
                                      </p:stCondLst>
                                      <p:childTnLst>
                                        <p:anim calcmode="discrete" valueType="str">
                                          <p:cBhvr>
                                            <p:cTn id="163" dur="1000" fill="hold"/>
                                            <p:tgtEl>
                                              <p:spTgt spid="283"/>
                                            </p:tgtEl>
                                            <p:attrNameLst>
                                              <p:attrName>style.visibility</p:attrName>
                                            </p:attrNameLst>
                                          </p:cBhvr>
                                          <p:tavLst>
                                            <p:tav tm="0">
                                              <p:val>
                                                <p:strVal val="hidden"/>
                                              </p:val>
                                            </p:tav>
                                            <p:tav tm="50000">
                                              <p:val>
                                                <p:strVal val="visible"/>
                                              </p:val>
                                            </p:tav>
                                          </p:tavLst>
                                        </p:anim>
                                      </p:childTnLst>
                                    </p:cTn>
                                  </p:par>
                                  <p:par>
                                    <p:cTn id="164" presetID="10" presetClass="entr" presetSubtype="0" fill="hold" grpId="0" nodeType="withEffect">
                                      <p:stCondLst>
                                        <p:cond delay="500"/>
                                      </p:stCondLst>
                                      <p:childTnLst>
                                        <p:set>
                                          <p:cBhvr>
                                            <p:cTn id="165" dur="1" fill="hold">
                                              <p:stCondLst>
                                                <p:cond delay="0"/>
                                              </p:stCondLst>
                                            </p:cTn>
                                            <p:tgtEl>
                                              <p:spTgt spid="153"/>
                                            </p:tgtEl>
                                            <p:attrNameLst>
                                              <p:attrName>style.visibility</p:attrName>
                                            </p:attrNameLst>
                                          </p:cBhvr>
                                          <p:to>
                                            <p:strVal val="visible"/>
                                          </p:to>
                                        </p:set>
                                        <p:animEffect transition="in" filter="fade">
                                          <p:cBhvr>
                                            <p:cTn id="166" dur="500"/>
                                            <p:tgtEl>
                                              <p:spTgt spid="153"/>
                                            </p:tgtEl>
                                          </p:cBhvr>
                                        </p:animEffect>
                                      </p:childTnLst>
                                    </p:cTn>
                                  </p:par>
                                </p:childTnLst>
                              </p:cTn>
                            </p:par>
                            <p:par>
                              <p:cTn id="167" fill="hold">
                                <p:stCondLst>
                                  <p:cond delay="5750"/>
                                </p:stCondLst>
                                <p:childTnLst>
                                  <p:par>
                                    <p:cTn id="168" presetID="53" presetClass="entr" presetSubtype="16" fill="hold" grpId="0" nodeType="afterEffect">
                                      <p:stCondLst>
                                        <p:cond delay="0"/>
                                      </p:stCondLst>
                                      <p:childTnLst>
                                        <p:set>
                                          <p:cBhvr>
                                            <p:cTn id="169" dur="1" fill="hold">
                                              <p:stCondLst>
                                                <p:cond delay="0"/>
                                              </p:stCondLst>
                                            </p:cTn>
                                            <p:tgtEl>
                                              <p:spTgt spid="90"/>
                                            </p:tgtEl>
                                            <p:attrNameLst>
                                              <p:attrName>style.visibility</p:attrName>
                                            </p:attrNameLst>
                                          </p:cBhvr>
                                          <p:to>
                                            <p:strVal val="visible"/>
                                          </p:to>
                                        </p:set>
                                        <p:anim calcmode="lin" valueType="num">
                                          <p:cBhvr>
                                            <p:cTn id="170" dur="500" fill="hold"/>
                                            <p:tgtEl>
                                              <p:spTgt spid="90"/>
                                            </p:tgtEl>
                                            <p:attrNameLst>
                                              <p:attrName>ppt_w</p:attrName>
                                            </p:attrNameLst>
                                          </p:cBhvr>
                                          <p:tavLst>
                                            <p:tav tm="0">
                                              <p:val>
                                                <p:fltVal val="0"/>
                                              </p:val>
                                            </p:tav>
                                            <p:tav tm="100000">
                                              <p:val>
                                                <p:strVal val="#ppt_w"/>
                                              </p:val>
                                            </p:tav>
                                          </p:tavLst>
                                        </p:anim>
                                        <p:anim calcmode="lin" valueType="num">
                                          <p:cBhvr>
                                            <p:cTn id="171" dur="500" fill="hold"/>
                                            <p:tgtEl>
                                              <p:spTgt spid="90"/>
                                            </p:tgtEl>
                                            <p:attrNameLst>
                                              <p:attrName>ppt_h</p:attrName>
                                            </p:attrNameLst>
                                          </p:cBhvr>
                                          <p:tavLst>
                                            <p:tav tm="0">
                                              <p:val>
                                                <p:fltVal val="0"/>
                                              </p:val>
                                            </p:tav>
                                            <p:tav tm="100000">
                                              <p:val>
                                                <p:strVal val="#ppt_h"/>
                                              </p:val>
                                            </p:tav>
                                          </p:tavLst>
                                        </p:anim>
                                        <p:animEffect transition="in" filter="fade">
                                          <p:cBhvr>
                                            <p:cTn id="172" dur="500"/>
                                            <p:tgtEl>
                                              <p:spTgt spid="90"/>
                                            </p:tgtEl>
                                          </p:cBhvr>
                                        </p:animEffect>
                                      </p:childTnLst>
                                    </p:cTn>
                                  </p:par>
                                </p:childTnLst>
                              </p:cTn>
                            </p:par>
                            <p:par>
                              <p:cTn id="173" fill="hold">
                                <p:stCondLst>
                                  <p:cond delay="6250"/>
                                </p:stCondLst>
                                <p:childTnLst>
                                  <p:par>
                                    <p:cTn id="174" presetID="10" presetClass="entr" presetSubtype="0" fill="hold" grpId="0" nodeType="afterEffect">
                                      <p:stCondLst>
                                        <p:cond delay="500"/>
                                      </p:stCondLst>
                                      <p:childTnLst>
                                        <p:set>
                                          <p:cBhvr>
                                            <p:cTn id="175" dur="1" fill="hold">
                                              <p:stCondLst>
                                                <p:cond delay="0"/>
                                              </p:stCondLst>
                                            </p:cTn>
                                            <p:tgtEl>
                                              <p:spTgt spid="227"/>
                                            </p:tgtEl>
                                            <p:attrNameLst>
                                              <p:attrName>style.visibility</p:attrName>
                                            </p:attrNameLst>
                                          </p:cBhvr>
                                          <p:to>
                                            <p:strVal val="visible"/>
                                          </p:to>
                                        </p:set>
                                        <p:animEffect transition="in" filter="fade">
                                          <p:cBhvr>
                                            <p:cTn id="176" dur="500"/>
                                            <p:tgtEl>
                                              <p:spTgt spid="2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89" grpId="0"/>
          <p:bldP spid="90" grpId="0"/>
          <p:bldP spid="91" grpId="0" animBg="1"/>
          <p:bldP spid="86" grpId="0" animBg="1"/>
          <p:bldP spid="106" grpId="0"/>
          <p:bldP spid="107" grpId="0"/>
          <p:bldP spid="116" grpId="0" animBg="1"/>
          <p:bldP spid="19" grpId="0" animBg="1"/>
          <p:bldP spid="118" grpId="0" animBg="1"/>
          <p:bldP spid="41" grpId="0"/>
          <p:bldP spid="124" grpId="0"/>
          <p:bldP spid="149" grpId="0" animBg="1"/>
          <p:bldP spid="150" grpId="0" animBg="1"/>
          <p:bldP spid="152" grpId="0"/>
          <p:bldP spid="153" grpId="0"/>
          <p:bldP spid="28" grpId="0" animBg="1"/>
          <p:bldP spid="28" grpId="1" animBg="1"/>
          <p:bldP spid="283" grpId="0"/>
          <p:bldP spid="283" grpId="1"/>
          <p:bldP spid="4" grpId="0" animBg="1"/>
          <p:bldP spid="227" grpId="0"/>
        </p:bldLst>
      </p:timing>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C075216-13E6-4489-9986-CF27B18AF3ED}"/>
              </a:ext>
            </a:extLst>
          </p:cNvPr>
          <p:cNvSpPr>
            <a:spLocks noGrp="1"/>
          </p:cNvSpPr>
          <p:nvPr>
            <p:ph type="title"/>
          </p:nvPr>
        </p:nvSpPr>
        <p:spPr/>
        <p:txBody>
          <a:bodyPr/>
          <a:lstStyle/>
          <a:p>
            <a:r>
              <a:rPr lang="en-US"/>
              <a:t>3D target</a:t>
            </a:r>
          </a:p>
        </p:txBody>
      </p:sp>
      <p:sp>
        <p:nvSpPr>
          <p:cNvPr id="5" name="Rectangle 4">
            <a:extLst>
              <a:ext uri="{FF2B5EF4-FFF2-40B4-BE49-F238E27FC236}">
                <a16:creationId xmlns:a16="http://schemas.microsoft.com/office/drawing/2014/main" id="{12913DD4-BACB-4A71-B238-4C61857CAFA9}"/>
              </a:ext>
            </a:extLst>
          </p:cNvPr>
          <p:cNvSpPr/>
          <p:nvPr/>
        </p:nvSpPr>
        <p:spPr bwMode="gray">
          <a:xfrm>
            <a:off x="1473795" y="2235488"/>
            <a:ext cx="3970803" cy="552760"/>
          </a:xfrm>
          <a:prstGeom prst="rect">
            <a:avLst/>
          </a:prstGeom>
          <a:solidFill>
            <a:schemeClr val="tx1"/>
          </a:solidFill>
          <a:ln w="19050" algn="ctr">
            <a:noFill/>
            <a:miter lim="800000"/>
            <a:headEnd/>
            <a:tailEnd/>
          </a:ln>
        </p:spPr>
        <p:txBody>
          <a:bodyPr wrap="square" lIns="88900" tIns="88900" rIns="88900" bIns="88900" rtlCol="0" anchor="ctr"/>
          <a:lstStyle/>
          <a:p>
            <a:pPr marL="0" marR="0" lvl="0" indent="0" algn="l"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Text</a:t>
            </a:r>
          </a:p>
        </p:txBody>
      </p:sp>
      <p:sp>
        <p:nvSpPr>
          <p:cNvPr id="6" name="Rectangle 5">
            <a:extLst>
              <a:ext uri="{FF2B5EF4-FFF2-40B4-BE49-F238E27FC236}">
                <a16:creationId xmlns:a16="http://schemas.microsoft.com/office/drawing/2014/main" id="{C58E6AAD-877D-4F4E-A31F-075259DFD6D2}"/>
              </a:ext>
            </a:extLst>
          </p:cNvPr>
          <p:cNvSpPr/>
          <p:nvPr/>
        </p:nvSpPr>
        <p:spPr bwMode="gray">
          <a:xfrm>
            <a:off x="1473795" y="3560185"/>
            <a:ext cx="3970803" cy="552760"/>
          </a:xfrm>
          <a:prstGeom prst="rect">
            <a:avLst/>
          </a:prstGeom>
          <a:solidFill>
            <a:schemeClr val="accent1"/>
          </a:solidFill>
          <a:ln w="19050" algn="ctr">
            <a:noFill/>
            <a:miter lim="800000"/>
            <a:headEnd/>
            <a:tailEnd/>
          </a:ln>
        </p:spPr>
        <p:txBody>
          <a:bodyPr wrap="square" lIns="88900" tIns="88900" rIns="88900" bIns="88900" rtlCol="0" anchor="ctr"/>
          <a:lstStyle/>
          <a:p>
            <a:pPr marL="0" marR="0" lvl="0" indent="0" algn="l"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Text</a:t>
            </a:r>
          </a:p>
        </p:txBody>
      </p:sp>
      <p:sp>
        <p:nvSpPr>
          <p:cNvPr id="7" name="Rectangle 6">
            <a:extLst>
              <a:ext uri="{FF2B5EF4-FFF2-40B4-BE49-F238E27FC236}">
                <a16:creationId xmlns:a16="http://schemas.microsoft.com/office/drawing/2014/main" id="{8D8EA3AC-3D8D-414B-85C7-FBB54976A624}"/>
              </a:ext>
            </a:extLst>
          </p:cNvPr>
          <p:cNvSpPr/>
          <p:nvPr/>
        </p:nvSpPr>
        <p:spPr bwMode="gray">
          <a:xfrm>
            <a:off x="1473795" y="5000838"/>
            <a:ext cx="3970803" cy="552760"/>
          </a:xfrm>
          <a:prstGeom prst="rect">
            <a:avLst/>
          </a:prstGeom>
          <a:solidFill>
            <a:schemeClr val="accent6"/>
          </a:solidFill>
          <a:ln w="19050" algn="ctr">
            <a:noFill/>
            <a:miter lim="800000"/>
            <a:headEnd/>
            <a:tailEnd/>
          </a:ln>
        </p:spPr>
        <p:txBody>
          <a:bodyPr wrap="square" lIns="88900" tIns="88900" rIns="88900" bIns="88900" rtlCol="0" anchor="ctr"/>
          <a:lstStyle/>
          <a:p>
            <a:pPr marL="0" marR="0" lvl="0" indent="0" algn="l"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Text</a:t>
            </a:r>
          </a:p>
        </p:txBody>
      </p:sp>
      <p:sp>
        <p:nvSpPr>
          <p:cNvPr id="8" name="Oval 7">
            <a:extLst>
              <a:ext uri="{FF2B5EF4-FFF2-40B4-BE49-F238E27FC236}">
                <a16:creationId xmlns:a16="http://schemas.microsoft.com/office/drawing/2014/main" id="{E134A711-2E66-4896-A2AC-45444B0CC8B3}"/>
              </a:ext>
            </a:extLst>
          </p:cNvPr>
          <p:cNvSpPr>
            <a:spLocks noChangeAspect="1"/>
          </p:cNvSpPr>
          <p:nvPr/>
        </p:nvSpPr>
        <p:spPr bwMode="gray">
          <a:xfrm>
            <a:off x="6364673" y="1352558"/>
            <a:ext cx="4908510" cy="4908511"/>
          </a:xfrm>
          <a:prstGeom prst="ellipse">
            <a:avLst/>
          </a:prstGeom>
          <a:solidFill>
            <a:schemeClr val="tx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grpSp>
        <p:nvGrpSpPr>
          <p:cNvPr id="9" name="Group 8">
            <a:extLst>
              <a:ext uri="{FF2B5EF4-FFF2-40B4-BE49-F238E27FC236}">
                <a16:creationId xmlns:a16="http://schemas.microsoft.com/office/drawing/2014/main" id="{DDC4D8F7-18F5-4E68-A656-1A7541154C13}"/>
              </a:ext>
            </a:extLst>
          </p:cNvPr>
          <p:cNvGrpSpPr/>
          <p:nvPr/>
        </p:nvGrpSpPr>
        <p:grpSpPr>
          <a:xfrm>
            <a:off x="6362216" y="1350101"/>
            <a:ext cx="4913424" cy="4913424"/>
            <a:chOff x="2538415" y="228600"/>
            <a:chExt cx="4064000" cy="4064000"/>
          </a:xfrm>
        </p:grpSpPr>
        <p:sp>
          <p:nvSpPr>
            <p:cNvPr id="10" name="Arc 9">
              <a:extLst>
                <a:ext uri="{FF2B5EF4-FFF2-40B4-BE49-F238E27FC236}">
                  <a16:creationId xmlns:a16="http://schemas.microsoft.com/office/drawing/2014/main" id="{C13800A4-5CC4-426E-9952-67FA6AAA4CCE}"/>
                </a:ext>
              </a:extLst>
            </p:cNvPr>
            <p:cNvSpPr/>
            <p:nvPr/>
          </p:nvSpPr>
          <p:spPr>
            <a:xfrm flipH="1">
              <a:off x="2538415" y="228600"/>
              <a:ext cx="4064000" cy="4064000"/>
            </a:xfrm>
            <a:prstGeom prst="arc">
              <a:avLst>
                <a:gd name="adj1" fmla="val 5399082"/>
                <a:gd name="adj2" fmla="val 16200068"/>
              </a:avLst>
            </a:prstGeom>
            <a:solidFill>
              <a:schemeClr val="bg2">
                <a:lumMod val="75000"/>
              </a:schemeClr>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1" name="Arc 10">
              <a:extLst>
                <a:ext uri="{FF2B5EF4-FFF2-40B4-BE49-F238E27FC236}">
                  <a16:creationId xmlns:a16="http://schemas.microsoft.com/office/drawing/2014/main" id="{5DE79213-F4E2-4CB3-B155-85D25661211E}"/>
                </a:ext>
              </a:extLst>
            </p:cNvPr>
            <p:cNvSpPr/>
            <p:nvPr/>
          </p:nvSpPr>
          <p:spPr>
            <a:xfrm>
              <a:off x="3096365" y="228600"/>
              <a:ext cx="2956722" cy="4064000"/>
            </a:xfrm>
            <a:prstGeom prst="arc">
              <a:avLst>
                <a:gd name="adj1" fmla="val 5399082"/>
                <a:gd name="adj2" fmla="val 16200068"/>
              </a:avLst>
            </a:prstGeom>
            <a:solidFill>
              <a:schemeClr val="bg2"/>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2" name="Group 11">
            <a:extLst>
              <a:ext uri="{FF2B5EF4-FFF2-40B4-BE49-F238E27FC236}">
                <a16:creationId xmlns:a16="http://schemas.microsoft.com/office/drawing/2014/main" id="{F8B7BEAF-7E79-4F55-95B6-84A965BAB39A}"/>
              </a:ext>
            </a:extLst>
          </p:cNvPr>
          <p:cNvGrpSpPr/>
          <p:nvPr/>
        </p:nvGrpSpPr>
        <p:grpSpPr>
          <a:xfrm>
            <a:off x="7031572" y="2019457"/>
            <a:ext cx="3574712" cy="3574712"/>
            <a:chOff x="4191617" y="228600"/>
            <a:chExt cx="4064000" cy="4064000"/>
          </a:xfrm>
        </p:grpSpPr>
        <p:sp>
          <p:nvSpPr>
            <p:cNvPr id="13" name="Arc 12">
              <a:extLst>
                <a:ext uri="{FF2B5EF4-FFF2-40B4-BE49-F238E27FC236}">
                  <a16:creationId xmlns:a16="http://schemas.microsoft.com/office/drawing/2014/main" id="{E6D7EFD1-0CE6-43FA-9A9D-52BA62D9CCCE}"/>
                </a:ext>
              </a:extLst>
            </p:cNvPr>
            <p:cNvSpPr/>
            <p:nvPr/>
          </p:nvSpPr>
          <p:spPr>
            <a:xfrm flipH="1">
              <a:off x="4191617" y="228600"/>
              <a:ext cx="4064000" cy="4064000"/>
            </a:xfrm>
            <a:prstGeom prst="arc">
              <a:avLst>
                <a:gd name="adj1" fmla="val 5399082"/>
                <a:gd name="adj2" fmla="val 16200068"/>
              </a:avLst>
            </a:prstGeom>
            <a:solidFill>
              <a:schemeClr val="accent1">
                <a:lumMod val="75000"/>
              </a:schemeClr>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4" name="Arc 13">
              <a:extLst>
                <a:ext uri="{FF2B5EF4-FFF2-40B4-BE49-F238E27FC236}">
                  <a16:creationId xmlns:a16="http://schemas.microsoft.com/office/drawing/2014/main" id="{8CFFB2EA-E238-4B7C-B86F-CFB29D35F29D}"/>
                </a:ext>
              </a:extLst>
            </p:cNvPr>
            <p:cNvSpPr/>
            <p:nvPr/>
          </p:nvSpPr>
          <p:spPr>
            <a:xfrm>
              <a:off x="4745256" y="228600"/>
              <a:ext cx="2956722" cy="4064000"/>
            </a:xfrm>
            <a:prstGeom prst="arc">
              <a:avLst>
                <a:gd name="adj1" fmla="val 5399082"/>
                <a:gd name="adj2" fmla="val 16200068"/>
              </a:avLst>
            </a:prstGeom>
            <a:solidFill>
              <a:schemeClr val="accent1"/>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5" name="Group 14">
            <a:extLst>
              <a:ext uri="{FF2B5EF4-FFF2-40B4-BE49-F238E27FC236}">
                <a16:creationId xmlns:a16="http://schemas.microsoft.com/office/drawing/2014/main" id="{1CD66D3B-4CBE-4182-923B-298E39213BDC}"/>
              </a:ext>
            </a:extLst>
          </p:cNvPr>
          <p:cNvGrpSpPr/>
          <p:nvPr/>
        </p:nvGrpSpPr>
        <p:grpSpPr>
          <a:xfrm>
            <a:off x="7866951" y="2854837"/>
            <a:ext cx="1903952" cy="1903952"/>
            <a:chOff x="4191617" y="228600"/>
            <a:chExt cx="4064000" cy="4064000"/>
          </a:xfrm>
          <a:solidFill>
            <a:srgbClr val="DDEFE8"/>
          </a:solidFill>
        </p:grpSpPr>
        <p:sp>
          <p:nvSpPr>
            <p:cNvPr id="16" name="Arc 15">
              <a:extLst>
                <a:ext uri="{FF2B5EF4-FFF2-40B4-BE49-F238E27FC236}">
                  <a16:creationId xmlns:a16="http://schemas.microsoft.com/office/drawing/2014/main" id="{19CA5E75-53C5-48F1-89BF-E4D5E3E126D2}"/>
                </a:ext>
              </a:extLst>
            </p:cNvPr>
            <p:cNvSpPr/>
            <p:nvPr/>
          </p:nvSpPr>
          <p:spPr>
            <a:xfrm flipH="1">
              <a:off x="4191617" y="228600"/>
              <a:ext cx="4064000" cy="4064000"/>
            </a:xfrm>
            <a:prstGeom prst="arc">
              <a:avLst>
                <a:gd name="adj1" fmla="val 5399082"/>
                <a:gd name="adj2" fmla="val 16200068"/>
              </a:avLst>
            </a:prstGeom>
            <a:solidFill>
              <a:schemeClr val="accent6">
                <a:lumMod val="75000"/>
              </a:schemeClr>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7" name="Arc 16">
              <a:extLst>
                <a:ext uri="{FF2B5EF4-FFF2-40B4-BE49-F238E27FC236}">
                  <a16:creationId xmlns:a16="http://schemas.microsoft.com/office/drawing/2014/main" id="{C94E0DFA-C5A9-4BAF-8D11-1C2D5A8A0F38}"/>
                </a:ext>
              </a:extLst>
            </p:cNvPr>
            <p:cNvSpPr/>
            <p:nvPr/>
          </p:nvSpPr>
          <p:spPr>
            <a:xfrm>
              <a:off x="4745256" y="228600"/>
              <a:ext cx="2956722" cy="4064000"/>
            </a:xfrm>
            <a:prstGeom prst="arc">
              <a:avLst>
                <a:gd name="adj1" fmla="val 5399082"/>
                <a:gd name="adj2" fmla="val 16200068"/>
              </a:avLst>
            </a:prstGeom>
            <a:solidFill>
              <a:schemeClr val="accent6"/>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8" name="Group 854">
            <a:extLst>
              <a:ext uri="{FF2B5EF4-FFF2-40B4-BE49-F238E27FC236}">
                <a16:creationId xmlns:a16="http://schemas.microsoft.com/office/drawing/2014/main" id="{21AFDB75-EC3C-4F4D-BB71-25B17A6DB939}"/>
              </a:ext>
            </a:extLst>
          </p:cNvPr>
          <p:cNvGrpSpPr>
            <a:grpSpLocks noChangeAspect="1"/>
          </p:cNvGrpSpPr>
          <p:nvPr>
            <p:custDataLst>
              <p:tags r:id="rId1"/>
            </p:custDataLst>
          </p:nvPr>
        </p:nvGrpSpPr>
        <p:grpSpPr bwMode="auto">
          <a:xfrm>
            <a:off x="9016279" y="3582630"/>
            <a:ext cx="446955" cy="446956"/>
            <a:chOff x="3903" y="3039"/>
            <a:chExt cx="340" cy="340"/>
          </a:xfrm>
          <a:solidFill>
            <a:schemeClr val="bg1"/>
          </a:solidFill>
        </p:grpSpPr>
        <p:sp>
          <p:nvSpPr>
            <p:cNvPr id="19" name="Oval 855">
              <a:extLst>
                <a:ext uri="{FF2B5EF4-FFF2-40B4-BE49-F238E27FC236}">
                  <a16:creationId xmlns:a16="http://schemas.microsoft.com/office/drawing/2014/main" id="{5388409A-9D56-4B7F-938F-41E702B988DC}"/>
                </a:ext>
              </a:extLst>
            </p:cNvPr>
            <p:cNvSpPr>
              <a:spLocks noChangeArrowheads="1"/>
            </p:cNvSpPr>
            <p:nvPr/>
          </p:nvSpPr>
          <p:spPr bwMode="auto">
            <a:xfrm>
              <a:off x="3995" y="3117"/>
              <a:ext cx="14" cy="14"/>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CA" sz="1800" b="0" i="0" u="none" strike="noStrike" kern="1200" cap="none" spc="0" normalizeH="0" baseline="0" noProof="0">
                <a:ln>
                  <a:noFill/>
                </a:ln>
                <a:solidFill>
                  <a:prstClr val="black"/>
                </a:solidFill>
                <a:effectLst/>
                <a:uLnTx/>
                <a:uFillTx/>
                <a:latin typeface="Calibri"/>
                <a:ea typeface="+mn-ea"/>
                <a:cs typeface="Verdana" panose="020B0604030504040204" pitchFamily="34" charset="0"/>
              </a:endParaRPr>
            </a:p>
          </p:txBody>
        </p:sp>
        <p:sp>
          <p:nvSpPr>
            <p:cNvPr id="20" name="Rectangle 856">
              <a:extLst>
                <a:ext uri="{FF2B5EF4-FFF2-40B4-BE49-F238E27FC236}">
                  <a16:creationId xmlns:a16="http://schemas.microsoft.com/office/drawing/2014/main" id="{7D6AEC99-7ADA-43B8-A34F-6746E1DCFC4D}"/>
                </a:ext>
              </a:extLst>
            </p:cNvPr>
            <p:cNvSpPr>
              <a:spLocks noChangeArrowheads="1"/>
            </p:cNvSpPr>
            <p:nvPr/>
          </p:nvSpPr>
          <p:spPr bwMode="auto">
            <a:xfrm>
              <a:off x="4058" y="3173"/>
              <a:ext cx="29" cy="43"/>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CA" sz="1800" b="0" i="0" u="none" strike="noStrike" kern="1200" cap="none" spc="0" normalizeH="0" baseline="0" noProof="0">
                <a:ln>
                  <a:noFill/>
                </a:ln>
                <a:solidFill>
                  <a:prstClr val="black"/>
                </a:solidFill>
                <a:effectLst/>
                <a:uLnTx/>
                <a:uFillTx/>
                <a:latin typeface="Calibri"/>
                <a:ea typeface="+mn-ea"/>
                <a:cs typeface="Verdana" panose="020B0604030504040204" pitchFamily="34" charset="0"/>
              </a:endParaRPr>
            </a:p>
          </p:txBody>
        </p:sp>
        <p:sp>
          <p:nvSpPr>
            <p:cNvPr id="21" name="Freeform 857">
              <a:extLst>
                <a:ext uri="{FF2B5EF4-FFF2-40B4-BE49-F238E27FC236}">
                  <a16:creationId xmlns:a16="http://schemas.microsoft.com/office/drawing/2014/main" id="{B4C769C3-CAE2-4804-83F4-BE970ACE2C60}"/>
                </a:ext>
              </a:extLst>
            </p:cNvPr>
            <p:cNvSpPr>
              <a:spLocks/>
            </p:cNvSpPr>
            <p:nvPr/>
          </p:nvSpPr>
          <p:spPr bwMode="auto">
            <a:xfrm>
              <a:off x="3989" y="3173"/>
              <a:ext cx="26" cy="57"/>
            </a:xfrm>
            <a:custGeom>
              <a:avLst/>
              <a:gdLst>
                <a:gd name="T0" fmla="*/ 12 w 26"/>
                <a:gd name="T1" fmla="*/ 0 h 57"/>
                <a:gd name="T2" fmla="*/ 0 w 26"/>
                <a:gd name="T3" fmla="*/ 57 h 57"/>
                <a:gd name="T4" fmla="*/ 26 w 26"/>
                <a:gd name="T5" fmla="*/ 57 h 57"/>
                <a:gd name="T6" fmla="*/ 14 w 26"/>
                <a:gd name="T7" fmla="*/ 0 h 57"/>
                <a:gd name="T8" fmla="*/ 12 w 26"/>
                <a:gd name="T9" fmla="*/ 0 h 57"/>
              </a:gdLst>
              <a:ahLst/>
              <a:cxnLst>
                <a:cxn ang="0">
                  <a:pos x="T0" y="T1"/>
                </a:cxn>
                <a:cxn ang="0">
                  <a:pos x="T2" y="T3"/>
                </a:cxn>
                <a:cxn ang="0">
                  <a:pos x="T4" y="T5"/>
                </a:cxn>
                <a:cxn ang="0">
                  <a:pos x="T6" y="T7"/>
                </a:cxn>
                <a:cxn ang="0">
                  <a:pos x="T8" y="T9"/>
                </a:cxn>
              </a:cxnLst>
              <a:rect l="0" t="0" r="r" b="b"/>
              <a:pathLst>
                <a:path w="26" h="57">
                  <a:moveTo>
                    <a:pt x="12" y="0"/>
                  </a:moveTo>
                  <a:lnTo>
                    <a:pt x="0" y="57"/>
                  </a:lnTo>
                  <a:lnTo>
                    <a:pt x="26" y="57"/>
                  </a:lnTo>
                  <a:lnTo>
                    <a:pt x="14" y="0"/>
                  </a:lnTo>
                  <a:lnTo>
                    <a:pt x="1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CA" sz="1800" b="0" i="0" u="none" strike="noStrike" kern="1200" cap="none" spc="0" normalizeH="0" baseline="0" noProof="0">
                <a:ln>
                  <a:noFill/>
                </a:ln>
                <a:solidFill>
                  <a:prstClr val="black"/>
                </a:solidFill>
                <a:effectLst/>
                <a:uLnTx/>
                <a:uFillTx/>
                <a:latin typeface="Calibri"/>
                <a:ea typeface="+mn-ea"/>
                <a:cs typeface="Verdana" panose="020B0604030504040204" pitchFamily="34" charset="0"/>
              </a:endParaRPr>
            </a:p>
          </p:txBody>
        </p:sp>
        <p:sp>
          <p:nvSpPr>
            <p:cNvPr id="22" name="Oval 858">
              <a:extLst>
                <a:ext uri="{FF2B5EF4-FFF2-40B4-BE49-F238E27FC236}">
                  <a16:creationId xmlns:a16="http://schemas.microsoft.com/office/drawing/2014/main" id="{407A7204-E7E3-40CF-A412-2C47019F3D1D}"/>
                </a:ext>
              </a:extLst>
            </p:cNvPr>
            <p:cNvSpPr>
              <a:spLocks noChangeArrowheads="1"/>
            </p:cNvSpPr>
            <p:nvPr/>
          </p:nvSpPr>
          <p:spPr bwMode="auto">
            <a:xfrm>
              <a:off x="4066" y="3117"/>
              <a:ext cx="14" cy="14"/>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CA" sz="1800" b="0" i="0" u="none" strike="noStrike" kern="1200" cap="none" spc="0" normalizeH="0" baseline="0" noProof="0">
                <a:ln>
                  <a:noFill/>
                </a:ln>
                <a:solidFill>
                  <a:prstClr val="black"/>
                </a:solidFill>
                <a:effectLst/>
                <a:uLnTx/>
                <a:uFillTx/>
                <a:latin typeface="Calibri"/>
                <a:ea typeface="+mn-ea"/>
                <a:cs typeface="Verdana" panose="020B0604030504040204" pitchFamily="34" charset="0"/>
              </a:endParaRPr>
            </a:p>
          </p:txBody>
        </p:sp>
        <p:sp>
          <p:nvSpPr>
            <p:cNvPr id="23" name="Oval 859">
              <a:extLst>
                <a:ext uri="{FF2B5EF4-FFF2-40B4-BE49-F238E27FC236}">
                  <a16:creationId xmlns:a16="http://schemas.microsoft.com/office/drawing/2014/main" id="{8B991DFC-C589-469C-AADA-6B218BCD4C0E}"/>
                </a:ext>
              </a:extLst>
            </p:cNvPr>
            <p:cNvSpPr>
              <a:spLocks noChangeArrowheads="1"/>
            </p:cNvSpPr>
            <p:nvPr/>
          </p:nvSpPr>
          <p:spPr bwMode="auto">
            <a:xfrm>
              <a:off x="4137" y="3117"/>
              <a:ext cx="14" cy="14"/>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CA" sz="1800" b="0" i="0" u="none" strike="noStrike" kern="1200" cap="none" spc="0" normalizeH="0" baseline="0" noProof="0">
                <a:ln>
                  <a:noFill/>
                </a:ln>
                <a:solidFill>
                  <a:prstClr val="black"/>
                </a:solidFill>
                <a:effectLst/>
                <a:uLnTx/>
                <a:uFillTx/>
                <a:latin typeface="Calibri"/>
                <a:ea typeface="+mn-ea"/>
                <a:cs typeface="Verdana" panose="020B0604030504040204" pitchFamily="34" charset="0"/>
              </a:endParaRPr>
            </a:p>
          </p:txBody>
        </p:sp>
        <p:sp>
          <p:nvSpPr>
            <p:cNvPr id="24" name="Rectangle 860">
              <a:extLst>
                <a:ext uri="{FF2B5EF4-FFF2-40B4-BE49-F238E27FC236}">
                  <a16:creationId xmlns:a16="http://schemas.microsoft.com/office/drawing/2014/main" id="{EE986873-CB81-4E01-9537-1D93E0A9EF44}"/>
                </a:ext>
              </a:extLst>
            </p:cNvPr>
            <p:cNvSpPr>
              <a:spLocks noChangeArrowheads="1"/>
            </p:cNvSpPr>
            <p:nvPr/>
          </p:nvSpPr>
          <p:spPr bwMode="auto">
            <a:xfrm>
              <a:off x="4129" y="3173"/>
              <a:ext cx="29" cy="43"/>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CA" sz="1800" b="0" i="0" u="none" strike="noStrike" kern="1200" cap="none" spc="0" normalizeH="0" baseline="0" noProof="0">
                <a:ln>
                  <a:noFill/>
                </a:ln>
                <a:solidFill>
                  <a:prstClr val="black"/>
                </a:solidFill>
                <a:effectLst/>
                <a:uLnTx/>
                <a:uFillTx/>
                <a:latin typeface="Calibri"/>
                <a:ea typeface="+mn-ea"/>
                <a:cs typeface="Verdana" panose="020B0604030504040204" pitchFamily="34" charset="0"/>
              </a:endParaRPr>
            </a:p>
          </p:txBody>
        </p:sp>
        <p:sp>
          <p:nvSpPr>
            <p:cNvPr id="25" name="Freeform 861">
              <a:extLst>
                <a:ext uri="{FF2B5EF4-FFF2-40B4-BE49-F238E27FC236}">
                  <a16:creationId xmlns:a16="http://schemas.microsoft.com/office/drawing/2014/main" id="{EBD9EF6C-701D-4ADE-BB7C-3CD429D3359D}"/>
                </a:ext>
              </a:extLst>
            </p:cNvPr>
            <p:cNvSpPr>
              <a:spLocks noEditPoints="1"/>
            </p:cNvSpPr>
            <p:nvPr/>
          </p:nvSpPr>
          <p:spPr bwMode="auto">
            <a:xfrm>
              <a:off x="3903" y="3039"/>
              <a:ext cx="340" cy="340"/>
            </a:xfrm>
            <a:custGeom>
              <a:avLst/>
              <a:gdLst>
                <a:gd name="T0" fmla="*/ 0 w 512"/>
                <a:gd name="T1" fmla="*/ 256 h 512"/>
                <a:gd name="T2" fmla="*/ 512 w 512"/>
                <a:gd name="T3" fmla="*/ 256 h 512"/>
                <a:gd name="T4" fmla="*/ 362 w 512"/>
                <a:gd name="T5" fmla="*/ 96 h 512"/>
                <a:gd name="T6" fmla="*/ 362 w 512"/>
                <a:gd name="T7" fmla="*/ 160 h 512"/>
                <a:gd name="T8" fmla="*/ 362 w 512"/>
                <a:gd name="T9" fmla="*/ 96 h 512"/>
                <a:gd name="T10" fmla="*/ 288 w 512"/>
                <a:gd name="T11" fmla="*/ 128 h 512"/>
                <a:gd name="T12" fmla="*/ 224 w 512"/>
                <a:gd name="T13" fmla="*/ 128 h 512"/>
                <a:gd name="T14" fmla="*/ 149 w 512"/>
                <a:gd name="T15" fmla="*/ 96 h 512"/>
                <a:gd name="T16" fmla="*/ 149 w 512"/>
                <a:gd name="T17" fmla="*/ 160 h 512"/>
                <a:gd name="T18" fmla="*/ 149 w 512"/>
                <a:gd name="T19" fmla="*/ 96 h 512"/>
                <a:gd name="T20" fmla="*/ 181 w 512"/>
                <a:gd name="T21" fmla="*/ 309 h 512"/>
                <a:gd name="T22" fmla="*/ 170 w 512"/>
                <a:gd name="T23" fmla="*/ 394 h 512"/>
                <a:gd name="T24" fmla="*/ 160 w 512"/>
                <a:gd name="T25" fmla="*/ 309 h 512"/>
                <a:gd name="T26" fmla="*/ 138 w 512"/>
                <a:gd name="T27" fmla="*/ 384 h 512"/>
                <a:gd name="T28" fmla="*/ 117 w 512"/>
                <a:gd name="T29" fmla="*/ 384 h 512"/>
                <a:gd name="T30" fmla="*/ 109 w 512"/>
                <a:gd name="T31" fmla="*/ 305 h 512"/>
                <a:gd name="T32" fmla="*/ 128 w 512"/>
                <a:gd name="T33" fmla="*/ 190 h 512"/>
                <a:gd name="T34" fmla="*/ 160 w 512"/>
                <a:gd name="T35" fmla="*/ 181 h 512"/>
                <a:gd name="T36" fmla="*/ 191 w 512"/>
                <a:gd name="T37" fmla="*/ 296 h 512"/>
                <a:gd name="T38" fmla="*/ 298 w 512"/>
                <a:gd name="T39" fmla="*/ 277 h 512"/>
                <a:gd name="T40" fmla="*/ 288 w 512"/>
                <a:gd name="T41" fmla="*/ 384 h 512"/>
                <a:gd name="T42" fmla="*/ 266 w 512"/>
                <a:gd name="T43" fmla="*/ 384 h 512"/>
                <a:gd name="T44" fmla="*/ 245 w 512"/>
                <a:gd name="T45" fmla="*/ 288 h 512"/>
                <a:gd name="T46" fmla="*/ 234 w 512"/>
                <a:gd name="T47" fmla="*/ 394 h 512"/>
                <a:gd name="T48" fmla="*/ 224 w 512"/>
                <a:gd name="T49" fmla="*/ 288 h 512"/>
                <a:gd name="T50" fmla="*/ 213 w 512"/>
                <a:gd name="T51" fmla="*/ 192 h 512"/>
                <a:gd name="T52" fmla="*/ 288 w 512"/>
                <a:gd name="T53" fmla="*/ 181 h 512"/>
                <a:gd name="T54" fmla="*/ 298 w 512"/>
                <a:gd name="T55" fmla="*/ 277 h 512"/>
                <a:gd name="T56" fmla="*/ 394 w 512"/>
                <a:gd name="T57" fmla="*/ 288 h 512"/>
                <a:gd name="T58" fmla="*/ 384 w 512"/>
                <a:gd name="T59" fmla="*/ 394 h 512"/>
                <a:gd name="T60" fmla="*/ 373 w 512"/>
                <a:gd name="T61" fmla="*/ 288 h 512"/>
                <a:gd name="T62" fmla="*/ 352 w 512"/>
                <a:gd name="T63" fmla="*/ 384 h 512"/>
                <a:gd name="T64" fmla="*/ 330 w 512"/>
                <a:gd name="T65" fmla="*/ 384 h 512"/>
                <a:gd name="T66" fmla="*/ 320 w 512"/>
                <a:gd name="T67" fmla="*/ 277 h 512"/>
                <a:gd name="T68" fmla="*/ 330 w 512"/>
                <a:gd name="T69" fmla="*/ 181 h 512"/>
                <a:gd name="T70" fmla="*/ 405 w 512"/>
                <a:gd name="T71" fmla="*/ 19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62" y="96"/>
                  </a:moveTo>
                  <a:cubicBezTo>
                    <a:pt x="380" y="96"/>
                    <a:pt x="394" y="110"/>
                    <a:pt x="394" y="128"/>
                  </a:cubicBezTo>
                  <a:cubicBezTo>
                    <a:pt x="394" y="145"/>
                    <a:pt x="380" y="160"/>
                    <a:pt x="362" y="160"/>
                  </a:cubicBezTo>
                  <a:cubicBezTo>
                    <a:pt x="345" y="160"/>
                    <a:pt x="330" y="145"/>
                    <a:pt x="330" y="128"/>
                  </a:cubicBezTo>
                  <a:cubicBezTo>
                    <a:pt x="330" y="110"/>
                    <a:pt x="345" y="96"/>
                    <a:pt x="362" y="96"/>
                  </a:cubicBezTo>
                  <a:close/>
                  <a:moveTo>
                    <a:pt x="256" y="96"/>
                  </a:moveTo>
                  <a:cubicBezTo>
                    <a:pt x="273" y="96"/>
                    <a:pt x="288" y="110"/>
                    <a:pt x="288" y="128"/>
                  </a:cubicBezTo>
                  <a:cubicBezTo>
                    <a:pt x="288" y="145"/>
                    <a:pt x="273" y="160"/>
                    <a:pt x="256" y="160"/>
                  </a:cubicBezTo>
                  <a:cubicBezTo>
                    <a:pt x="238" y="160"/>
                    <a:pt x="224" y="145"/>
                    <a:pt x="224" y="128"/>
                  </a:cubicBezTo>
                  <a:cubicBezTo>
                    <a:pt x="224" y="110"/>
                    <a:pt x="238" y="96"/>
                    <a:pt x="256" y="96"/>
                  </a:cubicBezTo>
                  <a:close/>
                  <a:moveTo>
                    <a:pt x="149" y="96"/>
                  </a:moveTo>
                  <a:cubicBezTo>
                    <a:pt x="167" y="96"/>
                    <a:pt x="181" y="110"/>
                    <a:pt x="181" y="128"/>
                  </a:cubicBezTo>
                  <a:cubicBezTo>
                    <a:pt x="181" y="145"/>
                    <a:pt x="167" y="160"/>
                    <a:pt x="149" y="160"/>
                  </a:cubicBezTo>
                  <a:cubicBezTo>
                    <a:pt x="131" y="160"/>
                    <a:pt x="117" y="145"/>
                    <a:pt x="117" y="128"/>
                  </a:cubicBezTo>
                  <a:cubicBezTo>
                    <a:pt x="117" y="110"/>
                    <a:pt x="131" y="96"/>
                    <a:pt x="149" y="96"/>
                  </a:cubicBezTo>
                  <a:close/>
                  <a:moveTo>
                    <a:pt x="189" y="305"/>
                  </a:moveTo>
                  <a:cubicBezTo>
                    <a:pt x="187" y="308"/>
                    <a:pt x="184" y="309"/>
                    <a:pt x="181" y="309"/>
                  </a:cubicBezTo>
                  <a:cubicBezTo>
                    <a:pt x="181" y="384"/>
                    <a:pt x="181" y="384"/>
                    <a:pt x="181" y="384"/>
                  </a:cubicBezTo>
                  <a:cubicBezTo>
                    <a:pt x="181" y="390"/>
                    <a:pt x="176" y="394"/>
                    <a:pt x="170" y="394"/>
                  </a:cubicBezTo>
                  <a:cubicBezTo>
                    <a:pt x="164" y="394"/>
                    <a:pt x="160" y="390"/>
                    <a:pt x="160" y="384"/>
                  </a:cubicBezTo>
                  <a:cubicBezTo>
                    <a:pt x="160" y="309"/>
                    <a:pt x="160" y="309"/>
                    <a:pt x="160" y="309"/>
                  </a:cubicBezTo>
                  <a:cubicBezTo>
                    <a:pt x="138" y="309"/>
                    <a:pt x="138" y="309"/>
                    <a:pt x="138" y="309"/>
                  </a:cubicBezTo>
                  <a:cubicBezTo>
                    <a:pt x="138" y="384"/>
                    <a:pt x="138" y="384"/>
                    <a:pt x="138" y="384"/>
                  </a:cubicBezTo>
                  <a:cubicBezTo>
                    <a:pt x="138" y="390"/>
                    <a:pt x="134" y="394"/>
                    <a:pt x="128" y="394"/>
                  </a:cubicBezTo>
                  <a:cubicBezTo>
                    <a:pt x="122" y="394"/>
                    <a:pt x="117" y="390"/>
                    <a:pt x="117" y="384"/>
                  </a:cubicBezTo>
                  <a:cubicBezTo>
                    <a:pt x="117" y="309"/>
                    <a:pt x="117" y="309"/>
                    <a:pt x="117" y="309"/>
                  </a:cubicBezTo>
                  <a:cubicBezTo>
                    <a:pt x="114" y="309"/>
                    <a:pt x="111" y="308"/>
                    <a:pt x="109" y="305"/>
                  </a:cubicBezTo>
                  <a:cubicBezTo>
                    <a:pt x="107" y="303"/>
                    <a:pt x="106" y="299"/>
                    <a:pt x="107" y="296"/>
                  </a:cubicBezTo>
                  <a:cubicBezTo>
                    <a:pt x="128" y="190"/>
                    <a:pt x="128" y="190"/>
                    <a:pt x="128" y="190"/>
                  </a:cubicBezTo>
                  <a:cubicBezTo>
                    <a:pt x="129" y="185"/>
                    <a:pt x="133" y="181"/>
                    <a:pt x="138" y="181"/>
                  </a:cubicBezTo>
                  <a:cubicBezTo>
                    <a:pt x="160" y="181"/>
                    <a:pt x="160" y="181"/>
                    <a:pt x="160" y="181"/>
                  </a:cubicBezTo>
                  <a:cubicBezTo>
                    <a:pt x="165" y="181"/>
                    <a:pt x="169" y="185"/>
                    <a:pt x="170" y="190"/>
                  </a:cubicBezTo>
                  <a:cubicBezTo>
                    <a:pt x="191" y="296"/>
                    <a:pt x="191" y="296"/>
                    <a:pt x="191" y="296"/>
                  </a:cubicBezTo>
                  <a:cubicBezTo>
                    <a:pt x="192" y="299"/>
                    <a:pt x="191" y="303"/>
                    <a:pt x="189" y="305"/>
                  </a:cubicBezTo>
                  <a:close/>
                  <a:moveTo>
                    <a:pt x="298" y="277"/>
                  </a:moveTo>
                  <a:cubicBezTo>
                    <a:pt x="298" y="283"/>
                    <a:pt x="294" y="288"/>
                    <a:pt x="288" y="288"/>
                  </a:cubicBezTo>
                  <a:cubicBezTo>
                    <a:pt x="288" y="384"/>
                    <a:pt x="288" y="384"/>
                    <a:pt x="288" y="384"/>
                  </a:cubicBezTo>
                  <a:cubicBezTo>
                    <a:pt x="288" y="390"/>
                    <a:pt x="283" y="394"/>
                    <a:pt x="277" y="394"/>
                  </a:cubicBezTo>
                  <a:cubicBezTo>
                    <a:pt x="271" y="394"/>
                    <a:pt x="266" y="390"/>
                    <a:pt x="266" y="384"/>
                  </a:cubicBezTo>
                  <a:cubicBezTo>
                    <a:pt x="266" y="288"/>
                    <a:pt x="266" y="288"/>
                    <a:pt x="266" y="288"/>
                  </a:cubicBezTo>
                  <a:cubicBezTo>
                    <a:pt x="245" y="288"/>
                    <a:pt x="245" y="288"/>
                    <a:pt x="245" y="288"/>
                  </a:cubicBezTo>
                  <a:cubicBezTo>
                    <a:pt x="245" y="384"/>
                    <a:pt x="245" y="384"/>
                    <a:pt x="245" y="384"/>
                  </a:cubicBezTo>
                  <a:cubicBezTo>
                    <a:pt x="245" y="390"/>
                    <a:pt x="240" y="394"/>
                    <a:pt x="234" y="394"/>
                  </a:cubicBezTo>
                  <a:cubicBezTo>
                    <a:pt x="228" y="394"/>
                    <a:pt x="224" y="390"/>
                    <a:pt x="224" y="384"/>
                  </a:cubicBezTo>
                  <a:cubicBezTo>
                    <a:pt x="224" y="288"/>
                    <a:pt x="224" y="288"/>
                    <a:pt x="224" y="288"/>
                  </a:cubicBezTo>
                  <a:cubicBezTo>
                    <a:pt x="218" y="288"/>
                    <a:pt x="213" y="283"/>
                    <a:pt x="213" y="277"/>
                  </a:cubicBezTo>
                  <a:cubicBezTo>
                    <a:pt x="213" y="192"/>
                    <a:pt x="213" y="192"/>
                    <a:pt x="213" y="192"/>
                  </a:cubicBezTo>
                  <a:cubicBezTo>
                    <a:pt x="213" y="186"/>
                    <a:pt x="218" y="181"/>
                    <a:pt x="224" y="181"/>
                  </a:cubicBezTo>
                  <a:cubicBezTo>
                    <a:pt x="288" y="181"/>
                    <a:pt x="288" y="181"/>
                    <a:pt x="288" y="181"/>
                  </a:cubicBezTo>
                  <a:cubicBezTo>
                    <a:pt x="294" y="181"/>
                    <a:pt x="298" y="186"/>
                    <a:pt x="298" y="192"/>
                  </a:cubicBezTo>
                  <a:lnTo>
                    <a:pt x="298" y="277"/>
                  </a:lnTo>
                  <a:close/>
                  <a:moveTo>
                    <a:pt x="405" y="277"/>
                  </a:moveTo>
                  <a:cubicBezTo>
                    <a:pt x="405" y="283"/>
                    <a:pt x="400" y="288"/>
                    <a:pt x="394" y="288"/>
                  </a:cubicBezTo>
                  <a:cubicBezTo>
                    <a:pt x="394" y="384"/>
                    <a:pt x="394" y="384"/>
                    <a:pt x="394" y="384"/>
                  </a:cubicBezTo>
                  <a:cubicBezTo>
                    <a:pt x="394" y="390"/>
                    <a:pt x="390" y="394"/>
                    <a:pt x="384" y="394"/>
                  </a:cubicBezTo>
                  <a:cubicBezTo>
                    <a:pt x="378" y="394"/>
                    <a:pt x="373" y="390"/>
                    <a:pt x="373" y="384"/>
                  </a:cubicBezTo>
                  <a:cubicBezTo>
                    <a:pt x="373" y="288"/>
                    <a:pt x="373" y="288"/>
                    <a:pt x="373" y="288"/>
                  </a:cubicBezTo>
                  <a:cubicBezTo>
                    <a:pt x="352" y="288"/>
                    <a:pt x="352" y="288"/>
                    <a:pt x="352" y="288"/>
                  </a:cubicBezTo>
                  <a:cubicBezTo>
                    <a:pt x="352" y="384"/>
                    <a:pt x="352" y="384"/>
                    <a:pt x="352" y="384"/>
                  </a:cubicBezTo>
                  <a:cubicBezTo>
                    <a:pt x="352" y="390"/>
                    <a:pt x="347" y="394"/>
                    <a:pt x="341" y="394"/>
                  </a:cubicBezTo>
                  <a:cubicBezTo>
                    <a:pt x="335" y="394"/>
                    <a:pt x="330" y="390"/>
                    <a:pt x="330" y="384"/>
                  </a:cubicBezTo>
                  <a:cubicBezTo>
                    <a:pt x="330" y="288"/>
                    <a:pt x="330" y="288"/>
                    <a:pt x="330" y="288"/>
                  </a:cubicBezTo>
                  <a:cubicBezTo>
                    <a:pt x="324" y="288"/>
                    <a:pt x="320" y="283"/>
                    <a:pt x="320" y="277"/>
                  </a:cubicBezTo>
                  <a:cubicBezTo>
                    <a:pt x="320" y="192"/>
                    <a:pt x="320" y="192"/>
                    <a:pt x="320" y="192"/>
                  </a:cubicBezTo>
                  <a:cubicBezTo>
                    <a:pt x="320" y="186"/>
                    <a:pt x="324" y="181"/>
                    <a:pt x="330" y="181"/>
                  </a:cubicBezTo>
                  <a:cubicBezTo>
                    <a:pt x="394" y="181"/>
                    <a:pt x="394" y="181"/>
                    <a:pt x="394" y="181"/>
                  </a:cubicBezTo>
                  <a:cubicBezTo>
                    <a:pt x="400" y="181"/>
                    <a:pt x="405" y="186"/>
                    <a:pt x="405" y="192"/>
                  </a:cubicBezTo>
                  <a:lnTo>
                    <a:pt x="405" y="27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CA" sz="1800" b="0" i="0" u="none" strike="noStrike" kern="1200" cap="none" spc="0" normalizeH="0" baseline="0" noProof="0">
                <a:ln>
                  <a:noFill/>
                </a:ln>
                <a:solidFill>
                  <a:prstClr val="black"/>
                </a:solidFill>
                <a:effectLst/>
                <a:uLnTx/>
                <a:uFillTx/>
                <a:latin typeface="Calibri"/>
                <a:ea typeface="+mn-ea"/>
                <a:cs typeface="Verdana" panose="020B0604030504040204" pitchFamily="34" charset="0"/>
              </a:endParaRPr>
            </a:p>
          </p:txBody>
        </p:sp>
      </p:grpSp>
      <p:sp>
        <p:nvSpPr>
          <p:cNvPr id="26" name="Freeform 737">
            <a:extLst>
              <a:ext uri="{FF2B5EF4-FFF2-40B4-BE49-F238E27FC236}">
                <a16:creationId xmlns:a16="http://schemas.microsoft.com/office/drawing/2014/main" id="{F1571A7D-2CE8-41A9-8F00-BD93213613F1}"/>
              </a:ext>
            </a:extLst>
          </p:cNvPr>
          <p:cNvSpPr>
            <a:spLocks noChangeAspect="1" noEditPoints="1"/>
          </p:cNvSpPr>
          <p:nvPr>
            <p:custDataLst>
              <p:tags r:id="rId2"/>
            </p:custDataLst>
          </p:nvPr>
        </p:nvSpPr>
        <p:spPr bwMode="auto">
          <a:xfrm>
            <a:off x="9972351" y="3583342"/>
            <a:ext cx="443757" cy="445063"/>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96 h 512"/>
              <a:gd name="T12" fmla="*/ 288 w 512"/>
              <a:gd name="T13" fmla="*/ 128 h 512"/>
              <a:gd name="T14" fmla="*/ 256 w 512"/>
              <a:gd name="T15" fmla="*/ 160 h 512"/>
              <a:gd name="T16" fmla="*/ 224 w 512"/>
              <a:gd name="T17" fmla="*/ 128 h 512"/>
              <a:gd name="T18" fmla="*/ 256 w 512"/>
              <a:gd name="T19" fmla="*/ 96 h 512"/>
              <a:gd name="T20" fmla="*/ 309 w 512"/>
              <a:gd name="T21" fmla="*/ 298 h 512"/>
              <a:gd name="T22" fmla="*/ 298 w 512"/>
              <a:gd name="T23" fmla="*/ 309 h 512"/>
              <a:gd name="T24" fmla="*/ 288 w 512"/>
              <a:gd name="T25" fmla="*/ 309 h 512"/>
              <a:gd name="T26" fmla="*/ 288 w 512"/>
              <a:gd name="T27" fmla="*/ 405 h 512"/>
              <a:gd name="T28" fmla="*/ 277 w 512"/>
              <a:gd name="T29" fmla="*/ 416 h 512"/>
              <a:gd name="T30" fmla="*/ 266 w 512"/>
              <a:gd name="T31" fmla="*/ 405 h 512"/>
              <a:gd name="T32" fmla="*/ 266 w 512"/>
              <a:gd name="T33" fmla="*/ 309 h 512"/>
              <a:gd name="T34" fmla="*/ 245 w 512"/>
              <a:gd name="T35" fmla="*/ 309 h 512"/>
              <a:gd name="T36" fmla="*/ 245 w 512"/>
              <a:gd name="T37" fmla="*/ 405 h 512"/>
              <a:gd name="T38" fmla="*/ 234 w 512"/>
              <a:gd name="T39" fmla="*/ 416 h 512"/>
              <a:gd name="T40" fmla="*/ 224 w 512"/>
              <a:gd name="T41" fmla="*/ 405 h 512"/>
              <a:gd name="T42" fmla="*/ 224 w 512"/>
              <a:gd name="T43" fmla="*/ 309 h 512"/>
              <a:gd name="T44" fmla="*/ 213 w 512"/>
              <a:gd name="T45" fmla="*/ 309 h 512"/>
              <a:gd name="T46" fmla="*/ 202 w 512"/>
              <a:gd name="T47" fmla="*/ 298 h 512"/>
              <a:gd name="T48" fmla="*/ 202 w 512"/>
              <a:gd name="T49" fmla="*/ 192 h 512"/>
              <a:gd name="T50" fmla="*/ 213 w 512"/>
              <a:gd name="T51" fmla="*/ 181 h 512"/>
              <a:gd name="T52" fmla="*/ 298 w 512"/>
              <a:gd name="T53" fmla="*/ 181 h 512"/>
              <a:gd name="T54" fmla="*/ 309 w 512"/>
              <a:gd name="T55" fmla="*/ 192 h 512"/>
              <a:gd name="T56" fmla="*/ 309 w 512"/>
              <a:gd name="T57" fmla="*/ 298 h 512"/>
              <a:gd name="T58" fmla="*/ 224 w 512"/>
              <a:gd name="T59" fmla="*/ 202 h 512"/>
              <a:gd name="T60" fmla="*/ 288 w 512"/>
              <a:gd name="T61" fmla="*/ 202 h 512"/>
              <a:gd name="T62" fmla="*/ 288 w 512"/>
              <a:gd name="T63" fmla="*/ 288 h 512"/>
              <a:gd name="T64" fmla="*/ 224 w 512"/>
              <a:gd name="T65" fmla="*/ 288 h 512"/>
              <a:gd name="T66" fmla="*/ 224 w 512"/>
              <a:gd name="T67" fmla="*/ 202 h 512"/>
              <a:gd name="T68" fmla="*/ 245 w 512"/>
              <a:gd name="T69" fmla="*/ 128 h 512"/>
              <a:gd name="T70" fmla="*/ 256 w 512"/>
              <a:gd name="T71" fmla="*/ 117 h 512"/>
              <a:gd name="T72" fmla="*/ 266 w 512"/>
              <a:gd name="T73" fmla="*/ 128 h 512"/>
              <a:gd name="T74" fmla="*/ 256 w 512"/>
              <a:gd name="T75" fmla="*/ 138 h 512"/>
              <a:gd name="T76" fmla="*/ 245 w 512"/>
              <a:gd name="T77" fmla="*/ 12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56" y="96"/>
                </a:moveTo>
                <a:cubicBezTo>
                  <a:pt x="273" y="96"/>
                  <a:pt x="288" y="110"/>
                  <a:pt x="288" y="128"/>
                </a:cubicBezTo>
                <a:cubicBezTo>
                  <a:pt x="288" y="145"/>
                  <a:pt x="273" y="160"/>
                  <a:pt x="256" y="160"/>
                </a:cubicBezTo>
                <a:cubicBezTo>
                  <a:pt x="238" y="160"/>
                  <a:pt x="224" y="145"/>
                  <a:pt x="224" y="128"/>
                </a:cubicBezTo>
                <a:cubicBezTo>
                  <a:pt x="224" y="110"/>
                  <a:pt x="238" y="96"/>
                  <a:pt x="256" y="96"/>
                </a:cubicBezTo>
                <a:close/>
                <a:moveTo>
                  <a:pt x="309" y="298"/>
                </a:moveTo>
                <a:cubicBezTo>
                  <a:pt x="309" y="304"/>
                  <a:pt x="304" y="309"/>
                  <a:pt x="298" y="309"/>
                </a:cubicBezTo>
                <a:cubicBezTo>
                  <a:pt x="288" y="309"/>
                  <a:pt x="288" y="309"/>
                  <a:pt x="288" y="309"/>
                </a:cubicBezTo>
                <a:cubicBezTo>
                  <a:pt x="288" y="405"/>
                  <a:pt x="288" y="405"/>
                  <a:pt x="288" y="405"/>
                </a:cubicBezTo>
                <a:cubicBezTo>
                  <a:pt x="288" y="411"/>
                  <a:pt x="283" y="416"/>
                  <a:pt x="277" y="416"/>
                </a:cubicBezTo>
                <a:cubicBezTo>
                  <a:pt x="271" y="416"/>
                  <a:pt x="266" y="411"/>
                  <a:pt x="266" y="405"/>
                </a:cubicBezTo>
                <a:cubicBezTo>
                  <a:pt x="266" y="309"/>
                  <a:pt x="266" y="309"/>
                  <a:pt x="266" y="309"/>
                </a:cubicBezTo>
                <a:cubicBezTo>
                  <a:pt x="245" y="309"/>
                  <a:pt x="245" y="309"/>
                  <a:pt x="245" y="309"/>
                </a:cubicBezTo>
                <a:cubicBezTo>
                  <a:pt x="245" y="405"/>
                  <a:pt x="245" y="405"/>
                  <a:pt x="245" y="405"/>
                </a:cubicBezTo>
                <a:cubicBezTo>
                  <a:pt x="245" y="411"/>
                  <a:pt x="240" y="416"/>
                  <a:pt x="234" y="416"/>
                </a:cubicBezTo>
                <a:cubicBezTo>
                  <a:pt x="228" y="416"/>
                  <a:pt x="224" y="411"/>
                  <a:pt x="224" y="405"/>
                </a:cubicBezTo>
                <a:cubicBezTo>
                  <a:pt x="224" y="309"/>
                  <a:pt x="224" y="309"/>
                  <a:pt x="224" y="309"/>
                </a:cubicBezTo>
                <a:cubicBezTo>
                  <a:pt x="213" y="309"/>
                  <a:pt x="213" y="309"/>
                  <a:pt x="213" y="309"/>
                </a:cubicBezTo>
                <a:cubicBezTo>
                  <a:pt x="207" y="309"/>
                  <a:pt x="202" y="304"/>
                  <a:pt x="202" y="298"/>
                </a:cubicBezTo>
                <a:cubicBezTo>
                  <a:pt x="202" y="192"/>
                  <a:pt x="202" y="192"/>
                  <a:pt x="202" y="192"/>
                </a:cubicBezTo>
                <a:cubicBezTo>
                  <a:pt x="202" y="186"/>
                  <a:pt x="207" y="181"/>
                  <a:pt x="213" y="181"/>
                </a:cubicBezTo>
                <a:cubicBezTo>
                  <a:pt x="298" y="181"/>
                  <a:pt x="298" y="181"/>
                  <a:pt x="298" y="181"/>
                </a:cubicBezTo>
                <a:cubicBezTo>
                  <a:pt x="304" y="181"/>
                  <a:pt x="309" y="186"/>
                  <a:pt x="309" y="192"/>
                </a:cubicBezTo>
                <a:lnTo>
                  <a:pt x="309" y="298"/>
                </a:lnTo>
                <a:close/>
                <a:moveTo>
                  <a:pt x="224" y="202"/>
                </a:moveTo>
                <a:cubicBezTo>
                  <a:pt x="288" y="202"/>
                  <a:pt x="288" y="202"/>
                  <a:pt x="288" y="202"/>
                </a:cubicBezTo>
                <a:cubicBezTo>
                  <a:pt x="288" y="288"/>
                  <a:pt x="288" y="288"/>
                  <a:pt x="288" y="288"/>
                </a:cubicBezTo>
                <a:cubicBezTo>
                  <a:pt x="224" y="288"/>
                  <a:pt x="224" y="288"/>
                  <a:pt x="224" y="288"/>
                </a:cubicBezTo>
                <a:lnTo>
                  <a:pt x="224" y="202"/>
                </a:lnTo>
                <a:close/>
                <a:moveTo>
                  <a:pt x="245" y="128"/>
                </a:moveTo>
                <a:cubicBezTo>
                  <a:pt x="245" y="122"/>
                  <a:pt x="250" y="117"/>
                  <a:pt x="256" y="117"/>
                </a:cubicBezTo>
                <a:cubicBezTo>
                  <a:pt x="262" y="117"/>
                  <a:pt x="266" y="122"/>
                  <a:pt x="266" y="128"/>
                </a:cubicBezTo>
                <a:cubicBezTo>
                  <a:pt x="266" y="134"/>
                  <a:pt x="262" y="138"/>
                  <a:pt x="256" y="138"/>
                </a:cubicBezTo>
                <a:cubicBezTo>
                  <a:pt x="250" y="138"/>
                  <a:pt x="245" y="134"/>
                  <a:pt x="245" y="12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CA" sz="1800" b="0" i="0" u="none" strike="noStrike" kern="1200" cap="none" spc="0" normalizeH="0" baseline="0" noProof="0">
              <a:ln>
                <a:noFill/>
              </a:ln>
              <a:solidFill>
                <a:prstClr val="black"/>
              </a:solidFill>
              <a:effectLst/>
              <a:uLnTx/>
              <a:uFillTx/>
              <a:latin typeface="Calibri"/>
              <a:ea typeface="+mn-ea"/>
              <a:cs typeface="Verdana" panose="020B0604030504040204" pitchFamily="34" charset="0"/>
            </a:endParaRPr>
          </a:p>
        </p:txBody>
      </p:sp>
      <p:sp>
        <p:nvSpPr>
          <p:cNvPr id="27" name="Freeform 910">
            <a:extLst>
              <a:ext uri="{FF2B5EF4-FFF2-40B4-BE49-F238E27FC236}">
                <a16:creationId xmlns:a16="http://schemas.microsoft.com/office/drawing/2014/main" id="{24879F60-9589-4B8F-BB83-79F0574ADB3F}"/>
              </a:ext>
            </a:extLst>
          </p:cNvPr>
          <p:cNvSpPr>
            <a:spLocks noChangeAspect="1" noEditPoints="1"/>
          </p:cNvSpPr>
          <p:nvPr>
            <p:custDataLst>
              <p:tags r:id="rId3"/>
            </p:custDataLst>
          </p:nvPr>
        </p:nvSpPr>
        <p:spPr bwMode="auto">
          <a:xfrm>
            <a:off x="10732801" y="3583342"/>
            <a:ext cx="443757" cy="443757"/>
          </a:xfrm>
          <a:custGeom>
            <a:avLst/>
            <a:gdLst>
              <a:gd name="T0" fmla="*/ 207 w 512"/>
              <a:gd name="T1" fmla="*/ 107 h 512"/>
              <a:gd name="T2" fmla="*/ 260 w 512"/>
              <a:gd name="T3" fmla="*/ 116 h 512"/>
              <a:gd name="T4" fmla="*/ 305 w 512"/>
              <a:gd name="T5" fmla="*/ 106 h 512"/>
              <a:gd name="T6" fmla="*/ 237 w 512"/>
              <a:gd name="T7" fmla="*/ 138 h 512"/>
              <a:gd name="T8" fmla="*/ 346 w 512"/>
              <a:gd name="T9" fmla="*/ 373 h 512"/>
              <a:gd name="T10" fmla="*/ 181 w 512"/>
              <a:gd name="T11" fmla="*/ 320 h 512"/>
              <a:gd name="T12" fmla="*/ 236 w 512"/>
              <a:gd name="T13" fmla="*/ 160 h 512"/>
              <a:gd name="T14" fmla="*/ 331 w 512"/>
              <a:gd name="T15" fmla="*/ 315 h 512"/>
              <a:gd name="T16" fmla="*/ 294 w 512"/>
              <a:gd name="T17" fmla="*/ 297 h 512"/>
              <a:gd name="T18" fmla="*/ 282 w 512"/>
              <a:gd name="T19" fmla="*/ 276 h 512"/>
              <a:gd name="T20" fmla="*/ 250 w 512"/>
              <a:gd name="T21" fmla="*/ 262 h 512"/>
              <a:gd name="T22" fmla="*/ 240 w 512"/>
              <a:gd name="T23" fmla="*/ 252 h 512"/>
              <a:gd name="T24" fmla="*/ 256 w 512"/>
              <a:gd name="T25" fmla="*/ 243 h 512"/>
              <a:gd name="T26" fmla="*/ 285 w 512"/>
              <a:gd name="T27" fmla="*/ 249 h 512"/>
              <a:gd name="T28" fmla="*/ 261 w 512"/>
              <a:gd name="T29" fmla="*/ 224 h 512"/>
              <a:gd name="T30" fmla="*/ 250 w 512"/>
              <a:gd name="T31" fmla="*/ 213 h 512"/>
              <a:gd name="T32" fmla="*/ 226 w 512"/>
              <a:gd name="T33" fmla="*/ 233 h 512"/>
              <a:gd name="T34" fmla="*/ 223 w 512"/>
              <a:gd name="T35" fmla="*/ 269 h 512"/>
              <a:gd name="T36" fmla="*/ 250 w 512"/>
              <a:gd name="T37" fmla="*/ 284 h 512"/>
              <a:gd name="T38" fmla="*/ 268 w 512"/>
              <a:gd name="T39" fmla="*/ 293 h 512"/>
              <a:gd name="T40" fmla="*/ 261 w 512"/>
              <a:gd name="T41" fmla="*/ 307 h 512"/>
              <a:gd name="T42" fmla="*/ 250 w 512"/>
              <a:gd name="T43" fmla="*/ 308 h 512"/>
              <a:gd name="T44" fmla="*/ 217 w 512"/>
              <a:gd name="T45" fmla="*/ 299 h 512"/>
              <a:gd name="T46" fmla="*/ 250 w 512"/>
              <a:gd name="T47" fmla="*/ 326 h 512"/>
              <a:gd name="T48" fmla="*/ 261 w 512"/>
              <a:gd name="T49" fmla="*/ 341 h 512"/>
              <a:gd name="T50" fmla="*/ 285 w 512"/>
              <a:gd name="T51" fmla="*/ 316 h 512"/>
              <a:gd name="T52" fmla="*/ 512 w 512"/>
              <a:gd name="T53" fmla="*/ 256 h 512"/>
              <a:gd name="T54" fmla="*/ 0 w 512"/>
              <a:gd name="T55" fmla="*/ 256 h 512"/>
              <a:gd name="T56" fmla="*/ 512 w 512"/>
              <a:gd name="T57" fmla="*/ 256 h 512"/>
              <a:gd name="T58" fmla="*/ 352 w 512"/>
              <a:gd name="T59" fmla="*/ 322 h 512"/>
              <a:gd name="T60" fmla="*/ 327 w 512"/>
              <a:gd name="T61" fmla="*/ 114 h 512"/>
              <a:gd name="T62" fmla="*/ 316 w 512"/>
              <a:gd name="T63" fmla="*/ 88 h 512"/>
              <a:gd name="T64" fmla="*/ 195 w 512"/>
              <a:gd name="T65" fmla="*/ 88 h 512"/>
              <a:gd name="T66" fmla="*/ 184 w 512"/>
              <a:gd name="T67" fmla="*/ 114 h 512"/>
              <a:gd name="T68" fmla="*/ 160 w 512"/>
              <a:gd name="T69" fmla="*/ 322 h 512"/>
              <a:gd name="T70" fmla="*/ 140 w 512"/>
              <a:gd name="T71" fmla="*/ 389 h 512"/>
              <a:gd name="T72" fmla="*/ 362 w 512"/>
              <a:gd name="T73" fmla="*/ 394 h 512"/>
              <a:gd name="T74" fmla="*/ 372 w 512"/>
              <a:gd name="T75"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512">
                <a:moveTo>
                  <a:pt x="237" y="138"/>
                </a:moveTo>
                <a:cubicBezTo>
                  <a:pt x="207" y="107"/>
                  <a:pt x="207" y="107"/>
                  <a:pt x="207" y="107"/>
                </a:cubicBezTo>
                <a:cubicBezTo>
                  <a:pt x="212" y="105"/>
                  <a:pt x="225" y="104"/>
                  <a:pt x="251" y="116"/>
                </a:cubicBezTo>
                <a:cubicBezTo>
                  <a:pt x="254" y="117"/>
                  <a:pt x="257" y="117"/>
                  <a:pt x="260" y="116"/>
                </a:cubicBezTo>
                <a:cubicBezTo>
                  <a:pt x="260" y="116"/>
                  <a:pt x="260" y="116"/>
                  <a:pt x="260" y="116"/>
                </a:cubicBezTo>
                <a:cubicBezTo>
                  <a:pt x="285" y="105"/>
                  <a:pt x="299" y="105"/>
                  <a:pt x="305" y="106"/>
                </a:cubicBezTo>
                <a:cubicBezTo>
                  <a:pt x="275" y="138"/>
                  <a:pt x="275" y="138"/>
                  <a:pt x="275" y="138"/>
                </a:cubicBezTo>
                <a:lnTo>
                  <a:pt x="237" y="138"/>
                </a:lnTo>
                <a:close/>
                <a:moveTo>
                  <a:pt x="330" y="320"/>
                </a:moveTo>
                <a:cubicBezTo>
                  <a:pt x="330" y="334"/>
                  <a:pt x="339" y="357"/>
                  <a:pt x="346" y="373"/>
                </a:cubicBezTo>
                <a:cubicBezTo>
                  <a:pt x="165" y="373"/>
                  <a:pt x="165" y="373"/>
                  <a:pt x="165" y="373"/>
                </a:cubicBezTo>
                <a:cubicBezTo>
                  <a:pt x="172" y="357"/>
                  <a:pt x="181" y="334"/>
                  <a:pt x="181" y="320"/>
                </a:cubicBezTo>
                <a:cubicBezTo>
                  <a:pt x="181" y="318"/>
                  <a:pt x="181" y="316"/>
                  <a:pt x="180" y="315"/>
                </a:cubicBezTo>
                <a:cubicBezTo>
                  <a:pt x="178" y="312"/>
                  <a:pt x="143" y="237"/>
                  <a:pt x="236" y="160"/>
                </a:cubicBezTo>
                <a:cubicBezTo>
                  <a:pt x="275" y="160"/>
                  <a:pt x="275" y="160"/>
                  <a:pt x="275" y="160"/>
                </a:cubicBezTo>
                <a:cubicBezTo>
                  <a:pt x="368" y="237"/>
                  <a:pt x="333" y="312"/>
                  <a:pt x="331" y="315"/>
                </a:cubicBezTo>
                <a:cubicBezTo>
                  <a:pt x="331" y="316"/>
                  <a:pt x="330" y="318"/>
                  <a:pt x="330" y="320"/>
                </a:cubicBezTo>
                <a:close/>
                <a:moveTo>
                  <a:pt x="294" y="297"/>
                </a:moveTo>
                <a:cubicBezTo>
                  <a:pt x="294" y="292"/>
                  <a:pt x="293" y="289"/>
                  <a:pt x="291" y="285"/>
                </a:cubicBezTo>
                <a:cubicBezTo>
                  <a:pt x="289" y="282"/>
                  <a:pt x="286" y="279"/>
                  <a:pt x="282" y="276"/>
                </a:cubicBezTo>
                <a:cubicBezTo>
                  <a:pt x="278" y="273"/>
                  <a:pt x="271" y="270"/>
                  <a:pt x="261" y="266"/>
                </a:cubicBezTo>
                <a:cubicBezTo>
                  <a:pt x="250" y="262"/>
                  <a:pt x="250" y="262"/>
                  <a:pt x="250" y="262"/>
                </a:cubicBezTo>
                <a:cubicBezTo>
                  <a:pt x="247" y="260"/>
                  <a:pt x="244" y="259"/>
                  <a:pt x="243" y="257"/>
                </a:cubicBezTo>
                <a:cubicBezTo>
                  <a:pt x="241" y="256"/>
                  <a:pt x="240" y="254"/>
                  <a:pt x="240" y="252"/>
                </a:cubicBezTo>
                <a:cubicBezTo>
                  <a:pt x="240" y="247"/>
                  <a:pt x="244" y="245"/>
                  <a:pt x="250" y="244"/>
                </a:cubicBezTo>
                <a:cubicBezTo>
                  <a:pt x="250" y="244"/>
                  <a:pt x="253" y="243"/>
                  <a:pt x="256" y="243"/>
                </a:cubicBezTo>
                <a:cubicBezTo>
                  <a:pt x="259" y="243"/>
                  <a:pt x="261" y="243"/>
                  <a:pt x="261" y="243"/>
                </a:cubicBezTo>
                <a:cubicBezTo>
                  <a:pt x="269" y="244"/>
                  <a:pt x="277" y="246"/>
                  <a:pt x="285" y="249"/>
                </a:cubicBezTo>
                <a:cubicBezTo>
                  <a:pt x="292" y="231"/>
                  <a:pt x="292" y="231"/>
                  <a:pt x="292" y="231"/>
                </a:cubicBezTo>
                <a:cubicBezTo>
                  <a:pt x="283" y="227"/>
                  <a:pt x="272" y="225"/>
                  <a:pt x="261" y="224"/>
                </a:cubicBezTo>
                <a:cubicBezTo>
                  <a:pt x="261" y="213"/>
                  <a:pt x="261" y="213"/>
                  <a:pt x="261" y="213"/>
                </a:cubicBezTo>
                <a:cubicBezTo>
                  <a:pt x="250" y="213"/>
                  <a:pt x="250" y="213"/>
                  <a:pt x="250" y="213"/>
                </a:cubicBezTo>
                <a:cubicBezTo>
                  <a:pt x="250" y="225"/>
                  <a:pt x="250" y="225"/>
                  <a:pt x="250" y="225"/>
                </a:cubicBezTo>
                <a:cubicBezTo>
                  <a:pt x="240" y="226"/>
                  <a:pt x="232" y="229"/>
                  <a:pt x="226" y="233"/>
                </a:cubicBezTo>
                <a:cubicBezTo>
                  <a:pt x="220" y="238"/>
                  <a:pt x="217" y="244"/>
                  <a:pt x="217" y="252"/>
                </a:cubicBezTo>
                <a:cubicBezTo>
                  <a:pt x="217" y="259"/>
                  <a:pt x="219" y="264"/>
                  <a:pt x="223" y="269"/>
                </a:cubicBezTo>
                <a:cubicBezTo>
                  <a:pt x="228" y="274"/>
                  <a:pt x="235" y="278"/>
                  <a:pt x="245" y="282"/>
                </a:cubicBezTo>
                <a:cubicBezTo>
                  <a:pt x="250" y="284"/>
                  <a:pt x="250" y="284"/>
                  <a:pt x="250" y="284"/>
                </a:cubicBezTo>
                <a:cubicBezTo>
                  <a:pt x="261" y="288"/>
                  <a:pt x="261" y="288"/>
                  <a:pt x="261" y="288"/>
                </a:cubicBezTo>
                <a:cubicBezTo>
                  <a:pt x="264" y="290"/>
                  <a:pt x="267" y="291"/>
                  <a:pt x="268" y="293"/>
                </a:cubicBezTo>
                <a:cubicBezTo>
                  <a:pt x="270" y="294"/>
                  <a:pt x="271" y="296"/>
                  <a:pt x="271" y="298"/>
                </a:cubicBezTo>
                <a:cubicBezTo>
                  <a:pt x="271" y="303"/>
                  <a:pt x="268" y="306"/>
                  <a:pt x="261" y="307"/>
                </a:cubicBezTo>
                <a:cubicBezTo>
                  <a:pt x="261" y="307"/>
                  <a:pt x="258" y="308"/>
                  <a:pt x="256" y="308"/>
                </a:cubicBezTo>
                <a:cubicBezTo>
                  <a:pt x="253" y="308"/>
                  <a:pt x="250" y="308"/>
                  <a:pt x="250" y="308"/>
                </a:cubicBezTo>
                <a:cubicBezTo>
                  <a:pt x="245" y="307"/>
                  <a:pt x="240" y="306"/>
                  <a:pt x="233" y="305"/>
                </a:cubicBezTo>
                <a:cubicBezTo>
                  <a:pt x="227" y="303"/>
                  <a:pt x="222" y="301"/>
                  <a:pt x="217" y="299"/>
                </a:cubicBezTo>
                <a:cubicBezTo>
                  <a:pt x="217" y="319"/>
                  <a:pt x="217" y="319"/>
                  <a:pt x="217" y="319"/>
                </a:cubicBezTo>
                <a:cubicBezTo>
                  <a:pt x="227" y="323"/>
                  <a:pt x="238" y="325"/>
                  <a:pt x="250" y="326"/>
                </a:cubicBezTo>
                <a:cubicBezTo>
                  <a:pt x="250" y="341"/>
                  <a:pt x="250" y="341"/>
                  <a:pt x="250" y="341"/>
                </a:cubicBezTo>
                <a:cubicBezTo>
                  <a:pt x="261" y="341"/>
                  <a:pt x="261" y="341"/>
                  <a:pt x="261" y="341"/>
                </a:cubicBezTo>
                <a:cubicBezTo>
                  <a:pt x="261" y="325"/>
                  <a:pt x="261" y="325"/>
                  <a:pt x="261" y="325"/>
                </a:cubicBezTo>
                <a:cubicBezTo>
                  <a:pt x="271" y="324"/>
                  <a:pt x="279" y="321"/>
                  <a:pt x="285" y="316"/>
                </a:cubicBezTo>
                <a:cubicBezTo>
                  <a:pt x="291" y="312"/>
                  <a:pt x="294" y="305"/>
                  <a:pt x="294" y="297"/>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2" y="379"/>
                </a:moveTo>
                <a:cubicBezTo>
                  <a:pt x="365" y="363"/>
                  <a:pt x="353" y="335"/>
                  <a:pt x="352" y="322"/>
                </a:cubicBezTo>
                <a:cubicBezTo>
                  <a:pt x="358" y="306"/>
                  <a:pt x="384" y="227"/>
                  <a:pt x="295" y="148"/>
                </a:cubicBezTo>
                <a:cubicBezTo>
                  <a:pt x="327" y="114"/>
                  <a:pt x="327" y="114"/>
                  <a:pt x="327" y="114"/>
                </a:cubicBezTo>
                <a:cubicBezTo>
                  <a:pt x="330" y="111"/>
                  <a:pt x="331" y="107"/>
                  <a:pt x="330" y="104"/>
                </a:cubicBezTo>
                <a:cubicBezTo>
                  <a:pt x="330" y="102"/>
                  <a:pt x="327" y="93"/>
                  <a:pt x="316" y="88"/>
                </a:cubicBezTo>
                <a:cubicBezTo>
                  <a:pt x="302" y="82"/>
                  <a:pt x="282" y="84"/>
                  <a:pt x="256" y="95"/>
                </a:cubicBezTo>
                <a:cubicBezTo>
                  <a:pt x="229" y="84"/>
                  <a:pt x="209" y="82"/>
                  <a:pt x="195" y="88"/>
                </a:cubicBezTo>
                <a:cubicBezTo>
                  <a:pt x="185" y="93"/>
                  <a:pt x="182" y="102"/>
                  <a:pt x="181" y="104"/>
                </a:cubicBezTo>
                <a:cubicBezTo>
                  <a:pt x="180" y="107"/>
                  <a:pt x="181" y="111"/>
                  <a:pt x="184" y="114"/>
                </a:cubicBezTo>
                <a:cubicBezTo>
                  <a:pt x="217" y="148"/>
                  <a:pt x="217" y="148"/>
                  <a:pt x="217" y="148"/>
                </a:cubicBezTo>
                <a:cubicBezTo>
                  <a:pt x="128" y="227"/>
                  <a:pt x="153" y="306"/>
                  <a:pt x="160" y="322"/>
                </a:cubicBezTo>
                <a:cubicBezTo>
                  <a:pt x="158" y="335"/>
                  <a:pt x="147" y="363"/>
                  <a:pt x="139" y="379"/>
                </a:cubicBezTo>
                <a:cubicBezTo>
                  <a:pt x="138" y="382"/>
                  <a:pt x="138" y="386"/>
                  <a:pt x="140" y="389"/>
                </a:cubicBezTo>
                <a:cubicBezTo>
                  <a:pt x="142" y="392"/>
                  <a:pt x="145" y="394"/>
                  <a:pt x="149" y="394"/>
                </a:cubicBezTo>
                <a:cubicBezTo>
                  <a:pt x="362" y="394"/>
                  <a:pt x="362" y="394"/>
                  <a:pt x="362" y="394"/>
                </a:cubicBezTo>
                <a:cubicBezTo>
                  <a:pt x="366" y="394"/>
                  <a:pt x="369" y="392"/>
                  <a:pt x="371" y="389"/>
                </a:cubicBezTo>
                <a:cubicBezTo>
                  <a:pt x="373" y="386"/>
                  <a:pt x="374" y="382"/>
                  <a:pt x="372" y="37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CA" sz="1800" b="0" i="0" u="none" strike="noStrike" kern="1200" cap="none" spc="0" normalizeH="0" baseline="0" noProof="0">
              <a:ln>
                <a:noFill/>
              </a:ln>
              <a:solidFill>
                <a:prstClr val="black"/>
              </a:solidFill>
              <a:effectLst/>
              <a:uLnTx/>
              <a:uFillTx/>
              <a:latin typeface="Calibri"/>
              <a:ea typeface="+mn-ea"/>
              <a:cs typeface="Verdana" panose="020B0604030504040204" pitchFamily="34" charset="0"/>
            </a:endParaRPr>
          </a:p>
        </p:txBody>
      </p:sp>
      <p:grpSp>
        <p:nvGrpSpPr>
          <p:cNvPr id="28" name="Group 27">
            <a:extLst>
              <a:ext uri="{FF2B5EF4-FFF2-40B4-BE49-F238E27FC236}">
                <a16:creationId xmlns:a16="http://schemas.microsoft.com/office/drawing/2014/main" id="{FF13283C-CDA8-4356-9177-E5E451E4A5AF}"/>
              </a:ext>
            </a:extLst>
          </p:cNvPr>
          <p:cNvGrpSpPr>
            <a:grpSpLocks noChangeAspect="1"/>
          </p:cNvGrpSpPr>
          <p:nvPr>
            <p:custDataLst>
              <p:tags r:id="rId4"/>
            </p:custDataLst>
          </p:nvPr>
        </p:nvGrpSpPr>
        <p:grpSpPr>
          <a:xfrm>
            <a:off x="584004" y="1967097"/>
            <a:ext cx="911122" cy="1079401"/>
            <a:chOff x="3525926" y="2604211"/>
            <a:chExt cx="1887322" cy="2235900"/>
          </a:xfrm>
        </p:grpSpPr>
        <p:sp>
          <p:nvSpPr>
            <p:cNvPr id="29" name="Freeform 36">
              <a:extLst>
                <a:ext uri="{FF2B5EF4-FFF2-40B4-BE49-F238E27FC236}">
                  <a16:creationId xmlns:a16="http://schemas.microsoft.com/office/drawing/2014/main" id="{3A7D4B62-36BA-4286-9CA8-7C44CC923341}"/>
                </a:ext>
              </a:extLst>
            </p:cNvPr>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chemeClr val="tx1">
                <a:lumMod val="65000"/>
                <a:lumOff val="3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sp>
          <p:nvSpPr>
            <p:cNvPr id="30" name="Freeform 37">
              <a:extLst>
                <a:ext uri="{FF2B5EF4-FFF2-40B4-BE49-F238E27FC236}">
                  <a16:creationId xmlns:a16="http://schemas.microsoft.com/office/drawing/2014/main" id="{B78CB210-F836-4667-904B-365899AD60E7}"/>
                </a:ext>
              </a:extLst>
            </p:cNvPr>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sp>
          <p:nvSpPr>
            <p:cNvPr id="31" name="Freeform 38">
              <a:extLst>
                <a:ext uri="{FF2B5EF4-FFF2-40B4-BE49-F238E27FC236}">
                  <a16:creationId xmlns:a16="http://schemas.microsoft.com/office/drawing/2014/main" id="{BC146B95-E46A-4BE0-8947-C71540683E20}"/>
                </a:ext>
              </a:extLst>
            </p:cNvPr>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grpSp>
      <p:grpSp>
        <p:nvGrpSpPr>
          <p:cNvPr id="32" name="Group 31">
            <a:extLst>
              <a:ext uri="{FF2B5EF4-FFF2-40B4-BE49-F238E27FC236}">
                <a16:creationId xmlns:a16="http://schemas.microsoft.com/office/drawing/2014/main" id="{997A973A-051D-4BB3-A3A9-E214CC593CF1}"/>
              </a:ext>
            </a:extLst>
          </p:cNvPr>
          <p:cNvGrpSpPr>
            <a:grpSpLocks noChangeAspect="1"/>
          </p:cNvGrpSpPr>
          <p:nvPr>
            <p:custDataLst>
              <p:tags r:id="rId5"/>
            </p:custDataLst>
          </p:nvPr>
        </p:nvGrpSpPr>
        <p:grpSpPr>
          <a:xfrm>
            <a:off x="584004" y="3291794"/>
            <a:ext cx="911122" cy="1079401"/>
            <a:chOff x="3525926" y="2604211"/>
            <a:chExt cx="1887322" cy="2235900"/>
          </a:xfrm>
        </p:grpSpPr>
        <p:sp>
          <p:nvSpPr>
            <p:cNvPr id="33" name="Freeform 41">
              <a:extLst>
                <a:ext uri="{FF2B5EF4-FFF2-40B4-BE49-F238E27FC236}">
                  <a16:creationId xmlns:a16="http://schemas.microsoft.com/office/drawing/2014/main" id="{C7B90AC1-7448-43D8-8D75-F7AF82ED6727}"/>
                </a:ext>
              </a:extLst>
            </p:cNvPr>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chemeClr val="accent1">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sp>
          <p:nvSpPr>
            <p:cNvPr id="34" name="Freeform 42">
              <a:extLst>
                <a:ext uri="{FF2B5EF4-FFF2-40B4-BE49-F238E27FC236}">
                  <a16:creationId xmlns:a16="http://schemas.microsoft.com/office/drawing/2014/main" id="{C166294E-D9BD-4762-A061-B95D9C302B12}"/>
                </a:ext>
              </a:extLst>
            </p:cNvPr>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sp>
          <p:nvSpPr>
            <p:cNvPr id="35" name="Freeform 43">
              <a:extLst>
                <a:ext uri="{FF2B5EF4-FFF2-40B4-BE49-F238E27FC236}">
                  <a16:creationId xmlns:a16="http://schemas.microsoft.com/office/drawing/2014/main" id="{669FC364-9F1C-404E-87D9-570FECC5D6B4}"/>
                </a:ext>
              </a:extLst>
            </p:cNvPr>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grpSp>
      <p:grpSp>
        <p:nvGrpSpPr>
          <p:cNvPr id="36" name="Group 35">
            <a:extLst>
              <a:ext uri="{FF2B5EF4-FFF2-40B4-BE49-F238E27FC236}">
                <a16:creationId xmlns:a16="http://schemas.microsoft.com/office/drawing/2014/main" id="{9FDFA656-017B-4D9E-AA10-7231AEFB9331}"/>
              </a:ext>
            </a:extLst>
          </p:cNvPr>
          <p:cNvGrpSpPr>
            <a:grpSpLocks noChangeAspect="1"/>
          </p:cNvGrpSpPr>
          <p:nvPr>
            <p:custDataLst>
              <p:tags r:id="rId6"/>
            </p:custDataLst>
          </p:nvPr>
        </p:nvGrpSpPr>
        <p:grpSpPr>
          <a:xfrm>
            <a:off x="584004" y="4732447"/>
            <a:ext cx="911122" cy="1079401"/>
            <a:chOff x="3525926" y="2604211"/>
            <a:chExt cx="1887322" cy="2235900"/>
          </a:xfrm>
        </p:grpSpPr>
        <p:sp>
          <p:nvSpPr>
            <p:cNvPr id="37" name="Freeform 46">
              <a:extLst>
                <a:ext uri="{FF2B5EF4-FFF2-40B4-BE49-F238E27FC236}">
                  <a16:creationId xmlns:a16="http://schemas.microsoft.com/office/drawing/2014/main" id="{128B5616-B7F0-4166-AFD8-43F9874DDEBD}"/>
                </a:ext>
              </a:extLst>
            </p:cNvPr>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chemeClr val="accent6">
                <a:lumMod val="60000"/>
                <a:lumOff val="4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sp>
          <p:nvSpPr>
            <p:cNvPr id="38" name="Freeform 47">
              <a:extLst>
                <a:ext uri="{FF2B5EF4-FFF2-40B4-BE49-F238E27FC236}">
                  <a16:creationId xmlns:a16="http://schemas.microsoft.com/office/drawing/2014/main" id="{1CC7304E-2327-41D6-81CA-F11C79BA80CB}"/>
                </a:ext>
              </a:extLst>
            </p:cNvPr>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solidFill>
              <a:schemeClr val="accent6"/>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sp>
          <p:nvSpPr>
            <p:cNvPr id="39" name="Freeform 48">
              <a:extLst>
                <a:ext uri="{FF2B5EF4-FFF2-40B4-BE49-F238E27FC236}">
                  <a16:creationId xmlns:a16="http://schemas.microsoft.com/office/drawing/2014/main" id="{615F1D61-12E0-4512-B822-CC0206C9D2AB}"/>
                </a:ext>
              </a:extLst>
            </p:cNvPr>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chemeClr val="accent6"/>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grpSp>
    </p:spTree>
    <p:extLst>
      <p:ext uri="{BB962C8B-B14F-4D97-AF65-F5344CB8AC3E}">
        <p14:creationId xmlns:p14="http://schemas.microsoft.com/office/powerpoint/2010/main" val="18782600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C075216-13E6-4489-9986-CF27B18AF3ED}"/>
              </a:ext>
            </a:extLst>
          </p:cNvPr>
          <p:cNvSpPr>
            <a:spLocks noGrp="1"/>
          </p:cNvSpPr>
          <p:nvPr>
            <p:ph type="title"/>
          </p:nvPr>
        </p:nvSpPr>
        <p:spPr/>
        <p:txBody>
          <a:bodyPr/>
          <a:lstStyle/>
          <a:p>
            <a:r>
              <a:rPr lang="en-US"/>
              <a:t>Stacked levels</a:t>
            </a:r>
          </a:p>
        </p:txBody>
      </p:sp>
      <p:grpSp>
        <p:nvGrpSpPr>
          <p:cNvPr id="40" name="Group 39">
            <a:extLst>
              <a:ext uri="{FF2B5EF4-FFF2-40B4-BE49-F238E27FC236}">
                <a16:creationId xmlns:a16="http://schemas.microsoft.com/office/drawing/2014/main" id="{9538D967-88F0-4855-B9A7-C3ECD264D887}"/>
              </a:ext>
            </a:extLst>
          </p:cNvPr>
          <p:cNvGrpSpPr/>
          <p:nvPr/>
        </p:nvGrpSpPr>
        <p:grpSpPr>
          <a:xfrm>
            <a:off x="1793078" y="1813244"/>
            <a:ext cx="3573178" cy="4266144"/>
            <a:chOff x="420422" y="1879634"/>
            <a:chExt cx="3573178" cy="4266144"/>
          </a:xfrm>
        </p:grpSpPr>
        <p:sp>
          <p:nvSpPr>
            <p:cNvPr id="41" name="Parallelogram 40">
              <a:extLst>
                <a:ext uri="{FF2B5EF4-FFF2-40B4-BE49-F238E27FC236}">
                  <a16:creationId xmlns:a16="http://schemas.microsoft.com/office/drawing/2014/main" id="{3D2B2390-3FDA-4D1B-B822-A6ABB0F600E7}"/>
                </a:ext>
              </a:extLst>
            </p:cNvPr>
            <p:cNvSpPr/>
            <p:nvPr/>
          </p:nvSpPr>
          <p:spPr>
            <a:xfrm rot="300000">
              <a:off x="420422" y="5316507"/>
              <a:ext cx="3573178" cy="829271"/>
            </a:xfrm>
            <a:prstGeom prst="parallelogram">
              <a:avLst>
                <a:gd name="adj" fmla="val 129308"/>
              </a:avLst>
            </a:prstGeom>
            <a:solidFill>
              <a:srgbClr val="000000"/>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defRPr/>
              </a:pPr>
              <a:r>
                <a:rPr kumimoji="0" lang="en-US" sz="1200" b="0" i="0" u="none" strike="noStrike" kern="1200" cap="none" spc="0" normalizeH="0" baseline="0" noProof="0">
                  <a:ln>
                    <a:noFill/>
                  </a:ln>
                  <a:solidFill>
                    <a:srgbClr val="FFFFFF"/>
                  </a:solidFill>
                  <a:effectLst/>
                  <a:uLnTx/>
                  <a:uFillTx/>
                  <a:latin typeface="Calibri Light"/>
                  <a:ea typeface="Verdana" panose="020B0604030504040204" pitchFamily="34" charset="0"/>
                  <a:cs typeface="Verdana" panose="020B0604030504040204" pitchFamily="34" charset="0"/>
                </a:rPr>
                <a:t>Network Data </a:t>
              </a:r>
              <a:r>
                <a:rPr kumimoji="0" lang="en-US" sz="1200" b="0" i="0" u="none" strike="noStrike" kern="1200" cap="none" spc="0" normalizeH="0" baseline="0" noProof="0" err="1">
                  <a:ln>
                    <a:noFill/>
                  </a:ln>
                  <a:solidFill>
                    <a:srgbClr val="FFFFFF"/>
                  </a:solidFill>
                  <a:effectLst/>
                  <a:uLnTx/>
                  <a:uFillTx/>
                  <a:latin typeface="Calibri Light"/>
                  <a:ea typeface="Verdana" panose="020B0604030504040204" pitchFamily="34" charset="0"/>
                  <a:cs typeface="Verdana" panose="020B0604030504040204" pitchFamily="34" charset="0"/>
                </a:rPr>
                <a:t>Synchr</a:t>
              </a:r>
              <a:r>
                <a:rPr lang="en-US" sz="1200">
                  <a:solidFill>
                    <a:srgbClr val="FFFFFF"/>
                  </a:solidFill>
                  <a:ea typeface="Verdana" panose="020B0604030504040204" pitchFamily="34" charset="0"/>
                  <a:cs typeface="Verdana" panose="020B0604030504040204" pitchFamily="34" charset="0"/>
                </a:rPr>
                <a:t>Lorem ipsum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err="1">
                  <a:ln>
                    <a:noFill/>
                  </a:ln>
                  <a:solidFill>
                    <a:srgbClr val="FFFFFF"/>
                  </a:solidFill>
                  <a:effectLst/>
                  <a:uLnTx/>
                  <a:uFillTx/>
                  <a:latin typeface="Calibri Light"/>
                  <a:ea typeface="Verdana" panose="020B0604030504040204" pitchFamily="34" charset="0"/>
                  <a:cs typeface="Verdana" panose="020B0604030504040204" pitchFamily="34" charset="0"/>
                </a:rPr>
                <a:t>onization</a:t>
              </a:r>
              <a:endParaRPr kumimoji="0" lang="en-US" sz="1200" b="0" i="0" u="none" strike="noStrike" kern="1200" cap="none" spc="0" normalizeH="0" baseline="0" noProof="0">
                <a:ln>
                  <a:noFill/>
                </a:ln>
                <a:solidFill>
                  <a:srgbClr val="FFFFFF"/>
                </a:solidFill>
                <a:effectLst/>
                <a:uLnTx/>
                <a:uFillTx/>
                <a:latin typeface="Calibri Light"/>
                <a:ea typeface="Verdana" panose="020B0604030504040204" pitchFamily="34" charset="0"/>
                <a:cs typeface="Verdana" panose="020B0604030504040204" pitchFamily="34" charset="0"/>
              </a:endParaRPr>
            </a:p>
          </p:txBody>
        </p:sp>
        <p:sp>
          <p:nvSpPr>
            <p:cNvPr id="42" name="Parallelogram 41">
              <a:extLst>
                <a:ext uri="{FF2B5EF4-FFF2-40B4-BE49-F238E27FC236}">
                  <a16:creationId xmlns:a16="http://schemas.microsoft.com/office/drawing/2014/main" id="{42671341-22E9-4A37-8E58-852D9C81D5AA}"/>
                </a:ext>
              </a:extLst>
            </p:cNvPr>
            <p:cNvSpPr/>
            <p:nvPr/>
          </p:nvSpPr>
          <p:spPr>
            <a:xfrm rot="300000">
              <a:off x="420422" y="4643110"/>
              <a:ext cx="3573178" cy="829271"/>
            </a:xfrm>
            <a:prstGeom prst="parallelogram">
              <a:avLst>
                <a:gd name="adj" fmla="val 129308"/>
              </a:avLst>
            </a:prstGeom>
            <a:solidFill>
              <a:srgbClr val="404040">
                <a:alpha val="82000"/>
              </a:srgbClr>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lvl="0" algn="ctr">
                <a:defRPr/>
              </a:pPr>
              <a:r>
                <a:rPr lang="en-US" sz="1200">
                  <a:solidFill>
                    <a:srgbClr val="FFFFFF"/>
                  </a:solidFill>
                  <a:ea typeface="Verdana" panose="020B0604030504040204" pitchFamily="34" charset="0"/>
                  <a:cs typeface="Verdana" panose="020B0604030504040204" pitchFamily="34" charset="0"/>
                </a:rPr>
                <a:t>Lorem ipsum </a:t>
              </a:r>
            </a:p>
          </p:txBody>
        </p:sp>
        <p:sp>
          <p:nvSpPr>
            <p:cNvPr id="43" name="Parallelogram 42">
              <a:extLst>
                <a:ext uri="{FF2B5EF4-FFF2-40B4-BE49-F238E27FC236}">
                  <a16:creationId xmlns:a16="http://schemas.microsoft.com/office/drawing/2014/main" id="{C0AAFE0C-8015-4685-97DF-C3803293EE51}"/>
                </a:ext>
              </a:extLst>
            </p:cNvPr>
            <p:cNvSpPr/>
            <p:nvPr/>
          </p:nvSpPr>
          <p:spPr>
            <a:xfrm rot="300000">
              <a:off x="420422" y="3969714"/>
              <a:ext cx="3573178" cy="829271"/>
            </a:xfrm>
            <a:prstGeom prst="parallelogram">
              <a:avLst>
                <a:gd name="adj" fmla="val 129308"/>
              </a:avLst>
            </a:prstGeom>
            <a:solidFill>
              <a:srgbClr val="7F7F7F">
                <a:alpha val="82000"/>
              </a:srgbClr>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lvl="0" algn="ctr">
                <a:defRPr/>
              </a:pPr>
              <a:r>
                <a:rPr lang="en-US" sz="1200">
                  <a:solidFill>
                    <a:srgbClr val="FFFFFF"/>
                  </a:solidFill>
                  <a:ea typeface="Verdana" panose="020B0604030504040204" pitchFamily="34" charset="0"/>
                  <a:cs typeface="Verdana" panose="020B0604030504040204" pitchFamily="34" charset="0"/>
                </a:rPr>
                <a:t>Lorem ipsum </a:t>
              </a:r>
            </a:p>
          </p:txBody>
        </p:sp>
        <p:sp>
          <p:nvSpPr>
            <p:cNvPr id="44" name="Parallelogram 43">
              <a:extLst>
                <a:ext uri="{FF2B5EF4-FFF2-40B4-BE49-F238E27FC236}">
                  <a16:creationId xmlns:a16="http://schemas.microsoft.com/office/drawing/2014/main" id="{673DD155-7E43-4BD5-94D4-BD92FF8C5FB7}"/>
                </a:ext>
              </a:extLst>
            </p:cNvPr>
            <p:cNvSpPr/>
            <p:nvPr/>
          </p:nvSpPr>
          <p:spPr>
            <a:xfrm rot="300000">
              <a:off x="420422" y="3296318"/>
              <a:ext cx="3573178" cy="829271"/>
            </a:xfrm>
            <a:prstGeom prst="parallelogram">
              <a:avLst>
                <a:gd name="adj" fmla="val 129308"/>
              </a:avLst>
            </a:prstGeom>
            <a:solidFill>
              <a:schemeClr val="accent1">
                <a:lumMod val="40000"/>
                <a:lumOff val="60000"/>
                <a:alpha val="82000"/>
              </a:schemeClr>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lvl="0" algn="ctr">
                <a:defRPr/>
              </a:pPr>
              <a:r>
                <a:rPr lang="en-US" sz="1200">
                  <a:solidFill>
                    <a:srgbClr val="000000"/>
                  </a:solidFill>
                  <a:ea typeface="Verdana" panose="020B0604030504040204" pitchFamily="34" charset="0"/>
                  <a:cs typeface="Verdana" panose="020B0604030504040204" pitchFamily="34" charset="0"/>
                </a:rPr>
                <a:t>Lorem ipsum </a:t>
              </a:r>
            </a:p>
          </p:txBody>
        </p:sp>
        <p:sp>
          <p:nvSpPr>
            <p:cNvPr id="45" name="Parallelogram 44">
              <a:extLst>
                <a:ext uri="{FF2B5EF4-FFF2-40B4-BE49-F238E27FC236}">
                  <a16:creationId xmlns:a16="http://schemas.microsoft.com/office/drawing/2014/main" id="{28C8DA03-D75B-4C31-BBD8-7C786D0D6F67}"/>
                </a:ext>
              </a:extLst>
            </p:cNvPr>
            <p:cNvSpPr/>
            <p:nvPr/>
          </p:nvSpPr>
          <p:spPr>
            <a:xfrm rot="300000">
              <a:off x="420422" y="2622922"/>
              <a:ext cx="3573178" cy="829271"/>
            </a:xfrm>
            <a:prstGeom prst="parallelogram">
              <a:avLst>
                <a:gd name="adj" fmla="val 129308"/>
              </a:avLst>
            </a:prstGeom>
            <a:solidFill>
              <a:schemeClr val="accent1">
                <a:lumMod val="60000"/>
                <a:lumOff val="40000"/>
                <a:alpha val="82000"/>
              </a:schemeClr>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lvl="0" algn="ctr">
                <a:defRPr/>
              </a:pPr>
              <a:r>
                <a:rPr lang="en-US" sz="1200">
                  <a:solidFill>
                    <a:srgbClr val="000000"/>
                  </a:solidFill>
                  <a:ea typeface="Verdana" panose="020B0604030504040204" pitchFamily="34" charset="0"/>
                  <a:cs typeface="Verdana" panose="020B0604030504040204" pitchFamily="34" charset="0"/>
                </a:rPr>
                <a:t>Lorem ipsum </a:t>
              </a:r>
            </a:p>
          </p:txBody>
        </p:sp>
        <p:sp>
          <p:nvSpPr>
            <p:cNvPr id="46" name="Parallelogram 45">
              <a:extLst>
                <a:ext uri="{FF2B5EF4-FFF2-40B4-BE49-F238E27FC236}">
                  <a16:creationId xmlns:a16="http://schemas.microsoft.com/office/drawing/2014/main" id="{B1137AB4-79AA-408C-B526-A05DFCDA81BC}"/>
                </a:ext>
              </a:extLst>
            </p:cNvPr>
            <p:cNvSpPr/>
            <p:nvPr/>
          </p:nvSpPr>
          <p:spPr>
            <a:xfrm rot="300000">
              <a:off x="420422" y="1879634"/>
              <a:ext cx="3573178" cy="829271"/>
            </a:xfrm>
            <a:prstGeom prst="parallelogram">
              <a:avLst>
                <a:gd name="adj" fmla="val 129308"/>
              </a:avLst>
            </a:prstGeom>
            <a:solidFill>
              <a:schemeClr val="accent1"/>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lvl="0" algn="ctr">
                <a:defRPr/>
              </a:pPr>
              <a:r>
                <a:rPr lang="en-US" sz="1200">
                  <a:solidFill>
                    <a:srgbClr val="000000"/>
                  </a:solidFill>
                  <a:ea typeface="Verdana" panose="020B0604030504040204" pitchFamily="34" charset="0"/>
                  <a:cs typeface="Verdana" panose="020B0604030504040204" pitchFamily="34" charset="0"/>
                </a:rPr>
                <a:t>Lorem ipsum </a:t>
              </a:r>
            </a:p>
          </p:txBody>
        </p:sp>
      </p:grpSp>
      <p:grpSp>
        <p:nvGrpSpPr>
          <p:cNvPr id="47" name="Group 46">
            <a:extLst>
              <a:ext uri="{FF2B5EF4-FFF2-40B4-BE49-F238E27FC236}">
                <a16:creationId xmlns:a16="http://schemas.microsoft.com/office/drawing/2014/main" id="{3BCD6E99-6562-4656-AB7B-001EFBE0EF35}"/>
              </a:ext>
            </a:extLst>
          </p:cNvPr>
          <p:cNvGrpSpPr/>
          <p:nvPr/>
        </p:nvGrpSpPr>
        <p:grpSpPr>
          <a:xfrm>
            <a:off x="1334256" y="2035985"/>
            <a:ext cx="517129" cy="3921223"/>
            <a:chOff x="163376" y="2485321"/>
            <a:chExt cx="517129" cy="3538277"/>
          </a:xfrm>
        </p:grpSpPr>
        <p:sp>
          <p:nvSpPr>
            <p:cNvPr id="48" name="Oval 47">
              <a:extLst>
                <a:ext uri="{FF2B5EF4-FFF2-40B4-BE49-F238E27FC236}">
                  <a16:creationId xmlns:a16="http://schemas.microsoft.com/office/drawing/2014/main" id="{43CA98C9-9C83-477F-8855-EB20C6FA2CD4}"/>
                </a:ext>
              </a:extLst>
            </p:cNvPr>
            <p:cNvSpPr/>
            <p:nvPr/>
          </p:nvSpPr>
          <p:spPr>
            <a:xfrm>
              <a:off x="163376" y="2485321"/>
              <a:ext cx="517129" cy="3538277"/>
            </a:xfrm>
            <a:prstGeom prst="ellipse">
              <a:avLst/>
            </a:prstGeom>
            <a:noFill/>
            <a:ln w="12700">
              <a:solidFill>
                <a:srgbClr val="0000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Light"/>
                <a:ea typeface="Verdana" panose="020B0604030504040204" pitchFamily="34" charset="0"/>
                <a:cs typeface="Verdana" panose="020B0604030504040204" pitchFamily="34" charset="0"/>
              </a:endParaRPr>
            </a:p>
          </p:txBody>
        </p:sp>
        <p:sp>
          <p:nvSpPr>
            <p:cNvPr id="49" name="TextBox 48">
              <a:extLst>
                <a:ext uri="{FF2B5EF4-FFF2-40B4-BE49-F238E27FC236}">
                  <a16:creationId xmlns:a16="http://schemas.microsoft.com/office/drawing/2014/main" id="{A15802E2-0FAA-4D1E-B61A-757B9CA2616D}"/>
                </a:ext>
              </a:extLst>
            </p:cNvPr>
            <p:cNvSpPr txBox="1"/>
            <p:nvPr/>
          </p:nvSpPr>
          <p:spPr>
            <a:xfrm rot="16200000">
              <a:off x="-327408" y="4035451"/>
              <a:ext cx="1488303" cy="461665"/>
            </a:xfrm>
            <a:prstGeom prst="rect">
              <a:avLst/>
            </a:prstGeom>
            <a:solidFill>
              <a:schemeClr val="bg1">
                <a:alpha val="30000"/>
              </a:schemeClr>
            </a:solidFill>
          </p:spPr>
          <p:txBody>
            <a:bodyPr wrap="square" rtlCol="0">
              <a:spAutoFit/>
            </a:bodyPr>
            <a:lstStyle/>
            <a:p>
              <a:pPr lvl="0" algn="ctr">
                <a:defRPr/>
              </a:pPr>
              <a:r>
                <a:rPr lang="en-US" sz="1200">
                  <a:solidFill>
                    <a:srgbClr val="000000"/>
                  </a:solidFill>
                  <a:ea typeface="Verdana" panose="020B0604030504040204" pitchFamily="34" charset="0"/>
                  <a:cs typeface="Verdana" panose="020B0604030504040204" pitchFamily="34" charset="0"/>
                </a:rPr>
                <a:t>Lorem ipsum </a:t>
              </a:r>
            </a:p>
            <a:p>
              <a:pPr lvl="0" algn="ctr">
                <a:defRPr/>
              </a:pPr>
              <a:endParaRPr lang="en-US" sz="1200">
                <a:solidFill>
                  <a:srgbClr val="000000"/>
                </a:solidFill>
                <a:ea typeface="Verdana" panose="020B0604030504040204" pitchFamily="34" charset="0"/>
                <a:cs typeface="Verdana" panose="020B0604030504040204" pitchFamily="34" charset="0"/>
              </a:endParaRPr>
            </a:p>
          </p:txBody>
        </p:sp>
        <p:cxnSp>
          <p:nvCxnSpPr>
            <p:cNvPr id="50" name="Elbow Connector 13">
              <a:extLst>
                <a:ext uri="{FF2B5EF4-FFF2-40B4-BE49-F238E27FC236}">
                  <a16:creationId xmlns:a16="http://schemas.microsoft.com/office/drawing/2014/main" id="{B7996EE7-18F3-44E1-8F53-9982BC4AF4AD}"/>
                </a:ext>
              </a:extLst>
            </p:cNvPr>
            <p:cNvCxnSpPr/>
            <p:nvPr/>
          </p:nvCxnSpPr>
          <p:spPr>
            <a:xfrm rot="5400000">
              <a:off x="128794" y="4245315"/>
              <a:ext cx="73152" cy="0"/>
            </a:xfrm>
            <a:prstGeom prst="bentConnector3">
              <a:avLst/>
            </a:prstGeom>
            <a:ln w="28575">
              <a:solidFill>
                <a:srgbClr val="000000"/>
              </a:solidFill>
              <a:tailEnd type="triangle"/>
            </a:ln>
            <a:effectLst/>
          </p:spPr>
          <p:style>
            <a:lnRef idx="2">
              <a:schemeClr val="accent1"/>
            </a:lnRef>
            <a:fillRef idx="0">
              <a:schemeClr val="accent1"/>
            </a:fillRef>
            <a:effectRef idx="1">
              <a:schemeClr val="accent1"/>
            </a:effectRef>
            <a:fontRef idx="minor">
              <a:schemeClr val="tx1"/>
            </a:fontRef>
          </p:style>
        </p:cxnSp>
      </p:grpSp>
      <p:cxnSp>
        <p:nvCxnSpPr>
          <p:cNvPr id="51" name="Straight Connector 50">
            <a:extLst>
              <a:ext uri="{FF2B5EF4-FFF2-40B4-BE49-F238E27FC236}">
                <a16:creationId xmlns:a16="http://schemas.microsoft.com/office/drawing/2014/main" id="{D179B4C5-B0AC-4983-98BC-19D4DA3810A4}"/>
              </a:ext>
            </a:extLst>
          </p:cNvPr>
          <p:cNvCxnSpPr/>
          <p:nvPr/>
        </p:nvCxnSpPr>
        <p:spPr>
          <a:xfrm>
            <a:off x="1065067" y="1599476"/>
            <a:ext cx="4206240" cy="0"/>
          </a:xfrm>
          <a:prstGeom prst="line">
            <a:avLst/>
          </a:prstGeom>
          <a:ln w="19050">
            <a:solidFill>
              <a:schemeClr val="accent1"/>
            </a:solidFill>
          </a:ln>
          <a:effectLst/>
        </p:spPr>
        <p:style>
          <a:lnRef idx="2">
            <a:schemeClr val="accent1"/>
          </a:lnRef>
          <a:fillRef idx="0">
            <a:schemeClr val="accent1"/>
          </a:fillRef>
          <a:effectRef idx="1">
            <a:schemeClr val="accent1"/>
          </a:effectRef>
          <a:fontRef idx="minor">
            <a:schemeClr val="tx1"/>
          </a:fontRef>
        </p:style>
      </p:cxnSp>
      <p:sp>
        <p:nvSpPr>
          <p:cNvPr id="52" name="TextBox 51">
            <a:extLst>
              <a:ext uri="{FF2B5EF4-FFF2-40B4-BE49-F238E27FC236}">
                <a16:creationId xmlns:a16="http://schemas.microsoft.com/office/drawing/2014/main" id="{A37D605E-19D9-45C7-AD40-89E032189BAF}"/>
              </a:ext>
            </a:extLst>
          </p:cNvPr>
          <p:cNvSpPr txBox="1"/>
          <p:nvPr/>
        </p:nvSpPr>
        <p:spPr>
          <a:xfrm>
            <a:off x="1065067" y="1395194"/>
            <a:ext cx="836960" cy="184666"/>
          </a:xfrm>
          <a:prstGeom prst="rect">
            <a:avLst/>
          </a:prstGeom>
          <a:noFill/>
        </p:spPr>
        <p:txBody>
          <a:bodyPr wrap="none" lIns="0" tIns="0" rIns="0" bIns="0" rtlCol="0">
            <a:spAutoFit/>
          </a:bodyPr>
          <a:lstStyle/>
          <a:p>
            <a:pPr lvl="0">
              <a:defRPr/>
            </a:pPr>
            <a:r>
              <a:rPr lang="en-US" sz="1200">
                <a:solidFill>
                  <a:srgbClr val="000000"/>
                </a:solidFill>
                <a:ea typeface="Verdana" panose="020B0604030504040204" pitchFamily="34" charset="0"/>
                <a:cs typeface="Verdana" panose="020B0604030504040204" pitchFamily="34" charset="0"/>
              </a:rPr>
              <a:t>Lorem ipsum </a:t>
            </a:r>
          </a:p>
        </p:txBody>
      </p:sp>
      <p:cxnSp>
        <p:nvCxnSpPr>
          <p:cNvPr id="53" name="Straight Connector 52">
            <a:extLst>
              <a:ext uri="{FF2B5EF4-FFF2-40B4-BE49-F238E27FC236}">
                <a16:creationId xmlns:a16="http://schemas.microsoft.com/office/drawing/2014/main" id="{C6EE9C1E-52BD-4993-AB98-8696ADE5E5DF}"/>
              </a:ext>
            </a:extLst>
          </p:cNvPr>
          <p:cNvCxnSpPr/>
          <p:nvPr/>
        </p:nvCxnSpPr>
        <p:spPr>
          <a:xfrm>
            <a:off x="5639174" y="1599476"/>
            <a:ext cx="6053328" cy="0"/>
          </a:xfrm>
          <a:prstGeom prst="line">
            <a:avLst/>
          </a:prstGeom>
          <a:ln w="19050">
            <a:solidFill>
              <a:schemeClr val="accent1"/>
            </a:solidFill>
          </a:ln>
          <a:effectLst/>
        </p:spPr>
        <p:style>
          <a:lnRef idx="2">
            <a:schemeClr val="accent1"/>
          </a:lnRef>
          <a:fillRef idx="0">
            <a:schemeClr val="accent1"/>
          </a:fillRef>
          <a:effectRef idx="1">
            <a:schemeClr val="accent1"/>
          </a:effectRef>
          <a:fontRef idx="minor">
            <a:schemeClr val="tx1"/>
          </a:fontRef>
        </p:style>
      </p:cxnSp>
      <p:sp>
        <p:nvSpPr>
          <p:cNvPr id="54" name="TextBox 53">
            <a:extLst>
              <a:ext uri="{FF2B5EF4-FFF2-40B4-BE49-F238E27FC236}">
                <a16:creationId xmlns:a16="http://schemas.microsoft.com/office/drawing/2014/main" id="{27910DF8-27C3-412A-AFE8-EA971A57B0AB}"/>
              </a:ext>
            </a:extLst>
          </p:cNvPr>
          <p:cNvSpPr txBox="1"/>
          <p:nvPr/>
        </p:nvSpPr>
        <p:spPr>
          <a:xfrm>
            <a:off x="5639174" y="1395194"/>
            <a:ext cx="836960" cy="184666"/>
          </a:xfrm>
          <a:prstGeom prst="rect">
            <a:avLst/>
          </a:prstGeom>
          <a:noFill/>
          <a:ln>
            <a:noFill/>
          </a:ln>
        </p:spPr>
        <p:txBody>
          <a:bodyPr wrap="none" lIns="0" tIns="0" rIns="0" bIns="0" rtlCol="0">
            <a:spAutoFit/>
          </a:bodyPr>
          <a:lstStyle/>
          <a:p>
            <a:pPr lvl="0">
              <a:defRPr/>
            </a:pPr>
            <a:r>
              <a:rPr lang="en-US" sz="1200">
                <a:solidFill>
                  <a:srgbClr val="000000"/>
                </a:solidFill>
                <a:ea typeface="Verdana" panose="020B0604030504040204" pitchFamily="34" charset="0"/>
                <a:cs typeface="Verdana" panose="020B0604030504040204" pitchFamily="34" charset="0"/>
              </a:rPr>
              <a:t>Lorem ipsum </a:t>
            </a:r>
          </a:p>
        </p:txBody>
      </p:sp>
      <p:graphicFrame>
        <p:nvGraphicFramePr>
          <p:cNvPr id="55" name="Table 54">
            <a:extLst>
              <a:ext uri="{FF2B5EF4-FFF2-40B4-BE49-F238E27FC236}">
                <a16:creationId xmlns:a16="http://schemas.microsoft.com/office/drawing/2014/main" id="{D00A8DDA-BEC2-4228-AA98-BB1AB118D985}"/>
              </a:ext>
            </a:extLst>
          </p:cNvPr>
          <p:cNvGraphicFramePr>
            <a:graphicFrameLocks noGrp="1"/>
          </p:cNvGraphicFramePr>
          <p:nvPr/>
        </p:nvGraphicFramePr>
        <p:xfrm>
          <a:off x="5639174" y="1864007"/>
          <a:ext cx="6051176" cy="4405233"/>
        </p:xfrm>
        <a:graphic>
          <a:graphicData uri="http://schemas.openxmlformats.org/drawingml/2006/table">
            <a:tbl>
              <a:tblPr firstRow="1" bandRow="1">
                <a:tableStyleId>{5C22544A-7EE6-4342-B048-85BDC9FD1C3A}</a:tableStyleId>
              </a:tblPr>
              <a:tblGrid>
                <a:gridCol w="762123">
                  <a:extLst>
                    <a:ext uri="{9D8B030D-6E8A-4147-A177-3AD203B41FA5}">
                      <a16:colId xmlns:a16="http://schemas.microsoft.com/office/drawing/2014/main" val="3975474829"/>
                    </a:ext>
                  </a:extLst>
                </a:gridCol>
                <a:gridCol w="1617693">
                  <a:extLst>
                    <a:ext uri="{9D8B030D-6E8A-4147-A177-3AD203B41FA5}">
                      <a16:colId xmlns:a16="http://schemas.microsoft.com/office/drawing/2014/main" val="844568499"/>
                    </a:ext>
                  </a:extLst>
                </a:gridCol>
                <a:gridCol w="3671360">
                  <a:extLst>
                    <a:ext uri="{9D8B030D-6E8A-4147-A177-3AD203B41FA5}">
                      <a16:colId xmlns:a16="http://schemas.microsoft.com/office/drawing/2014/main" val="1868331620"/>
                    </a:ext>
                  </a:extLst>
                </a:gridCol>
              </a:tblGrid>
              <a:tr h="753535">
                <a:tc>
                  <a:txBody>
                    <a:bodyPr/>
                    <a:lstStyle/>
                    <a:p>
                      <a:pPr algn="l"/>
                      <a:endParaRPr lang="en-US" sz="1100" b="0">
                        <a:solidFill>
                          <a:schemeClr val="accent1"/>
                        </a:solidFill>
                        <a:latin typeface="Verdana" panose="020B0604030504040204" pitchFamily="34" charset="0"/>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1">
                          <a:solidFill>
                            <a:schemeClr val="accent1"/>
                          </a:solidFill>
                          <a:latin typeface="+mn-lt"/>
                          <a:ea typeface="Verdana" panose="020B0604030504040204" pitchFamily="34" charset="0"/>
                          <a:cs typeface="Verdana" panose="020B0604030504040204" pitchFamily="34" charset="0"/>
                        </a:rPr>
                        <a:t>Lorem ipsum </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0">
                          <a:solidFill>
                            <a:schemeClr val="tx1"/>
                          </a:solidFill>
                          <a:latin typeface="+mn-lt"/>
                          <a:ea typeface="Verdana" panose="020B0604030504040204" pitchFamily="34" charset="0"/>
                          <a:cs typeface="Verdana" panose="020B0604030504040204" pitchFamily="34" charset="0"/>
                        </a:rPr>
                        <a:t>This is dummy text it is not here to be read. The is just text to show where you could insert text. This is dummy text it is not here to be read. </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0636766"/>
                  </a:ext>
                </a:extLst>
              </a:tr>
              <a:tr h="702733">
                <a:tc>
                  <a:txBody>
                    <a:bodyPr/>
                    <a:lstStyle/>
                    <a:p>
                      <a:pPr algn="l"/>
                      <a:endParaRPr lang="en-US" sz="1100" b="0">
                        <a:solidFill>
                          <a:schemeClr val="accent1"/>
                        </a:solidFill>
                        <a:latin typeface="Verdana" panose="020B0604030504040204" pitchFamily="34" charset="0"/>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1">
                          <a:solidFill>
                            <a:schemeClr val="accent1"/>
                          </a:solidFill>
                          <a:latin typeface="+mn-lt"/>
                          <a:ea typeface="Verdana" panose="020B0604030504040204" pitchFamily="34" charset="0"/>
                          <a:cs typeface="Verdana" panose="020B0604030504040204" pitchFamily="34" charset="0"/>
                        </a:rPr>
                        <a:t>Lorem ipsum </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0">
                          <a:solidFill>
                            <a:schemeClr val="tx1"/>
                          </a:solidFill>
                          <a:latin typeface="+mn-lt"/>
                          <a:ea typeface="Verdana" panose="020B0604030504040204" pitchFamily="34" charset="0"/>
                          <a:cs typeface="Verdana" panose="020B0604030504040204" pitchFamily="34" charset="0"/>
                        </a:rPr>
                        <a:t>This is dummy text it is not here to be read. The is just text to show where you could insert text. This is dummy text it is not here to be read.</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062843"/>
                  </a:ext>
                </a:extLst>
              </a:tr>
              <a:tr h="651933">
                <a:tc>
                  <a:txBody>
                    <a:bodyPr/>
                    <a:lstStyle/>
                    <a:p>
                      <a:pPr algn="l"/>
                      <a:endParaRPr lang="en-US" sz="1100" b="0">
                        <a:solidFill>
                          <a:schemeClr val="accent1"/>
                        </a:solidFill>
                        <a:latin typeface="Verdana" panose="020B0604030504040204" pitchFamily="34" charset="0"/>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1">
                          <a:solidFill>
                            <a:schemeClr val="accent1"/>
                          </a:solidFill>
                          <a:latin typeface="+mn-lt"/>
                          <a:ea typeface="Verdana" panose="020B0604030504040204" pitchFamily="34" charset="0"/>
                          <a:cs typeface="Verdana" panose="020B0604030504040204" pitchFamily="34" charset="0"/>
                        </a:rPr>
                        <a:t>Lorem ipsum </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0">
                          <a:solidFill>
                            <a:schemeClr val="tx1"/>
                          </a:solidFill>
                          <a:latin typeface="+mn-lt"/>
                          <a:ea typeface="Verdana" panose="020B0604030504040204" pitchFamily="34" charset="0"/>
                          <a:cs typeface="Verdana" panose="020B0604030504040204" pitchFamily="34" charset="0"/>
                        </a:rPr>
                        <a:t>This is dummy text it is not here to be read. The is just text to show where you could insert text. This is dummy text it is not here to be read.</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670558"/>
                  </a:ext>
                </a:extLst>
              </a:tr>
              <a:tr h="688817">
                <a:tc>
                  <a:txBody>
                    <a:bodyPr/>
                    <a:lstStyle/>
                    <a:p>
                      <a:pPr algn="l"/>
                      <a:endParaRPr lang="en-US" sz="1100" b="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1">
                          <a:solidFill>
                            <a:schemeClr val="tx1"/>
                          </a:solidFill>
                          <a:latin typeface="+mn-lt"/>
                          <a:ea typeface="Verdana" panose="020B0604030504040204" pitchFamily="34" charset="0"/>
                          <a:cs typeface="Verdana" panose="020B0604030504040204" pitchFamily="34" charset="0"/>
                        </a:rPr>
                        <a:t>Lorem ipsum </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0">
                          <a:solidFill>
                            <a:schemeClr val="tx1"/>
                          </a:solidFill>
                          <a:latin typeface="+mn-lt"/>
                          <a:ea typeface="Verdana" panose="020B0604030504040204" pitchFamily="34" charset="0"/>
                          <a:cs typeface="Verdana" panose="020B0604030504040204" pitchFamily="34" charset="0"/>
                        </a:rPr>
                        <a:t>This is dummy text it is not here to be read. The is just text to show where you could insert text. This is dummy text it is not here to be read.</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1345550"/>
                  </a:ext>
                </a:extLst>
              </a:tr>
              <a:tr h="725117">
                <a:tc>
                  <a:txBody>
                    <a:bodyPr/>
                    <a:lstStyle/>
                    <a:p>
                      <a:pPr algn="l"/>
                      <a:endParaRPr lang="en-US" sz="1100" b="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1">
                          <a:solidFill>
                            <a:schemeClr val="tx1"/>
                          </a:solidFill>
                          <a:latin typeface="+mn-lt"/>
                          <a:ea typeface="Verdana" panose="020B0604030504040204" pitchFamily="34" charset="0"/>
                          <a:cs typeface="Verdana" panose="020B0604030504040204" pitchFamily="34" charset="0"/>
                        </a:rPr>
                        <a:t>Lorem ipsum </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0">
                          <a:solidFill>
                            <a:schemeClr val="tx1"/>
                          </a:solidFill>
                          <a:latin typeface="+mn-lt"/>
                          <a:ea typeface="Verdana" panose="020B0604030504040204" pitchFamily="34" charset="0"/>
                          <a:cs typeface="Verdana" panose="020B0604030504040204" pitchFamily="34" charset="0"/>
                        </a:rPr>
                        <a:t>This is dummy text it is not here to be read. The is just text to show where you could insert text. This is dummy text it is not here to be read.</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2064739"/>
                  </a:ext>
                </a:extLst>
              </a:tr>
              <a:tr h="883098">
                <a:tc>
                  <a:txBody>
                    <a:bodyPr/>
                    <a:lstStyle/>
                    <a:p>
                      <a:pPr algn="l"/>
                      <a:endParaRPr lang="en-US" sz="1100" b="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1">
                          <a:solidFill>
                            <a:schemeClr val="tx1"/>
                          </a:solidFill>
                          <a:latin typeface="+mn-lt"/>
                          <a:ea typeface="Verdana" panose="020B0604030504040204" pitchFamily="34" charset="0"/>
                          <a:cs typeface="Verdana" panose="020B0604030504040204" pitchFamily="34" charset="0"/>
                        </a:rPr>
                        <a:t>Lorem ipsum </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0">
                          <a:solidFill>
                            <a:schemeClr val="tx1"/>
                          </a:solidFill>
                          <a:latin typeface="+mn-lt"/>
                          <a:ea typeface="Verdana" panose="020B0604030504040204" pitchFamily="34" charset="0"/>
                          <a:cs typeface="Verdana" panose="020B0604030504040204" pitchFamily="34" charset="0"/>
                        </a:rPr>
                        <a:t>This is dummy text it is not here to be read. The is just text to show where you could insert text. This is dummy text it is not here to be read.</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6766495"/>
                  </a:ext>
                </a:extLst>
              </a:tr>
            </a:tbl>
          </a:graphicData>
        </a:graphic>
      </p:graphicFrame>
      <p:pic>
        <p:nvPicPr>
          <p:cNvPr id="56" name="Picture 55">
            <a:extLst>
              <a:ext uri="{FF2B5EF4-FFF2-40B4-BE49-F238E27FC236}">
                <a16:creationId xmlns:a16="http://schemas.microsoft.com/office/drawing/2014/main" id="{73497644-E002-486C-BBD2-B0ACEFAEAE75}"/>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50779" t="11162" r="45996" b="81632"/>
          <a:stretch/>
        </p:blipFill>
        <p:spPr>
          <a:xfrm>
            <a:off x="5878807" y="2035985"/>
            <a:ext cx="343093" cy="411480"/>
          </a:xfrm>
          <a:prstGeom prst="rect">
            <a:avLst/>
          </a:prstGeom>
        </p:spPr>
      </p:pic>
      <p:pic>
        <p:nvPicPr>
          <p:cNvPr id="57" name="Picture 56">
            <a:extLst>
              <a:ext uri="{FF2B5EF4-FFF2-40B4-BE49-F238E27FC236}">
                <a16:creationId xmlns:a16="http://schemas.microsoft.com/office/drawing/2014/main" id="{D1773CD6-09CB-46DD-A57C-FA9BED7FF484}"/>
              </a:ext>
            </a:extLst>
          </p:cNvPr>
          <p:cNvPicPr>
            <a:picLocks noChangeAspect="1"/>
          </p:cNvPicPr>
          <p:nvPr/>
        </p:nvPicPr>
        <p:blipFill rotWithShape="1">
          <a:blip r:embed="rId2"/>
          <a:srcRect l="50479" t="26425" r="45512" b="69011"/>
          <a:stretch/>
        </p:blipFill>
        <p:spPr>
          <a:xfrm>
            <a:off x="5825860" y="2832999"/>
            <a:ext cx="448987" cy="274320"/>
          </a:xfrm>
          <a:prstGeom prst="rect">
            <a:avLst/>
          </a:prstGeom>
        </p:spPr>
      </p:pic>
      <p:pic>
        <p:nvPicPr>
          <p:cNvPr id="58" name="Picture 57">
            <a:extLst>
              <a:ext uri="{FF2B5EF4-FFF2-40B4-BE49-F238E27FC236}">
                <a16:creationId xmlns:a16="http://schemas.microsoft.com/office/drawing/2014/main" id="{077C99C4-8476-4133-AC2A-DDE1C1540D66}"/>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50658" t="39548" r="45735" b="55388"/>
          <a:stretch/>
        </p:blipFill>
        <p:spPr>
          <a:xfrm>
            <a:off x="5872293" y="3520937"/>
            <a:ext cx="356122" cy="268392"/>
          </a:xfrm>
          <a:prstGeom prst="rect">
            <a:avLst/>
          </a:prstGeom>
        </p:spPr>
      </p:pic>
      <p:pic>
        <p:nvPicPr>
          <p:cNvPr id="59" name="Picture 58">
            <a:extLst>
              <a:ext uri="{FF2B5EF4-FFF2-40B4-BE49-F238E27FC236}">
                <a16:creationId xmlns:a16="http://schemas.microsoft.com/office/drawing/2014/main" id="{8942D279-18DC-4A7A-8EE2-D70274A80797}"/>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50142" t="53678" r="44972" b="38547"/>
          <a:stretch/>
        </p:blipFill>
        <p:spPr>
          <a:xfrm>
            <a:off x="5832906" y="4122811"/>
            <a:ext cx="434894" cy="371412"/>
          </a:xfrm>
          <a:prstGeom prst="rect">
            <a:avLst/>
          </a:prstGeom>
        </p:spPr>
      </p:pic>
      <p:pic>
        <p:nvPicPr>
          <p:cNvPr id="60" name="Picture 59">
            <a:extLst>
              <a:ext uri="{FF2B5EF4-FFF2-40B4-BE49-F238E27FC236}">
                <a16:creationId xmlns:a16="http://schemas.microsoft.com/office/drawing/2014/main" id="{C6C1F890-4CE8-4293-B7EA-2DD26E8E43D1}"/>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50342" t="68735" r="45356" b="25892"/>
          <a:stretch/>
        </p:blipFill>
        <p:spPr>
          <a:xfrm>
            <a:off x="5850145" y="4923017"/>
            <a:ext cx="400418" cy="268392"/>
          </a:xfrm>
          <a:prstGeom prst="rect">
            <a:avLst/>
          </a:prstGeom>
        </p:spPr>
      </p:pic>
      <p:pic>
        <p:nvPicPr>
          <p:cNvPr id="61" name="Picture 60">
            <a:extLst>
              <a:ext uri="{FF2B5EF4-FFF2-40B4-BE49-F238E27FC236}">
                <a16:creationId xmlns:a16="http://schemas.microsoft.com/office/drawing/2014/main" id="{12D9EC87-79C0-46CC-9638-2B1165550DED}"/>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49946" t="82082" r="44944" b="10583"/>
          <a:stretch/>
        </p:blipFill>
        <p:spPr>
          <a:xfrm>
            <a:off x="5817943" y="5690441"/>
            <a:ext cx="464820" cy="358140"/>
          </a:xfrm>
          <a:prstGeom prst="rect">
            <a:avLst/>
          </a:prstGeom>
        </p:spPr>
      </p:pic>
      <p:grpSp>
        <p:nvGrpSpPr>
          <p:cNvPr id="62" name="组合 268">
            <a:extLst>
              <a:ext uri="{FF2B5EF4-FFF2-40B4-BE49-F238E27FC236}">
                <a16:creationId xmlns:a16="http://schemas.microsoft.com/office/drawing/2014/main" id="{B305DFA1-97AF-43BC-83E5-DADADBC4C07C}"/>
              </a:ext>
            </a:extLst>
          </p:cNvPr>
          <p:cNvGrpSpPr/>
          <p:nvPr/>
        </p:nvGrpSpPr>
        <p:grpSpPr>
          <a:xfrm rot="16200000">
            <a:off x="-267613" y="3089908"/>
            <a:ext cx="2492639" cy="172720"/>
            <a:chOff x="499437" y="1535322"/>
            <a:chExt cx="862073" cy="192140"/>
          </a:xfrm>
        </p:grpSpPr>
        <p:cxnSp>
          <p:nvCxnSpPr>
            <p:cNvPr id="63" name="Straight Connector 20">
              <a:extLst>
                <a:ext uri="{FF2B5EF4-FFF2-40B4-BE49-F238E27FC236}">
                  <a16:creationId xmlns:a16="http://schemas.microsoft.com/office/drawing/2014/main" id="{7E90DFCE-5155-4D36-B2DB-AAD2E7197435}"/>
                </a:ext>
              </a:extLst>
            </p:cNvPr>
            <p:cNvCxnSpPr>
              <a:cxnSpLocks/>
            </p:cNvCxnSpPr>
            <p:nvPr/>
          </p:nvCxnSpPr>
          <p:spPr>
            <a:xfrm>
              <a:off x="500077" y="1629959"/>
              <a:ext cx="861433"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 name="Straight Connector 20">
              <a:extLst>
                <a:ext uri="{FF2B5EF4-FFF2-40B4-BE49-F238E27FC236}">
                  <a16:creationId xmlns:a16="http://schemas.microsoft.com/office/drawing/2014/main" id="{9BDC6F16-08DE-42FF-B394-0B21207E5C23}"/>
                </a:ext>
              </a:extLst>
            </p:cNvPr>
            <p:cNvCxnSpPr>
              <a:cxnSpLocks/>
            </p:cNvCxnSpPr>
            <p:nvPr/>
          </p:nvCxnSpPr>
          <p:spPr>
            <a:xfrm flipV="1">
              <a:off x="1360497" y="1535322"/>
              <a:ext cx="0" cy="19214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5" name="Straight Connector 20">
              <a:extLst>
                <a:ext uri="{FF2B5EF4-FFF2-40B4-BE49-F238E27FC236}">
                  <a16:creationId xmlns:a16="http://schemas.microsoft.com/office/drawing/2014/main" id="{3E969A22-EAC3-48C5-8232-B762C279C918}"/>
                </a:ext>
              </a:extLst>
            </p:cNvPr>
            <p:cNvCxnSpPr>
              <a:cxnSpLocks/>
            </p:cNvCxnSpPr>
            <p:nvPr/>
          </p:nvCxnSpPr>
          <p:spPr>
            <a:xfrm flipV="1">
              <a:off x="499437" y="1535322"/>
              <a:ext cx="0" cy="19214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6" name="Rectangle 65">
            <a:extLst>
              <a:ext uri="{FF2B5EF4-FFF2-40B4-BE49-F238E27FC236}">
                <a16:creationId xmlns:a16="http://schemas.microsoft.com/office/drawing/2014/main" id="{3F86F8EE-AEA6-43C0-ABF6-D65204E799C2}"/>
              </a:ext>
            </a:extLst>
          </p:cNvPr>
          <p:cNvSpPr/>
          <p:nvPr/>
        </p:nvSpPr>
        <p:spPr>
          <a:xfrm rot="16200000">
            <a:off x="-142809" y="2983446"/>
            <a:ext cx="1577344" cy="378099"/>
          </a:xfrm>
          <a:prstGeom prst="rect">
            <a:avLst/>
          </a:prstGeom>
        </p:spPr>
        <p:txBody>
          <a:bodyPr wrap="square" lIns="69643" tIns="34821" rIns="69643" bIns="34821">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zh-CN" sz="2000" b="1" i="0" u="none" strike="noStrike" kern="1200" cap="none" spc="0" normalizeH="0" baseline="0" noProof="0">
                <a:ln>
                  <a:noFill/>
                </a:ln>
                <a:solidFill>
                  <a:srgbClr val="86BC25"/>
                </a:solidFill>
                <a:effectLst/>
                <a:uLnTx/>
                <a:uFillTx/>
                <a:latin typeface="Calibri Light"/>
                <a:ea typeface="Verdana" panose="020B0604030504040204" pitchFamily="34" charset="0"/>
                <a:cs typeface="Verdana" panose="020B0604030504040204" pitchFamily="34" charset="0"/>
              </a:rPr>
              <a:t>Level</a:t>
            </a:r>
          </a:p>
        </p:txBody>
      </p:sp>
      <p:grpSp>
        <p:nvGrpSpPr>
          <p:cNvPr id="67" name="组合 268">
            <a:extLst>
              <a:ext uri="{FF2B5EF4-FFF2-40B4-BE49-F238E27FC236}">
                <a16:creationId xmlns:a16="http://schemas.microsoft.com/office/drawing/2014/main" id="{4F3C6CCF-A388-44D0-9C6E-F4DC5B2BE12B}"/>
              </a:ext>
            </a:extLst>
          </p:cNvPr>
          <p:cNvGrpSpPr/>
          <p:nvPr/>
        </p:nvGrpSpPr>
        <p:grpSpPr>
          <a:xfrm rot="16200000">
            <a:off x="162125" y="5215449"/>
            <a:ext cx="1633162" cy="172720"/>
            <a:chOff x="499437" y="1535322"/>
            <a:chExt cx="862073" cy="192140"/>
          </a:xfrm>
        </p:grpSpPr>
        <p:cxnSp>
          <p:nvCxnSpPr>
            <p:cNvPr id="68" name="Straight Connector 20">
              <a:extLst>
                <a:ext uri="{FF2B5EF4-FFF2-40B4-BE49-F238E27FC236}">
                  <a16:creationId xmlns:a16="http://schemas.microsoft.com/office/drawing/2014/main" id="{5EE7799D-4B84-453F-824A-4A0AF653E6BF}"/>
                </a:ext>
              </a:extLst>
            </p:cNvPr>
            <p:cNvCxnSpPr>
              <a:cxnSpLocks/>
            </p:cNvCxnSpPr>
            <p:nvPr/>
          </p:nvCxnSpPr>
          <p:spPr>
            <a:xfrm>
              <a:off x="500077" y="1629959"/>
              <a:ext cx="861433" cy="0"/>
            </a:xfrm>
            <a:prstGeom prst="line">
              <a:avLst/>
            </a:prstGeom>
            <a:ln w="19050">
              <a:solidFill>
                <a:srgbClr val="626262"/>
              </a:solidFill>
            </a:ln>
          </p:spPr>
          <p:style>
            <a:lnRef idx="1">
              <a:schemeClr val="accent1"/>
            </a:lnRef>
            <a:fillRef idx="0">
              <a:schemeClr val="accent1"/>
            </a:fillRef>
            <a:effectRef idx="0">
              <a:schemeClr val="accent1"/>
            </a:effectRef>
            <a:fontRef idx="minor">
              <a:schemeClr val="tx1"/>
            </a:fontRef>
          </p:style>
        </p:cxnSp>
        <p:cxnSp>
          <p:nvCxnSpPr>
            <p:cNvPr id="69" name="Straight Connector 20">
              <a:extLst>
                <a:ext uri="{FF2B5EF4-FFF2-40B4-BE49-F238E27FC236}">
                  <a16:creationId xmlns:a16="http://schemas.microsoft.com/office/drawing/2014/main" id="{42185026-8893-406E-A2F1-13AE44F4C105}"/>
                </a:ext>
              </a:extLst>
            </p:cNvPr>
            <p:cNvCxnSpPr>
              <a:cxnSpLocks/>
            </p:cNvCxnSpPr>
            <p:nvPr/>
          </p:nvCxnSpPr>
          <p:spPr>
            <a:xfrm flipV="1">
              <a:off x="1360497" y="1535322"/>
              <a:ext cx="0" cy="192140"/>
            </a:xfrm>
            <a:prstGeom prst="line">
              <a:avLst/>
            </a:prstGeom>
            <a:ln w="19050">
              <a:solidFill>
                <a:srgbClr val="626262"/>
              </a:solidFill>
            </a:ln>
          </p:spPr>
          <p:style>
            <a:lnRef idx="1">
              <a:schemeClr val="accent1"/>
            </a:lnRef>
            <a:fillRef idx="0">
              <a:schemeClr val="accent1"/>
            </a:fillRef>
            <a:effectRef idx="0">
              <a:schemeClr val="accent1"/>
            </a:effectRef>
            <a:fontRef idx="minor">
              <a:schemeClr val="tx1"/>
            </a:fontRef>
          </p:style>
        </p:cxnSp>
        <p:cxnSp>
          <p:nvCxnSpPr>
            <p:cNvPr id="70" name="Straight Connector 20">
              <a:extLst>
                <a:ext uri="{FF2B5EF4-FFF2-40B4-BE49-F238E27FC236}">
                  <a16:creationId xmlns:a16="http://schemas.microsoft.com/office/drawing/2014/main" id="{62670BF0-C9BB-4FD2-8FB7-7A7E2EE1500D}"/>
                </a:ext>
              </a:extLst>
            </p:cNvPr>
            <p:cNvCxnSpPr>
              <a:cxnSpLocks/>
            </p:cNvCxnSpPr>
            <p:nvPr/>
          </p:nvCxnSpPr>
          <p:spPr>
            <a:xfrm flipV="1">
              <a:off x="499437" y="1535322"/>
              <a:ext cx="0" cy="192140"/>
            </a:xfrm>
            <a:prstGeom prst="line">
              <a:avLst/>
            </a:prstGeom>
            <a:ln w="19050">
              <a:solidFill>
                <a:srgbClr val="626262"/>
              </a:solidFill>
            </a:ln>
          </p:spPr>
          <p:style>
            <a:lnRef idx="1">
              <a:schemeClr val="accent1"/>
            </a:lnRef>
            <a:fillRef idx="0">
              <a:schemeClr val="accent1"/>
            </a:fillRef>
            <a:effectRef idx="0">
              <a:schemeClr val="accent1"/>
            </a:effectRef>
            <a:fontRef idx="minor">
              <a:schemeClr val="tx1"/>
            </a:fontRef>
          </p:style>
        </p:cxnSp>
      </p:grpSp>
      <p:sp>
        <p:nvSpPr>
          <p:cNvPr id="71" name="Rectangle 65">
            <a:extLst>
              <a:ext uri="{FF2B5EF4-FFF2-40B4-BE49-F238E27FC236}">
                <a16:creationId xmlns:a16="http://schemas.microsoft.com/office/drawing/2014/main" id="{AEF3EB23-35B2-43D8-B171-A4C4E89E9BC0}"/>
              </a:ext>
            </a:extLst>
          </p:cNvPr>
          <p:cNvSpPr/>
          <p:nvPr/>
        </p:nvSpPr>
        <p:spPr>
          <a:xfrm rot="16200000">
            <a:off x="-142809" y="5112040"/>
            <a:ext cx="1577344" cy="378099"/>
          </a:xfrm>
          <a:prstGeom prst="rect">
            <a:avLst/>
          </a:prstGeom>
        </p:spPr>
        <p:txBody>
          <a:bodyPr wrap="square" lIns="69643" tIns="34821" rIns="69643" bIns="34821">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altLang="zh-CN" sz="2000" b="1" i="0" u="none" strike="noStrike" kern="1200" cap="none" spc="0" normalizeH="0" baseline="0" noProof="0">
                <a:ln>
                  <a:noFill/>
                </a:ln>
                <a:solidFill>
                  <a:srgbClr val="626262"/>
                </a:solidFill>
                <a:effectLst/>
                <a:uLnTx/>
                <a:uFillTx/>
                <a:latin typeface="Calibri Light"/>
                <a:ea typeface="Verdana" panose="020B0604030504040204" pitchFamily="34" charset="0"/>
                <a:cs typeface="Verdana" panose="020B0604030504040204" pitchFamily="34" charset="0"/>
              </a:rPr>
              <a:t>Level</a:t>
            </a:r>
          </a:p>
        </p:txBody>
      </p:sp>
    </p:spTree>
    <p:extLst>
      <p:ext uri="{BB962C8B-B14F-4D97-AF65-F5344CB8AC3E}">
        <p14:creationId xmlns:p14="http://schemas.microsoft.com/office/powerpoint/2010/main" val="295636225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9E010B70-F281-4CE3-91E6-5DB4B1930371}"/>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73" imgH="473" progId="TCLayout.ActiveDocument.1">
                  <p:embed/>
                </p:oleObj>
              </mc:Choice>
              <mc:Fallback>
                <p:oleObj name="think-cell Slide" r:id="rId5" imgW="473" imgH="473" progId="TCLayout.ActiveDocument.1">
                  <p:embed/>
                  <p:pic>
                    <p:nvPicPr>
                      <p:cNvPr id="6" name="Object 5" hidden="1">
                        <a:extLst>
                          <a:ext uri="{FF2B5EF4-FFF2-40B4-BE49-F238E27FC236}">
                            <a16:creationId xmlns:a16="http://schemas.microsoft.com/office/drawing/2014/main" id="{9E010B70-F281-4CE3-91E6-5DB4B1930371}"/>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Title 2"/>
          <p:cNvSpPr>
            <a:spLocks noGrp="1"/>
          </p:cNvSpPr>
          <p:nvPr>
            <p:ph type="title"/>
          </p:nvPr>
        </p:nvSpPr>
        <p:spPr/>
        <p:txBody>
          <a:bodyPr vert="horz">
            <a:normAutofit fontScale="90000"/>
          </a:bodyPr>
          <a:lstStyle/>
          <a:p>
            <a:r>
              <a:rPr lang="en-US"/>
              <a:t>Salma: Mawdoo3's leading Arabic-first voice-based virtual assistant</a:t>
            </a:r>
          </a:p>
        </p:txBody>
      </p:sp>
      <p:pic>
        <p:nvPicPr>
          <p:cNvPr id="2" name="Picture 1">
            <a:extLst>
              <a:ext uri="{FF2B5EF4-FFF2-40B4-BE49-F238E27FC236}">
                <a16:creationId xmlns:a16="http://schemas.microsoft.com/office/drawing/2014/main" id="{19BCC052-F20E-403C-B4F5-94B5816C44C7}"/>
              </a:ext>
            </a:extLst>
          </p:cNvPr>
          <p:cNvPicPr>
            <a:picLocks noChangeAspect="1"/>
          </p:cNvPicPr>
          <p:nvPr/>
        </p:nvPicPr>
        <p:blipFill>
          <a:blip r:embed="rId7"/>
          <a:stretch>
            <a:fillRect/>
          </a:stretch>
        </p:blipFill>
        <p:spPr>
          <a:xfrm>
            <a:off x="630000" y="1334165"/>
            <a:ext cx="2335391" cy="4901030"/>
          </a:xfrm>
          <a:prstGeom prst="rect">
            <a:avLst/>
          </a:prstGeom>
        </p:spPr>
      </p:pic>
      <p:grpSp>
        <p:nvGrpSpPr>
          <p:cNvPr id="10" name="Group 9">
            <a:extLst>
              <a:ext uri="{FF2B5EF4-FFF2-40B4-BE49-F238E27FC236}">
                <a16:creationId xmlns:a16="http://schemas.microsoft.com/office/drawing/2014/main" id="{3180C104-35BF-49EE-ADB9-BF7D55680116}"/>
              </a:ext>
            </a:extLst>
          </p:cNvPr>
          <p:cNvGrpSpPr/>
          <p:nvPr/>
        </p:nvGrpSpPr>
        <p:grpSpPr>
          <a:xfrm>
            <a:off x="3689114" y="-3037858"/>
            <a:ext cx="2604309" cy="194979"/>
            <a:chOff x="512461" y="1796318"/>
            <a:chExt cx="3198901" cy="194979"/>
          </a:xfrm>
        </p:grpSpPr>
        <p:cxnSp>
          <p:nvCxnSpPr>
            <p:cNvPr id="11" name="Straight Connector 10">
              <a:extLst>
                <a:ext uri="{FF2B5EF4-FFF2-40B4-BE49-F238E27FC236}">
                  <a16:creationId xmlns:a16="http://schemas.microsoft.com/office/drawing/2014/main" id="{6C25DAE8-07FF-4180-9F4F-8EC777E74B67}"/>
                </a:ext>
              </a:extLst>
            </p:cNvPr>
            <p:cNvCxnSpPr/>
            <p:nvPr/>
          </p:nvCxnSpPr>
          <p:spPr>
            <a:xfrm flipH="1">
              <a:off x="512461" y="1893808"/>
              <a:ext cx="3198901" cy="0"/>
            </a:xfrm>
            <a:prstGeom prst="line">
              <a:avLst/>
            </a:prstGeom>
            <a:ln w="3175" cap="rnd" cmpd="sng" algn="ctr">
              <a:solidFill>
                <a:srgbClr val="00B050"/>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C9028086-79A7-4C05-BBED-393DF0B45E08}"/>
                </a:ext>
              </a:extLst>
            </p:cNvPr>
            <p:cNvSpPr txBox="1"/>
            <p:nvPr/>
          </p:nvSpPr>
          <p:spPr>
            <a:xfrm>
              <a:off x="1106628" y="1796318"/>
              <a:ext cx="2010567" cy="194979"/>
            </a:xfrm>
            <a:prstGeom prst="rect">
              <a:avLst/>
            </a:prstGeom>
            <a:solidFill>
              <a:schemeClr val="bg1"/>
            </a:solidFill>
            <a:ln w="9525" cap="rnd" cmpd="sng" algn="ctr">
              <a:noFill/>
              <a:prstDash val="solid"/>
              <a:round/>
            </a:ln>
            <a:effectLst/>
            <a:extLst>
              <a:ext uri="{91240B29-F687-4F45-9708-019B960494DF}">
                <a14:hiddenLine xmlns:a14="http://schemas.microsoft.com/office/drawing/2010/main" w="9525" cap="rnd" cmpd="sng" algn="ctr">
                  <a:solidFill>
                    <a:srgbClr val="00B050"/>
                  </a:solidFill>
                  <a:prstDash val="solid"/>
                  <a:rou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a:solidFill>
                    <a:srgbClr val="29BA74"/>
                  </a:solidFill>
                </a:rPr>
                <a:t>Key Stats    </a:t>
              </a:r>
            </a:p>
          </p:txBody>
        </p:sp>
      </p:grpSp>
      <p:grpSp>
        <p:nvGrpSpPr>
          <p:cNvPr id="36" name="bcgIcons_Digital">
            <a:extLst>
              <a:ext uri="{FF2B5EF4-FFF2-40B4-BE49-F238E27FC236}">
                <a16:creationId xmlns:a16="http://schemas.microsoft.com/office/drawing/2014/main" id="{D4231B31-B171-4972-A9EF-BD75F0D4A510}"/>
              </a:ext>
            </a:extLst>
          </p:cNvPr>
          <p:cNvGrpSpPr>
            <a:grpSpLocks noChangeAspect="1"/>
          </p:cNvGrpSpPr>
          <p:nvPr/>
        </p:nvGrpSpPr>
        <p:grpSpPr bwMode="auto">
          <a:xfrm>
            <a:off x="3567902" y="2295585"/>
            <a:ext cx="513388" cy="513864"/>
            <a:chOff x="1682" y="0"/>
            <a:chExt cx="4316" cy="4320"/>
          </a:xfrm>
        </p:grpSpPr>
        <p:sp>
          <p:nvSpPr>
            <p:cNvPr id="37" name="AutoShape 8">
              <a:extLst>
                <a:ext uri="{FF2B5EF4-FFF2-40B4-BE49-F238E27FC236}">
                  <a16:creationId xmlns:a16="http://schemas.microsoft.com/office/drawing/2014/main" id="{ED0E4189-DCB1-4BF4-9725-8DA41F40E4E6}"/>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0">
              <a:extLst>
                <a:ext uri="{FF2B5EF4-FFF2-40B4-BE49-F238E27FC236}">
                  <a16:creationId xmlns:a16="http://schemas.microsoft.com/office/drawing/2014/main" id="{9E9FE611-E5A3-44AE-9CA7-AABEC733C56C}"/>
                </a:ext>
              </a:extLst>
            </p:cNvPr>
            <p:cNvSpPr>
              <a:spLocks noEditPoints="1"/>
            </p:cNvSpPr>
            <p:nvPr/>
          </p:nvSpPr>
          <p:spPr bwMode="auto">
            <a:xfrm>
              <a:off x="2727" y="919"/>
              <a:ext cx="2797" cy="2512"/>
            </a:xfrm>
            <a:custGeom>
              <a:avLst/>
              <a:gdLst>
                <a:gd name="T0" fmla="*/ 263 w 1493"/>
                <a:gd name="T1" fmla="*/ 1282 h 1340"/>
                <a:gd name="T2" fmla="*/ 379 w 1493"/>
                <a:gd name="T3" fmla="*/ 1282 h 1340"/>
                <a:gd name="T4" fmla="*/ 469 w 1493"/>
                <a:gd name="T5" fmla="*/ 22 h 1340"/>
                <a:gd name="T6" fmla="*/ 195 w 1493"/>
                <a:gd name="T7" fmla="*/ 0 h 1340"/>
                <a:gd name="T8" fmla="*/ 195 w 1493"/>
                <a:gd name="T9" fmla="*/ 44 h 1340"/>
                <a:gd name="T10" fmla="*/ 469 w 1493"/>
                <a:gd name="T11" fmla="*/ 22 h 1340"/>
                <a:gd name="T12" fmla="*/ 390 w 1493"/>
                <a:gd name="T13" fmla="*/ 564 h 1340"/>
                <a:gd name="T14" fmla="*/ 368 w 1493"/>
                <a:gd name="T15" fmla="*/ 701 h 1340"/>
                <a:gd name="T16" fmla="*/ 504 w 1493"/>
                <a:gd name="T17" fmla="*/ 723 h 1340"/>
                <a:gd name="T18" fmla="*/ 526 w 1493"/>
                <a:gd name="T19" fmla="*/ 586 h 1340"/>
                <a:gd name="T20" fmla="*/ 758 w 1493"/>
                <a:gd name="T21" fmla="*/ 347 h 1340"/>
                <a:gd name="T22" fmla="*/ 578 w 1493"/>
                <a:gd name="T23" fmla="*/ 369 h 1340"/>
                <a:gd name="T24" fmla="*/ 600 w 1493"/>
                <a:gd name="T25" fmla="*/ 549 h 1340"/>
                <a:gd name="T26" fmla="*/ 780 w 1493"/>
                <a:gd name="T27" fmla="*/ 527 h 1340"/>
                <a:gd name="T28" fmla="*/ 758 w 1493"/>
                <a:gd name="T29" fmla="*/ 347 h 1340"/>
                <a:gd name="T30" fmla="*/ 570 w 1493"/>
                <a:gd name="T31" fmla="*/ 586 h 1340"/>
                <a:gd name="T32" fmla="*/ 570 w 1493"/>
                <a:gd name="T33" fmla="*/ 701 h 1340"/>
                <a:gd name="T34" fmla="*/ 390 w 1493"/>
                <a:gd name="T35" fmla="*/ 767 h 1340"/>
                <a:gd name="T36" fmla="*/ 324 w 1493"/>
                <a:gd name="T37" fmla="*/ 586 h 1340"/>
                <a:gd name="T38" fmla="*/ 504 w 1493"/>
                <a:gd name="T39" fmla="*/ 520 h 1340"/>
                <a:gd name="T40" fmla="*/ 534 w 1493"/>
                <a:gd name="T41" fmla="*/ 527 h 1340"/>
                <a:gd name="T42" fmla="*/ 600 w 1493"/>
                <a:gd name="T43" fmla="*/ 303 h 1340"/>
                <a:gd name="T44" fmla="*/ 638 w 1493"/>
                <a:gd name="T45" fmla="*/ 115 h 1340"/>
                <a:gd name="T46" fmla="*/ 10 w 1493"/>
                <a:gd name="T47" fmla="*/ 105 h 1340"/>
                <a:gd name="T48" fmla="*/ 0 w 1493"/>
                <a:gd name="T49" fmla="*/ 1092 h 1340"/>
                <a:gd name="T50" fmla="*/ 628 w 1493"/>
                <a:gd name="T51" fmla="*/ 1102 h 1340"/>
                <a:gd name="T52" fmla="*/ 638 w 1493"/>
                <a:gd name="T53" fmla="*/ 593 h 1340"/>
                <a:gd name="T54" fmla="*/ 1095 w 1493"/>
                <a:gd name="T55" fmla="*/ 105 h 1340"/>
                <a:gd name="T56" fmla="*/ 874 w 1493"/>
                <a:gd name="T57" fmla="*/ 127 h 1340"/>
                <a:gd name="T58" fmla="*/ 896 w 1493"/>
                <a:gd name="T59" fmla="*/ 348 h 1340"/>
                <a:gd name="T60" fmla="*/ 1117 w 1493"/>
                <a:gd name="T61" fmla="*/ 326 h 1340"/>
                <a:gd name="T62" fmla="*/ 1095 w 1493"/>
                <a:gd name="T63" fmla="*/ 105 h 1340"/>
                <a:gd name="T64" fmla="*/ 1493 w 1493"/>
                <a:gd name="T65" fmla="*/ 222 h 1340"/>
                <a:gd name="T66" fmla="*/ 1197 w 1493"/>
                <a:gd name="T67" fmla="*/ 200 h 1340"/>
                <a:gd name="T68" fmla="*/ 1175 w 1493"/>
                <a:gd name="T69" fmla="*/ 496 h 1340"/>
                <a:gd name="T70" fmla="*/ 1471 w 1493"/>
                <a:gd name="T71" fmla="*/ 518 h 1340"/>
                <a:gd name="T72" fmla="*/ 1117 w 1493"/>
                <a:gd name="T73" fmla="*/ 667 h 1340"/>
                <a:gd name="T74" fmla="*/ 1095 w 1493"/>
                <a:gd name="T75" fmla="*/ 409 h 1340"/>
                <a:gd name="T76" fmla="*/ 838 w 1493"/>
                <a:gd name="T77" fmla="*/ 431 h 1340"/>
                <a:gd name="T78" fmla="*/ 860 w 1493"/>
                <a:gd name="T79" fmla="*/ 689 h 1340"/>
                <a:gd name="T80" fmla="*/ 1117 w 1493"/>
                <a:gd name="T81" fmla="*/ 667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93" h="1340">
                  <a:moveTo>
                    <a:pt x="321" y="1340"/>
                  </a:moveTo>
                  <a:cubicBezTo>
                    <a:pt x="289" y="1340"/>
                    <a:pt x="263" y="1314"/>
                    <a:pt x="263" y="1282"/>
                  </a:cubicBezTo>
                  <a:cubicBezTo>
                    <a:pt x="263" y="1250"/>
                    <a:pt x="289" y="1224"/>
                    <a:pt x="321" y="1224"/>
                  </a:cubicBezTo>
                  <a:cubicBezTo>
                    <a:pt x="353" y="1224"/>
                    <a:pt x="379" y="1250"/>
                    <a:pt x="379" y="1282"/>
                  </a:cubicBezTo>
                  <a:cubicBezTo>
                    <a:pt x="379" y="1314"/>
                    <a:pt x="353" y="1340"/>
                    <a:pt x="321" y="1340"/>
                  </a:cubicBezTo>
                  <a:close/>
                  <a:moveTo>
                    <a:pt x="469" y="22"/>
                  </a:moveTo>
                  <a:cubicBezTo>
                    <a:pt x="469" y="10"/>
                    <a:pt x="459" y="0"/>
                    <a:pt x="447" y="0"/>
                  </a:cubicBezTo>
                  <a:cubicBezTo>
                    <a:pt x="195" y="0"/>
                    <a:pt x="195" y="0"/>
                    <a:pt x="195" y="0"/>
                  </a:cubicBezTo>
                  <a:cubicBezTo>
                    <a:pt x="183" y="0"/>
                    <a:pt x="173" y="10"/>
                    <a:pt x="173" y="22"/>
                  </a:cubicBezTo>
                  <a:cubicBezTo>
                    <a:pt x="173" y="34"/>
                    <a:pt x="183" y="44"/>
                    <a:pt x="195" y="44"/>
                  </a:cubicBezTo>
                  <a:cubicBezTo>
                    <a:pt x="447" y="44"/>
                    <a:pt x="447" y="44"/>
                    <a:pt x="447" y="44"/>
                  </a:cubicBezTo>
                  <a:cubicBezTo>
                    <a:pt x="459" y="44"/>
                    <a:pt x="469" y="34"/>
                    <a:pt x="469" y="22"/>
                  </a:cubicBezTo>
                  <a:close/>
                  <a:moveTo>
                    <a:pt x="504" y="564"/>
                  </a:moveTo>
                  <a:cubicBezTo>
                    <a:pt x="390" y="564"/>
                    <a:pt x="390" y="564"/>
                    <a:pt x="390" y="564"/>
                  </a:cubicBezTo>
                  <a:cubicBezTo>
                    <a:pt x="377" y="564"/>
                    <a:pt x="368" y="574"/>
                    <a:pt x="368" y="586"/>
                  </a:cubicBezTo>
                  <a:cubicBezTo>
                    <a:pt x="368" y="701"/>
                    <a:pt x="368" y="701"/>
                    <a:pt x="368" y="701"/>
                  </a:cubicBezTo>
                  <a:cubicBezTo>
                    <a:pt x="368" y="713"/>
                    <a:pt x="377" y="723"/>
                    <a:pt x="390" y="723"/>
                  </a:cubicBezTo>
                  <a:cubicBezTo>
                    <a:pt x="504" y="723"/>
                    <a:pt x="504" y="723"/>
                    <a:pt x="504" y="723"/>
                  </a:cubicBezTo>
                  <a:cubicBezTo>
                    <a:pt x="516" y="723"/>
                    <a:pt x="526" y="713"/>
                    <a:pt x="526" y="701"/>
                  </a:cubicBezTo>
                  <a:cubicBezTo>
                    <a:pt x="526" y="586"/>
                    <a:pt x="526" y="586"/>
                    <a:pt x="526" y="586"/>
                  </a:cubicBezTo>
                  <a:cubicBezTo>
                    <a:pt x="526" y="574"/>
                    <a:pt x="516" y="564"/>
                    <a:pt x="504" y="564"/>
                  </a:cubicBezTo>
                  <a:moveTo>
                    <a:pt x="758" y="347"/>
                  </a:moveTo>
                  <a:cubicBezTo>
                    <a:pt x="600" y="347"/>
                    <a:pt x="600" y="347"/>
                    <a:pt x="600" y="347"/>
                  </a:cubicBezTo>
                  <a:cubicBezTo>
                    <a:pt x="588" y="347"/>
                    <a:pt x="578" y="357"/>
                    <a:pt x="578" y="369"/>
                  </a:cubicBezTo>
                  <a:cubicBezTo>
                    <a:pt x="578" y="527"/>
                    <a:pt x="578" y="527"/>
                    <a:pt x="578" y="527"/>
                  </a:cubicBezTo>
                  <a:cubicBezTo>
                    <a:pt x="578" y="539"/>
                    <a:pt x="588" y="549"/>
                    <a:pt x="600" y="549"/>
                  </a:cubicBezTo>
                  <a:cubicBezTo>
                    <a:pt x="758" y="549"/>
                    <a:pt x="758" y="549"/>
                    <a:pt x="758" y="549"/>
                  </a:cubicBezTo>
                  <a:cubicBezTo>
                    <a:pt x="770" y="549"/>
                    <a:pt x="780" y="539"/>
                    <a:pt x="780" y="527"/>
                  </a:cubicBezTo>
                  <a:cubicBezTo>
                    <a:pt x="780" y="369"/>
                    <a:pt x="780" y="369"/>
                    <a:pt x="780" y="369"/>
                  </a:cubicBezTo>
                  <a:cubicBezTo>
                    <a:pt x="780" y="357"/>
                    <a:pt x="770" y="347"/>
                    <a:pt x="758" y="347"/>
                  </a:cubicBezTo>
                  <a:moveTo>
                    <a:pt x="600" y="593"/>
                  </a:moveTo>
                  <a:cubicBezTo>
                    <a:pt x="589" y="593"/>
                    <a:pt x="579" y="590"/>
                    <a:pt x="570" y="586"/>
                  </a:cubicBezTo>
                  <a:cubicBezTo>
                    <a:pt x="570" y="586"/>
                    <a:pt x="570" y="586"/>
                    <a:pt x="570" y="586"/>
                  </a:cubicBezTo>
                  <a:cubicBezTo>
                    <a:pt x="570" y="701"/>
                    <a:pt x="570" y="701"/>
                    <a:pt x="570" y="701"/>
                  </a:cubicBezTo>
                  <a:cubicBezTo>
                    <a:pt x="570" y="737"/>
                    <a:pt x="541" y="767"/>
                    <a:pt x="504" y="767"/>
                  </a:cubicBezTo>
                  <a:cubicBezTo>
                    <a:pt x="390" y="767"/>
                    <a:pt x="390" y="767"/>
                    <a:pt x="390" y="767"/>
                  </a:cubicBezTo>
                  <a:cubicBezTo>
                    <a:pt x="353" y="767"/>
                    <a:pt x="324" y="737"/>
                    <a:pt x="324" y="701"/>
                  </a:cubicBezTo>
                  <a:cubicBezTo>
                    <a:pt x="324" y="586"/>
                    <a:pt x="324" y="586"/>
                    <a:pt x="324" y="586"/>
                  </a:cubicBezTo>
                  <a:cubicBezTo>
                    <a:pt x="324" y="550"/>
                    <a:pt x="353" y="520"/>
                    <a:pt x="390" y="520"/>
                  </a:cubicBezTo>
                  <a:cubicBezTo>
                    <a:pt x="504" y="520"/>
                    <a:pt x="504" y="520"/>
                    <a:pt x="504" y="520"/>
                  </a:cubicBezTo>
                  <a:cubicBezTo>
                    <a:pt x="515" y="520"/>
                    <a:pt x="525" y="523"/>
                    <a:pt x="534" y="528"/>
                  </a:cubicBezTo>
                  <a:cubicBezTo>
                    <a:pt x="534" y="527"/>
                    <a:pt x="534" y="527"/>
                    <a:pt x="534" y="527"/>
                  </a:cubicBezTo>
                  <a:cubicBezTo>
                    <a:pt x="534" y="369"/>
                    <a:pt x="534" y="369"/>
                    <a:pt x="534" y="369"/>
                  </a:cubicBezTo>
                  <a:cubicBezTo>
                    <a:pt x="534" y="333"/>
                    <a:pt x="564" y="303"/>
                    <a:pt x="600" y="303"/>
                  </a:cubicBezTo>
                  <a:cubicBezTo>
                    <a:pt x="638" y="303"/>
                    <a:pt x="638" y="303"/>
                    <a:pt x="638" y="303"/>
                  </a:cubicBezTo>
                  <a:cubicBezTo>
                    <a:pt x="638" y="115"/>
                    <a:pt x="638" y="115"/>
                    <a:pt x="638" y="115"/>
                  </a:cubicBezTo>
                  <a:cubicBezTo>
                    <a:pt x="638" y="110"/>
                    <a:pt x="634" y="105"/>
                    <a:pt x="628" y="105"/>
                  </a:cubicBezTo>
                  <a:cubicBezTo>
                    <a:pt x="10" y="105"/>
                    <a:pt x="10" y="105"/>
                    <a:pt x="10" y="105"/>
                  </a:cubicBezTo>
                  <a:cubicBezTo>
                    <a:pt x="4" y="105"/>
                    <a:pt x="0" y="110"/>
                    <a:pt x="0" y="115"/>
                  </a:cubicBezTo>
                  <a:cubicBezTo>
                    <a:pt x="0" y="1092"/>
                    <a:pt x="0" y="1092"/>
                    <a:pt x="0" y="1092"/>
                  </a:cubicBezTo>
                  <a:cubicBezTo>
                    <a:pt x="0" y="1098"/>
                    <a:pt x="4" y="1102"/>
                    <a:pt x="10" y="1102"/>
                  </a:cubicBezTo>
                  <a:cubicBezTo>
                    <a:pt x="628" y="1102"/>
                    <a:pt x="628" y="1102"/>
                    <a:pt x="628" y="1102"/>
                  </a:cubicBezTo>
                  <a:cubicBezTo>
                    <a:pt x="634" y="1102"/>
                    <a:pt x="638" y="1098"/>
                    <a:pt x="638" y="1092"/>
                  </a:cubicBezTo>
                  <a:cubicBezTo>
                    <a:pt x="638" y="593"/>
                    <a:pt x="638" y="593"/>
                    <a:pt x="638" y="593"/>
                  </a:cubicBezTo>
                  <a:lnTo>
                    <a:pt x="600" y="593"/>
                  </a:lnTo>
                  <a:close/>
                  <a:moveTo>
                    <a:pt x="1095" y="105"/>
                  </a:moveTo>
                  <a:cubicBezTo>
                    <a:pt x="896" y="105"/>
                    <a:pt x="896" y="105"/>
                    <a:pt x="896" y="105"/>
                  </a:cubicBezTo>
                  <a:cubicBezTo>
                    <a:pt x="884" y="105"/>
                    <a:pt x="874" y="115"/>
                    <a:pt x="874" y="127"/>
                  </a:cubicBezTo>
                  <a:cubicBezTo>
                    <a:pt x="874" y="326"/>
                    <a:pt x="874" y="326"/>
                    <a:pt x="874" y="326"/>
                  </a:cubicBezTo>
                  <a:cubicBezTo>
                    <a:pt x="874" y="338"/>
                    <a:pt x="884" y="348"/>
                    <a:pt x="896" y="348"/>
                  </a:cubicBezTo>
                  <a:cubicBezTo>
                    <a:pt x="1095" y="348"/>
                    <a:pt x="1095" y="348"/>
                    <a:pt x="1095" y="348"/>
                  </a:cubicBezTo>
                  <a:cubicBezTo>
                    <a:pt x="1107" y="348"/>
                    <a:pt x="1117" y="338"/>
                    <a:pt x="1117" y="326"/>
                  </a:cubicBezTo>
                  <a:cubicBezTo>
                    <a:pt x="1117" y="127"/>
                    <a:pt x="1117" y="127"/>
                    <a:pt x="1117" y="127"/>
                  </a:cubicBezTo>
                  <a:cubicBezTo>
                    <a:pt x="1117" y="115"/>
                    <a:pt x="1107" y="105"/>
                    <a:pt x="1095" y="105"/>
                  </a:cubicBezTo>
                  <a:moveTo>
                    <a:pt x="1493" y="496"/>
                  </a:moveTo>
                  <a:cubicBezTo>
                    <a:pt x="1493" y="222"/>
                    <a:pt x="1493" y="222"/>
                    <a:pt x="1493" y="222"/>
                  </a:cubicBezTo>
                  <a:cubicBezTo>
                    <a:pt x="1493" y="210"/>
                    <a:pt x="1483" y="200"/>
                    <a:pt x="1471" y="200"/>
                  </a:cubicBezTo>
                  <a:cubicBezTo>
                    <a:pt x="1197" y="200"/>
                    <a:pt x="1197" y="200"/>
                    <a:pt x="1197" y="200"/>
                  </a:cubicBezTo>
                  <a:cubicBezTo>
                    <a:pt x="1185" y="200"/>
                    <a:pt x="1175" y="210"/>
                    <a:pt x="1175" y="222"/>
                  </a:cubicBezTo>
                  <a:cubicBezTo>
                    <a:pt x="1175" y="496"/>
                    <a:pt x="1175" y="496"/>
                    <a:pt x="1175" y="496"/>
                  </a:cubicBezTo>
                  <a:cubicBezTo>
                    <a:pt x="1175" y="508"/>
                    <a:pt x="1185" y="518"/>
                    <a:pt x="1197" y="518"/>
                  </a:cubicBezTo>
                  <a:cubicBezTo>
                    <a:pt x="1471" y="518"/>
                    <a:pt x="1471" y="518"/>
                    <a:pt x="1471" y="518"/>
                  </a:cubicBezTo>
                  <a:cubicBezTo>
                    <a:pt x="1483" y="518"/>
                    <a:pt x="1493" y="508"/>
                    <a:pt x="1493" y="496"/>
                  </a:cubicBezTo>
                  <a:close/>
                  <a:moveTo>
                    <a:pt x="1117" y="667"/>
                  </a:moveTo>
                  <a:cubicBezTo>
                    <a:pt x="1117" y="431"/>
                    <a:pt x="1117" y="431"/>
                    <a:pt x="1117" y="431"/>
                  </a:cubicBezTo>
                  <a:cubicBezTo>
                    <a:pt x="1117" y="419"/>
                    <a:pt x="1107" y="409"/>
                    <a:pt x="1095" y="409"/>
                  </a:cubicBezTo>
                  <a:cubicBezTo>
                    <a:pt x="860" y="409"/>
                    <a:pt x="860" y="409"/>
                    <a:pt x="860" y="409"/>
                  </a:cubicBezTo>
                  <a:cubicBezTo>
                    <a:pt x="848" y="409"/>
                    <a:pt x="838" y="419"/>
                    <a:pt x="838" y="431"/>
                  </a:cubicBezTo>
                  <a:cubicBezTo>
                    <a:pt x="838" y="667"/>
                    <a:pt x="838" y="667"/>
                    <a:pt x="838" y="667"/>
                  </a:cubicBezTo>
                  <a:cubicBezTo>
                    <a:pt x="838" y="679"/>
                    <a:pt x="848" y="689"/>
                    <a:pt x="860" y="689"/>
                  </a:cubicBezTo>
                  <a:cubicBezTo>
                    <a:pt x="1095" y="689"/>
                    <a:pt x="1095" y="689"/>
                    <a:pt x="1095" y="689"/>
                  </a:cubicBezTo>
                  <a:cubicBezTo>
                    <a:pt x="1107" y="689"/>
                    <a:pt x="1117" y="679"/>
                    <a:pt x="1117" y="667"/>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11">
              <a:extLst>
                <a:ext uri="{FF2B5EF4-FFF2-40B4-BE49-F238E27FC236}">
                  <a16:creationId xmlns:a16="http://schemas.microsoft.com/office/drawing/2014/main" id="{8ACBAC8D-A3BF-491A-9D15-E4E9FE72E5F2}"/>
                </a:ext>
              </a:extLst>
            </p:cNvPr>
            <p:cNvSpPr>
              <a:spLocks noEditPoints="1"/>
            </p:cNvSpPr>
            <p:nvPr/>
          </p:nvSpPr>
          <p:spPr bwMode="auto">
            <a:xfrm>
              <a:off x="2574" y="728"/>
              <a:ext cx="1509" cy="2865"/>
            </a:xfrm>
            <a:custGeom>
              <a:avLst/>
              <a:gdLst>
                <a:gd name="T0" fmla="*/ 762 w 806"/>
                <a:gd name="T1" fmla="*/ 695 h 1528"/>
                <a:gd name="T2" fmla="*/ 762 w 806"/>
                <a:gd name="T3" fmla="*/ 1252 h 1528"/>
                <a:gd name="T4" fmla="*/ 44 w 806"/>
                <a:gd name="T5" fmla="*/ 1252 h 1528"/>
                <a:gd name="T6" fmla="*/ 44 w 806"/>
                <a:gd name="T7" fmla="*/ 44 h 1528"/>
                <a:gd name="T8" fmla="*/ 762 w 806"/>
                <a:gd name="T9" fmla="*/ 44 h 1528"/>
                <a:gd name="T10" fmla="*/ 762 w 806"/>
                <a:gd name="T11" fmla="*/ 405 h 1528"/>
                <a:gd name="T12" fmla="*/ 806 w 806"/>
                <a:gd name="T13" fmla="*/ 405 h 1528"/>
                <a:gd name="T14" fmla="*/ 806 w 806"/>
                <a:gd name="T15" fmla="*/ 22 h 1528"/>
                <a:gd name="T16" fmla="*/ 784 w 806"/>
                <a:gd name="T17" fmla="*/ 0 h 1528"/>
                <a:gd name="T18" fmla="*/ 22 w 806"/>
                <a:gd name="T19" fmla="*/ 0 h 1528"/>
                <a:gd name="T20" fmla="*/ 0 w 806"/>
                <a:gd name="T21" fmla="*/ 22 h 1528"/>
                <a:gd name="T22" fmla="*/ 0 w 806"/>
                <a:gd name="T23" fmla="*/ 1252 h 1528"/>
                <a:gd name="T24" fmla="*/ 0 w 806"/>
                <a:gd name="T25" fmla="*/ 1296 h 1528"/>
                <a:gd name="T26" fmla="*/ 0 w 806"/>
                <a:gd name="T27" fmla="*/ 1506 h 1528"/>
                <a:gd name="T28" fmla="*/ 22 w 806"/>
                <a:gd name="T29" fmla="*/ 1528 h 1528"/>
                <a:gd name="T30" fmla="*/ 784 w 806"/>
                <a:gd name="T31" fmla="*/ 1528 h 1528"/>
                <a:gd name="T32" fmla="*/ 806 w 806"/>
                <a:gd name="T33" fmla="*/ 1506 h 1528"/>
                <a:gd name="T34" fmla="*/ 806 w 806"/>
                <a:gd name="T35" fmla="*/ 1296 h 1528"/>
                <a:gd name="T36" fmla="*/ 806 w 806"/>
                <a:gd name="T37" fmla="*/ 1252 h 1528"/>
                <a:gd name="T38" fmla="*/ 806 w 806"/>
                <a:gd name="T39" fmla="*/ 695 h 1528"/>
                <a:gd name="T40" fmla="*/ 762 w 806"/>
                <a:gd name="T41" fmla="*/ 695 h 1528"/>
                <a:gd name="T42" fmla="*/ 762 w 806"/>
                <a:gd name="T43" fmla="*/ 1484 h 1528"/>
                <a:gd name="T44" fmla="*/ 44 w 806"/>
                <a:gd name="T45" fmla="*/ 1484 h 1528"/>
                <a:gd name="T46" fmla="*/ 44 w 806"/>
                <a:gd name="T47" fmla="*/ 1296 h 1528"/>
                <a:gd name="T48" fmla="*/ 762 w 806"/>
                <a:gd name="T49" fmla="*/ 1296 h 1528"/>
                <a:gd name="T50" fmla="*/ 762 w 806"/>
                <a:gd name="T51" fmla="*/ 1484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6" h="1528">
                  <a:moveTo>
                    <a:pt x="762" y="695"/>
                  </a:moveTo>
                  <a:cubicBezTo>
                    <a:pt x="762" y="1252"/>
                    <a:pt x="762" y="1252"/>
                    <a:pt x="762" y="1252"/>
                  </a:cubicBezTo>
                  <a:cubicBezTo>
                    <a:pt x="44" y="1252"/>
                    <a:pt x="44" y="1252"/>
                    <a:pt x="44" y="1252"/>
                  </a:cubicBezTo>
                  <a:cubicBezTo>
                    <a:pt x="44" y="44"/>
                    <a:pt x="44" y="44"/>
                    <a:pt x="44" y="44"/>
                  </a:cubicBezTo>
                  <a:cubicBezTo>
                    <a:pt x="762" y="44"/>
                    <a:pt x="762" y="44"/>
                    <a:pt x="762" y="44"/>
                  </a:cubicBezTo>
                  <a:cubicBezTo>
                    <a:pt x="762" y="405"/>
                    <a:pt x="762" y="405"/>
                    <a:pt x="762" y="405"/>
                  </a:cubicBezTo>
                  <a:cubicBezTo>
                    <a:pt x="806" y="405"/>
                    <a:pt x="806" y="405"/>
                    <a:pt x="806" y="405"/>
                  </a:cubicBezTo>
                  <a:cubicBezTo>
                    <a:pt x="806" y="22"/>
                    <a:pt x="806" y="22"/>
                    <a:pt x="806" y="22"/>
                  </a:cubicBezTo>
                  <a:cubicBezTo>
                    <a:pt x="806" y="10"/>
                    <a:pt x="796" y="0"/>
                    <a:pt x="784" y="0"/>
                  </a:cubicBezTo>
                  <a:cubicBezTo>
                    <a:pt x="22" y="0"/>
                    <a:pt x="22" y="0"/>
                    <a:pt x="22" y="0"/>
                  </a:cubicBezTo>
                  <a:cubicBezTo>
                    <a:pt x="10" y="0"/>
                    <a:pt x="0" y="10"/>
                    <a:pt x="0" y="22"/>
                  </a:cubicBezTo>
                  <a:cubicBezTo>
                    <a:pt x="0" y="1252"/>
                    <a:pt x="0" y="1252"/>
                    <a:pt x="0" y="1252"/>
                  </a:cubicBezTo>
                  <a:cubicBezTo>
                    <a:pt x="0" y="1296"/>
                    <a:pt x="0" y="1296"/>
                    <a:pt x="0" y="1296"/>
                  </a:cubicBezTo>
                  <a:cubicBezTo>
                    <a:pt x="0" y="1506"/>
                    <a:pt x="0" y="1506"/>
                    <a:pt x="0" y="1506"/>
                  </a:cubicBezTo>
                  <a:cubicBezTo>
                    <a:pt x="0" y="1518"/>
                    <a:pt x="10" y="1528"/>
                    <a:pt x="22" y="1528"/>
                  </a:cubicBezTo>
                  <a:cubicBezTo>
                    <a:pt x="784" y="1528"/>
                    <a:pt x="784" y="1528"/>
                    <a:pt x="784" y="1528"/>
                  </a:cubicBezTo>
                  <a:cubicBezTo>
                    <a:pt x="796" y="1528"/>
                    <a:pt x="806" y="1518"/>
                    <a:pt x="806" y="1506"/>
                  </a:cubicBezTo>
                  <a:cubicBezTo>
                    <a:pt x="806" y="1296"/>
                    <a:pt x="806" y="1296"/>
                    <a:pt x="806" y="1296"/>
                  </a:cubicBezTo>
                  <a:cubicBezTo>
                    <a:pt x="806" y="1252"/>
                    <a:pt x="806" y="1252"/>
                    <a:pt x="806" y="1252"/>
                  </a:cubicBezTo>
                  <a:cubicBezTo>
                    <a:pt x="806" y="695"/>
                    <a:pt x="806" y="695"/>
                    <a:pt x="806" y="695"/>
                  </a:cubicBezTo>
                  <a:lnTo>
                    <a:pt x="762" y="695"/>
                  </a:lnTo>
                  <a:close/>
                  <a:moveTo>
                    <a:pt x="762" y="1484"/>
                  </a:moveTo>
                  <a:cubicBezTo>
                    <a:pt x="44" y="1484"/>
                    <a:pt x="44" y="1484"/>
                    <a:pt x="44" y="1484"/>
                  </a:cubicBezTo>
                  <a:cubicBezTo>
                    <a:pt x="44" y="1296"/>
                    <a:pt x="44" y="1296"/>
                    <a:pt x="44" y="1296"/>
                  </a:cubicBezTo>
                  <a:cubicBezTo>
                    <a:pt x="762" y="1296"/>
                    <a:pt x="762" y="1296"/>
                    <a:pt x="762" y="1296"/>
                  </a:cubicBezTo>
                  <a:lnTo>
                    <a:pt x="762" y="148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0" name="Group 39">
            <a:extLst>
              <a:ext uri="{FF2B5EF4-FFF2-40B4-BE49-F238E27FC236}">
                <a16:creationId xmlns:a16="http://schemas.microsoft.com/office/drawing/2014/main" id="{27FB49CF-28A2-4C0E-926F-4128F13CC7F0}"/>
              </a:ext>
            </a:extLst>
          </p:cNvPr>
          <p:cNvGrpSpPr>
            <a:grpSpLocks noChangeAspect="1"/>
          </p:cNvGrpSpPr>
          <p:nvPr/>
        </p:nvGrpSpPr>
        <p:grpSpPr>
          <a:xfrm>
            <a:off x="3567416" y="1675605"/>
            <a:ext cx="514360" cy="513864"/>
            <a:chOff x="5273675" y="2606675"/>
            <a:chExt cx="1646238" cy="1644650"/>
          </a:xfrm>
        </p:grpSpPr>
        <p:sp>
          <p:nvSpPr>
            <p:cNvPr id="41" name="AutoShape 3">
              <a:extLst>
                <a:ext uri="{FF2B5EF4-FFF2-40B4-BE49-F238E27FC236}">
                  <a16:creationId xmlns:a16="http://schemas.microsoft.com/office/drawing/2014/main" id="{5E76BA67-7925-4710-AB6A-A5A6825C1637}"/>
                </a:ext>
              </a:extLst>
            </p:cNvPr>
            <p:cNvSpPr>
              <a:spLocks noChangeAspect="1" noChangeArrowheads="1" noTextEdit="1"/>
            </p:cNvSpPr>
            <p:nvPr/>
          </p:nvSpPr>
          <p:spPr bwMode="auto">
            <a:xfrm>
              <a:off x="5273675"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42" name="Group 41">
              <a:extLst>
                <a:ext uri="{FF2B5EF4-FFF2-40B4-BE49-F238E27FC236}">
                  <a16:creationId xmlns:a16="http://schemas.microsoft.com/office/drawing/2014/main" id="{E50FFE93-2317-4C43-9BA8-33C967827E5E}"/>
                </a:ext>
              </a:extLst>
            </p:cNvPr>
            <p:cNvGrpSpPr/>
            <p:nvPr/>
          </p:nvGrpSpPr>
          <p:grpSpPr>
            <a:xfrm>
              <a:off x="5519738" y="2911475"/>
              <a:ext cx="1154113" cy="963613"/>
              <a:chOff x="5519738" y="2911475"/>
              <a:chExt cx="1154113" cy="963613"/>
            </a:xfrm>
          </p:grpSpPr>
          <p:sp>
            <p:nvSpPr>
              <p:cNvPr id="43" name="Freeform 25">
                <a:extLst>
                  <a:ext uri="{FF2B5EF4-FFF2-40B4-BE49-F238E27FC236}">
                    <a16:creationId xmlns:a16="http://schemas.microsoft.com/office/drawing/2014/main" id="{D6DC5C60-739F-4F24-AFBC-798CFE153B98}"/>
                  </a:ext>
                </a:extLst>
              </p:cNvPr>
              <p:cNvSpPr>
                <a:spLocks/>
              </p:cNvSpPr>
              <p:nvPr/>
            </p:nvSpPr>
            <p:spPr bwMode="auto">
              <a:xfrm>
                <a:off x="5605462" y="3319463"/>
                <a:ext cx="982662" cy="474662"/>
              </a:xfrm>
              <a:custGeom>
                <a:avLst/>
                <a:gdLst>
                  <a:gd name="connsiteX0" fmla="*/ 770723 w 982662"/>
                  <a:gd name="connsiteY0" fmla="*/ 255587 h 474662"/>
                  <a:gd name="connsiteX1" fmla="*/ 975526 w 982662"/>
                  <a:gd name="connsiteY1" fmla="*/ 255587 h 474662"/>
                  <a:gd name="connsiteX2" fmla="*/ 982662 w 982662"/>
                  <a:gd name="connsiteY2" fmla="*/ 262723 h 474662"/>
                  <a:gd name="connsiteX3" fmla="*/ 982662 w 982662"/>
                  <a:gd name="connsiteY3" fmla="*/ 467526 h 474662"/>
                  <a:gd name="connsiteX4" fmla="*/ 975526 w 982662"/>
                  <a:gd name="connsiteY4" fmla="*/ 474662 h 474662"/>
                  <a:gd name="connsiteX5" fmla="*/ 770723 w 982662"/>
                  <a:gd name="connsiteY5" fmla="*/ 474662 h 474662"/>
                  <a:gd name="connsiteX6" fmla="*/ 763587 w 982662"/>
                  <a:gd name="connsiteY6" fmla="*/ 467526 h 474662"/>
                  <a:gd name="connsiteX7" fmla="*/ 763587 w 982662"/>
                  <a:gd name="connsiteY7" fmla="*/ 262723 h 474662"/>
                  <a:gd name="connsiteX8" fmla="*/ 770723 w 982662"/>
                  <a:gd name="connsiteY8" fmla="*/ 255587 h 474662"/>
                  <a:gd name="connsiteX9" fmla="*/ 516723 w 982662"/>
                  <a:gd name="connsiteY9" fmla="*/ 255587 h 474662"/>
                  <a:gd name="connsiteX10" fmla="*/ 721526 w 982662"/>
                  <a:gd name="connsiteY10" fmla="*/ 255587 h 474662"/>
                  <a:gd name="connsiteX11" fmla="*/ 728662 w 982662"/>
                  <a:gd name="connsiteY11" fmla="*/ 262723 h 474662"/>
                  <a:gd name="connsiteX12" fmla="*/ 728662 w 982662"/>
                  <a:gd name="connsiteY12" fmla="*/ 467526 h 474662"/>
                  <a:gd name="connsiteX13" fmla="*/ 721526 w 982662"/>
                  <a:gd name="connsiteY13" fmla="*/ 474662 h 474662"/>
                  <a:gd name="connsiteX14" fmla="*/ 516723 w 982662"/>
                  <a:gd name="connsiteY14" fmla="*/ 474662 h 474662"/>
                  <a:gd name="connsiteX15" fmla="*/ 509587 w 982662"/>
                  <a:gd name="connsiteY15" fmla="*/ 467526 h 474662"/>
                  <a:gd name="connsiteX16" fmla="*/ 509587 w 982662"/>
                  <a:gd name="connsiteY16" fmla="*/ 262723 h 474662"/>
                  <a:gd name="connsiteX17" fmla="*/ 516723 w 982662"/>
                  <a:gd name="connsiteY17" fmla="*/ 255587 h 474662"/>
                  <a:gd name="connsiteX18" fmla="*/ 261136 w 982662"/>
                  <a:gd name="connsiteY18" fmla="*/ 255587 h 474662"/>
                  <a:gd name="connsiteX19" fmla="*/ 465939 w 982662"/>
                  <a:gd name="connsiteY19" fmla="*/ 255587 h 474662"/>
                  <a:gd name="connsiteX20" fmla="*/ 473075 w 982662"/>
                  <a:gd name="connsiteY20" fmla="*/ 262723 h 474662"/>
                  <a:gd name="connsiteX21" fmla="*/ 473075 w 982662"/>
                  <a:gd name="connsiteY21" fmla="*/ 467526 h 474662"/>
                  <a:gd name="connsiteX22" fmla="*/ 465939 w 982662"/>
                  <a:gd name="connsiteY22" fmla="*/ 474662 h 474662"/>
                  <a:gd name="connsiteX23" fmla="*/ 261136 w 982662"/>
                  <a:gd name="connsiteY23" fmla="*/ 474662 h 474662"/>
                  <a:gd name="connsiteX24" fmla="*/ 254000 w 982662"/>
                  <a:gd name="connsiteY24" fmla="*/ 467526 h 474662"/>
                  <a:gd name="connsiteX25" fmla="*/ 254000 w 982662"/>
                  <a:gd name="connsiteY25" fmla="*/ 262723 h 474662"/>
                  <a:gd name="connsiteX26" fmla="*/ 261136 w 982662"/>
                  <a:gd name="connsiteY26" fmla="*/ 255587 h 474662"/>
                  <a:gd name="connsiteX27" fmla="*/ 7136 w 982662"/>
                  <a:gd name="connsiteY27" fmla="*/ 255587 h 474662"/>
                  <a:gd name="connsiteX28" fmla="*/ 211939 w 982662"/>
                  <a:gd name="connsiteY28" fmla="*/ 255587 h 474662"/>
                  <a:gd name="connsiteX29" fmla="*/ 219075 w 982662"/>
                  <a:gd name="connsiteY29" fmla="*/ 262723 h 474662"/>
                  <a:gd name="connsiteX30" fmla="*/ 219075 w 982662"/>
                  <a:gd name="connsiteY30" fmla="*/ 467526 h 474662"/>
                  <a:gd name="connsiteX31" fmla="*/ 211939 w 982662"/>
                  <a:gd name="connsiteY31" fmla="*/ 474662 h 474662"/>
                  <a:gd name="connsiteX32" fmla="*/ 7136 w 982662"/>
                  <a:gd name="connsiteY32" fmla="*/ 474662 h 474662"/>
                  <a:gd name="connsiteX33" fmla="*/ 0 w 982662"/>
                  <a:gd name="connsiteY33" fmla="*/ 467526 h 474662"/>
                  <a:gd name="connsiteX34" fmla="*/ 0 w 982662"/>
                  <a:gd name="connsiteY34" fmla="*/ 262723 h 474662"/>
                  <a:gd name="connsiteX35" fmla="*/ 7136 w 982662"/>
                  <a:gd name="connsiteY35" fmla="*/ 255587 h 474662"/>
                  <a:gd name="connsiteX36" fmla="*/ 770723 w 982662"/>
                  <a:gd name="connsiteY36" fmla="*/ 0 h 474662"/>
                  <a:gd name="connsiteX37" fmla="*/ 975526 w 982662"/>
                  <a:gd name="connsiteY37" fmla="*/ 0 h 474662"/>
                  <a:gd name="connsiteX38" fmla="*/ 982662 w 982662"/>
                  <a:gd name="connsiteY38" fmla="*/ 7108 h 474662"/>
                  <a:gd name="connsiteX39" fmla="*/ 982662 w 982662"/>
                  <a:gd name="connsiteY39" fmla="*/ 210381 h 474662"/>
                  <a:gd name="connsiteX40" fmla="*/ 975526 w 982662"/>
                  <a:gd name="connsiteY40" fmla="*/ 217488 h 474662"/>
                  <a:gd name="connsiteX41" fmla="*/ 770723 w 982662"/>
                  <a:gd name="connsiteY41" fmla="*/ 217488 h 474662"/>
                  <a:gd name="connsiteX42" fmla="*/ 763587 w 982662"/>
                  <a:gd name="connsiteY42" fmla="*/ 210381 h 474662"/>
                  <a:gd name="connsiteX43" fmla="*/ 763587 w 982662"/>
                  <a:gd name="connsiteY43" fmla="*/ 7108 h 474662"/>
                  <a:gd name="connsiteX44" fmla="*/ 770723 w 982662"/>
                  <a:gd name="connsiteY44" fmla="*/ 0 h 474662"/>
                  <a:gd name="connsiteX45" fmla="*/ 516723 w 982662"/>
                  <a:gd name="connsiteY45" fmla="*/ 0 h 474662"/>
                  <a:gd name="connsiteX46" fmla="*/ 721526 w 982662"/>
                  <a:gd name="connsiteY46" fmla="*/ 0 h 474662"/>
                  <a:gd name="connsiteX47" fmla="*/ 728662 w 982662"/>
                  <a:gd name="connsiteY47" fmla="*/ 7108 h 474662"/>
                  <a:gd name="connsiteX48" fmla="*/ 728662 w 982662"/>
                  <a:gd name="connsiteY48" fmla="*/ 210381 h 474662"/>
                  <a:gd name="connsiteX49" fmla="*/ 721526 w 982662"/>
                  <a:gd name="connsiteY49" fmla="*/ 217488 h 474662"/>
                  <a:gd name="connsiteX50" fmla="*/ 516723 w 982662"/>
                  <a:gd name="connsiteY50" fmla="*/ 217488 h 474662"/>
                  <a:gd name="connsiteX51" fmla="*/ 509587 w 982662"/>
                  <a:gd name="connsiteY51" fmla="*/ 210381 h 474662"/>
                  <a:gd name="connsiteX52" fmla="*/ 509587 w 982662"/>
                  <a:gd name="connsiteY52" fmla="*/ 7108 h 474662"/>
                  <a:gd name="connsiteX53" fmla="*/ 516723 w 982662"/>
                  <a:gd name="connsiteY53" fmla="*/ 0 h 474662"/>
                  <a:gd name="connsiteX54" fmla="*/ 261136 w 982662"/>
                  <a:gd name="connsiteY54" fmla="*/ 0 h 474662"/>
                  <a:gd name="connsiteX55" fmla="*/ 465939 w 982662"/>
                  <a:gd name="connsiteY55" fmla="*/ 0 h 474662"/>
                  <a:gd name="connsiteX56" fmla="*/ 473075 w 982662"/>
                  <a:gd name="connsiteY56" fmla="*/ 7108 h 474662"/>
                  <a:gd name="connsiteX57" fmla="*/ 473075 w 982662"/>
                  <a:gd name="connsiteY57" fmla="*/ 210381 h 474662"/>
                  <a:gd name="connsiteX58" fmla="*/ 465939 w 982662"/>
                  <a:gd name="connsiteY58" fmla="*/ 217488 h 474662"/>
                  <a:gd name="connsiteX59" fmla="*/ 261136 w 982662"/>
                  <a:gd name="connsiteY59" fmla="*/ 217488 h 474662"/>
                  <a:gd name="connsiteX60" fmla="*/ 254000 w 982662"/>
                  <a:gd name="connsiteY60" fmla="*/ 210381 h 474662"/>
                  <a:gd name="connsiteX61" fmla="*/ 254000 w 982662"/>
                  <a:gd name="connsiteY61" fmla="*/ 7108 h 474662"/>
                  <a:gd name="connsiteX62" fmla="*/ 261136 w 982662"/>
                  <a:gd name="connsiteY62" fmla="*/ 0 h 474662"/>
                  <a:gd name="connsiteX63" fmla="*/ 7136 w 982662"/>
                  <a:gd name="connsiteY63" fmla="*/ 0 h 474662"/>
                  <a:gd name="connsiteX64" fmla="*/ 211939 w 982662"/>
                  <a:gd name="connsiteY64" fmla="*/ 0 h 474662"/>
                  <a:gd name="connsiteX65" fmla="*/ 219075 w 982662"/>
                  <a:gd name="connsiteY65" fmla="*/ 7108 h 474662"/>
                  <a:gd name="connsiteX66" fmla="*/ 219075 w 982662"/>
                  <a:gd name="connsiteY66" fmla="*/ 210381 h 474662"/>
                  <a:gd name="connsiteX67" fmla="*/ 211939 w 982662"/>
                  <a:gd name="connsiteY67" fmla="*/ 217488 h 474662"/>
                  <a:gd name="connsiteX68" fmla="*/ 7136 w 982662"/>
                  <a:gd name="connsiteY68" fmla="*/ 217488 h 474662"/>
                  <a:gd name="connsiteX69" fmla="*/ 0 w 982662"/>
                  <a:gd name="connsiteY69" fmla="*/ 210381 h 474662"/>
                  <a:gd name="connsiteX70" fmla="*/ 0 w 982662"/>
                  <a:gd name="connsiteY70" fmla="*/ 7108 h 474662"/>
                  <a:gd name="connsiteX71" fmla="*/ 7136 w 982662"/>
                  <a:gd name="connsiteY71" fmla="*/ 0 h 474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982662" h="474662">
                    <a:moveTo>
                      <a:pt x="770723" y="255587"/>
                    </a:moveTo>
                    <a:cubicBezTo>
                      <a:pt x="770723" y="255587"/>
                      <a:pt x="770723" y="255587"/>
                      <a:pt x="975526" y="255587"/>
                    </a:cubicBezTo>
                    <a:cubicBezTo>
                      <a:pt x="979808" y="255587"/>
                      <a:pt x="982662" y="258442"/>
                      <a:pt x="982662" y="262723"/>
                    </a:cubicBezTo>
                    <a:cubicBezTo>
                      <a:pt x="982662" y="262723"/>
                      <a:pt x="982662" y="262723"/>
                      <a:pt x="982662" y="467526"/>
                    </a:cubicBezTo>
                    <a:cubicBezTo>
                      <a:pt x="982662" y="471094"/>
                      <a:pt x="979808" y="474662"/>
                      <a:pt x="975526" y="474662"/>
                    </a:cubicBezTo>
                    <a:cubicBezTo>
                      <a:pt x="975526" y="474662"/>
                      <a:pt x="975526" y="474662"/>
                      <a:pt x="770723" y="474662"/>
                    </a:cubicBezTo>
                    <a:cubicBezTo>
                      <a:pt x="767155" y="474662"/>
                      <a:pt x="763587" y="471094"/>
                      <a:pt x="763587" y="467526"/>
                    </a:cubicBezTo>
                    <a:cubicBezTo>
                      <a:pt x="763587" y="467526"/>
                      <a:pt x="763587" y="467526"/>
                      <a:pt x="763587" y="262723"/>
                    </a:cubicBezTo>
                    <a:cubicBezTo>
                      <a:pt x="763587" y="258442"/>
                      <a:pt x="767155" y="255587"/>
                      <a:pt x="770723" y="255587"/>
                    </a:cubicBezTo>
                    <a:close/>
                    <a:moveTo>
                      <a:pt x="516723" y="255587"/>
                    </a:moveTo>
                    <a:cubicBezTo>
                      <a:pt x="516723" y="255587"/>
                      <a:pt x="516723" y="255587"/>
                      <a:pt x="721526" y="255587"/>
                    </a:cubicBezTo>
                    <a:cubicBezTo>
                      <a:pt x="725094" y="255587"/>
                      <a:pt x="728662" y="258442"/>
                      <a:pt x="728662" y="262723"/>
                    </a:cubicBezTo>
                    <a:cubicBezTo>
                      <a:pt x="728662" y="262723"/>
                      <a:pt x="728662" y="262723"/>
                      <a:pt x="728662" y="467526"/>
                    </a:cubicBezTo>
                    <a:cubicBezTo>
                      <a:pt x="728662" y="471094"/>
                      <a:pt x="725094" y="474662"/>
                      <a:pt x="721526" y="474662"/>
                    </a:cubicBezTo>
                    <a:cubicBezTo>
                      <a:pt x="721526" y="474662"/>
                      <a:pt x="721526" y="474662"/>
                      <a:pt x="516723" y="474662"/>
                    </a:cubicBezTo>
                    <a:cubicBezTo>
                      <a:pt x="512442" y="474662"/>
                      <a:pt x="509587" y="471094"/>
                      <a:pt x="509587" y="467526"/>
                    </a:cubicBezTo>
                    <a:cubicBezTo>
                      <a:pt x="509587" y="467526"/>
                      <a:pt x="509587" y="467526"/>
                      <a:pt x="509587" y="262723"/>
                    </a:cubicBezTo>
                    <a:cubicBezTo>
                      <a:pt x="509587" y="258442"/>
                      <a:pt x="512442" y="255587"/>
                      <a:pt x="516723" y="255587"/>
                    </a:cubicBezTo>
                    <a:close/>
                    <a:moveTo>
                      <a:pt x="261136" y="255587"/>
                    </a:moveTo>
                    <a:cubicBezTo>
                      <a:pt x="261136" y="255587"/>
                      <a:pt x="261136" y="255587"/>
                      <a:pt x="465939" y="255587"/>
                    </a:cubicBezTo>
                    <a:cubicBezTo>
                      <a:pt x="470220" y="255587"/>
                      <a:pt x="473075" y="258442"/>
                      <a:pt x="473075" y="262723"/>
                    </a:cubicBezTo>
                    <a:cubicBezTo>
                      <a:pt x="473075" y="262723"/>
                      <a:pt x="473075" y="262723"/>
                      <a:pt x="473075" y="467526"/>
                    </a:cubicBezTo>
                    <a:cubicBezTo>
                      <a:pt x="473075" y="471094"/>
                      <a:pt x="470220" y="474662"/>
                      <a:pt x="465939" y="474662"/>
                    </a:cubicBezTo>
                    <a:cubicBezTo>
                      <a:pt x="465939" y="474662"/>
                      <a:pt x="465939" y="474662"/>
                      <a:pt x="261136" y="474662"/>
                    </a:cubicBezTo>
                    <a:cubicBezTo>
                      <a:pt x="257568" y="474662"/>
                      <a:pt x="254000" y="471094"/>
                      <a:pt x="254000" y="467526"/>
                    </a:cubicBezTo>
                    <a:cubicBezTo>
                      <a:pt x="254000" y="467526"/>
                      <a:pt x="254000" y="467526"/>
                      <a:pt x="254000" y="262723"/>
                    </a:cubicBezTo>
                    <a:cubicBezTo>
                      <a:pt x="254000" y="258442"/>
                      <a:pt x="257568" y="255587"/>
                      <a:pt x="261136" y="255587"/>
                    </a:cubicBezTo>
                    <a:close/>
                    <a:moveTo>
                      <a:pt x="7136" y="255587"/>
                    </a:moveTo>
                    <a:cubicBezTo>
                      <a:pt x="7136" y="255587"/>
                      <a:pt x="7136" y="255587"/>
                      <a:pt x="211939" y="255587"/>
                    </a:cubicBezTo>
                    <a:cubicBezTo>
                      <a:pt x="215507" y="255587"/>
                      <a:pt x="219075" y="258442"/>
                      <a:pt x="219075" y="262723"/>
                    </a:cubicBezTo>
                    <a:cubicBezTo>
                      <a:pt x="219075" y="262723"/>
                      <a:pt x="219075" y="262723"/>
                      <a:pt x="219075" y="467526"/>
                    </a:cubicBezTo>
                    <a:cubicBezTo>
                      <a:pt x="219075" y="471094"/>
                      <a:pt x="215507" y="474662"/>
                      <a:pt x="211939" y="474662"/>
                    </a:cubicBezTo>
                    <a:cubicBezTo>
                      <a:pt x="211939" y="474662"/>
                      <a:pt x="211939" y="474662"/>
                      <a:pt x="7136" y="474662"/>
                    </a:cubicBezTo>
                    <a:cubicBezTo>
                      <a:pt x="2854" y="474662"/>
                      <a:pt x="0" y="471094"/>
                      <a:pt x="0" y="467526"/>
                    </a:cubicBezTo>
                    <a:cubicBezTo>
                      <a:pt x="0" y="467526"/>
                      <a:pt x="0" y="467526"/>
                      <a:pt x="0" y="262723"/>
                    </a:cubicBezTo>
                    <a:cubicBezTo>
                      <a:pt x="0" y="258442"/>
                      <a:pt x="2854" y="255587"/>
                      <a:pt x="7136" y="255587"/>
                    </a:cubicBezTo>
                    <a:close/>
                    <a:moveTo>
                      <a:pt x="770723" y="0"/>
                    </a:moveTo>
                    <a:cubicBezTo>
                      <a:pt x="770723" y="0"/>
                      <a:pt x="770723" y="0"/>
                      <a:pt x="975526" y="0"/>
                    </a:cubicBezTo>
                    <a:cubicBezTo>
                      <a:pt x="979808" y="0"/>
                      <a:pt x="982662" y="2843"/>
                      <a:pt x="982662" y="7108"/>
                    </a:cubicBezTo>
                    <a:cubicBezTo>
                      <a:pt x="982662" y="7108"/>
                      <a:pt x="982662" y="7108"/>
                      <a:pt x="982662" y="210381"/>
                    </a:cubicBezTo>
                    <a:cubicBezTo>
                      <a:pt x="982662" y="214645"/>
                      <a:pt x="979808" y="217488"/>
                      <a:pt x="975526" y="217488"/>
                    </a:cubicBezTo>
                    <a:cubicBezTo>
                      <a:pt x="975526" y="217488"/>
                      <a:pt x="975526" y="217488"/>
                      <a:pt x="770723" y="217488"/>
                    </a:cubicBezTo>
                    <a:cubicBezTo>
                      <a:pt x="767155" y="217488"/>
                      <a:pt x="763587" y="214645"/>
                      <a:pt x="763587" y="210381"/>
                    </a:cubicBezTo>
                    <a:cubicBezTo>
                      <a:pt x="763587" y="210381"/>
                      <a:pt x="763587" y="210381"/>
                      <a:pt x="763587" y="7108"/>
                    </a:cubicBezTo>
                    <a:cubicBezTo>
                      <a:pt x="763587" y="2843"/>
                      <a:pt x="767155" y="0"/>
                      <a:pt x="770723" y="0"/>
                    </a:cubicBezTo>
                    <a:close/>
                    <a:moveTo>
                      <a:pt x="516723" y="0"/>
                    </a:moveTo>
                    <a:cubicBezTo>
                      <a:pt x="516723" y="0"/>
                      <a:pt x="516723" y="0"/>
                      <a:pt x="721526" y="0"/>
                    </a:cubicBezTo>
                    <a:cubicBezTo>
                      <a:pt x="725094" y="0"/>
                      <a:pt x="728662" y="2843"/>
                      <a:pt x="728662" y="7108"/>
                    </a:cubicBezTo>
                    <a:cubicBezTo>
                      <a:pt x="728662" y="7108"/>
                      <a:pt x="728662" y="7108"/>
                      <a:pt x="728662" y="210381"/>
                    </a:cubicBezTo>
                    <a:cubicBezTo>
                      <a:pt x="728662" y="214645"/>
                      <a:pt x="725094" y="217488"/>
                      <a:pt x="721526" y="217488"/>
                    </a:cubicBezTo>
                    <a:cubicBezTo>
                      <a:pt x="721526" y="217488"/>
                      <a:pt x="721526" y="217488"/>
                      <a:pt x="516723" y="217488"/>
                    </a:cubicBezTo>
                    <a:cubicBezTo>
                      <a:pt x="512442" y="217488"/>
                      <a:pt x="509587" y="214645"/>
                      <a:pt x="509587" y="210381"/>
                    </a:cubicBezTo>
                    <a:cubicBezTo>
                      <a:pt x="509587" y="210381"/>
                      <a:pt x="509587" y="210381"/>
                      <a:pt x="509587" y="7108"/>
                    </a:cubicBezTo>
                    <a:cubicBezTo>
                      <a:pt x="509587" y="2843"/>
                      <a:pt x="512442" y="0"/>
                      <a:pt x="516723" y="0"/>
                    </a:cubicBezTo>
                    <a:close/>
                    <a:moveTo>
                      <a:pt x="261136" y="0"/>
                    </a:moveTo>
                    <a:cubicBezTo>
                      <a:pt x="261136" y="0"/>
                      <a:pt x="261136" y="0"/>
                      <a:pt x="465939" y="0"/>
                    </a:cubicBezTo>
                    <a:cubicBezTo>
                      <a:pt x="470220" y="0"/>
                      <a:pt x="473075" y="2843"/>
                      <a:pt x="473075" y="7108"/>
                    </a:cubicBezTo>
                    <a:cubicBezTo>
                      <a:pt x="473075" y="7108"/>
                      <a:pt x="473075" y="7108"/>
                      <a:pt x="473075" y="210381"/>
                    </a:cubicBezTo>
                    <a:cubicBezTo>
                      <a:pt x="473075" y="214645"/>
                      <a:pt x="470220" y="217488"/>
                      <a:pt x="465939" y="217488"/>
                    </a:cubicBezTo>
                    <a:cubicBezTo>
                      <a:pt x="465939" y="217488"/>
                      <a:pt x="465939" y="217488"/>
                      <a:pt x="261136" y="217488"/>
                    </a:cubicBezTo>
                    <a:cubicBezTo>
                      <a:pt x="257568" y="217488"/>
                      <a:pt x="254000" y="214645"/>
                      <a:pt x="254000" y="210381"/>
                    </a:cubicBezTo>
                    <a:cubicBezTo>
                      <a:pt x="254000" y="210381"/>
                      <a:pt x="254000" y="210381"/>
                      <a:pt x="254000" y="7108"/>
                    </a:cubicBezTo>
                    <a:cubicBezTo>
                      <a:pt x="254000" y="2843"/>
                      <a:pt x="257568" y="0"/>
                      <a:pt x="261136" y="0"/>
                    </a:cubicBezTo>
                    <a:close/>
                    <a:moveTo>
                      <a:pt x="7136" y="0"/>
                    </a:moveTo>
                    <a:cubicBezTo>
                      <a:pt x="7136" y="0"/>
                      <a:pt x="7136" y="0"/>
                      <a:pt x="211939" y="0"/>
                    </a:cubicBezTo>
                    <a:cubicBezTo>
                      <a:pt x="215507" y="0"/>
                      <a:pt x="219075" y="2843"/>
                      <a:pt x="219075" y="7108"/>
                    </a:cubicBezTo>
                    <a:cubicBezTo>
                      <a:pt x="219075" y="7108"/>
                      <a:pt x="219075" y="7108"/>
                      <a:pt x="219075" y="210381"/>
                    </a:cubicBezTo>
                    <a:cubicBezTo>
                      <a:pt x="219075" y="214645"/>
                      <a:pt x="215507" y="217488"/>
                      <a:pt x="211939" y="217488"/>
                    </a:cubicBezTo>
                    <a:cubicBezTo>
                      <a:pt x="211939" y="217488"/>
                      <a:pt x="211939" y="217488"/>
                      <a:pt x="7136" y="217488"/>
                    </a:cubicBezTo>
                    <a:cubicBezTo>
                      <a:pt x="2854" y="217488"/>
                      <a:pt x="0" y="214645"/>
                      <a:pt x="0" y="210381"/>
                    </a:cubicBezTo>
                    <a:cubicBezTo>
                      <a:pt x="0" y="210381"/>
                      <a:pt x="0" y="210381"/>
                      <a:pt x="0" y="7108"/>
                    </a:cubicBezTo>
                    <a:cubicBezTo>
                      <a:pt x="0" y="2843"/>
                      <a:pt x="2854" y="0"/>
                      <a:pt x="7136"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44" name="Freeform 24">
                <a:extLst>
                  <a:ext uri="{FF2B5EF4-FFF2-40B4-BE49-F238E27FC236}">
                    <a16:creationId xmlns:a16="http://schemas.microsoft.com/office/drawing/2014/main" id="{36C08C64-E59C-4F1E-9F64-5F0896EEC5F7}"/>
                  </a:ext>
                </a:extLst>
              </p:cNvPr>
              <p:cNvSpPr>
                <a:spLocks/>
              </p:cNvSpPr>
              <p:nvPr/>
            </p:nvSpPr>
            <p:spPr bwMode="auto">
              <a:xfrm>
                <a:off x="5519738" y="2911475"/>
                <a:ext cx="1154113" cy="963613"/>
              </a:xfrm>
              <a:custGeom>
                <a:avLst/>
                <a:gdLst>
                  <a:gd name="connsiteX0" fmla="*/ 92866 w 1154113"/>
                  <a:gd name="connsiteY0" fmla="*/ 150813 h 963613"/>
                  <a:gd name="connsiteX1" fmla="*/ 163567 w 1154113"/>
                  <a:gd name="connsiteY1" fmla="*/ 150813 h 963613"/>
                  <a:gd name="connsiteX2" fmla="*/ 163567 w 1154113"/>
                  <a:gd name="connsiteY2" fmla="*/ 211469 h 963613"/>
                  <a:gd name="connsiteX3" fmla="*/ 179278 w 1154113"/>
                  <a:gd name="connsiteY3" fmla="*/ 227168 h 963613"/>
                  <a:gd name="connsiteX4" fmla="*/ 320678 w 1154113"/>
                  <a:gd name="connsiteY4" fmla="*/ 227168 h 963613"/>
                  <a:gd name="connsiteX5" fmla="*/ 336390 w 1154113"/>
                  <a:gd name="connsiteY5" fmla="*/ 211469 h 963613"/>
                  <a:gd name="connsiteX6" fmla="*/ 336390 w 1154113"/>
                  <a:gd name="connsiteY6" fmla="*/ 150813 h 963613"/>
                  <a:gd name="connsiteX7" fmla="*/ 817723 w 1154113"/>
                  <a:gd name="connsiteY7" fmla="*/ 150813 h 963613"/>
                  <a:gd name="connsiteX8" fmla="*/ 817723 w 1154113"/>
                  <a:gd name="connsiteY8" fmla="*/ 211469 h 963613"/>
                  <a:gd name="connsiteX9" fmla="*/ 833434 w 1154113"/>
                  <a:gd name="connsiteY9" fmla="*/ 227168 h 963613"/>
                  <a:gd name="connsiteX10" fmla="*/ 974835 w 1154113"/>
                  <a:gd name="connsiteY10" fmla="*/ 227168 h 963613"/>
                  <a:gd name="connsiteX11" fmla="*/ 990546 w 1154113"/>
                  <a:gd name="connsiteY11" fmla="*/ 211469 h 963613"/>
                  <a:gd name="connsiteX12" fmla="*/ 990546 w 1154113"/>
                  <a:gd name="connsiteY12" fmla="*/ 150813 h 963613"/>
                  <a:gd name="connsiteX13" fmla="*/ 1061247 w 1154113"/>
                  <a:gd name="connsiteY13" fmla="*/ 150813 h 963613"/>
                  <a:gd name="connsiteX14" fmla="*/ 1068388 w 1154113"/>
                  <a:gd name="connsiteY14" fmla="*/ 157949 h 963613"/>
                  <a:gd name="connsiteX15" fmla="*/ 1068388 w 1154113"/>
                  <a:gd name="connsiteY15" fmla="*/ 362752 h 963613"/>
                  <a:gd name="connsiteX16" fmla="*/ 1061247 w 1154113"/>
                  <a:gd name="connsiteY16" fmla="*/ 369888 h 963613"/>
                  <a:gd name="connsiteX17" fmla="*/ 92866 w 1154113"/>
                  <a:gd name="connsiteY17" fmla="*/ 369888 h 963613"/>
                  <a:gd name="connsiteX18" fmla="*/ 85725 w 1154113"/>
                  <a:gd name="connsiteY18" fmla="*/ 362752 h 963613"/>
                  <a:gd name="connsiteX19" fmla="*/ 85725 w 1154113"/>
                  <a:gd name="connsiteY19" fmla="*/ 157949 h 963613"/>
                  <a:gd name="connsiteX20" fmla="*/ 92866 w 1154113"/>
                  <a:gd name="connsiteY20" fmla="*/ 150813 h 963613"/>
                  <a:gd name="connsiteX21" fmla="*/ 336550 w 1154113"/>
                  <a:gd name="connsiteY21" fmla="*/ 71438 h 963613"/>
                  <a:gd name="connsiteX22" fmla="*/ 817563 w 1154113"/>
                  <a:gd name="connsiteY22" fmla="*/ 71438 h 963613"/>
                  <a:gd name="connsiteX23" fmla="*/ 817563 w 1154113"/>
                  <a:gd name="connsiteY23" fmla="*/ 101601 h 963613"/>
                  <a:gd name="connsiteX24" fmla="*/ 336550 w 1154113"/>
                  <a:gd name="connsiteY24" fmla="*/ 101601 h 963613"/>
                  <a:gd name="connsiteX25" fmla="*/ 15712 w 1154113"/>
                  <a:gd name="connsiteY25" fmla="*/ 71438 h 963613"/>
                  <a:gd name="connsiteX26" fmla="*/ 163547 w 1154113"/>
                  <a:gd name="connsiteY26" fmla="*/ 71438 h 963613"/>
                  <a:gd name="connsiteX27" fmla="*/ 163547 w 1154113"/>
                  <a:gd name="connsiteY27" fmla="*/ 102843 h 963613"/>
                  <a:gd name="connsiteX28" fmla="*/ 31424 w 1154113"/>
                  <a:gd name="connsiteY28" fmla="*/ 102843 h 963613"/>
                  <a:gd name="connsiteX29" fmla="*/ 31424 w 1154113"/>
                  <a:gd name="connsiteY29" fmla="*/ 932209 h 963613"/>
                  <a:gd name="connsiteX30" fmla="*/ 1122689 w 1154113"/>
                  <a:gd name="connsiteY30" fmla="*/ 932209 h 963613"/>
                  <a:gd name="connsiteX31" fmla="*/ 1122689 w 1154113"/>
                  <a:gd name="connsiteY31" fmla="*/ 102843 h 963613"/>
                  <a:gd name="connsiteX32" fmla="*/ 990566 w 1154113"/>
                  <a:gd name="connsiteY32" fmla="*/ 102843 h 963613"/>
                  <a:gd name="connsiteX33" fmla="*/ 990566 w 1154113"/>
                  <a:gd name="connsiteY33" fmla="*/ 71438 h 963613"/>
                  <a:gd name="connsiteX34" fmla="*/ 1138401 w 1154113"/>
                  <a:gd name="connsiteY34" fmla="*/ 71438 h 963613"/>
                  <a:gd name="connsiteX35" fmla="*/ 1154113 w 1154113"/>
                  <a:gd name="connsiteY35" fmla="*/ 87140 h 963613"/>
                  <a:gd name="connsiteX36" fmla="*/ 1154113 w 1154113"/>
                  <a:gd name="connsiteY36" fmla="*/ 947911 h 963613"/>
                  <a:gd name="connsiteX37" fmla="*/ 1138401 w 1154113"/>
                  <a:gd name="connsiteY37" fmla="*/ 963613 h 963613"/>
                  <a:gd name="connsiteX38" fmla="*/ 15712 w 1154113"/>
                  <a:gd name="connsiteY38" fmla="*/ 963613 h 963613"/>
                  <a:gd name="connsiteX39" fmla="*/ 0 w 1154113"/>
                  <a:gd name="connsiteY39" fmla="*/ 947911 h 963613"/>
                  <a:gd name="connsiteX40" fmla="*/ 0 w 1154113"/>
                  <a:gd name="connsiteY40" fmla="*/ 87140 h 963613"/>
                  <a:gd name="connsiteX41" fmla="*/ 15712 w 1154113"/>
                  <a:gd name="connsiteY41" fmla="*/ 71438 h 963613"/>
                  <a:gd name="connsiteX42" fmla="*/ 856425 w 1154113"/>
                  <a:gd name="connsiteY42" fmla="*/ 0 h 963613"/>
                  <a:gd name="connsiteX43" fmla="*/ 951737 w 1154113"/>
                  <a:gd name="connsiteY43" fmla="*/ 0 h 963613"/>
                  <a:gd name="connsiteX44" fmla="*/ 958850 w 1154113"/>
                  <a:gd name="connsiteY44" fmla="*/ 7153 h 963613"/>
                  <a:gd name="connsiteX45" fmla="*/ 958850 w 1154113"/>
                  <a:gd name="connsiteY45" fmla="*/ 70095 h 963613"/>
                  <a:gd name="connsiteX46" fmla="*/ 958850 w 1154113"/>
                  <a:gd name="connsiteY46" fmla="*/ 101565 h 963613"/>
                  <a:gd name="connsiteX47" fmla="*/ 958850 w 1154113"/>
                  <a:gd name="connsiteY47" fmla="*/ 150202 h 963613"/>
                  <a:gd name="connsiteX48" fmla="*/ 958850 w 1154113"/>
                  <a:gd name="connsiteY48" fmla="*/ 188111 h 963613"/>
                  <a:gd name="connsiteX49" fmla="*/ 951737 w 1154113"/>
                  <a:gd name="connsiteY49" fmla="*/ 195263 h 963613"/>
                  <a:gd name="connsiteX50" fmla="*/ 856425 w 1154113"/>
                  <a:gd name="connsiteY50" fmla="*/ 195263 h 963613"/>
                  <a:gd name="connsiteX51" fmla="*/ 849312 w 1154113"/>
                  <a:gd name="connsiteY51" fmla="*/ 188111 h 963613"/>
                  <a:gd name="connsiteX52" fmla="*/ 849312 w 1154113"/>
                  <a:gd name="connsiteY52" fmla="*/ 150202 h 963613"/>
                  <a:gd name="connsiteX53" fmla="*/ 849312 w 1154113"/>
                  <a:gd name="connsiteY53" fmla="*/ 101565 h 963613"/>
                  <a:gd name="connsiteX54" fmla="*/ 849312 w 1154113"/>
                  <a:gd name="connsiteY54" fmla="*/ 70095 h 963613"/>
                  <a:gd name="connsiteX55" fmla="*/ 849312 w 1154113"/>
                  <a:gd name="connsiteY55" fmla="*/ 7153 h 963613"/>
                  <a:gd name="connsiteX56" fmla="*/ 856425 w 1154113"/>
                  <a:gd name="connsiteY56" fmla="*/ 0 h 963613"/>
                  <a:gd name="connsiteX57" fmla="*/ 202375 w 1154113"/>
                  <a:gd name="connsiteY57" fmla="*/ 0 h 963613"/>
                  <a:gd name="connsiteX58" fmla="*/ 297687 w 1154113"/>
                  <a:gd name="connsiteY58" fmla="*/ 0 h 963613"/>
                  <a:gd name="connsiteX59" fmla="*/ 304800 w 1154113"/>
                  <a:gd name="connsiteY59" fmla="*/ 7153 h 963613"/>
                  <a:gd name="connsiteX60" fmla="*/ 304800 w 1154113"/>
                  <a:gd name="connsiteY60" fmla="*/ 70095 h 963613"/>
                  <a:gd name="connsiteX61" fmla="*/ 304800 w 1154113"/>
                  <a:gd name="connsiteY61" fmla="*/ 101565 h 963613"/>
                  <a:gd name="connsiteX62" fmla="*/ 304800 w 1154113"/>
                  <a:gd name="connsiteY62" fmla="*/ 150202 h 963613"/>
                  <a:gd name="connsiteX63" fmla="*/ 304800 w 1154113"/>
                  <a:gd name="connsiteY63" fmla="*/ 188111 h 963613"/>
                  <a:gd name="connsiteX64" fmla="*/ 297687 w 1154113"/>
                  <a:gd name="connsiteY64" fmla="*/ 195263 h 963613"/>
                  <a:gd name="connsiteX65" fmla="*/ 202375 w 1154113"/>
                  <a:gd name="connsiteY65" fmla="*/ 195263 h 963613"/>
                  <a:gd name="connsiteX66" fmla="*/ 195262 w 1154113"/>
                  <a:gd name="connsiteY66" fmla="*/ 188111 h 963613"/>
                  <a:gd name="connsiteX67" fmla="*/ 195262 w 1154113"/>
                  <a:gd name="connsiteY67" fmla="*/ 150202 h 963613"/>
                  <a:gd name="connsiteX68" fmla="*/ 195262 w 1154113"/>
                  <a:gd name="connsiteY68" fmla="*/ 101565 h 963613"/>
                  <a:gd name="connsiteX69" fmla="*/ 195262 w 1154113"/>
                  <a:gd name="connsiteY69" fmla="*/ 70095 h 963613"/>
                  <a:gd name="connsiteX70" fmla="*/ 195262 w 1154113"/>
                  <a:gd name="connsiteY70" fmla="*/ 7153 h 963613"/>
                  <a:gd name="connsiteX71" fmla="*/ 202375 w 1154113"/>
                  <a:gd name="connsiteY71" fmla="*/ 0 h 963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154113" h="963613">
                    <a:moveTo>
                      <a:pt x="92866" y="150813"/>
                    </a:moveTo>
                    <a:cubicBezTo>
                      <a:pt x="92866" y="150813"/>
                      <a:pt x="92866" y="150813"/>
                      <a:pt x="163567" y="150813"/>
                    </a:cubicBezTo>
                    <a:lnTo>
                      <a:pt x="163567" y="211469"/>
                    </a:lnTo>
                    <a:cubicBezTo>
                      <a:pt x="163567" y="220032"/>
                      <a:pt x="170708" y="227168"/>
                      <a:pt x="179278" y="227168"/>
                    </a:cubicBezTo>
                    <a:cubicBezTo>
                      <a:pt x="179278" y="227168"/>
                      <a:pt x="179278" y="227168"/>
                      <a:pt x="320678" y="227168"/>
                    </a:cubicBezTo>
                    <a:cubicBezTo>
                      <a:pt x="329248" y="227168"/>
                      <a:pt x="336390" y="220032"/>
                      <a:pt x="336390" y="211469"/>
                    </a:cubicBezTo>
                    <a:cubicBezTo>
                      <a:pt x="336390" y="211469"/>
                      <a:pt x="336390" y="211469"/>
                      <a:pt x="336390" y="150813"/>
                    </a:cubicBezTo>
                    <a:cubicBezTo>
                      <a:pt x="336390" y="150813"/>
                      <a:pt x="336390" y="150813"/>
                      <a:pt x="817723" y="150813"/>
                    </a:cubicBezTo>
                    <a:cubicBezTo>
                      <a:pt x="817723" y="150813"/>
                      <a:pt x="817723" y="150813"/>
                      <a:pt x="817723" y="211469"/>
                    </a:cubicBezTo>
                    <a:cubicBezTo>
                      <a:pt x="817723" y="220032"/>
                      <a:pt x="824864" y="227168"/>
                      <a:pt x="833434" y="227168"/>
                    </a:cubicBezTo>
                    <a:cubicBezTo>
                      <a:pt x="833434" y="227168"/>
                      <a:pt x="833434" y="227168"/>
                      <a:pt x="974835" y="227168"/>
                    </a:cubicBezTo>
                    <a:cubicBezTo>
                      <a:pt x="983405" y="227168"/>
                      <a:pt x="990546" y="220032"/>
                      <a:pt x="990546" y="211469"/>
                    </a:cubicBezTo>
                    <a:cubicBezTo>
                      <a:pt x="990546" y="211469"/>
                      <a:pt x="990546" y="211469"/>
                      <a:pt x="990546" y="150813"/>
                    </a:cubicBezTo>
                    <a:cubicBezTo>
                      <a:pt x="990546" y="150813"/>
                      <a:pt x="990546" y="150813"/>
                      <a:pt x="1061247" y="150813"/>
                    </a:cubicBezTo>
                    <a:cubicBezTo>
                      <a:pt x="1065532" y="150813"/>
                      <a:pt x="1068388" y="154381"/>
                      <a:pt x="1068388" y="157949"/>
                    </a:cubicBezTo>
                    <a:cubicBezTo>
                      <a:pt x="1068388" y="157949"/>
                      <a:pt x="1068388" y="157949"/>
                      <a:pt x="1068388" y="362752"/>
                    </a:cubicBezTo>
                    <a:cubicBezTo>
                      <a:pt x="1068388" y="367034"/>
                      <a:pt x="1065532" y="369888"/>
                      <a:pt x="1061247" y="369888"/>
                    </a:cubicBezTo>
                    <a:cubicBezTo>
                      <a:pt x="1061247" y="369888"/>
                      <a:pt x="1061247" y="369888"/>
                      <a:pt x="92866" y="369888"/>
                    </a:cubicBezTo>
                    <a:cubicBezTo>
                      <a:pt x="88581" y="369888"/>
                      <a:pt x="85725" y="367034"/>
                      <a:pt x="85725" y="362752"/>
                    </a:cubicBezTo>
                    <a:cubicBezTo>
                      <a:pt x="85725" y="362752"/>
                      <a:pt x="85725" y="362752"/>
                      <a:pt x="85725" y="157949"/>
                    </a:cubicBezTo>
                    <a:cubicBezTo>
                      <a:pt x="85725" y="154381"/>
                      <a:pt x="88581" y="150813"/>
                      <a:pt x="92866" y="150813"/>
                    </a:cubicBezTo>
                    <a:close/>
                    <a:moveTo>
                      <a:pt x="336550" y="71438"/>
                    </a:moveTo>
                    <a:lnTo>
                      <a:pt x="817563" y="71438"/>
                    </a:lnTo>
                    <a:lnTo>
                      <a:pt x="817563" y="101601"/>
                    </a:lnTo>
                    <a:lnTo>
                      <a:pt x="336550" y="101601"/>
                    </a:lnTo>
                    <a:close/>
                    <a:moveTo>
                      <a:pt x="15712" y="71438"/>
                    </a:moveTo>
                    <a:cubicBezTo>
                      <a:pt x="15712" y="71438"/>
                      <a:pt x="15712" y="71438"/>
                      <a:pt x="163547" y="71438"/>
                    </a:cubicBezTo>
                    <a:cubicBezTo>
                      <a:pt x="163547" y="71438"/>
                      <a:pt x="163547" y="71438"/>
                      <a:pt x="163547" y="102843"/>
                    </a:cubicBezTo>
                    <a:cubicBezTo>
                      <a:pt x="163547" y="102843"/>
                      <a:pt x="163547" y="102843"/>
                      <a:pt x="31424" y="102843"/>
                    </a:cubicBezTo>
                    <a:cubicBezTo>
                      <a:pt x="31424" y="102843"/>
                      <a:pt x="31424" y="102843"/>
                      <a:pt x="31424" y="932209"/>
                    </a:cubicBezTo>
                    <a:cubicBezTo>
                      <a:pt x="31424" y="932209"/>
                      <a:pt x="31424" y="932209"/>
                      <a:pt x="1122689" y="932209"/>
                    </a:cubicBezTo>
                    <a:cubicBezTo>
                      <a:pt x="1122689" y="932209"/>
                      <a:pt x="1122689" y="932209"/>
                      <a:pt x="1122689" y="102843"/>
                    </a:cubicBezTo>
                    <a:cubicBezTo>
                      <a:pt x="1122689" y="102843"/>
                      <a:pt x="1122689" y="102843"/>
                      <a:pt x="990566" y="102843"/>
                    </a:cubicBezTo>
                    <a:cubicBezTo>
                      <a:pt x="990566" y="102843"/>
                      <a:pt x="990566" y="102843"/>
                      <a:pt x="990566" y="71438"/>
                    </a:cubicBezTo>
                    <a:cubicBezTo>
                      <a:pt x="990566" y="71438"/>
                      <a:pt x="990566" y="71438"/>
                      <a:pt x="1138401" y="71438"/>
                    </a:cubicBezTo>
                    <a:cubicBezTo>
                      <a:pt x="1146971" y="71438"/>
                      <a:pt x="1154113" y="78576"/>
                      <a:pt x="1154113" y="87140"/>
                    </a:cubicBezTo>
                    <a:cubicBezTo>
                      <a:pt x="1154113" y="87140"/>
                      <a:pt x="1154113" y="87140"/>
                      <a:pt x="1154113" y="947911"/>
                    </a:cubicBezTo>
                    <a:cubicBezTo>
                      <a:pt x="1154113" y="956476"/>
                      <a:pt x="1146971" y="963613"/>
                      <a:pt x="1138401" y="963613"/>
                    </a:cubicBezTo>
                    <a:cubicBezTo>
                      <a:pt x="1138401" y="963613"/>
                      <a:pt x="1138401" y="963613"/>
                      <a:pt x="15712" y="963613"/>
                    </a:cubicBezTo>
                    <a:cubicBezTo>
                      <a:pt x="7142" y="963613"/>
                      <a:pt x="0" y="956476"/>
                      <a:pt x="0" y="947911"/>
                    </a:cubicBezTo>
                    <a:cubicBezTo>
                      <a:pt x="0" y="947911"/>
                      <a:pt x="0" y="947911"/>
                      <a:pt x="0" y="87140"/>
                    </a:cubicBezTo>
                    <a:cubicBezTo>
                      <a:pt x="0" y="78576"/>
                      <a:pt x="7142" y="71438"/>
                      <a:pt x="15712" y="71438"/>
                    </a:cubicBezTo>
                    <a:close/>
                    <a:moveTo>
                      <a:pt x="856425" y="0"/>
                    </a:moveTo>
                    <a:cubicBezTo>
                      <a:pt x="856425" y="0"/>
                      <a:pt x="856425" y="0"/>
                      <a:pt x="951737" y="0"/>
                    </a:cubicBezTo>
                    <a:cubicBezTo>
                      <a:pt x="955294" y="0"/>
                      <a:pt x="958850" y="3576"/>
                      <a:pt x="958850" y="7153"/>
                    </a:cubicBezTo>
                    <a:cubicBezTo>
                      <a:pt x="958850" y="7153"/>
                      <a:pt x="958850" y="7153"/>
                      <a:pt x="958850" y="70095"/>
                    </a:cubicBezTo>
                    <a:cubicBezTo>
                      <a:pt x="958850" y="70095"/>
                      <a:pt x="958850" y="70095"/>
                      <a:pt x="958850" y="101565"/>
                    </a:cubicBezTo>
                    <a:cubicBezTo>
                      <a:pt x="958850" y="101565"/>
                      <a:pt x="958850" y="101565"/>
                      <a:pt x="958850" y="150202"/>
                    </a:cubicBezTo>
                    <a:cubicBezTo>
                      <a:pt x="958850" y="150202"/>
                      <a:pt x="958850" y="150202"/>
                      <a:pt x="958850" y="188111"/>
                    </a:cubicBezTo>
                    <a:cubicBezTo>
                      <a:pt x="958850" y="192402"/>
                      <a:pt x="955294" y="195263"/>
                      <a:pt x="951737" y="195263"/>
                    </a:cubicBezTo>
                    <a:cubicBezTo>
                      <a:pt x="951737" y="195263"/>
                      <a:pt x="951737" y="195263"/>
                      <a:pt x="856425" y="195263"/>
                    </a:cubicBezTo>
                    <a:cubicBezTo>
                      <a:pt x="852869" y="195263"/>
                      <a:pt x="849312" y="192402"/>
                      <a:pt x="849312" y="188111"/>
                    </a:cubicBezTo>
                    <a:cubicBezTo>
                      <a:pt x="849312" y="188111"/>
                      <a:pt x="849312" y="188111"/>
                      <a:pt x="849312" y="150202"/>
                    </a:cubicBezTo>
                    <a:cubicBezTo>
                      <a:pt x="849312" y="150202"/>
                      <a:pt x="849312" y="150202"/>
                      <a:pt x="849312" y="101565"/>
                    </a:cubicBezTo>
                    <a:cubicBezTo>
                      <a:pt x="849312" y="101565"/>
                      <a:pt x="849312" y="101565"/>
                      <a:pt x="849312" y="70095"/>
                    </a:cubicBezTo>
                    <a:cubicBezTo>
                      <a:pt x="849312" y="70095"/>
                      <a:pt x="849312" y="70095"/>
                      <a:pt x="849312" y="7153"/>
                    </a:cubicBezTo>
                    <a:cubicBezTo>
                      <a:pt x="849312" y="3576"/>
                      <a:pt x="852869" y="0"/>
                      <a:pt x="856425" y="0"/>
                    </a:cubicBezTo>
                    <a:close/>
                    <a:moveTo>
                      <a:pt x="202375" y="0"/>
                    </a:moveTo>
                    <a:cubicBezTo>
                      <a:pt x="202375" y="0"/>
                      <a:pt x="202375" y="0"/>
                      <a:pt x="297687" y="0"/>
                    </a:cubicBezTo>
                    <a:cubicBezTo>
                      <a:pt x="301243" y="0"/>
                      <a:pt x="304800" y="3576"/>
                      <a:pt x="304800" y="7153"/>
                    </a:cubicBezTo>
                    <a:cubicBezTo>
                      <a:pt x="304800" y="7153"/>
                      <a:pt x="304800" y="7153"/>
                      <a:pt x="304800" y="70095"/>
                    </a:cubicBezTo>
                    <a:cubicBezTo>
                      <a:pt x="304800" y="70095"/>
                      <a:pt x="304800" y="70095"/>
                      <a:pt x="304800" y="101565"/>
                    </a:cubicBezTo>
                    <a:cubicBezTo>
                      <a:pt x="304800" y="101565"/>
                      <a:pt x="304800" y="101565"/>
                      <a:pt x="304800" y="150202"/>
                    </a:cubicBezTo>
                    <a:cubicBezTo>
                      <a:pt x="304800" y="150202"/>
                      <a:pt x="304800" y="150202"/>
                      <a:pt x="304800" y="188111"/>
                    </a:cubicBezTo>
                    <a:cubicBezTo>
                      <a:pt x="304800" y="192402"/>
                      <a:pt x="301243" y="195263"/>
                      <a:pt x="297687" y="195263"/>
                    </a:cubicBezTo>
                    <a:cubicBezTo>
                      <a:pt x="297687" y="195263"/>
                      <a:pt x="297687" y="195263"/>
                      <a:pt x="202375" y="195263"/>
                    </a:cubicBezTo>
                    <a:cubicBezTo>
                      <a:pt x="198818" y="195263"/>
                      <a:pt x="195262" y="192402"/>
                      <a:pt x="195262" y="188111"/>
                    </a:cubicBezTo>
                    <a:cubicBezTo>
                      <a:pt x="195262" y="188111"/>
                      <a:pt x="195262" y="188111"/>
                      <a:pt x="195262" y="150202"/>
                    </a:cubicBezTo>
                    <a:cubicBezTo>
                      <a:pt x="195262" y="150202"/>
                      <a:pt x="195262" y="150202"/>
                      <a:pt x="195262" y="101565"/>
                    </a:cubicBezTo>
                    <a:cubicBezTo>
                      <a:pt x="195262" y="101565"/>
                      <a:pt x="195262" y="101565"/>
                      <a:pt x="195262" y="70095"/>
                    </a:cubicBezTo>
                    <a:cubicBezTo>
                      <a:pt x="195262" y="70095"/>
                      <a:pt x="195262" y="70095"/>
                      <a:pt x="195262" y="7153"/>
                    </a:cubicBezTo>
                    <a:cubicBezTo>
                      <a:pt x="195262" y="3576"/>
                      <a:pt x="198818" y="0"/>
                      <a:pt x="202375"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sp>
        <p:nvSpPr>
          <p:cNvPr id="54" name="Rectangle 53">
            <a:extLst>
              <a:ext uri="{FF2B5EF4-FFF2-40B4-BE49-F238E27FC236}">
                <a16:creationId xmlns:a16="http://schemas.microsoft.com/office/drawing/2014/main" id="{D58FD0A8-8457-42A7-B3E7-D436261B9082}"/>
              </a:ext>
            </a:extLst>
          </p:cNvPr>
          <p:cNvSpPr/>
          <p:nvPr/>
        </p:nvSpPr>
        <p:spPr>
          <a:xfrm>
            <a:off x="4241682" y="1709860"/>
            <a:ext cx="1610677" cy="2377885"/>
          </a:xfrm>
          <a:prstGeom prst="rect">
            <a:avLst/>
          </a:prstGeom>
        </p:spPr>
        <p:txBody>
          <a:bodyPr wrap="square" lIns="0" tIns="0" rIns="0" bIns="0" anchor="ctr" anchorCtr="0">
            <a:noAutofit/>
          </a:bodyPr>
          <a:lstStyle/>
          <a:p>
            <a:pPr>
              <a:buSzPct val="100000"/>
            </a:pPr>
            <a:r>
              <a:rPr lang="en-US" sz="1200">
                <a:solidFill>
                  <a:schemeClr val="tx1">
                    <a:lumMod val="100000"/>
                  </a:schemeClr>
                </a:solidFill>
                <a:latin typeface="Trebuchet MS" panose="020B0603020202020204" pitchFamily="34" charset="0"/>
              </a:rPr>
              <a:t>January, 2019</a:t>
            </a:r>
          </a:p>
          <a:p>
            <a:pPr>
              <a:buSzPct val="100000"/>
            </a:pPr>
            <a:endParaRPr lang="en-US" sz="1200">
              <a:solidFill>
                <a:schemeClr val="tx1">
                  <a:lumMod val="100000"/>
                </a:schemeClr>
              </a:solidFill>
              <a:latin typeface="Trebuchet MS" panose="020B0603020202020204" pitchFamily="34" charset="0"/>
            </a:endParaRPr>
          </a:p>
          <a:p>
            <a:pPr>
              <a:buSzPct val="100000"/>
            </a:pPr>
            <a:endParaRPr lang="en-US" sz="1200">
              <a:solidFill>
                <a:schemeClr val="tx1">
                  <a:lumMod val="100000"/>
                </a:schemeClr>
              </a:solidFill>
              <a:latin typeface="Trebuchet MS" panose="020B0603020202020204" pitchFamily="34" charset="0"/>
            </a:endParaRPr>
          </a:p>
          <a:p>
            <a:pPr>
              <a:buSzPct val="100000"/>
            </a:pPr>
            <a:r>
              <a:rPr lang="en-US" sz="1200">
                <a:solidFill>
                  <a:schemeClr val="tx1">
                    <a:lumMod val="100000"/>
                  </a:schemeClr>
                </a:solidFill>
                <a:latin typeface="Trebuchet MS" panose="020B0603020202020204" pitchFamily="34" charset="0"/>
              </a:rPr>
              <a:t>Google Play Store</a:t>
            </a:r>
          </a:p>
          <a:p>
            <a:pPr>
              <a:buSzPct val="100000"/>
            </a:pPr>
            <a:r>
              <a:rPr lang="en-US" sz="1200">
                <a:solidFill>
                  <a:schemeClr val="tx1">
                    <a:lumMod val="100000"/>
                  </a:schemeClr>
                </a:solidFill>
                <a:latin typeface="Trebuchet MS" panose="020B0603020202020204" pitchFamily="34" charset="0"/>
              </a:rPr>
              <a:t>iOS App Store</a:t>
            </a:r>
          </a:p>
          <a:p>
            <a:pPr>
              <a:buSzPct val="100000"/>
            </a:pPr>
            <a:endParaRPr lang="en-US" sz="1200">
              <a:solidFill>
                <a:schemeClr val="tx1">
                  <a:lumMod val="100000"/>
                </a:schemeClr>
              </a:solidFill>
              <a:latin typeface="Trebuchet MS" panose="020B0603020202020204" pitchFamily="34" charset="0"/>
            </a:endParaRPr>
          </a:p>
          <a:p>
            <a:pPr>
              <a:buSzPct val="100000"/>
            </a:pPr>
            <a:r>
              <a:rPr lang="en-US" sz="1200">
                <a:solidFill>
                  <a:schemeClr val="tx1">
                    <a:lumMod val="100000"/>
                  </a:schemeClr>
                </a:solidFill>
                <a:latin typeface="Trebuchet MS" panose="020B0603020202020204" pitchFamily="34" charset="0"/>
              </a:rPr>
              <a:t>Levant, Saudi dialects</a:t>
            </a:r>
          </a:p>
          <a:p>
            <a:pPr>
              <a:buSzPct val="100000"/>
            </a:pPr>
            <a:r>
              <a:rPr lang="en-US" sz="1200" i="1">
                <a:solidFill>
                  <a:schemeClr val="tx1">
                    <a:lumMod val="100000"/>
                  </a:schemeClr>
                </a:solidFill>
                <a:latin typeface="Trebuchet MS" panose="020B0603020202020204" pitchFamily="34" charset="0"/>
              </a:rPr>
              <a:t>Egyptian to be offered</a:t>
            </a:r>
          </a:p>
          <a:p>
            <a:pPr>
              <a:buSzPct val="100000"/>
            </a:pPr>
            <a:endParaRPr lang="en-US" sz="1200">
              <a:solidFill>
                <a:schemeClr val="tx1">
                  <a:lumMod val="100000"/>
                </a:schemeClr>
              </a:solidFill>
              <a:latin typeface="Trebuchet MS" panose="020B0603020202020204" pitchFamily="34" charset="0"/>
            </a:endParaRPr>
          </a:p>
          <a:p>
            <a:pPr>
              <a:buSzPct val="100000"/>
            </a:pPr>
            <a:endParaRPr lang="en-US" sz="1200">
              <a:solidFill>
                <a:schemeClr val="tx1">
                  <a:lumMod val="100000"/>
                </a:schemeClr>
              </a:solidFill>
              <a:latin typeface="Trebuchet MS" panose="020B0603020202020204" pitchFamily="34" charset="0"/>
            </a:endParaRPr>
          </a:p>
          <a:p>
            <a:pPr>
              <a:buSzPct val="100000"/>
            </a:pPr>
            <a:endParaRPr lang="en-US" sz="1200">
              <a:solidFill>
                <a:schemeClr val="tx1">
                  <a:lumMod val="100000"/>
                </a:schemeClr>
              </a:solidFill>
              <a:latin typeface="Trebuchet MS" panose="020B0603020202020204" pitchFamily="34" charset="0"/>
            </a:endParaRPr>
          </a:p>
          <a:p>
            <a:pPr>
              <a:buSzPct val="100000"/>
            </a:pPr>
            <a:endParaRPr lang="en-US" sz="1200">
              <a:solidFill>
                <a:schemeClr val="tx1">
                  <a:lumMod val="100000"/>
                </a:schemeClr>
              </a:solidFill>
              <a:latin typeface="Trebuchet MS" panose="020B0603020202020204" pitchFamily="34" charset="0"/>
            </a:endParaRPr>
          </a:p>
        </p:txBody>
      </p:sp>
      <p:grpSp>
        <p:nvGrpSpPr>
          <p:cNvPr id="55" name="Group 54">
            <a:extLst>
              <a:ext uri="{FF2B5EF4-FFF2-40B4-BE49-F238E27FC236}">
                <a16:creationId xmlns:a16="http://schemas.microsoft.com/office/drawing/2014/main" id="{A2FC8419-0F53-41EE-A251-9B3BADEA8048}"/>
              </a:ext>
            </a:extLst>
          </p:cNvPr>
          <p:cNvGrpSpPr>
            <a:grpSpLocks noChangeAspect="1"/>
          </p:cNvGrpSpPr>
          <p:nvPr/>
        </p:nvGrpSpPr>
        <p:grpSpPr>
          <a:xfrm>
            <a:off x="3567902" y="2880123"/>
            <a:ext cx="513388" cy="513864"/>
            <a:chOff x="5273801" y="2606040"/>
            <a:chExt cx="1644396" cy="1645920"/>
          </a:xfrm>
        </p:grpSpPr>
        <p:sp>
          <p:nvSpPr>
            <p:cNvPr id="56" name="AutoShape 18">
              <a:extLst>
                <a:ext uri="{FF2B5EF4-FFF2-40B4-BE49-F238E27FC236}">
                  <a16:creationId xmlns:a16="http://schemas.microsoft.com/office/drawing/2014/main" id="{DE7F5303-36C4-4BD0-B854-A264B34C7938}"/>
                </a:ext>
              </a:extLst>
            </p:cNvPr>
            <p:cNvSpPr>
              <a:spLocks noChangeAspect="1" noChangeArrowheads="1" noTextEdit="1"/>
            </p:cNvSpPr>
            <p:nvPr/>
          </p:nvSpPr>
          <p:spPr bwMode="auto">
            <a:xfrm>
              <a:off x="5273801"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57" name="Group 56">
              <a:extLst>
                <a:ext uri="{FF2B5EF4-FFF2-40B4-BE49-F238E27FC236}">
                  <a16:creationId xmlns:a16="http://schemas.microsoft.com/office/drawing/2014/main" id="{2A185503-06DB-487B-BB03-9EA3870798FC}"/>
                </a:ext>
              </a:extLst>
            </p:cNvPr>
            <p:cNvGrpSpPr/>
            <p:nvPr/>
          </p:nvGrpSpPr>
          <p:grpSpPr>
            <a:xfrm>
              <a:off x="5388863" y="2953131"/>
              <a:ext cx="1409319" cy="967359"/>
              <a:chOff x="5388863" y="2953131"/>
              <a:chExt cx="1409319" cy="967359"/>
            </a:xfrm>
          </p:grpSpPr>
          <p:sp>
            <p:nvSpPr>
              <p:cNvPr id="58" name="Freeform 20">
                <a:extLst>
                  <a:ext uri="{FF2B5EF4-FFF2-40B4-BE49-F238E27FC236}">
                    <a16:creationId xmlns:a16="http://schemas.microsoft.com/office/drawing/2014/main" id="{A223097D-B093-4D43-8510-028C93356403}"/>
                  </a:ext>
                </a:extLst>
              </p:cNvPr>
              <p:cNvSpPr>
                <a:spLocks noEditPoints="1"/>
              </p:cNvSpPr>
              <p:nvPr/>
            </p:nvSpPr>
            <p:spPr bwMode="auto">
              <a:xfrm>
                <a:off x="5388863" y="3167634"/>
                <a:ext cx="737235" cy="752856"/>
              </a:xfrm>
              <a:custGeom>
                <a:avLst/>
                <a:gdLst>
                  <a:gd name="T0" fmla="*/ 989 w 1033"/>
                  <a:gd name="T1" fmla="*/ 0 h 1054"/>
                  <a:gd name="T2" fmla="*/ 44 w 1033"/>
                  <a:gd name="T3" fmla="*/ 0 h 1054"/>
                  <a:gd name="T4" fmla="*/ 0 w 1033"/>
                  <a:gd name="T5" fmla="*/ 44 h 1054"/>
                  <a:gd name="T6" fmla="*/ 0 w 1033"/>
                  <a:gd name="T7" fmla="*/ 725 h 1054"/>
                  <a:gd name="T8" fmla="*/ 44 w 1033"/>
                  <a:gd name="T9" fmla="*/ 769 h 1054"/>
                  <a:gd name="T10" fmla="*/ 299 w 1033"/>
                  <a:gd name="T11" fmla="*/ 769 h 1054"/>
                  <a:gd name="T12" fmla="*/ 299 w 1033"/>
                  <a:gd name="T13" fmla="*/ 1010 h 1054"/>
                  <a:gd name="T14" fmla="*/ 300 w 1033"/>
                  <a:gd name="T15" fmla="*/ 1017 h 1054"/>
                  <a:gd name="T16" fmla="*/ 337 w 1033"/>
                  <a:gd name="T17" fmla="*/ 1053 h 1054"/>
                  <a:gd name="T18" fmla="*/ 347 w 1033"/>
                  <a:gd name="T19" fmla="*/ 1054 h 1054"/>
                  <a:gd name="T20" fmla="*/ 401 w 1033"/>
                  <a:gd name="T21" fmla="*/ 1026 h 1054"/>
                  <a:gd name="T22" fmla="*/ 469 w 1033"/>
                  <a:gd name="T23" fmla="*/ 951 h 1054"/>
                  <a:gd name="T24" fmla="*/ 637 w 1033"/>
                  <a:gd name="T25" fmla="*/ 769 h 1054"/>
                  <a:gd name="T26" fmla="*/ 989 w 1033"/>
                  <a:gd name="T27" fmla="*/ 769 h 1054"/>
                  <a:gd name="T28" fmla="*/ 1033 w 1033"/>
                  <a:gd name="T29" fmla="*/ 725 h 1054"/>
                  <a:gd name="T30" fmla="*/ 1033 w 1033"/>
                  <a:gd name="T31" fmla="*/ 44 h 1054"/>
                  <a:gd name="T32" fmla="*/ 989 w 1033"/>
                  <a:gd name="T33" fmla="*/ 0 h 1054"/>
                  <a:gd name="T34" fmla="*/ 832 w 1033"/>
                  <a:gd name="T35" fmla="*/ 552 h 1054"/>
                  <a:gd name="T36" fmla="*/ 201 w 1033"/>
                  <a:gd name="T37" fmla="*/ 552 h 1054"/>
                  <a:gd name="T38" fmla="*/ 179 w 1033"/>
                  <a:gd name="T39" fmla="*/ 530 h 1054"/>
                  <a:gd name="T40" fmla="*/ 201 w 1033"/>
                  <a:gd name="T41" fmla="*/ 508 h 1054"/>
                  <a:gd name="T42" fmla="*/ 832 w 1033"/>
                  <a:gd name="T43" fmla="*/ 508 h 1054"/>
                  <a:gd name="T44" fmla="*/ 854 w 1033"/>
                  <a:gd name="T45" fmla="*/ 530 h 1054"/>
                  <a:gd name="T46" fmla="*/ 832 w 1033"/>
                  <a:gd name="T47" fmla="*/ 552 h 1054"/>
                  <a:gd name="T48" fmla="*/ 832 w 1033"/>
                  <a:gd name="T49" fmla="*/ 415 h 1054"/>
                  <a:gd name="T50" fmla="*/ 201 w 1033"/>
                  <a:gd name="T51" fmla="*/ 415 h 1054"/>
                  <a:gd name="T52" fmla="*/ 179 w 1033"/>
                  <a:gd name="T53" fmla="*/ 393 h 1054"/>
                  <a:gd name="T54" fmla="*/ 201 w 1033"/>
                  <a:gd name="T55" fmla="*/ 371 h 1054"/>
                  <a:gd name="T56" fmla="*/ 832 w 1033"/>
                  <a:gd name="T57" fmla="*/ 371 h 1054"/>
                  <a:gd name="T58" fmla="*/ 854 w 1033"/>
                  <a:gd name="T59" fmla="*/ 393 h 1054"/>
                  <a:gd name="T60" fmla="*/ 832 w 1033"/>
                  <a:gd name="T61" fmla="*/ 415 h 1054"/>
                  <a:gd name="T62" fmla="*/ 832 w 1033"/>
                  <a:gd name="T63" fmla="*/ 279 h 1054"/>
                  <a:gd name="T64" fmla="*/ 201 w 1033"/>
                  <a:gd name="T65" fmla="*/ 279 h 1054"/>
                  <a:gd name="T66" fmla="*/ 179 w 1033"/>
                  <a:gd name="T67" fmla="*/ 257 h 1054"/>
                  <a:gd name="T68" fmla="*/ 201 w 1033"/>
                  <a:gd name="T69" fmla="*/ 235 h 1054"/>
                  <a:gd name="T70" fmla="*/ 832 w 1033"/>
                  <a:gd name="T71" fmla="*/ 235 h 1054"/>
                  <a:gd name="T72" fmla="*/ 854 w 1033"/>
                  <a:gd name="T73" fmla="*/ 257 h 1054"/>
                  <a:gd name="T74" fmla="*/ 832 w 1033"/>
                  <a:gd name="T75" fmla="*/ 279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33" h="1054">
                    <a:moveTo>
                      <a:pt x="989" y="0"/>
                    </a:moveTo>
                    <a:cubicBezTo>
                      <a:pt x="44" y="0"/>
                      <a:pt x="44" y="0"/>
                      <a:pt x="44" y="0"/>
                    </a:cubicBezTo>
                    <a:cubicBezTo>
                      <a:pt x="20" y="0"/>
                      <a:pt x="0" y="20"/>
                      <a:pt x="0" y="44"/>
                    </a:cubicBezTo>
                    <a:cubicBezTo>
                      <a:pt x="0" y="725"/>
                      <a:pt x="0" y="725"/>
                      <a:pt x="0" y="725"/>
                    </a:cubicBezTo>
                    <a:cubicBezTo>
                      <a:pt x="0" y="750"/>
                      <a:pt x="20" y="769"/>
                      <a:pt x="44" y="769"/>
                    </a:cubicBezTo>
                    <a:cubicBezTo>
                      <a:pt x="299" y="769"/>
                      <a:pt x="299" y="769"/>
                      <a:pt x="299" y="769"/>
                    </a:cubicBezTo>
                    <a:cubicBezTo>
                      <a:pt x="299" y="1010"/>
                      <a:pt x="299" y="1010"/>
                      <a:pt x="299" y="1010"/>
                    </a:cubicBezTo>
                    <a:cubicBezTo>
                      <a:pt x="299" y="1012"/>
                      <a:pt x="299" y="1015"/>
                      <a:pt x="300" y="1017"/>
                    </a:cubicBezTo>
                    <a:cubicBezTo>
                      <a:pt x="301" y="1020"/>
                      <a:pt x="311" y="1047"/>
                      <a:pt x="337" y="1053"/>
                    </a:cubicBezTo>
                    <a:cubicBezTo>
                      <a:pt x="341" y="1054"/>
                      <a:pt x="344" y="1054"/>
                      <a:pt x="347" y="1054"/>
                    </a:cubicBezTo>
                    <a:cubicBezTo>
                      <a:pt x="365" y="1054"/>
                      <a:pt x="383" y="1045"/>
                      <a:pt x="401" y="1026"/>
                    </a:cubicBezTo>
                    <a:cubicBezTo>
                      <a:pt x="414" y="1013"/>
                      <a:pt x="438" y="986"/>
                      <a:pt x="469" y="951"/>
                    </a:cubicBezTo>
                    <a:cubicBezTo>
                      <a:pt x="516" y="899"/>
                      <a:pt x="579" y="829"/>
                      <a:pt x="637" y="769"/>
                    </a:cubicBezTo>
                    <a:cubicBezTo>
                      <a:pt x="989" y="769"/>
                      <a:pt x="989" y="769"/>
                      <a:pt x="989" y="769"/>
                    </a:cubicBezTo>
                    <a:cubicBezTo>
                      <a:pt x="1013" y="769"/>
                      <a:pt x="1033" y="750"/>
                      <a:pt x="1033" y="725"/>
                    </a:cubicBezTo>
                    <a:cubicBezTo>
                      <a:pt x="1033" y="44"/>
                      <a:pt x="1033" y="44"/>
                      <a:pt x="1033" y="44"/>
                    </a:cubicBezTo>
                    <a:cubicBezTo>
                      <a:pt x="1033" y="20"/>
                      <a:pt x="1013" y="0"/>
                      <a:pt x="989" y="0"/>
                    </a:cubicBezTo>
                    <a:close/>
                    <a:moveTo>
                      <a:pt x="832" y="552"/>
                    </a:moveTo>
                    <a:cubicBezTo>
                      <a:pt x="201" y="552"/>
                      <a:pt x="201" y="552"/>
                      <a:pt x="201" y="552"/>
                    </a:cubicBezTo>
                    <a:cubicBezTo>
                      <a:pt x="189" y="552"/>
                      <a:pt x="179" y="543"/>
                      <a:pt x="179" y="530"/>
                    </a:cubicBezTo>
                    <a:cubicBezTo>
                      <a:pt x="179" y="518"/>
                      <a:pt x="189" y="508"/>
                      <a:pt x="201" y="508"/>
                    </a:cubicBezTo>
                    <a:cubicBezTo>
                      <a:pt x="832" y="508"/>
                      <a:pt x="832" y="508"/>
                      <a:pt x="832" y="508"/>
                    </a:cubicBezTo>
                    <a:cubicBezTo>
                      <a:pt x="844" y="508"/>
                      <a:pt x="854" y="518"/>
                      <a:pt x="854" y="530"/>
                    </a:cubicBezTo>
                    <a:cubicBezTo>
                      <a:pt x="854" y="543"/>
                      <a:pt x="844" y="552"/>
                      <a:pt x="832" y="552"/>
                    </a:cubicBezTo>
                    <a:close/>
                    <a:moveTo>
                      <a:pt x="832" y="415"/>
                    </a:moveTo>
                    <a:cubicBezTo>
                      <a:pt x="201" y="415"/>
                      <a:pt x="201" y="415"/>
                      <a:pt x="201" y="415"/>
                    </a:cubicBezTo>
                    <a:cubicBezTo>
                      <a:pt x="189" y="415"/>
                      <a:pt x="179" y="405"/>
                      <a:pt x="179" y="393"/>
                    </a:cubicBezTo>
                    <a:cubicBezTo>
                      <a:pt x="179" y="380"/>
                      <a:pt x="189" y="371"/>
                      <a:pt x="201" y="371"/>
                    </a:cubicBezTo>
                    <a:cubicBezTo>
                      <a:pt x="832" y="371"/>
                      <a:pt x="832" y="371"/>
                      <a:pt x="832" y="371"/>
                    </a:cubicBezTo>
                    <a:cubicBezTo>
                      <a:pt x="844" y="371"/>
                      <a:pt x="854" y="380"/>
                      <a:pt x="854" y="393"/>
                    </a:cubicBezTo>
                    <a:cubicBezTo>
                      <a:pt x="854" y="405"/>
                      <a:pt x="844" y="415"/>
                      <a:pt x="832" y="415"/>
                    </a:cubicBezTo>
                    <a:close/>
                    <a:moveTo>
                      <a:pt x="832" y="279"/>
                    </a:moveTo>
                    <a:cubicBezTo>
                      <a:pt x="201" y="279"/>
                      <a:pt x="201" y="279"/>
                      <a:pt x="201" y="279"/>
                    </a:cubicBezTo>
                    <a:cubicBezTo>
                      <a:pt x="189" y="279"/>
                      <a:pt x="179" y="269"/>
                      <a:pt x="179" y="257"/>
                    </a:cubicBezTo>
                    <a:cubicBezTo>
                      <a:pt x="179" y="245"/>
                      <a:pt x="189" y="235"/>
                      <a:pt x="201" y="235"/>
                    </a:cubicBezTo>
                    <a:cubicBezTo>
                      <a:pt x="832" y="235"/>
                      <a:pt x="832" y="235"/>
                      <a:pt x="832" y="235"/>
                    </a:cubicBezTo>
                    <a:cubicBezTo>
                      <a:pt x="844" y="235"/>
                      <a:pt x="854" y="245"/>
                      <a:pt x="854" y="257"/>
                    </a:cubicBezTo>
                    <a:cubicBezTo>
                      <a:pt x="854" y="269"/>
                      <a:pt x="844" y="279"/>
                      <a:pt x="832" y="279"/>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21">
                <a:extLst>
                  <a:ext uri="{FF2B5EF4-FFF2-40B4-BE49-F238E27FC236}">
                    <a16:creationId xmlns:a16="http://schemas.microsoft.com/office/drawing/2014/main" id="{0C323B4B-936A-4024-88EF-B4AF10A2864C}"/>
                  </a:ext>
                </a:extLst>
              </p:cNvPr>
              <p:cNvSpPr>
                <a:spLocks noEditPoints="1"/>
              </p:cNvSpPr>
              <p:nvPr/>
            </p:nvSpPr>
            <p:spPr bwMode="auto">
              <a:xfrm>
                <a:off x="6060947" y="2953131"/>
                <a:ext cx="737235" cy="752856"/>
              </a:xfrm>
              <a:custGeom>
                <a:avLst/>
                <a:gdLst>
                  <a:gd name="T0" fmla="*/ 1033 w 1033"/>
                  <a:gd name="T1" fmla="*/ 44 h 1054"/>
                  <a:gd name="T2" fmla="*/ 1033 w 1033"/>
                  <a:gd name="T3" fmla="*/ 725 h 1054"/>
                  <a:gd name="T4" fmla="*/ 989 w 1033"/>
                  <a:gd name="T5" fmla="*/ 769 h 1054"/>
                  <a:gd name="T6" fmla="*/ 734 w 1033"/>
                  <a:gd name="T7" fmla="*/ 769 h 1054"/>
                  <a:gd name="T8" fmla="*/ 734 w 1033"/>
                  <a:gd name="T9" fmla="*/ 1010 h 1054"/>
                  <a:gd name="T10" fmla="*/ 733 w 1033"/>
                  <a:gd name="T11" fmla="*/ 1017 h 1054"/>
                  <a:gd name="T12" fmla="*/ 696 w 1033"/>
                  <a:gd name="T13" fmla="*/ 1053 h 1054"/>
                  <a:gd name="T14" fmla="*/ 686 w 1033"/>
                  <a:gd name="T15" fmla="*/ 1054 h 1054"/>
                  <a:gd name="T16" fmla="*/ 632 w 1033"/>
                  <a:gd name="T17" fmla="*/ 1025 h 1054"/>
                  <a:gd name="T18" fmla="*/ 564 w 1033"/>
                  <a:gd name="T19" fmla="*/ 951 h 1054"/>
                  <a:gd name="T20" fmla="*/ 396 w 1033"/>
                  <a:gd name="T21" fmla="*/ 769 h 1054"/>
                  <a:gd name="T22" fmla="*/ 135 w 1033"/>
                  <a:gd name="T23" fmla="*/ 769 h 1054"/>
                  <a:gd name="T24" fmla="*/ 135 w 1033"/>
                  <a:gd name="T25" fmla="*/ 725 h 1054"/>
                  <a:gd name="T26" fmla="*/ 405 w 1033"/>
                  <a:gd name="T27" fmla="*/ 725 h 1054"/>
                  <a:gd name="T28" fmla="*/ 421 w 1033"/>
                  <a:gd name="T29" fmla="*/ 732 h 1054"/>
                  <a:gd name="T30" fmla="*/ 597 w 1033"/>
                  <a:gd name="T31" fmla="*/ 922 h 1054"/>
                  <a:gd name="T32" fmla="*/ 663 w 1033"/>
                  <a:gd name="T33" fmla="*/ 994 h 1054"/>
                  <a:gd name="T34" fmla="*/ 686 w 1033"/>
                  <a:gd name="T35" fmla="*/ 1010 h 1054"/>
                  <a:gd name="T36" fmla="*/ 690 w 1033"/>
                  <a:gd name="T37" fmla="*/ 1005 h 1054"/>
                  <a:gd name="T38" fmla="*/ 690 w 1033"/>
                  <a:gd name="T39" fmla="*/ 747 h 1054"/>
                  <a:gd name="T40" fmla="*/ 712 w 1033"/>
                  <a:gd name="T41" fmla="*/ 725 h 1054"/>
                  <a:gd name="T42" fmla="*/ 989 w 1033"/>
                  <a:gd name="T43" fmla="*/ 725 h 1054"/>
                  <a:gd name="T44" fmla="*/ 989 w 1033"/>
                  <a:gd name="T45" fmla="*/ 44 h 1054"/>
                  <a:gd name="T46" fmla="*/ 44 w 1033"/>
                  <a:gd name="T47" fmla="*/ 44 h 1054"/>
                  <a:gd name="T48" fmla="*/ 44 w 1033"/>
                  <a:gd name="T49" fmla="*/ 256 h 1054"/>
                  <a:gd name="T50" fmla="*/ 0 w 1033"/>
                  <a:gd name="T51" fmla="*/ 256 h 1054"/>
                  <a:gd name="T52" fmla="*/ 0 w 1033"/>
                  <a:gd name="T53" fmla="*/ 44 h 1054"/>
                  <a:gd name="T54" fmla="*/ 44 w 1033"/>
                  <a:gd name="T55" fmla="*/ 0 h 1054"/>
                  <a:gd name="T56" fmla="*/ 989 w 1033"/>
                  <a:gd name="T57" fmla="*/ 0 h 1054"/>
                  <a:gd name="T58" fmla="*/ 1033 w 1033"/>
                  <a:gd name="T59" fmla="*/ 44 h 1054"/>
                  <a:gd name="T60" fmla="*/ 835 w 1033"/>
                  <a:gd name="T61" fmla="*/ 247 h 1054"/>
                  <a:gd name="T62" fmla="*/ 813 w 1033"/>
                  <a:gd name="T63" fmla="*/ 225 h 1054"/>
                  <a:gd name="T64" fmla="*/ 220 w 1033"/>
                  <a:gd name="T65" fmla="*/ 225 h 1054"/>
                  <a:gd name="T66" fmla="*/ 198 w 1033"/>
                  <a:gd name="T67" fmla="*/ 247 h 1054"/>
                  <a:gd name="T68" fmla="*/ 220 w 1033"/>
                  <a:gd name="T69" fmla="*/ 269 h 1054"/>
                  <a:gd name="T70" fmla="*/ 813 w 1033"/>
                  <a:gd name="T71" fmla="*/ 269 h 1054"/>
                  <a:gd name="T72" fmla="*/ 835 w 1033"/>
                  <a:gd name="T73" fmla="*/ 247 h 1054"/>
                  <a:gd name="T74" fmla="*/ 835 w 1033"/>
                  <a:gd name="T75" fmla="*/ 383 h 1054"/>
                  <a:gd name="T76" fmla="*/ 813 w 1033"/>
                  <a:gd name="T77" fmla="*/ 361 h 1054"/>
                  <a:gd name="T78" fmla="*/ 220 w 1033"/>
                  <a:gd name="T79" fmla="*/ 361 h 1054"/>
                  <a:gd name="T80" fmla="*/ 198 w 1033"/>
                  <a:gd name="T81" fmla="*/ 383 h 1054"/>
                  <a:gd name="T82" fmla="*/ 220 w 1033"/>
                  <a:gd name="T83" fmla="*/ 405 h 1054"/>
                  <a:gd name="T84" fmla="*/ 813 w 1033"/>
                  <a:gd name="T85" fmla="*/ 405 h 1054"/>
                  <a:gd name="T86" fmla="*/ 835 w 1033"/>
                  <a:gd name="T87" fmla="*/ 383 h 1054"/>
                  <a:gd name="T88" fmla="*/ 835 w 1033"/>
                  <a:gd name="T89" fmla="*/ 521 h 1054"/>
                  <a:gd name="T90" fmla="*/ 813 w 1033"/>
                  <a:gd name="T91" fmla="*/ 499 h 1054"/>
                  <a:gd name="T92" fmla="*/ 220 w 1033"/>
                  <a:gd name="T93" fmla="*/ 499 h 1054"/>
                  <a:gd name="T94" fmla="*/ 198 w 1033"/>
                  <a:gd name="T95" fmla="*/ 521 h 1054"/>
                  <a:gd name="T96" fmla="*/ 220 w 1033"/>
                  <a:gd name="T97" fmla="*/ 543 h 1054"/>
                  <a:gd name="T98" fmla="*/ 813 w 1033"/>
                  <a:gd name="T99" fmla="*/ 543 h 1054"/>
                  <a:gd name="T100" fmla="*/ 835 w 1033"/>
                  <a:gd name="T101" fmla="*/ 521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33" h="1054">
                    <a:moveTo>
                      <a:pt x="1033" y="44"/>
                    </a:moveTo>
                    <a:cubicBezTo>
                      <a:pt x="1033" y="725"/>
                      <a:pt x="1033" y="725"/>
                      <a:pt x="1033" y="725"/>
                    </a:cubicBezTo>
                    <a:cubicBezTo>
                      <a:pt x="1033" y="750"/>
                      <a:pt x="1013" y="769"/>
                      <a:pt x="989" y="769"/>
                    </a:cubicBezTo>
                    <a:cubicBezTo>
                      <a:pt x="734" y="769"/>
                      <a:pt x="734" y="769"/>
                      <a:pt x="734" y="769"/>
                    </a:cubicBezTo>
                    <a:cubicBezTo>
                      <a:pt x="734" y="1010"/>
                      <a:pt x="734" y="1010"/>
                      <a:pt x="734" y="1010"/>
                    </a:cubicBezTo>
                    <a:cubicBezTo>
                      <a:pt x="734" y="1012"/>
                      <a:pt x="734" y="1015"/>
                      <a:pt x="733" y="1017"/>
                    </a:cubicBezTo>
                    <a:cubicBezTo>
                      <a:pt x="732" y="1020"/>
                      <a:pt x="722" y="1047"/>
                      <a:pt x="696" y="1053"/>
                    </a:cubicBezTo>
                    <a:cubicBezTo>
                      <a:pt x="693" y="1054"/>
                      <a:pt x="689" y="1054"/>
                      <a:pt x="686" y="1054"/>
                    </a:cubicBezTo>
                    <a:cubicBezTo>
                      <a:pt x="668" y="1054"/>
                      <a:pt x="650" y="1044"/>
                      <a:pt x="632" y="1025"/>
                    </a:cubicBezTo>
                    <a:cubicBezTo>
                      <a:pt x="619" y="1013"/>
                      <a:pt x="595" y="985"/>
                      <a:pt x="564" y="951"/>
                    </a:cubicBezTo>
                    <a:cubicBezTo>
                      <a:pt x="517" y="899"/>
                      <a:pt x="454" y="829"/>
                      <a:pt x="396" y="769"/>
                    </a:cubicBezTo>
                    <a:cubicBezTo>
                      <a:pt x="135" y="769"/>
                      <a:pt x="135" y="769"/>
                      <a:pt x="135" y="769"/>
                    </a:cubicBezTo>
                    <a:cubicBezTo>
                      <a:pt x="135" y="725"/>
                      <a:pt x="135" y="725"/>
                      <a:pt x="135" y="725"/>
                    </a:cubicBezTo>
                    <a:cubicBezTo>
                      <a:pt x="405" y="725"/>
                      <a:pt x="405" y="725"/>
                      <a:pt x="405" y="725"/>
                    </a:cubicBezTo>
                    <a:cubicBezTo>
                      <a:pt x="411" y="725"/>
                      <a:pt x="417" y="728"/>
                      <a:pt x="421" y="732"/>
                    </a:cubicBezTo>
                    <a:cubicBezTo>
                      <a:pt x="481" y="793"/>
                      <a:pt x="548" y="867"/>
                      <a:pt x="597" y="922"/>
                    </a:cubicBezTo>
                    <a:cubicBezTo>
                      <a:pt x="627" y="956"/>
                      <a:pt x="651" y="982"/>
                      <a:pt x="663" y="994"/>
                    </a:cubicBezTo>
                    <a:cubicBezTo>
                      <a:pt x="677" y="1008"/>
                      <a:pt x="684" y="1010"/>
                      <a:pt x="686" y="1010"/>
                    </a:cubicBezTo>
                    <a:cubicBezTo>
                      <a:pt x="687" y="1010"/>
                      <a:pt x="689" y="1008"/>
                      <a:pt x="690" y="1005"/>
                    </a:cubicBezTo>
                    <a:cubicBezTo>
                      <a:pt x="690" y="747"/>
                      <a:pt x="690" y="747"/>
                      <a:pt x="690" y="747"/>
                    </a:cubicBezTo>
                    <a:cubicBezTo>
                      <a:pt x="690" y="735"/>
                      <a:pt x="700" y="725"/>
                      <a:pt x="712" y="725"/>
                    </a:cubicBezTo>
                    <a:cubicBezTo>
                      <a:pt x="989" y="725"/>
                      <a:pt x="989" y="725"/>
                      <a:pt x="989" y="725"/>
                    </a:cubicBezTo>
                    <a:cubicBezTo>
                      <a:pt x="989" y="44"/>
                      <a:pt x="989" y="44"/>
                      <a:pt x="989" y="44"/>
                    </a:cubicBezTo>
                    <a:cubicBezTo>
                      <a:pt x="44" y="44"/>
                      <a:pt x="44" y="44"/>
                      <a:pt x="44" y="44"/>
                    </a:cubicBezTo>
                    <a:cubicBezTo>
                      <a:pt x="44" y="256"/>
                      <a:pt x="44" y="256"/>
                      <a:pt x="44" y="256"/>
                    </a:cubicBezTo>
                    <a:cubicBezTo>
                      <a:pt x="0" y="256"/>
                      <a:pt x="0" y="256"/>
                      <a:pt x="0" y="256"/>
                    </a:cubicBezTo>
                    <a:cubicBezTo>
                      <a:pt x="0" y="44"/>
                      <a:pt x="0" y="44"/>
                      <a:pt x="0" y="44"/>
                    </a:cubicBezTo>
                    <a:cubicBezTo>
                      <a:pt x="0" y="20"/>
                      <a:pt x="20" y="0"/>
                      <a:pt x="44" y="0"/>
                    </a:cubicBezTo>
                    <a:cubicBezTo>
                      <a:pt x="989" y="0"/>
                      <a:pt x="989" y="0"/>
                      <a:pt x="989" y="0"/>
                    </a:cubicBezTo>
                    <a:cubicBezTo>
                      <a:pt x="1013" y="0"/>
                      <a:pt x="1033" y="20"/>
                      <a:pt x="1033" y="44"/>
                    </a:cubicBezTo>
                    <a:close/>
                    <a:moveTo>
                      <a:pt x="835" y="247"/>
                    </a:moveTo>
                    <a:cubicBezTo>
                      <a:pt x="835" y="235"/>
                      <a:pt x="826" y="225"/>
                      <a:pt x="813" y="225"/>
                    </a:cubicBezTo>
                    <a:cubicBezTo>
                      <a:pt x="220" y="225"/>
                      <a:pt x="220" y="225"/>
                      <a:pt x="220" y="225"/>
                    </a:cubicBezTo>
                    <a:cubicBezTo>
                      <a:pt x="208" y="225"/>
                      <a:pt x="198" y="235"/>
                      <a:pt x="198" y="247"/>
                    </a:cubicBezTo>
                    <a:cubicBezTo>
                      <a:pt x="198" y="259"/>
                      <a:pt x="208" y="269"/>
                      <a:pt x="220" y="269"/>
                    </a:cubicBezTo>
                    <a:cubicBezTo>
                      <a:pt x="813" y="269"/>
                      <a:pt x="813" y="269"/>
                      <a:pt x="813" y="269"/>
                    </a:cubicBezTo>
                    <a:cubicBezTo>
                      <a:pt x="826" y="269"/>
                      <a:pt x="835" y="259"/>
                      <a:pt x="835" y="247"/>
                    </a:cubicBezTo>
                    <a:close/>
                    <a:moveTo>
                      <a:pt x="835" y="383"/>
                    </a:moveTo>
                    <a:cubicBezTo>
                      <a:pt x="835" y="371"/>
                      <a:pt x="826" y="361"/>
                      <a:pt x="813" y="361"/>
                    </a:cubicBezTo>
                    <a:cubicBezTo>
                      <a:pt x="220" y="361"/>
                      <a:pt x="220" y="361"/>
                      <a:pt x="220" y="361"/>
                    </a:cubicBezTo>
                    <a:cubicBezTo>
                      <a:pt x="208" y="361"/>
                      <a:pt x="198" y="371"/>
                      <a:pt x="198" y="383"/>
                    </a:cubicBezTo>
                    <a:cubicBezTo>
                      <a:pt x="198" y="395"/>
                      <a:pt x="208" y="405"/>
                      <a:pt x="220" y="405"/>
                    </a:cubicBezTo>
                    <a:cubicBezTo>
                      <a:pt x="813" y="405"/>
                      <a:pt x="813" y="405"/>
                      <a:pt x="813" y="405"/>
                    </a:cubicBezTo>
                    <a:cubicBezTo>
                      <a:pt x="826" y="405"/>
                      <a:pt x="835" y="395"/>
                      <a:pt x="835" y="383"/>
                    </a:cubicBezTo>
                    <a:close/>
                    <a:moveTo>
                      <a:pt x="835" y="521"/>
                    </a:moveTo>
                    <a:cubicBezTo>
                      <a:pt x="835" y="508"/>
                      <a:pt x="826" y="499"/>
                      <a:pt x="813" y="499"/>
                    </a:cubicBezTo>
                    <a:cubicBezTo>
                      <a:pt x="220" y="499"/>
                      <a:pt x="220" y="499"/>
                      <a:pt x="220" y="499"/>
                    </a:cubicBezTo>
                    <a:cubicBezTo>
                      <a:pt x="208" y="499"/>
                      <a:pt x="198" y="508"/>
                      <a:pt x="198" y="521"/>
                    </a:cubicBezTo>
                    <a:cubicBezTo>
                      <a:pt x="198" y="533"/>
                      <a:pt x="208" y="543"/>
                      <a:pt x="220" y="543"/>
                    </a:cubicBezTo>
                    <a:cubicBezTo>
                      <a:pt x="813" y="543"/>
                      <a:pt x="813" y="543"/>
                      <a:pt x="813" y="543"/>
                    </a:cubicBezTo>
                    <a:cubicBezTo>
                      <a:pt x="826" y="543"/>
                      <a:pt x="835" y="533"/>
                      <a:pt x="835" y="52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cxnSp>
        <p:nvCxnSpPr>
          <p:cNvPr id="61" name="Straight Connector 60">
            <a:extLst>
              <a:ext uri="{FF2B5EF4-FFF2-40B4-BE49-F238E27FC236}">
                <a16:creationId xmlns:a16="http://schemas.microsoft.com/office/drawing/2014/main" id="{14EDEB23-3E64-491B-BECC-E32849C4B18C}"/>
              </a:ext>
            </a:extLst>
          </p:cNvPr>
          <p:cNvCxnSpPr/>
          <p:nvPr/>
        </p:nvCxnSpPr>
        <p:spPr>
          <a:xfrm flipH="1">
            <a:off x="7555832" y="1495000"/>
            <a:ext cx="2604309" cy="0"/>
          </a:xfrm>
          <a:prstGeom prst="line">
            <a:avLst/>
          </a:prstGeom>
          <a:ln w="3175" cap="rnd" cmpd="sng" algn="ctr">
            <a:solidFill>
              <a:srgbClr val="00B050"/>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96261" name="Rectangle 96260">
            <a:extLst>
              <a:ext uri="{FF2B5EF4-FFF2-40B4-BE49-F238E27FC236}">
                <a16:creationId xmlns:a16="http://schemas.microsoft.com/office/drawing/2014/main" id="{AB91DD7C-D476-4A63-BF21-BBB7D451C787}"/>
              </a:ext>
            </a:extLst>
          </p:cNvPr>
          <p:cNvSpPr/>
          <p:nvPr/>
        </p:nvSpPr>
        <p:spPr>
          <a:xfrm>
            <a:off x="4027010" y="5810103"/>
            <a:ext cx="6364592" cy="738664"/>
          </a:xfrm>
          <a:prstGeom prst="rect">
            <a:avLst/>
          </a:prstGeom>
          <a:ln w="9525" cap="flat" cmpd="sng" algn="ctr">
            <a:solidFill>
              <a:srgbClr val="29BA74"/>
            </a:solidFill>
            <a:prstDash val="solid"/>
            <a:round/>
            <a:headEnd type="none" w="med" len="med"/>
            <a:tailEnd type="none" w="med" len="med"/>
          </a:ln>
        </p:spPr>
        <p:txBody>
          <a:bodyPr wrap="square">
            <a:spAutoFit/>
          </a:bodyPr>
          <a:lstStyle/>
          <a:p>
            <a:r>
              <a:rPr lang="en-US" sz="1400" i="1">
                <a:solidFill>
                  <a:srgbClr val="575757"/>
                </a:solidFill>
                <a:latin typeface="+mj-lt"/>
              </a:rPr>
              <a:t>"Salma will be used as an Arabic voice interface service for </a:t>
            </a:r>
            <a:r>
              <a:rPr lang="en-US" sz="1400" i="1">
                <a:solidFill>
                  <a:srgbClr val="29BA74"/>
                </a:solidFill>
                <a:latin typeface="+mj-lt"/>
              </a:rPr>
              <a:t>businesses in multiple sectors </a:t>
            </a:r>
            <a:r>
              <a:rPr lang="en-US" sz="1400" i="1">
                <a:solidFill>
                  <a:srgbClr val="575757"/>
                </a:solidFill>
                <a:latin typeface="+mj-lt"/>
              </a:rPr>
              <a:t>including </a:t>
            </a:r>
            <a:r>
              <a:rPr lang="en-US" sz="1400" i="1">
                <a:solidFill>
                  <a:srgbClr val="29BA74"/>
                </a:solidFill>
                <a:latin typeface="+mj-lt"/>
              </a:rPr>
              <a:t>travel, auto, telecom and electronics</a:t>
            </a:r>
            <a:r>
              <a:rPr lang="en-US" sz="1400" i="1">
                <a:solidFill>
                  <a:srgbClr val="575757"/>
                </a:solidFill>
                <a:latin typeface="+mj-lt"/>
              </a:rPr>
              <a:t>, enabling consumers to</a:t>
            </a:r>
            <a:r>
              <a:rPr lang="en-US" sz="1400" i="1">
                <a:solidFill>
                  <a:srgbClr val="29BA74"/>
                </a:solidFill>
                <a:latin typeface="+mj-lt"/>
              </a:rPr>
              <a:t> engage and transact with these businesses via voice</a:t>
            </a:r>
            <a:r>
              <a:rPr lang="en-US" sz="1400" i="1">
                <a:solidFill>
                  <a:srgbClr val="575757"/>
                </a:solidFill>
                <a:latin typeface="+mj-lt"/>
              </a:rPr>
              <a:t>"</a:t>
            </a:r>
          </a:p>
        </p:txBody>
      </p:sp>
      <p:grpSp>
        <p:nvGrpSpPr>
          <p:cNvPr id="71" name="Group 70">
            <a:extLst>
              <a:ext uri="{FF2B5EF4-FFF2-40B4-BE49-F238E27FC236}">
                <a16:creationId xmlns:a16="http://schemas.microsoft.com/office/drawing/2014/main" id="{005ACA19-D99B-40B2-8479-489B20F5C198}"/>
              </a:ext>
            </a:extLst>
          </p:cNvPr>
          <p:cNvGrpSpPr>
            <a:grpSpLocks noChangeAspect="1"/>
          </p:cNvGrpSpPr>
          <p:nvPr/>
        </p:nvGrpSpPr>
        <p:grpSpPr>
          <a:xfrm>
            <a:off x="3855622" y="5630242"/>
            <a:ext cx="306910" cy="306910"/>
            <a:chOff x="628650" y="3463925"/>
            <a:chExt cx="269875" cy="269875"/>
          </a:xfrm>
        </p:grpSpPr>
        <p:sp>
          <p:nvSpPr>
            <p:cNvPr id="72" name="Oval 71">
              <a:extLst>
                <a:ext uri="{FF2B5EF4-FFF2-40B4-BE49-F238E27FC236}">
                  <a16:creationId xmlns:a16="http://schemas.microsoft.com/office/drawing/2014/main" id="{9D1CAE7E-AC36-4B20-AE07-2EDB594320AC}"/>
                </a:ext>
              </a:extLst>
            </p:cNvPr>
            <p:cNvSpPr>
              <a:spLocks noChangeArrowheads="1"/>
            </p:cNvSpPr>
            <p:nvPr/>
          </p:nvSpPr>
          <p:spPr bwMode="auto">
            <a:xfrm>
              <a:off x="628650" y="3463925"/>
              <a:ext cx="269875" cy="269875"/>
            </a:xfrm>
            <a:prstGeom prst="ellipse">
              <a:avLst/>
            </a:prstGeom>
            <a:solidFill>
              <a:schemeClr val="tx2"/>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73" name="Freeform 47">
              <a:extLst>
                <a:ext uri="{FF2B5EF4-FFF2-40B4-BE49-F238E27FC236}">
                  <a16:creationId xmlns:a16="http://schemas.microsoft.com/office/drawing/2014/main" id="{C8D31980-AA33-4216-97A0-53A8B8225120}"/>
                </a:ext>
              </a:extLst>
            </p:cNvPr>
            <p:cNvSpPr>
              <a:spLocks noEditPoints="1"/>
            </p:cNvSpPr>
            <p:nvPr/>
          </p:nvSpPr>
          <p:spPr bwMode="auto">
            <a:xfrm>
              <a:off x="700087" y="3549650"/>
              <a:ext cx="127000" cy="98425"/>
            </a:xfrm>
            <a:custGeom>
              <a:avLst/>
              <a:gdLst>
                <a:gd name="T0" fmla="*/ 154 w 596"/>
                <a:gd name="T1" fmla="*/ 204 h 464"/>
                <a:gd name="T2" fmla="*/ 191 w 596"/>
                <a:gd name="T3" fmla="*/ 276 h 464"/>
                <a:gd name="T4" fmla="*/ 229 w 596"/>
                <a:gd name="T5" fmla="*/ 352 h 464"/>
                <a:gd name="T6" fmla="*/ 118 w 596"/>
                <a:gd name="T7" fmla="*/ 464 h 464"/>
                <a:gd name="T8" fmla="*/ 0 w 596"/>
                <a:gd name="T9" fmla="*/ 329 h 464"/>
                <a:gd name="T10" fmla="*/ 202 w 596"/>
                <a:gd name="T11" fmla="*/ 0 h 464"/>
                <a:gd name="T12" fmla="*/ 253 w 596"/>
                <a:gd name="T13" fmla="*/ 68 h 464"/>
                <a:gd name="T14" fmla="*/ 196 w 596"/>
                <a:gd name="T15" fmla="*/ 116 h 464"/>
                <a:gd name="T16" fmla="*/ 154 w 596"/>
                <a:gd name="T17" fmla="*/ 204 h 464"/>
                <a:gd name="T18" fmla="*/ 538 w 596"/>
                <a:gd name="T19" fmla="*/ 116 h 464"/>
                <a:gd name="T20" fmla="*/ 596 w 596"/>
                <a:gd name="T21" fmla="*/ 68 h 464"/>
                <a:gd name="T22" fmla="*/ 545 w 596"/>
                <a:gd name="T23" fmla="*/ 0 h 464"/>
                <a:gd name="T24" fmla="*/ 343 w 596"/>
                <a:gd name="T25" fmla="*/ 329 h 464"/>
                <a:gd name="T26" fmla="*/ 461 w 596"/>
                <a:gd name="T27" fmla="*/ 464 h 464"/>
                <a:gd name="T28" fmla="*/ 571 w 596"/>
                <a:gd name="T29" fmla="*/ 352 h 464"/>
                <a:gd name="T30" fmla="*/ 534 w 596"/>
                <a:gd name="T31" fmla="*/ 276 h 464"/>
                <a:gd name="T32" fmla="*/ 497 w 596"/>
                <a:gd name="T33" fmla="*/ 204 h 464"/>
                <a:gd name="T34" fmla="*/ 538 w 596"/>
                <a:gd name="T35" fmla="*/ 116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6" h="464">
                  <a:moveTo>
                    <a:pt x="154" y="204"/>
                  </a:moveTo>
                  <a:cubicBezTo>
                    <a:pt x="154" y="225"/>
                    <a:pt x="166" y="249"/>
                    <a:pt x="191" y="276"/>
                  </a:cubicBezTo>
                  <a:cubicBezTo>
                    <a:pt x="216" y="304"/>
                    <a:pt x="229" y="329"/>
                    <a:pt x="229" y="352"/>
                  </a:cubicBezTo>
                  <a:cubicBezTo>
                    <a:pt x="229" y="426"/>
                    <a:pt x="192" y="464"/>
                    <a:pt x="118" y="464"/>
                  </a:cubicBezTo>
                  <a:cubicBezTo>
                    <a:pt x="40" y="464"/>
                    <a:pt x="0" y="419"/>
                    <a:pt x="0" y="329"/>
                  </a:cubicBezTo>
                  <a:cubicBezTo>
                    <a:pt x="0" y="194"/>
                    <a:pt x="67" y="85"/>
                    <a:pt x="202" y="0"/>
                  </a:cubicBezTo>
                  <a:cubicBezTo>
                    <a:pt x="253" y="68"/>
                    <a:pt x="253" y="68"/>
                    <a:pt x="253" y="68"/>
                  </a:cubicBezTo>
                  <a:cubicBezTo>
                    <a:pt x="196" y="116"/>
                    <a:pt x="196" y="116"/>
                    <a:pt x="196" y="116"/>
                  </a:cubicBezTo>
                  <a:cubicBezTo>
                    <a:pt x="168" y="140"/>
                    <a:pt x="154" y="169"/>
                    <a:pt x="154" y="204"/>
                  </a:cubicBezTo>
                  <a:close/>
                  <a:moveTo>
                    <a:pt x="538" y="116"/>
                  </a:moveTo>
                  <a:cubicBezTo>
                    <a:pt x="596" y="68"/>
                    <a:pt x="596" y="68"/>
                    <a:pt x="596" y="68"/>
                  </a:cubicBezTo>
                  <a:cubicBezTo>
                    <a:pt x="545" y="0"/>
                    <a:pt x="545" y="0"/>
                    <a:pt x="545" y="0"/>
                  </a:cubicBezTo>
                  <a:cubicBezTo>
                    <a:pt x="410" y="85"/>
                    <a:pt x="343" y="194"/>
                    <a:pt x="343" y="329"/>
                  </a:cubicBezTo>
                  <a:cubicBezTo>
                    <a:pt x="343" y="419"/>
                    <a:pt x="382" y="464"/>
                    <a:pt x="461" y="464"/>
                  </a:cubicBezTo>
                  <a:cubicBezTo>
                    <a:pt x="534" y="464"/>
                    <a:pt x="571" y="426"/>
                    <a:pt x="571" y="352"/>
                  </a:cubicBezTo>
                  <a:cubicBezTo>
                    <a:pt x="571" y="329"/>
                    <a:pt x="559" y="304"/>
                    <a:pt x="534" y="276"/>
                  </a:cubicBezTo>
                  <a:cubicBezTo>
                    <a:pt x="509" y="249"/>
                    <a:pt x="497" y="225"/>
                    <a:pt x="497" y="204"/>
                  </a:cubicBezTo>
                  <a:cubicBezTo>
                    <a:pt x="497" y="169"/>
                    <a:pt x="511" y="140"/>
                    <a:pt x="538" y="11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sp>
        <p:nvSpPr>
          <p:cNvPr id="74" name="ee4pFootnotes">
            <a:extLst>
              <a:ext uri="{FF2B5EF4-FFF2-40B4-BE49-F238E27FC236}">
                <a16:creationId xmlns:a16="http://schemas.microsoft.com/office/drawing/2014/main" id="{D8563AAD-8E55-4DC4-ADFC-05152E167A69}"/>
              </a:ext>
            </a:extLst>
          </p:cNvPr>
          <p:cNvSpPr>
            <a:spLocks noChangeArrowheads="1"/>
          </p:cNvSpPr>
          <p:nvPr/>
        </p:nvSpPr>
        <p:spPr bwMode="auto">
          <a:xfrm>
            <a:off x="630000" y="6481601"/>
            <a:ext cx="9030914" cy="138499"/>
          </a:xfrm>
          <a:prstGeom prst="rect">
            <a:avLst/>
          </a:prstGeom>
          <a:noFill/>
          <a:ln w="9525" algn="ctr">
            <a:noFill/>
            <a:miter lim="800000"/>
            <a:headEnd type="none" w="lg" len="lg"/>
            <a:tailEnd type="none" w="lg" len="lg"/>
          </a:ln>
        </p:spPr>
        <p:txBody>
          <a:bodyPr vert="horz" wrap="square" lIns="0" tIns="0" rIns="0" bIns="0" anchor="b" anchorCtr="0">
            <a:spAutoFit/>
          </a:bodyPr>
          <a:lstStyle/>
          <a:p>
            <a:pPr>
              <a:lnSpc>
                <a:spcPct val="90000"/>
              </a:lnSpc>
            </a:pPr>
            <a:r>
              <a:rPr lang="en-US" sz="1000">
                <a:solidFill>
                  <a:schemeClr val="bg1">
                    <a:lumMod val="50000"/>
                  </a:schemeClr>
                </a:solidFill>
                <a:latin typeface="Trebuchet MS" panose="020B0603020202020204" pitchFamily="34" charset="0"/>
                <a:cs typeface="Arial" pitchFamily="34" charset="0"/>
              </a:rPr>
              <a:t>Source: Company Materials, Press Search</a:t>
            </a:r>
          </a:p>
        </p:txBody>
      </p:sp>
      <p:sp>
        <p:nvSpPr>
          <p:cNvPr id="75" name="Rectangle 74">
            <a:extLst>
              <a:ext uri="{FF2B5EF4-FFF2-40B4-BE49-F238E27FC236}">
                <a16:creationId xmlns:a16="http://schemas.microsoft.com/office/drawing/2014/main" id="{691E195F-C09A-40F3-9CA4-F3E6C4DA99EE}"/>
              </a:ext>
            </a:extLst>
          </p:cNvPr>
          <p:cNvSpPr/>
          <p:nvPr/>
        </p:nvSpPr>
        <p:spPr>
          <a:xfrm>
            <a:off x="7520492" y="1709860"/>
            <a:ext cx="2604309" cy="1858322"/>
          </a:xfrm>
          <a:prstGeom prst="rect">
            <a:avLst/>
          </a:prstGeom>
        </p:spPr>
        <p:txBody>
          <a:bodyPr wrap="square" lIns="0" tIns="0" rIns="0" bIns="0" anchor="ctr" anchorCtr="0">
            <a:noAutofit/>
          </a:bodyPr>
          <a:lstStyle/>
          <a:p>
            <a:pPr>
              <a:buClr>
                <a:schemeClr val="tx2"/>
              </a:buClr>
              <a:buSzPct val="100000"/>
            </a:pPr>
            <a:r>
              <a:rPr lang="en-US" sz="1200">
                <a:solidFill>
                  <a:schemeClr val="tx1">
                    <a:lumMod val="100000"/>
                  </a:schemeClr>
                </a:solidFill>
                <a:latin typeface="Trebuchet MS" panose="020B0603020202020204" pitchFamily="34" charset="0"/>
              </a:rPr>
              <a:t>Mawdoo3 offers both B2B and B2C solutions:</a:t>
            </a:r>
          </a:p>
          <a:p>
            <a:pPr>
              <a:buClr>
                <a:schemeClr val="tx2"/>
              </a:buClr>
              <a:buSzPct val="100000"/>
            </a:pPr>
            <a:endParaRPr lang="en-US" sz="1200">
              <a:solidFill>
                <a:schemeClr val="tx1">
                  <a:lumMod val="100000"/>
                </a:schemeClr>
              </a:solidFill>
              <a:latin typeface="Trebuchet MS" panose="020B0603020202020204" pitchFamily="34" charset="0"/>
            </a:endParaRPr>
          </a:p>
          <a:p>
            <a:pPr marL="171450" indent="-171450">
              <a:buClr>
                <a:schemeClr val="tx2"/>
              </a:buClr>
              <a:buSzPct val="100000"/>
              <a:buFont typeface="Arial" panose="020B0604020202020204" pitchFamily="34" charset="0"/>
              <a:buChar char="•"/>
            </a:pPr>
            <a:r>
              <a:rPr lang="en-US" sz="1200">
                <a:solidFill>
                  <a:srgbClr val="29BA74"/>
                </a:solidFill>
                <a:latin typeface="Trebuchet MS" panose="020B0603020202020204" pitchFamily="34" charset="0"/>
              </a:rPr>
              <a:t>B2C: </a:t>
            </a:r>
            <a:r>
              <a:rPr lang="en-US" sz="1200">
                <a:solidFill>
                  <a:schemeClr val="tx1">
                    <a:lumMod val="100000"/>
                  </a:schemeClr>
                </a:solidFill>
                <a:latin typeface="Trebuchet MS" panose="020B0603020202020204" pitchFamily="34" charset="0"/>
              </a:rPr>
              <a:t>The app is available for download on Android and iOS both.</a:t>
            </a:r>
          </a:p>
          <a:p>
            <a:pPr marL="171450" indent="-171450">
              <a:buClr>
                <a:schemeClr val="tx2"/>
              </a:buClr>
              <a:buSzPct val="100000"/>
              <a:buFont typeface="Arial" panose="020B0604020202020204" pitchFamily="34" charset="0"/>
              <a:buChar char="•"/>
            </a:pPr>
            <a:r>
              <a:rPr lang="en-US" sz="1200">
                <a:solidFill>
                  <a:srgbClr val="29BA74"/>
                </a:solidFill>
                <a:latin typeface="Trebuchet MS" panose="020B0603020202020204" pitchFamily="34" charset="0"/>
              </a:rPr>
              <a:t>B2B: </a:t>
            </a:r>
            <a:r>
              <a:rPr lang="en-US" sz="1200">
                <a:solidFill>
                  <a:srgbClr val="575757"/>
                </a:solidFill>
                <a:latin typeface="Trebuchet MS" panose="020B0603020202020204" pitchFamily="34" charset="0"/>
              </a:rPr>
              <a:t>Currently offers solutions for conversational agents in banking and customer care sector</a:t>
            </a:r>
          </a:p>
          <a:p>
            <a:pPr>
              <a:buSzPct val="100000"/>
            </a:pPr>
            <a:endParaRPr lang="en-US" sz="1200">
              <a:solidFill>
                <a:schemeClr val="tx1">
                  <a:lumMod val="100000"/>
                </a:schemeClr>
              </a:solidFill>
              <a:latin typeface="Trebuchet MS" panose="020B0603020202020204" pitchFamily="34" charset="0"/>
            </a:endParaRPr>
          </a:p>
          <a:p>
            <a:pPr>
              <a:buSzPct val="100000"/>
            </a:pPr>
            <a:endParaRPr lang="en-US" sz="1200">
              <a:solidFill>
                <a:schemeClr val="tx1">
                  <a:lumMod val="100000"/>
                </a:schemeClr>
              </a:solidFill>
              <a:latin typeface="Trebuchet MS" panose="020B0603020202020204" pitchFamily="34" charset="0"/>
            </a:endParaRPr>
          </a:p>
        </p:txBody>
      </p:sp>
      <p:grpSp>
        <p:nvGrpSpPr>
          <p:cNvPr id="77" name="Group 76">
            <a:extLst>
              <a:ext uri="{FF2B5EF4-FFF2-40B4-BE49-F238E27FC236}">
                <a16:creationId xmlns:a16="http://schemas.microsoft.com/office/drawing/2014/main" id="{14DE0EF4-9CFC-4E7D-BA45-6612D7E9D326}"/>
              </a:ext>
            </a:extLst>
          </p:cNvPr>
          <p:cNvGrpSpPr/>
          <p:nvPr/>
        </p:nvGrpSpPr>
        <p:grpSpPr>
          <a:xfrm>
            <a:off x="7555832" y="3488217"/>
            <a:ext cx="2604309" cy="651627"/>
            <a:chOff x="512461" y="1796318"/>
            <a:chExt cx="3198901" cy="194979"/>
          </a:xfrm>
        </p:grpSpPr>
        <p:cxnSp>
          <p:nvCxnSpPr>
            <p:cNvPr id="78" name="Straight Connector 77">
              <a:extLst>
                <a:ext uri="{FF2B5EF4-FFF2-40B4-BE49-F238E27FC236}">
                  <a16:creationId xmlns:a16="http://schemas.microsoft.com/office/drawing/2014/main" id="{47F5981A-1D41-4803-B24A-4537E61E8045}"/>
                </a:ext>
              </a:extLst>
            </p:cNvPr>
            <p:cNvCxnSpPr/>
            <p:nvPr/>
          </p:nvCxnSpPr>
          <p:spPr>
            <a:xfrm flipH="1">
              <a:off x="512461" y="1893808"/>
              <a:ext cx="3198901" cy="0"/>
            </a:xfrm>
            <a:prstGeom prst="line">
              <a:avLst/>
            </a:prstGeom>
            <a:ln w="3175" cap="rnd" cmpd="sng" algn="ctr">
              <a:solidFill>
                <a:srgbClr val="00B050"/>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9D5DB5A7-FE68-4471-AB54-111064063F35}"/>
                </a:ext>
              </a:extLst>
            </p:cNvPr>
            <p:cNvSpPr txBox="1"/>
            <p:nvPr/>
          </p:nvSpPr>
          <p:spPr>
            <a:xfrm>
              <a:off x="1029435" y="1796318"/>
              <a:ext cx="2164952" cy="194979"/>
            </a:xfrm>
            <a:prstGeom prst="rect">
              <a:avLst/>
            </a:prstGeom>
            <a:solidFill>
              <a:schemeClr val="bg1"/>
            </a:solidFill>
            <a:ln w="9525" cap="rnd" cmpd="sng" algn="ctr">
              <a:noFill/>
              <a:prstDash val="solid"/>
              <a:round/>
            </a:ln>
            <a:effectLst/>
            <a:extLst>
              <a:ext uri="{91240B29-F687-4F45-9708-019B960494DF}">
                <a14:hiddenLine xmlns:a14="http://schemas.microsoft.com/office/drawing/2010/main" w="9525" cap="rnd" cmpd="sng" algn="ctr">
                  <a:solidFill>
                    <a:srgbClr val="00B050"/>
                  </a:solidFill>
                  <a:prstDash val="solid"/>
                  <a:rou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a:solidFill>
                    <a:srgbClr val="29BA74"/>
                  </a:solidFill>
                </a:rPr>
                <a:t>Clients &amp; Roadmap</a:t>
              </a:r>
            </a:p>
          </p:txBody>
        </p:sp>
      </p:grpSp>
      <p:grpSp>
        <p:nvGrpSpPr>
          <p:cNvPr id="80" name="Group 79">
            <a:extLst>
              <a:ext uri="{FF2B5EF4-FFF2-40B4-BE49-F238E27FC236}">
                <a16:creationId xmlns:a16="http://schemas.microsoft.com/office/drawing/2014/main" id="{2B330D50-8DB9-46DE-96CA-FB8C1550B27B}"/>
              </a:ext>
            </a:extLst>
          </p:cNvPr>
          <p:cNvGrpSpPr/>
          <p:nvPr/>
        </p:nvGrpSpPr>
        <p:grpSpPr>
          <a:xfrm>
            <a:off x="3689114" y="3488217"/>
            <a:ext cx="2604309" cy="651627"/>
            <a:chOff x="512461" y="1796318"/>
            <a:chExt cx="3198901" cy="194979"/>
          </a:xfrm>
        </p:grpSpPr>
        <p:cxnSp>
          <p:nvCxnSpPr>
            <p:cNvPr id="81" name="Straight Connector 80">
              <a:extLst>
                <a:ext uri="{FF2B5EF4-FFF2-40B4-BE49-F238E27FC236}">
                  <a16:creationId xmlns:a16="http://schemas.microsoft.com/office/drawing/2014/main" id="{E8391095-6800-44EC-A8FF-432331E5F04A}"/>
                </a:ext>
              </a:extLst>
            </p:cNvPr>
            <p:cNvCxnSpPr/>
            <p:nvPr/>
          </p:nvCxnSpPr>
          <p:spPr>
            <a:xfrm flipH="1">
              <a:off x="512461" y="1893808"/>
              <a:ext cx="3198901" cy="0"/>
            </a:xfrm>
            <a:prstGeom prst="line">
              <a:avLst/>
            </a:prstGeom>
            <a:ln w="3175" cap="rnd" cmpd="sng" algn="ctr">
              <a:solidFill>
                <a:srgbClr val="00B050"/>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82" name="TextBox 81">
              <a:extLst>
                <a:ext uri="{FF2B5EF4-FFF2-40B4-BE49-F238E27FC236}">
                  <a16:creationId xmlns:a16="http://schemas.microsoft.com/office/drawing/2014/main" id="{892F7350-C28A-4516-8D14-BA11B12B4AA3}"/>
                </a:ext>
              </a:extLst>
            </p:cNvPr>
            <p:cNvSpPr txBox="1"/>
            <p:nvPr/>
          </p:nvSpPr>
          <p:spPr>
            <a:xfrm>
              <a:off x="861703" y="1796318"/>
              <a:ext cx="2500417" cy="194979"/>
            </a:xfrm>
            <a:prstGeom prst="rect">
              <a:avLst/>
            </a:prstGeom>
            <a:solidFill>
              <a:schemeClr val="bg1"/>
            </a:solidFill>
            <a:ln w="9525" cap="rnd" cmpd="sng" algn="ctr">
              <a:noFill/>
              <a:prstDash val="solid"/>
              <a:round/>
            </a:ln>
            <a:effectLst/>
            <a:extLst>
              <a:ext uri="{91240B29-F687-4F45-9708-019B960494DF}">
                <a14:hiddenLine xmlns:a14="http://schemas.microsoft.com/office/drawing/2010/main" w="9525" cap="rnd" cmpd="sng" algn="ctr">
                  <a:solidFill>
                    <a:srgbClr val="00B050"/>
                  </a:solidFill>
                  <a:prstDash val="solid"/>
                  <a:rou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a:solidFill>
                    <a:srgbClr val="29BA74"/>
                  </a:solidFill>
                </a:rPr>
                <a:t>NLP Toolkit Tech Stack</a:t>
              </a:r>
            </a:p>
          </p:txBody>
        </p:sp>
      </p:grpSp>
      <p:graphicFrame>
        <p:nvGraphicFramePr>
          <p:cNvPr id="83" name="Object 82" hidden="1">
            <a:extLst>
              <a:ext uri="{FF2B5EF4-FFF2-40B4-BE49-F238E27FC236}">
                <a16:creationId xmlns:a16="http://schemas.microsoft.com/office/drawing/2014/main" id="{AC80FD36-F170-487B-809E-B178EE0DC2F5}"/>
              </a:ext>
            </a:extLst>
          </p:cNvPr>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384" imgH="384" progId="TCLayout.ActiveDocument.1">
                  <p:embed/>
                </p:oleObj>
              </mc:Choice>
              <mc:Fallback>
                <p:oleObj name="think-cell Slide" r:id="rId8" imgW="384" imgH="384" progId="TCLayout.ActiveDocument.1">
                  <p:embed/>
                  <p:pic>
                    <p:nvPicPr>
                      <p:cNvPr id="83" name="Object 82" hidden="1">
                        <a:extLst>
                          <a:ext uri="{FF2B5EF4-FFF2-40B4-BE49-F238E27FC236}">
                            <a16:creationId xmlns:a16="http://schemas.microsoft.com/office/drawing/2014/main" id="{AC80FD36-F170-487B-809E-B178EE0DC2F5}"/>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87" name="Rectangle 86">
            <a:extLst>
              <a:ext uri="{FF2B5EF4-FFF2-40B4-BE49-F238E27FC236}">
                <a16:creationId xmlns:a16="http://schemas.microsoft.com/office/drawing/2014/main" id="{FBB396C7-4ED9-4B14-BAEA-F9397A81F467}"/>
              </a:ext>
            </a:extLst>
          </p:cNvPr>
          <p:cNvSpPr/>
          <p:nvPr/>
        </p:nvSpPr>
        <p:spPr>
          <a:xfrm>
            <a:off x="7903710" y="3975544"/>
            <a:ext cx="2247475" cy="1665711"/>
          </a:xfrm>
          <a:prstGeom prst="rect">
            <a:avLst/>
          </a:prstGeom>
        </p:spPr>
        <p:txBody>
          <a:bodyPr wrap="square" lIns="0" tIns="0" rIns="0" bIns="0" anchor="ctr" anchorCtr="0">
            <a:noAutofit/>
          </a:bodyPr>
          <a:lstStyle/>
          <a:p>
            <a:pPr>
              <a:buSzPct val="100000"/>
            </a:pPr>
            <a:endParaRPr lang="en-US" sz="1200">
              <a:solidFill>
                <a:schemeClr val="tx1">
                  <a:lumMod val="100000"/>
                </a:schemeClr>
              </a:solidFill>
              <a:latin typeface="Trebuchet MS" panose="020B0603020202020204" pitchFamily="34" charset="0"/>
            </a:endParaRPr>
          </a:p>
          <a:p>
            <a:pPr>
              <a:buSzPct val="100000"/>
            </a:pPr>
            <a:endParaRPr lang="en-US" sz="1200">
              <a:solidFill>
                <a:schemeClr val="tx1">
                  <a:lumMod val="100000"/>
                </a:schemeClr>
              </a:solidFill>
              <a:latin typeface="Trebuchet MS" panose="020B0603020202020204" pitchFamily="34" charset="0"/>
            </a:endParaRPr>
          </a:p>
        </p:txBody>
      </p:sp>
      <p:sp>
        <p:nvSpPr>
          <p:cNvPr id="88" name="Rectangle 87">
            <a:extLst>
              <a:ext uri="{FF2B5EF4-FFF2-40B4-BE49-F238E27FC236}">
                <a16:creationId xmlns:a16="http://schemas.microsoft.com/office/drawing/2014/main" id="{E2D3C575-8CA6-485B-AE10-D3E84601FFFF}"/>
              </a:ext>
            </a:extLst>
          </p:cNvPr>
          <p:cNvSpPr/>
          <p:nvPr/>
        </p:nvSpPr>
        <p:spPr>
          <a:xfrm>
            <a:off x="7553097" y="3872885"/>
            <a:ext cx="2639649" cy="2377885"/>
          </a:xfrm>
          <a:prstGeom prst="rect">
            <a:avLst/>
          </a:prstGeom>
        </p:spPr>
        <p:txBody>
          <a:bodyPr wrap="square" lIns="0" tIns="0" rIns="0" bIns="0" anchor="ctr" anchorCtr="0">
            <a:noAutofit/>
          </a:bodyPr>
          <a:lstStyle/>
          <a:p>
            <a:pPr marL="171450" indent="-171450">
              <a:buClr>
                <a:schemeClr val="tx2"/>
              </a:buClr>
              <a:buSzPct val="100000"/>
              <a:buFont typeface="Arial" panose="020B0604020202020204" pitchFamily="34" charset="0"/>
              <a:buChar char="•"/>
            </a:pPr>
            <a:r>
              <a:rPr lang="en-US" sz="1200">
                <a:solidFill>
                  <a:schemeClr val="tx1">
                    <a:lumMod val="100000"/>
                  </a:schemeClr>
                </a:solidFill>
                <a:latin typeface="Trebuchet MS" panose="020B0603020202020204" pitchFamily="34" charset="0"/>
              </a:rPr>
              <a:t>Agreement to develop voice assistance services for a Jordan bank </a:t>
            </a:r>
          </a:p>
          <a:p>
            <a:pPr marL="171450" indent="-171450">
              <a:buClr>
                <a:schemeClr val="tx2"/>
              </a:buClr>
              <a:buSzPct val="100000"/>
              <a:buFont typeface="Arial" panose="020B0604020202020204" pitchFamily="34" charset="0"/>
              <a:buChar char="•"/>
            </a:pPr>
            <a:r>
              <a:rPr lang="en-US" sz="1200">
                <a:solidFill>
                  <a:schemeClr val="tx1">
                    <a:lumMod val="100000"/>
                  </a:schemeClr>
                </a:solidFill>
                <a:latin typeface="Trebuchet MS" panose="020B0603020202020204" pitchFamily="34" charset="0"/>
              </a:rPr>
              <a:t>In talks for partnering with banks in Iraq and Egypt</a:t>
            </a:r>
          </a:p>
          <a:p>
            <a:pPr marL="171450" indent="-171450">
              <a:buClr>
                <a:schemeClr val="tx2"/>
              </a:buClr>
              <a:buSzPct val="100000"/>
              <a:buFont typeface="Arial" panose="020B0604020202020204" pitchFamily="34" charset="0"/>
              <a:buChar char="•"/>
            </a:pPr>
            <a:endParaRPr lang="en-US" sz="1200">
              <a:solidFill>
                <a:schemeClr val="tx1">
                  <a:lumMod val="100000"/>
                </a:schemeClr>
              </a:solidFill>
              <a:latin typeface="Trebuchet MS" panose="020B0603020202020204" pitchFamily="34" charset="0"/>
            </a:endParaRPr>
          </a:p>
          <a:p>
            <a:pPr marL="171450" indent="-171450">
              <a:buClr>
                <a:schemeClr val="tx2"/>
              </a:buClr>
              <a:buSzPct val="100000"/>
              <a:buFont typeface="Arial" panose="020B0604020202020204" pitchFamily="34" charset="0"/>
              <a:buChar char="•"/>
            </a:pPr>
            <a:r>
              <a:rPr lang="en-US" sz="1200">
                <a:solidFill>
                  <a:schemeClr val="tx1">
                    <a:lumMod val="100000"/>
                  </a:schemeClr>
                </a:solidFill>
                <a:latin typeface="Trebuchet MS" panose="020B0603020202020204" pitchFamily="34" charset="0"/>
              </a:rPr>
              <a:t>Seeking partnerships with call centers, especially in telecom</a:t>
            </a:r>
          </a:p>
          <a:p>
            <a:pPr marL="171450" indent="-171450">
              <a:buClr>
                <a:schemeClr val="tx2"/>
              </a:buClr>
              <a:buSzPct val="100000"/>
              <a:buFont typeface="Arial" panose="020B0604020202020204" pitchFamily="34" charset="0"/>
              <a:buChar char="•"/>
            </a:pPr>
            <a:endParaRPr lang="en-US" sz="1200">
              <a:solidFill>
                <a:schemeClr val="tx1">
                  <a:lumMod val="100000"/>
                </a:schemeClr>
              </a:solidFill>
              <a:latin typeface="Trebuchet MS" panose="020B0603020202020204" pitchFamily="34" charset="0"/>
            </a:endParaRPr>
          </a:p>
          <a:p>
            <a:pPr marL="171450" indent="-171450">
              <a:buClr>
                <a:schemeClr val="tx2"/>
              </a:buClr>
              <a:buSzPct val="100000"/>
              <a:buFont typeface="Arial" panose="020B0604020202020204" pitchFamily="34" charset="0"/>
              <a:buChar char="•"/>
            </a:pPr>
            <a:endParaRPr lang="en-US" sz="1200">
              <a:solidFill>
                <a:schemeClr val="tx1">
                  <a:lumMod val="100000"/>
                </a:schemeClr>
              </a:solidFill>
              <a:latin typeface="Trebuchet MS" panose="020B0603020202020204" pitchFamily="34" charset="0"/>
            </a:endParaRPr>
          </a:p>
          <a:p>
            <a:pPr>
              <a:buSzPct val="100000"/>
            </a:pPr>
            <a:endParaRPr lang="en-US" sz="1200">
              <a:solidFill>
                <a:schemeClr val="tx1">
                  <a:lumMod val="100000"/>
                </a:schemeClr>
              </a:solidFill>
              <a:latin typeface="Trebuchet MS" panose="020B0603020202020204" pitchFamily="34" charset="0"/>
            </a:endParaRPr>
          </a:p>
          <a:p>
            <a:pPr>
              <a:buSzPct val="100000"/>
            </a:pPr>
            <a:endParaRPr lang="en-US" sz="1200">
              <a:solidFill>
                <a:schemeClr val="tx1">
                  <a:lumMod val="100000"/>
                </a:schemeClr>
              </a:solidFill>
              <a:latin typeface="Trebuchet MS" panose="020B0603020202020204" pitchFamily="34" charset="0"/>
            </a:endParaRPr>
          </a:p>
        </p:txBody>
      </p:sp>
      <p:grpSp>
        <p:nvGrpSpPr>
          <p:cNvPr id="89" name="Group 88">
            <a:extLst>
              <a:ext uri="{FF2B5EF4-FFF2-40B4-BE49-F238E27FC236}">
                <a16:creationId xmlns:a16="http://schemas.microsoft.com/office/drawing/2014/main" id="{26800609-FBB5-481B-B1DC-314AAD6D4091}"/>
              </a:ext>
            </a:extLst>
          </p:cNvPr>
          <p:cNvGrpSpPr>
            <a:grpSpLocks noChangeAspect="1"/>
          </p:cNvGrpSpPr>
          <p:nvPr/>
        </p:nvGrpSpPr>
        <p:grpSpPr>
          <a:xfrm>
            <a:off x="7150466" y="5061827"/>
            <a:ext cx="370026" cy="370026"/>
            <a:chOff x="5092700" y="2611438"/>
            <a:chExt cx="1646238" cy="1646237"/>
          </a:xfrm>
        </p:grpSpPr>
        <p:sp>
          <p:nvSpPr>
            <p:cNvPr id="90" name="AutoShape 3">
              <a:extLst>
                <a:ext uri="{FF2B5EF4-FFF2-40B4-BE49-F238E27FC236}">
                  <a16:creationId xmlns:a16="http://schemas.microsoft.com/office/drawing/2014/main" id="{C9AB9857-119F-4DB3-BFB6-B8124A144D36}"/>
                </a:ext>
              </a:extLst>
            </p:cNvPr>
            <p:cNvSpPr>
              <a:spLocks noChangeAspect="1" noChangeArrowheads="1" noTextEdit="1"/>
            </p:cNvSpPr>
            <p:nvPr/>
          </p:nvSpPr>
          <p:spPr bwMode="auto">
            <a:xfrm>
              <a:off x="5092700" y="2611438"/>
              <a:ext cx="1646238" cy="164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91" name="Group 90">
              <a:extLst>
                <a:ext uri="{FF2B5EF4-FFF2-40B4-BE49-F238E27FC236}">
                  <a16:creationId xmlns:a16="http://schemas.microsoft.com/office/drawing/2014/main" id="{B5E89441-3F9F-4659-8EB2-4A0169697F92}"/>
                </a:ext>
              </a:extLst>
            </p:cNvPr>
            <p:cNvGrpSpPr/>
            <p:nvPr/>
          </p:nvGrpSpPr>
          <p:grpSpPr>
            <a:xfrm>
              <a:off x="5271563" y="2741613"/>
              <a:ext cx="1286925" cy="1266824"/>
              <a:chOff x="5271563" y="2741613"/>
              <a:chExt cx="1286925" cy="1266824"/>
            </a:xfrm>
          </p:grpSpPr>
          <p:sp>
            <p:nvSpPr>
              <p:cNvPr id="92" name="Freeform 11">
                <a:extLst>
                  <a:ext uri="{FF2B5EF4-FFF2-40B4-BE49-F238E27FC236}">
                    <a16:creationId xmlns:a16="http://schemas.microsoft.com/office/drawing/2014/main" id="{B93CBA82-7820-41B4-9D69-B9F8788CD551}"/>
                  </a:ext>
                </a:extLst>
              </p:cNvPr>
              <p:cNvSpPr>
                <a:spLocks/>
              </p:cNvSpPr>
              <p:nvPr/>
            </p:nvSpPr>
            <p:spPr bwMode="auto">
              <a:xfrm>
                <a:off x="5271563" y="2808288"/>
                <a:ext cx="1286925" cy="1200149"/>
              </a:xfrm>
              <a:custGeom>
                <a:avLst/>
                <a:gdLst>
                  <a:gd name="connsiteX0" fmla="*/ 435004 w 1286925"/>
                  <a:gd name="connsiteY0" fmla="*/ 906462 h 1200149"/>
                  <a:gd name="connsiteX1" fmla="*/ 639529 w 1286925"/>
                  <a:gd name="connsiteY1" fmla="*/ 1072956 h 1200149"/>
                  <a:gd name="connsiteX2" fmla="*/ 648111 w 1286925"/>
                  <a:gd name="connsiteY2" fmla="*/ 1072956 h 1200149"/>
                  <a:gd name="connsiteX3" fmla="*/ 852635 w 1286925"/>
                  <a:gd name="connsiteY3" fmla="*/ 906462 h 1200149"/>
                  <a:gd name="connsiteX4" fmla="*/ 1130103 w 1286925"/>
                  <a:gd name="connsiteY4" fmla="*/ 952909 h 1200149"/>
                  <a:gd name="connsiteX5" fmla="*/ 1286000 w 1286925"/>
                  <a:gd name="connsiteY5" fmla="*/ 1178712 h 1200149"/>
                  <a:gd name="connsiteX6" fmla="*/ 1270982 w 1286925"/>
                  <a:gd name="connsiteY6" fmla="*/ 1200149 h 1200149"/>
                  <a:gd name="connsiteX7" fmla="*/ 15943 w 1286925"/>
                  <a:gd name="connsiteY7" fmla="*/ 1200149 h 1200149"/>
                  <a:gd name="connsiteX8" fmla="*/ 925 w 1286925"/>
                  <a:gd name="connsiteY8" fmla="*/ 1178712 h 1200149"/>
                  <a:gd name="connsiteX9" fmla="*/ 157537 w 1286925"/>
                  <a:gd name="connsiteY9" fmla="*/ 952909 h 1200149"/>
                  <a:gd name="connsiteX10" fmla="*/ 435004 w 1286925"/>
                  <a:gd name="connsiteY10" fmla="*/ 906462 h 1200149"/>
                  <a:gd name="connsiteX11" fmla="*/ 947827 w 1286925"/>
                  <a:gd name="connsiteY11" fmla="*/ 647700 h 1200149"/>
                  <a:gd name="connsiteX12" fmla="*/ 1030813 w 1286925"/>
                  <a:gd name="connsiteY12" fmla="*/ 824176 h 1200149"/>
                  <a:gd name="connsiteX13" fmla="*/ 864125 w 1286925"/>
                  <a:gd name="connsiteY13" fmla="*/ 883719 h 1200149"/>
                  <a:gd name="connsiteX14" fmla="*/ 864125 w 1286925"/>
                  <a:gd name="connsiteY14" fmla="*/ 821307 h 1200149"/>
                  <a:gd name="connsiteX15" fmla="*/ 924219 w 1286925"/>
                  <a:gd name="connsiteY15" fmla="*/ 703656 h 1200149"/>
                  <a:gd name="connsiteX16" fmla="*/ 947827 w 1286925"/>
                  <a:gd name="connsiteY16" fmla="*/ 647700 h 1200149"/>
                  <a:gd name="connsiteX17" fmla="*/ 339270 w 1286925"/>
                  <a:gd name="connsiteY17" fmla="*/ 647700 h 1200149"/>
                  <a:gd name="connsiteX18" fmla="*/ 364096 w 1286925"/>
                  <a:gd name="connsiteY18" fmla="*/ 704721 h 1200149"/>
                  <a:gd name="connsiteX19" fmla="*/ 424388 w 1286925"/>
                  <a:gd name="connsiteY19" fmla="*/ 820900 h 1200149"/>
                  <a:gd name="connsiteX20" fmla="*/ 424388 w 1286925"/>
                  <a:gd name="connsiteY20" fmla="*/ 882909 h 1200149"/>
                  <a:gd name="connsiteX21" fmla="*/ 257700 w 1286925"/>
                  <a:gd name="connsiteY21" fmla="*/ 823751 h 1200149"/>
                  <a:gd name="connsiteX22" fmla="*/ 339270 w 1286925"/>
                  <a:gd name="connsiteY22" fmla="*/ 647700 h 1200149"/>
                  <a:gd name="connsiteX23" fmla="*/ 642747 w 1286925"/>
                  <a:gd name="connsiteY23" fmla="*/ 0 h 1200149"/>
                  <a:gd name="connsiteX24" fmla="*/ 982472 w 1286925"/>
                  <a:gd name="connsiteY24" fmla="*/ 344092 h 1200149"/>
                  <a:gd name="connsiteX25" fmla="*/ 970313 w 1286925"/>
                  <a:gd name="connsiteY25" fmla="*/ 459982 h 1200149"/>
                  <a:gd name="connsiteX26" fmla="*/ 970313 w 1286925"/>
                  <a:gd name="connsiteY26" fmla="*/ 459266 h 1200149"/>
                  <a:gd name="connsiteX27" fmla="*/ 933122 w 1286925"/>
                  <a:gd name="connsiteY27" fmla="*/ 511488 h 1200149"/>
                  <a:gd name="connsiteX28" fmla="*/ 929546 w 1286925"/>
                  <a:gd name="connsiteY28" fmla="*/ 512919 h 1200149"/>
                  <a:gd name="connsiteX29" fmla="*/ 908090 w 1286925"/>
                  <a:gd name="connsiteY29" fmla="*/ 512919 h 1200149"/>
                  <a:gd name="connsiteX30" fmla="*/ 905944 w 1286925"/>
                  <a:gd name="connsiteY30" fmla="*/ 512204 h 1200149"/>
                  <a:gd name="connsiteX31" fmla="*/ 458937 w 1286925"/>
                  <a:gd name="connsiteY31" fmla="*/ 276847 h 1200149"/>
                  <a:gd name="connsiteX32" fmla="*/ 454646 w 1286925"/>
                  <a:gd name="connsiteY32" fmla="*/ 276847 h 1200149"/>
                  <a:gd name="connsiteX33" fmla="*/ 322332 w 1286925"/>
                  <a:gd name="connsiteY33" fmla="*/ 484304 h 1200149"/>
                  <a:gd name="connsiteX34" fmla="*/ 303737 w 1286925"/>
                  <a:gd name="connsiteY34" fmla="*/ 344092 h 1200149"/>
                  <a:gd name="connsiteX35" fmla="*/ 642747 w 1286925"/>
                  <a:gd name="connsiteY35" fmla="*/ 0 h 1200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6925" h="1200149">
                    <a:moveTo>
                      <a:pt x="435004" y="906462"/>
                    </a:moveTo>
                    <a:cubicBezTo>
                      <a:pt x="435004" y="906462"/>
                      <a:pt x="573738" y="1020793"/>
                      <a:pt x="639529" y="1072956"/>
                    </a:cubicBezTo>
                    <a:cubicBezTo>
                      <a:pt x="642390" y="1075100"/>
                      <a:pt x="645965" y="1075100"/>
                      <a:pt x="648111" y="1072956"/>
                    </a:cubicBezTo>
                    <a:cubicBezTo>
                      <a:pt x="737501" y="1001500"/>
                      <a:pt x="852635" y="906462"/>
                      <a:pt x="852635" y="906462"/>
                    </a:cubicBezTo>
                    <a:cubicBezTo>
                      <a:pt x="852635" y="906462"/>
                      <a:pt x="1032847" y="908606"/>
                      <a:pt x="1130103" y="952909"/>
                    </a:cubicBezTo>
                    <a:cubicBezTo>
                      <a:pt x="1208766" y="988637"/>
                      <a:pt x="1265976" y="1126549"/>
                      <a:pt x="1286000" y="1178712"/>
                    </a:cubicBezTo>
                    <a:cubicBezTo>
                      <a:pt x="1289575" y="1189431"/>
                      <a:pt x="1282424" y="1200149"/>
                      <a:pt x="1270982" y="1200149"/>
                    </a:cubicBezTo>
                    <a:cubicBezTo>
                      <a:pt x="1270982" y="1200149"/>
                      <a:pt x="1270982" y="1200149"/>
                      <a:pt x="15943" y="1200149"/>
                    </a:cubicBezTo>
                    <a:cubicBezTo>
                      <a:pt x="4501" y="1200149"/>
                      <a:pt x="-2650" y="1189431"/>
                      <a:pt x="925" y="1178712"/>
                    </a:cubicBezTo>
                    <a:cubicBezTo>
                      <a:pt x="20949" y="1126549"/>
                      <a:pt x="78874" y="988637"/>
                      <a:pt x="157537" y="952909"/>
                    </a:cubicBezTo>
                    <a:cubicBezTo>
                      <a:pt x="254794" y="908606"/>
                      <a:pt x="435004" y="906462"/>
                      <a:pt x="435004" y="906462"/>
                    </a:cubicBezTo>
                    <a:close/>
                    <a:moveTo>
                      <a:pt x="947827" y="647700"/>
                    </a:moveTo>
                    <a:cubicBezTo>
                      <a:pt x="950689" y="712265"/>
                      <a:pt x="957127" y="817002"/>
                      <a:pt x="1030813" y="824176"/>
                    </a:cubicBezTo>
                    <a:cubicBezTo>
                      <a:pt x="960704" y="893762"/>
                      <a:pt x="895603" y="890893"/>
                      <a:pt x="864125" y="883719"/>
                    </a:cubicBezTo>
                    <a:cubicBezTo>
                      <a:pt x="864125" y="883719"/>
                      <a:pt x="864125" y="883719"/>
                      <a:pt x="864125" y="821307"/>
                    </a:cubicBezTo>
                    <a:cubicBezTo>
                      <a:pt x="877002" y="802655"/>
                      <a:pt x="895603" y="768938"/>
                      <a:pt x="924219" y="703656"/>
                    </a:cubicBezTo>
                    <a:cubicBezTo>
                      <a:pt x="932804" y="683569"/>
                      <a:pt x="940673" y="664200"/>
                      <a:pt x="947827" y="647700"/>
                    </a:cubicBezTo>
                    <a:close/>
                    <a:moveTo>
                      <a:pt x="339270" y="647700"/>
                    </a:moveTo>
                    <a:cubicBezTo>
                      <a:pt x="347073" y="664806"/>
                      <a:pt x="355585" y="684051"/>
                      <a:pt x="364096" y="704721"/>
                    </a:cubicBezTo>
                    <a:cubicBezTo>
                      <a:pt x="392469" y="768868"/>
                      <a:pt x="411620" y="802368"/>
                      <a:pt x="424388" y="820900"/>
                    </a:cubicBezTo>
                    <a:cubicBezTo>
                      <a:pt x="424388" y="820900"/>
                      <a:pt x="424388" y="820900"/>
                      <a:pt x="424388" y="882909"/>
                    </a:cubicBezTo>
                    <a:cubicBezTo>
                      <a:pt x="391759" y="890037"/>
                      <a:pt x="327212" y="892175"/>
                      <a:pt x="257700" y="823751"/>
                    </a:cubicBezTo>
                    <a:cubicBezTo>
                      <a:pt x="331468" y="816623"/>
                      <a:pt x="336433" y="711135"/>
                      <a:pt x="339270" y="647700"/>
                    </a:cubicBezTo>
                    <a:close/>
                    <a:moveTo>
                      <a:pt x="642747" y="0"/>
                    </a:moveTo>
                    <a:cubicBezTo>
                      <a:pt x="835138" y="0"/>
                      <a:pt x="982472" y="154519"/>
                      <a:pt x="982472" y="344092"/>
                    </a:cubicBezTo>
                    <a:cubicBezTo>
                      <a:pt x="982472" y="384868"/>
                      <a:pt x="983187" y="423498"/>
                      <a:pt x="970313" y="459982"/>
                    </a:cubicBezTo>
                    <a:cubicBezTo>
                      <a:pt x="970313" y="459982"/>
                      <a:pt x="970313" y="459982"/>
                      <a:pt x="970313" y="459266"/>
                    </a:cubicBezTo>
                    <a:cubicBezTo>
                      <a:pt x="969598" y="459982"/>
                      <a:pt x="963877" y="476435"/>
                      <a:pt x="933122" y="511488"/>
                    </a:cubicBezTo>
                    <a:cubicBezTo>
                      <a:pt x="932407" y="512204"/>
                      <a:pt x="930977" y="512919"/>
                      <a:pt x="929546" y="512919"/>
                    </a:cubicBezTo>
                    <a:cubicBezTo>
                      <a:pt x="929546" y="512919"/>
                      <a:pt x="929546" y="512919"/>
                      <a:pt x="908090" y="512919"/>
                    </a:cubicBezTo>
                    <a:cubicBezTo>
                      <a:pt x="907375" y="512919"/>
                      <a:pt x="906660" y="512919"/>
                      <a:pt x="905944" y="512204"/>
                    </a:cubicBezTo>
                    <a:cubicBezTo>
                      <a:pt x="905944" y="512204"/>
                      <a:pt x="905944" y="512204"/>
                      <a:pt x="458937" y="276847"/>
                    </a:cubicBezTo>
                    <a:cubicBezTo>
                      <a:pt x="457507" y="276132"/>
                      <a:pt x="456077" y="276132"/>
                      <a:pt x="454646" y="276847"/>
                    </a:cubicBezTo>
                    <a:cubicBezTo>
                      <a:pt x="355232" y="309754"/>
                      <a:pt x="355947" y="514350"/>
                      <a:pt x="322332" y="484304"/>
                    </a:cubicBezTo>
                    <a:cubicBezTo>
                      <a:pt x="308743" y="446390"/>
                      <a:pt x="303737" y="386299"/>
                      <a:pt x="303737" y="344092"/>
                    </a:cubicBezTo>
                    <a:cubicBezTo>
                      <a:pt x="303737" y="154519"/>
                      <a:pt x="451070" y="0"/>
                      <a:pt x="642747"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93" name="Freeform 9">
                <a:extLst>
                  <a:ext uri="{FF2B5EF4-FFF2-40B4-BE49-F238E27FC236}">
                    <a16:creationId xmlns:a16="http://schemas.microsoft.com/office/drawing/2014/main" id="{29D5EA35-7DA7-43DA-84ED-8FED22DA41D3}"/>
                  </a:ext>
                </a:extLst>
              </p:cNvPr>
              <p:cNvSpPr>
                <a:spLocks/>
              </p:cNvSpPr>
              <p:nvPr/>
            </p:nvSpPr>
            <p:spPr bwMode="auto">
              <a:xfrm>
                <a:off x="5486400" y="2741613"/>
                <a:ext cx="858838" cy="981075"/>
              </a:xfrm>
              <a:custGeom>
                <a:avLst/>
                <a:gdLst>
                  <a:gd name="T0" fmla="*/ 1181 w 1204"/>
                  <a:gd name="T1" fmla="*/ 478 h 1374"/>
                  <a:gd name="T2" fmla="*/ 1156 w 1204"/>
                  <a:gd name="T3" fmla="*/ 478 h 1374"/>
                  <a:gd name="T4" fmla="*/ 602 w 1204"/>
                  <a:gd name="T5" fmla="*/ 0 h 1374"/>
                  <a:gd name="T6" fmla="*/ 48 w 1204"/>
                  <a:gd name="T7" fmla="*/ 478 h 1374"/>
                  <a:gd name="T8" fmla="*/ 23 w 1204"/>
                  <a:gd name="T9" fmla="*/ 478 h 1374"/>
                  <a:gd name="T10" fmla="*/ 0 w 1204"/>
                  <a:gd name="T11" fmla="*/ 501 h 1374"/>
                  <a:gd name="T12" fmla="*/ 0 w 1204"/>
                  <a:gd name="T13" fmla="*/ 807 h 1374"/>
                  <a:gd name="T14" fmla="*/ 23 w 1204"/>
                  <a:gd name="T15" fmla="*/ 830 h 1374"/>
                  <a:gd name="T16" fmla="*/ 63 w 1204"/>
                  <a:gd name="T17" fmla="*/ 830 h 1374"/>
                  <a:gd name="T18" fmla="*/ 83 w 1204"/>
                  <a:gd name="T19" fmla="*/ 818 h 1374"/>
                  <a:gd name="T20" fmla="*/ 241 w 1204"/>
                  <a:gd name="T21" fmla="*/ 1039 h 1374"/>
                  <a:gd name="T22" fmla="*/ 338 w 1204"/>
                  <a:gd name="T23" fmla="*/ 1228 h 1374"/>
                  <a:gd name="T24" fmla="*/ 338 w 1204"/>
                  <a:gd name="T25" fmla="*/ 1325 h 1374"/>
                  <a:gd name="T26" fmla="*/ 345 w 1204"/>
                  <a:gd name="T27" fmla="*/ 1335 h 1374"/>
                  <a:gd name="T28" fmla="*/ 382 w 1204"/>
                  <a:gd name="T29" fmla="*/ 1374 h 1374"/>
                  <a:gd name="T30" fmla="*/ 382 w 1204"/>
                  <a:gd name="T31" fmla="*/ 1265 h 1374"/>
                  <a:gd name="T32" fmla="*/ 602 w 1204"/>
                  <a:gd name="T33" fmla="*/ 1361 h 1374"/>
                  <a:gd name="T34" fmla="*/ 822 w 1204"/>
                  <a:gd name="T35" fmla="*/ 1265 h 1374"/>
                  <a:gd name="T36" fmla="*/ 822 w 1204"/>
                  <a:gd name="T37" fmla="*/ 1374 h 1374"/>
                  <a:gd name="T38" fmla="*/ 859 w 1204"/>
                  <a:gd name="T39" fmla="*/ 1335 h 1374"/>
                  <a:gd name="T40" fmla="*/ 866 w 1204"/>
                  <a:gd name="T41" fmla="*/ 1325 h 1374"/>
                  <a:gd name="T42" fmla="*/ 866 w 1204"/>
                  <a:gd name="T43" fmla="*/ 1228 h 1374"/>
                  <a:gd name="T44" fmla="*/ 1010 w 1204"/>
                  <a:gd name="T45" fmla="*/ 926 h 1374"/>
                  <a:gd name="T46" fmla="*/ 1079 w 1204"/>
                  <a:gd name="T47" fmla="*/ 816 h 1374"/>
                  <a:gd name="T48" fmla="*/ 1079 w 1204"/>
                  <a:gd name="T49" fmla="*/ 813 h 1374"/>
                  <a:gd name="T50" fmla="*/ 1028 w 1204"/>
                  <a:gd name="T51" fmla="*/ 838 h 1374"/>
                  <a:gd name="T52" fmla="*/ 982 w 1204"/>
                  <a:gd name="T53" fmla="*/ 891 h 1374"/>
                  <a:gd name="T54" fmla="*/ 972 w 1204"/>
                  <a:gd name="T55" fmla="*/ 902 h 1374"/>
                  <a:gd name="T56" fmla="*/ 828 w 1204"/>
                  <a:gd name="T57" fmla="*/ 1204 h 1374"/>
                  <a:gd name="T58" fmla="*/ 602 w 1204"/>
                  <a:gd name="T59" fmla="*/ 1317 h 1374"/>
                  <a:gd name="T60" fmla="*/ 376 w 1204"/>
                  <a:gd name="T61" fmla="*/ 1204 h 1374"/>
                  <a:gd name="T62" fmla="*/ 314 w 1204"/>
                  <a:gd name="T63" fmla="*/ 1093 h 1374"/>
                  <a:gd name="T64" fmla="*/ 509 w 1204"/>
                  <a:gd name="T65" fmla="*/ 1168 h 1374"/>
                  <a:gd name="T66" fmla="*/ 602 w 1204"/>
                  <a:gd name="T67" fmla="*/ 1216 h 1374"/>
                  <a:gd name="T68" fmla="*/ 695 w 1204"/>
                  <a:gd name="T69" fmla="*/ 1168 h 1374"/>
                  <a:gd name="T70" fmla="*/ 700 w 1204"/>
                  <a:gd name="T71" fmla="*/ 1147 h 1374"/>
                  <a:gd name="T72" fmla="*/ 693 w 1204"/>
                  <a:gd name="T73" fmla="*/ 1122 h 1374"/>
                  <a:gd name="T74" fmla="*/ 602 w 1204"/>
                  <a:gd name="T75" fmla="*/ 1078 h 1374"/>
                  <a:gd name="T76" fmla="*/ 511 w 1204"/>
                  <a:gd name="T77" fmla="*/ 1122 h 1374"/>
                  <a:gd name="T78" fmla="*/ 276 w 1204"/>
                  <a:gd name="T79" fmla="*/ 1009 h 1374"/>
                  <a:gd name="T80" fmla="*/ 133 w 1204"/>
                  <a:gd name="T81" fmla="*/ 817 h 1374"/>
                  <a:gd name="T82" fmla="*/ 86 w 1204"/>
                  <a:gd name="T83" fmla="*/ 632 h 1374"/>
                  <a:gd name="T84" fmla="*/ 84 w 1204"/>
                  <a:gd name="T85" fmla="*/ 588 h 1374"/>
                  <a:gd name="T86" fmla="*/ 86 w 1204"/>
                  <a:gd name="T87" fmla="*/ 543 h 1374"/>
                  <a:gd name="T88" fmla="*/ 602 w 1204"/>
                  <a:gd name="T89" fmla="*/ 46 h 1374"/>
                  <a:gd name="T90" fmla="*/ 1118 w 1204"/>
                  <a:gd name="T91" fmla="*/ 543 h 1374"/>
                  <a:gd name="T92" fmla="*/ 1118 w 1204"/>
                  <a:gd name="T93" fmla="*/ 807 h 1374"/>
                  <a:gd name="T94" fmla="*/ 1121 w 1204"/>
                  <a:gd name="T95" fmla="*/ 818 h 1374"/>
                  <a:gd name="T96" fmla="*/ 1141 w 1204"/>
                  <a:gd name="T97" fmla="*/ 830 h 1374"/>
                  <a:gd name="T98" fmla="*/ 1181 w 1204"/>
                  <a:gd name="T99" fmla="*/ 830 h 1374"/>
                  <a:gd name="T100" fmla="*/ 1204 w 1204"/>
                  <a:gd name="T101" fmla="*/ 807 h 1374"/>
                  <a:gd name="T102" fmla="*/ 1204 w 1204"/>
                  <a:gd name="T103" fmla="*/ 501 h 1374"/>
                  <a:gd name="T104" fmla="*/ 1181 w 1204"/>
                  <a:gd name="T105" fmla="*/ 478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4" h="1374">
                    <a:moveTo>
                      <a:pt x="1181" y="478"/>
                    </a:moveTo>
                    <a:cubicBezTo>
                      <a:pt x="1181" y="478"/>
                      <a:pt x="1181" y="478"/>
                      <a:pt x="1156" y="478"/>
                    </a:cubicBezTo>
                    <a:cubicBezTo>
                      <a:pt x="1106" y="206"/>
                      <a:pt x="877" y="0"/>
                      <a:pt x="602" y="0"/>
                    </a:cubicBezTo>
                    <a:cubicBezTo>
                      <a:pt x="327" y="0"/>
                      <a:pt x="98" y="206"/>
                      <a:pt x="48" y="478"/>
                    </a:cubicBezTo>
                    <a:cubicBezTo>
                      <a:pt x="48" y="478"/>
                      <a:pt x="48" y="478"/>
                      <a:pt x="23" y="478"/>
                    </a:cubicBezTo>
                    <a:cubicBezTo>
                      <a:pt x="11" y="478"/>
                      <a:pt x="0" y="488"/>
                      <a:pt x="0" y="501"/>
                    </a:cubicBezTo>
                    <a:cubicBezTo>
                      <a:pt x="0" y="501"/>
                      <a:pt x="0" y="501"/>
                      <a:pt x="0" y="807"/>
                    </a:cubicBezTo>
                    <a:cubicBezTo>
                      <a:pt x="0" y="819"/>
                      <a:pt x="11" y="830"/>
                      <a:pt x="23" y="830"/>
                    </a:cubicBezTo>
                    <a:cubicBezTo>
                      <a:pt x="23" y="830"/>
                      <a:pt x="23" y="830"/>
                      <a:pt x="63" y="830"/>
                    </a:cubicBezTo>
                    <a:cubicBezTo>
                      <a:pt x="72" y="830"/>
                      <a:pt x="79" y="825"/>
                      <a:pt x="83" y="818"/>
                    </a:cubicBezTo>
                    <a:cubicBezTo>
                      <a:pt x="119" y="904"/>
                      <a:pt x="173" y="980"/>
                      <a:pt x="241" y="1039"/>
                    </a:cubicBezTo>
                    <a:cubicBezTo>
                      <a:pt x="272" y="1112"/>
                      <a:pt x="311" y="1194"/>
                      <a:pt x="338" y="1228"/>
                    </a:cubicBezTo>
                    <a:cubicBezTo>
                      <a:pt x="338" y="1228"/>
                      <a:pt x="338" y="1228"/>
                      <a:pt x="338" y="1325"/>
                    </a:cubicBezTo>
                    <a:cubicBezTo>
                      <a:pt x="338" y="1325"/>
                      <a:pt x="338" y="1325"/>
                      <a:pt x="345" y="1335"/>
                    </a:cubicBezTo>
                    <a:cubicBezTo>
                      <a:pt x="347" y="1337"/>
                      <a:pt x="359" y="1353"/>
                      <a:pt x="382" y="1374"/>
                    </a:cubicBezTo>
                    <a:cubicBezTo>
                      <a:pt x="382" y="1374"/>
                      <a:pt x="382" y="1374"/>
                      <a:pt x="382" y="1265"/>
                    </a:cubicBezTo>
                    <a:cubicBezTo>
                      <a:pt x="441" y="1308"/>
                      <a:pt x="537" y="1361"/>
                      <a:pt x="602" y="1361"/>
                    </a:cubicBezTo>
                    <a:cubicBezTo>
                      <a:pt x="667" y="1361"/>
                      <a:pt x="763" y="1308"/>
                      <a:pt x="822" y="1265"/>
                    </a:cubicBezTo>
                    <a:cubicBezTo>
                      <a:pt x="822" y="1265"/>
                      <a:pt x="822" y="1265"/>
                      <a:pt x="822" y="1374"/>
                    </a:cubicBezTo>
                    <a:cubicBezTo>
                      <a:pt x="845" y="1353"/>
                      <a:pt x="857" y="1337"/>
                      <a:pt x="859" y="1335"/>
                    </a:cubicBezTo>
                    <a:cubicBezTo>
                      <a:pt x="859" y="1335"/>
                      <a:pt x="859" y="1335"/>
                      <a:pt x="866" y="1325"/>
                    </a:cubicBezTo>
                    <a:cubicBezTo>
                      <a:pt x="866" y="1325"/>
                      <a:pt x="866" y="1325"/>
                      <a:pt x="866" y="1228"/>
                    </a:cubicBezTo>
                    <a:cubicBezTo>
                      <a:pt x="911" y="1172"/>
                      <a:pt x="988" y="981"/>
                      <a:pt x="1010" y="926"/>
                    </a:cubicBezTo>
                    <a:cubicBezTo>
                      <a:pt x="1062" y="895"/>
                      <a:pt x="1076" y="839"/>
                      <a:pt x="1079" y="816"/>
                    </a:cubicBezTo>
                    <a:cubicBezTo>
                      <a:pt x="1079" y="815"/>
                      <a:pt x="1079" y="814"/>
                      <a:pt x="1079" y="813"/>
                    </a:cubicBezTo>
                    <a:cubicBezTo>
                      <a:pt x="1079" y="813"/>
                      <a:pt x="1079" y="813"/>
                      <a:pt x="1028" y="838"/>
                    </a:cubicBezTo>
                    <a:cubicBezTo>
                      <a:pt x="1021" y="857"/>
                      <a:pt x="1007" y="878"/>
                      <a:pt x="982" y="891"/>
                    </a:cubicBezTo>
                    <a:cubicBezTo>
                      <a:pt x="977" y="893"/>
                      <a:pt x="973" y="897"/>
                      <a:pt x="972" y="902"/>
                    </a:cubicBezTo>
                    <a:cubicBezTo>
                      <a:pt x="931" y="1005"/>
                      <a:pt x="856" y="1179"/>
                      <a:pt x="828" y="1204"/>
                    </a:cubicBezTo>
                    <a:cubicBezTo>
                      <a:pt x="783" y="1244"/>
                      <a:pt x="667" y="1317"/>
                      <a:pt x="602" y="1317"/>
                    </a:cubicBezTo>
                    <a:cubicBezTo>
                      <a:pt x="537" y="1317"/>
                      <a:pt x="421" y="1244"/>
                      <a:pt x="376" y="1204"/>
                    </a:cubicBezTo>
                    <a:cubicBezTo>
                      <a:pt x="363" y="1192"/>
                      <a:pt x="339" y="1148"/>
                      <a:pt x="314" y="1093"/>
                    </a:cubicBezTo>
                    <a:cubicBezTo>
                      <a:pt x="373" y="1130"/>
                      <a:pt x="439" y="1156"/>
                      <a:pt x="509" y="1168"/>
                    </a:cubicBezTo>
                    <a:cubicBezTo>
                      <a:pt x="521" y="1196"/>
                      <a:pt x="558" y="1216"/>
                      <a:pt x="602" y="1216"/>
                    </a:cubicBezTo>
                    <a:cubicBezTo>
                      <a:pt x="646" y="1216"/>
                      <a:pt x="683" y="1196"/>
                      <a:pt x="695" y="1168"/>
                    </a:cubicBezTo>
                    <a:cubicBezTo>
                      <a:pt x="698" y="1161"/>
                      <a:pt x="700" y="1154"/>
                      <a:pt x="700" y="1147"/>
                    </a:cubicBezTo>
                    <a:cubicBezTo>
                      <a:pt x="700" y="1138"/>
                      <a:pt x="698" y="1130"/>
                      <a:pt x="693" y="1122"/>
                    </a:cubicBezTo>
                    <a:cubicBezTo>
                      <a:pt x="679" y="1096"/>
                      <a:pt x="644" y="1078"/>
                      <a:pt x="602" y="1078"/>
                    </a:cubicBezTo>
                    <a:cubicBezTo>
                      <a:pt x="560" y="1078"/>
                      <a:pt x="525" y="1096"/>
                      <a:pt x="511" y="1122"/>
                    </a:cubicBezTo>
                    <a:cubicBezTo>
                      <a:pt x="423" y="1105"/>
                      <a:pt x="343" y="1066"/>
                      <a:pt x="276" y="1009"/>
                    </a:cubicBezTo>
                    <a:cubicBezTo>
                      <a:pt x="216" y="957"/>
                      <a:pt x="166" y="892"/>
                      <a:pt x="133" y="817"/>
                    </a:cubicBezTo>
                    <a:cubicBezTo>
                      <a:pt x="108" y="760"/>
                      <a:pt x="91" y="698"/>
                      <a:pt x="86" y="632"/>
                    </a:cubicBezTo>
                    <a:cubicBezTo>
                      <a:pt x="85" y="618"/>
                      <a:pt x="84" y="603"/>
                      <a:pt x="84" y="588"/>
                    </a:cubicBezTo>
                    <a:cubicBezTo>
                      <a:pt x="84" y="573"/>
                      <a:pt x="85" y="558"/>
                      <a:pt x="86" y="543"/>
                    </a:cubicBezTo>
                    <a:cubicBezTo>
                      <a:pt x="108" y="265"/>
                      <a:pt x="331" y="46"/>
                      <a:pt x="602" y="46"/>
                    </a:cubicBezTo>
                    <a:cubicBezTo>
                      <a:pt x="873" y="46"/>
                      <a:pt x="1096" y="265"/>
                      <a:pt x="1118" y="543"/>
                    </a:cubicBezTo>
                    <a:cubicBezTo>
                      <a:pt x="1119" y="558"/>
                      <a:pt x="1118" y="807"/>
                      <a:pt x="1118" y="807"/>
                    </a:cubicBezTo>
                    <a:cubicBezTo>
                      <a:pt x="1118" y="811"/>
                      <a:pt x="1119" y="814"/>
                      <a:pt x="1121" y="818"/>
                    </a:cubicBezTo>
                    <a:cubicBezTo>
                      <a:pt x="1125" y="825"/>
                      <a:pt x="1132" y="830"/>
                      <a:pt x="1141" y="830"/>
                    </a:cubicBezTo>
                    <a:cubicBezTo>
                      <a:pt x="1141" y="830"/>
                      <a:pt x="1141" y="830"/>
                      <a:pt x="1181" y="830"/>
                    </a:cubicBezTo>
                    <a:cubicBezTo>
                      <a:pt x="1193" y="830"/>
                      <a:pt x="1204" y="819"/>
                      <a:pt x="1204" y="807"/>
                    </a:cubicBezTo>
                    <a:cubicBezTo>
                      <a:pt x="1204" y="807"/>
                      <a:pt x="1204" y="807"/>
                      <a:pt x="1204" y="501"/>
                    </a:cubicBezTo>
                    <a:cubicBezTo>
                      <a:pt x="1204" y="488"/>
                      <a:pt x="1193" y="478"/>
                      <a:pt x="1181" y="47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94" name="Group 93">
            <a:extLst>
              <a:ext uri="{FF2B5EF4-FFF2-40B4-BE49-F238E27FC236}">
                <a16:creationId xmlns:a16="http://schemas.microsoft.com/office/drawing/2014/main" id="{9640D8D9-239D-4F12-B73C-4775648EB391}"/>
              </a:ext>
            </a:extLst>
          </p:cNvPr>
          <p:cNvGrpSpPr>
            <a:grpSpLocks noChangeAspect="1"/>
          </p:cNvGrpSpPr>
          <p:nvPr/>
        </p:nvGrpSpPr>
        <p:grpSpPr>
          <a:xfrm>
            <a:off x="7158993" y="4158850"/>
            <a:ext cx="377802" cy="378152"/>
            <a:chOff x="5273799" y="2606040"/>
            <a:chExt cx="1644396" cy="1645920"/>
          </a:xfrm>
        </p:grpSpPr>
        <p:sp>
          <p:nvSpPr>
            <p:cNvPr id="95" name="AutoShape 3">
              <a:extLst>
                <a:ext uri="{FF2B5EF4-FFF2-40B4-BE49-F238E27FC236}">
                  <a16:creationId xmlns:a16="http://schemas.microsoft.com/office/drawing/2014/main" id="{37E2DCDF-5B6F-45C9-85B4-49EF8B4D54AC}"/>
                </a:ext>
              </a:extLst>
            </p:cNvPr>
            <p:cNvSpPr>
              <a:spLocks noChangeAspect="1" noChangeArrowheads="1" noTextEdit="1"/>
            </p:cNvSpPr>
            <p:nvPr/>
          </p:nvSpPr>
          <p:spPr bwMode="auto">
            <a:xfrm>
              <a:off x="5273799" y="2606040"/>
              <a:ext cx="1644396" cy="1645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96" name="Group 95">
              <a:extLst>
                <a:ext uri="{FF2B5EF4-FFF2-40B4-BE49-F238E27FC236}">
                  <a16:creationId xmlns:a16="http://schemas.microsoft.com/office/drawing/2014/main" id="{77974952-01BA-4203-B8DF-7AC6AE08480E}"/>
                </a:ext>
              </a:extLst>
            </p:cNvPr>
            <p:cNvGrpSpPr/>
            <p:nvPr/>
          </p:nvGrpSpPr>
          <p:grpSpPr>
            <a:xfrm>
              <a:off x="5442201" y="2765298"/>
              <a:ext cx="1306068" cy="1315974"/>
              <a:chOff x="5442201" y="2765298"/>
              <a:chExt cx="1306068" cy="1315974"/>
            </a:xfrm>
          </p:grpSpPr>
          <p:sp>
            <p:nvSpPr>
              <p:cNvPr id="97" name="Freeform 5">
                <a:extLst>
                  <a:ext uri="{FF2B5EF4-FFF2-40B4-BE49-F238E27FC236}">
                    <a16:creationId xmlns:a16="http://schemas.microsoft.com/office/drawing/2014/main" id="{BE020C23-FC92-4862-92C7-EF48746E7B83}"/>
                  </a:ext>
                </a:extLst>
              </p:cNvPr>
              <p:cNvSpPr>
                <a:spLocks noEditPoints="1"/>
              </p:cNvSpPr>
              <p:nvPr/>
            </p:nvSpPr>
            <p:spPr bwMode="auto">
              <a:xfrm>
                <a:off x="5442201" y="2765298"/>
                <a:ext cx="1306068" cy="1315974"/>
              </a:xfrm>
              <a:custGeom>
                <a:avLst/>
                <a:gdLst>
                  <a:gd name="T0" fmla="*/ 1807 w 1830"/>
                  <a:gd name="T1" fmla="*/ 1666 h 1842"/>
                  <a:gd name="T2" fmla="*/ 1708 w 1830"/>
                  <a:gd name="T3" fmla="*/ 1666 h 1842"/>
                  <a:gd name="T4" fmla="*/ 1708 w 1830"/>
                  <a:gd name="T5" fmla="*/ 1616 h 1842"/>
                  <a:gd name="T6" fmla="*/ 1686 w 1830"/>
                  <a:gd name="T7" fmla="*/ 1594 h 1842"/>
                  <a:gd name="T8" fmla="*/ 144 w 1830"/>
                  <a:gd name="T9" fmla="*/ 1594 h 1842"/>
                  <a:gd name="T10" fmla="*/ 122 w 1830"/>
                  <a:gd name="T11" fmla="*/ 1616 h 1842"/>
                  <a:gd name="T12" fmla="*/ 122 w 1830"/>
                  <a:gd name="T13" fmla="*/ 1666 h 1842"/>
                  <a:gd name="T14" fmla="*/ 23 w 1830"/>
                  <a:gd name="T15" fmla="*/ 1666 h 1842"/>
                  <a:gd name="T16" fmla="*/ 1 w 1830"/>
                  <a:gd name="T17" fmla="*/ 1688 h 1842"/>
                  <a:gd name="T18" fmla="*/ 1 w 1830"/>
                  <a:gd name="T19" fmla="*/ 1820 h 1842"/>
                  <a:gd name="T20" fmla="*/ 23 w 1830"/>
                  <a:gd name="T21" fmla="*/ 1842 h 1842"/>
                  <a:gd name="T22" fmla="*/ 1807 w 1830"/>
                  <a:gd name="T23" fmla="*/ 1842 h 1842"/>
                  <a:gd name="T24" fmla="*/ 1829 w 1830"/>
                  <a:gd name="T25" fmla="*/ 1820 h 1842"/>
                  <a:gd name="T26" fmla="*/ 1829 w 1830"/>
                  <a:gd name="T27" fmla="*/ 1688 h 1842"/>
                  <a:gd name="T28" fmla="*/ 1807 w 1830"/>
                  <a:gd name="T29" fmla="*/ 1666 h 1842"/>
                  <a:gd name="T30" fmla="*/ 1818 w 1830"/>
                  <a:gd name="T31" fmla="*/ 441 h 1842"/>
                  <a:gd name="T32" fmla="*/ 925 w 1830"/>
                  <a:gd name="T33" fmla="*/ 3 h 1842"/>
                  <a:gd name="T34" fmla="*/ 905 w 1830"/>
                  <a:gd name="T35" fmla="*/ 3 h 1842"/>
                  <a:gd name="T36" fmla="*/ 12 w 1830"/>
                  <a:gd name="T37" fmla="*/ 441 h 1842"/>
                  <a:gd name="T38" fmla="*/ 0 w 1830"/>
                  <a:gd name="T39" fmla="*/ 461 h 1842"/>
                  <a:gd name="T40" fmla="*/ 0 w 1830"/>
                  <a:gd name="T41" fmla="*/ 533 h 1842"/>
                  <a:gd name="T42" fmla="*/ 22 w 1830"/>
                  <a:gd name="T43" fmla="*/ 555 h 1842"/>
                  <a:gd name="T44" fmla="*/ 169 w 1830"/>
                  <a:gd name="T45" fmla="*/ 555 h 1842"/>
                  <a:gd name="T46" fmla="*/ 169 w 1830"/>
                  <a:gd name="T47" fmla="*/ 641 h 1842"/>
                  <a:gd name="T48" fmla="*/ 191 w 1830"/>
                  <a:gd name="T49" fmla="*/ 663 h 1842"/>
                  <a:gd name="T50" fmla="*/ 1639 w 1830"/>
                  <a:gd name="T51" fmla="*/ 663 h 1842"/>
                  <a:gd name="T52" fmla="*/ 1661 w 1830"/>
                  <a:gd name="T53" fmla="*/ 641 h 1842"/>
                  <a:gd name="T54" fmla="*/ 1661 w 1830"/>
                  <a:gd name="T55" fmla="*/ 555 h 1842"/>
                  <a:gd name="T56" fmla="*/ 1808 w 1830"/>
                  <a:gd name="T57" fmla="*/ 555 h 1842"/>
                  <a:gd name="T58" fmla="*/ 1830 w 1830"/>
                  <a:gd name="T59" fmla="*/ 533 h 1842"/>
                  <a:gd name="T60" fmla="*/ 1830 w 1830"/>
                  <a:gd name="T61" fmla="*/ 461 h 1842"/>
                  <a:gd name="T62" fmla="*/ 1818 w 1830"/>
                  <a:gd name="T63" fmla="*/ 441 h 1842"/>
                  <a:gd name="T64" fmla="*/ 1617 w 1830"/>
                  <a:gd name="T65" fmla="*/ 619 h 1842"/>
                  <a:gd name="T66" fmla="*/ 213 w 1830"/>
                  <a:gd name="T67" fmla="*/ 619 h 1842"/>
                  <a:gd name="T68" fmla="*/ 213 w 1830"/>
                  <a:gd name="T69" fmla="*/ 555 h 1842"/>
                  <a:gd name="T70" fmla="*/ 1617 w 1830"/>
                  <a:gd name="T71" fmla="*/ 555 h 1842"/>
                  <a:gd name="T72" fmla="*/ 1617 w 1830"/>
                  <a:gd name="T73" fmla="*/ 619 h 1842"/>
                  <a:gd name="T74" fmla="*/ 1786 w 1830"/>
                  <a:gd name="T75" fmla="*/ 511 h 1842"/>
                  <a:gd name="T76" fmla="*/ 1661 w 1830"/>
                  <a:gd name="T77" fmla="*/ 511 h 1842"/>
                  <a:gd name="T78" fmla="*/ 1617 w 1830"/>
                  <a:gd name="T79" fmla="*/ 511 h 1842"/>
                  <a:gd name="T80" fmla="*/ 213 w 1830"/>
                  <a:gd name="T81" fmla="*/ 511 h 1842"/>
                  <a:gd name="T82" fmla="*/ 169 w 1830"/>
                  <a:gd name="T83" fmla="*/ 511 h 1842"/>
                  <a:gd name="T84" fmla="*/ 44 w 1830"/>
                  <a:gd name="T85" fmla="*/ 511 h 1842"/>
                  <a:gd name="T86" fmla="*/ 44 w 1830"/>
                  <a:gd name="T87" fmla="*/ 474 h 1842"/>
                  <a:gd name="T88" fmla="*/ 915 w 1830"/>
                  <a:gd name="T89" fmla="*/ 47 h 1842"/>
                  <a:gd name="T90" fmla="*/ 1786 w 1830"/>
                  <a:gd name="T91" fmla="*/ 474 h 1842"/>
                  <a:gd name="T92" fmla="*/ 1786 w 1830"/>
                  <a:gd name="T93" fmla="*/ 511 h 1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30" h="1842">
                    <a:moveTo>
                      <a:pt x="1807" y="1666"/>
                    </a:moveTo>
                    <a:cubicBezTo>
                      <a:pt x="1708" y="1666"/>
                      <a:pt x="1708" y="1666"/>
                      <a:pt x="1708" y="1666"/>
                    </a:cubicBezTo>
                    <a:cubicBezTo>
                      <a:pt x="1708" y="1616"/>
                      <a:pt x="1708" y="1616"/>
                      <a:pt x="1708" y="1616"/>
                    </a:cubicBezTo>
                    <a:cubicBezTo>
                      <a:pt x="1708" y="1603"/>
                      <a:pt x="1699" y="1594"/>
                      <a:pt x="1686" y="1594"/>
                    </a:cubicBezTo>
                    <a:cubicBezTo>
                      <a:pt x="144" y="1594"/>
                      <a:pt x="144" y="1594"/>
                      <a:pt x="144" y="1594"/>
                    </a:cubicBezTo>
                    <a:cubicBezTo>
                      <a:pt x="131" y="1594"/>
                      <a:pt x="122" y="1603"/>
                      <a:pt x="122" y="1616"/>
                    </a:cubicBezTo>
                    <a:cubicBezTo>
                      <a:pt x="122" y="1666"/>
                      <a:pt x="122" y="1666"/>
                      <a:pt x="122" y="1666"/>
                    </a:cubicBezTo>
                    <a:cubicBezTo>
                      <a:pt x="23" y="1666"/>
                      <a:pt x="23" y="1666"/>
                      <a:pt x="23" y="1666"/>
                    </a:cubicBezTo>
                    <a:cubicBezTo>
                      <a:pt x="11" y="1666"/>
                      <a:pt x="1" y="1675"/>
                      <a:pt x="1" y="1688"/>
                    </a:cubicBezTo>
                    <a:cubicBezTo>
                      <a:pt x="1" y="1820"/>
                      <a:pt x="1" y="1820"/>
                      <a:pt x="1" y="1820"/>
                    </a:cubicBezTo>
                    <a:cubicBezTo>
                      <a:pt x="1" y="1832"/>
                      <a:pt x="11" y="1842"/>
                      <a:pt x="23" y="1842"/>
                    </a:cubicBezTo>
                    <a:cubicBezTo>
                      <a:pt x="1807" y="1842"/>
                      <a:pt x="1807" y="1842"/>
                      <a:pt x="1807" y="1842"/>
                    </a:cubicBezTo>
                    <a:cubicBezTo>
                      <a:pt x="1819" y="1842"/>
                      <a:pt x="1829" y="1832"/>
                      <a:pt x="1829" y="1820"/>
                    </a:cubicBezTo>
                    <a:cubicBezTo>
                      <a:pt x="1829" y="1688"/>
                      <a:pt x="1829" y="1688"/>
                      <a:pt x="1829" y="1688"/>
                    </a:cubicBezTo>
                    <a:cubicBezTo>
                      <a:pt x="1829" y="1675"/>
                      <a:pt x="1819" y="1666"/>
                      <a:pt x="1807" y="1666"/>
                    </a:cubicBezTo>
                    <a:close/>
                    <a:moveTo>
                      <a:pt x="1818" y="441"/>
                    </a:moveTo>
                    <a:cubicBezTo>
                      <a:pt x="925" y="3"/>
                      <a:pt x="925" y="3"/>
                      <a:pt x="925" y="3"/>
                    </a:cubicBezTo>
                    <a:cubicBezTo>
                      <a:pt x="919" y="0"/>
                      <a:pt x="911" y="0"/>
                      <a:pt x="905" y="3"/>
                    </a:cubicBezTo>
                    <a:cubicBezTo>
                      <a:pt x="12" y="441"/>
                      <a:pt x="12" y="441"/>
                      <a:pt x="12" y="441"/>
                    </a:cubicBezTo>
                    <a:cubicBezTo>
                      <a:pt x="5" y="445"/>
                      <a:pt x="0" y="452"/>
                      <a:pt x="0" y="461"/>
                    </a:cubicBezTo>
                    <a:cubicBezTo>
                      <a:pt x="0" y="533"/>
                      <a:pt x="0" y="533"/>
                      <a:pt x="0" y="533"/>
                    </a:cubicBezTo>
                    <a:cubicBezTo>
                      <a:pt x="0" y="545"/>
                      <a:pt x="10" y="555"/>
                      <a:pt x="22" y="555"/>
                    </a:cubicBezTo>
                    <a:cubicBezTo>
                      <a:pt x="169" y="555"/>
                      <a:pt x="169" y="555"/>
                      <a:pt x="169" y="555"/>
                    </a:cubicBezTo>
                    <a:cubicBezTo>
                      <a:pt x="169" y="641"/>
                      <a:pt x="169" y="641"/>
                      <a:pt x="169" y="641"/>
                    </a:cubicBezTo>
                    <a:cubicBezTo>
                      <a:pt x="169" y="654"/>
                      <a:pt x="179" y="663"/>
                      <a:pt x="191" y="663"/>
                    </a:cubicBezTo>
                    <a:cubicBezTo>
                      <a:pt x="1639" y="663"/>
                      <a:pt x="1639" y="663"/>
                      <a:pt x="1639" y="663"/>
                    </a:cubicBezTo>
                    <a:cubicBezTo>
                      <a:pt x="1651" y="663"/>
                      <a:pt x="1661" y="654"/>
                      <a:pt x="1661" y="641"/>
                    </a:cubicBezTo>
                    <a:cubicBezTo>
                      <a:pt x="1661" y="555"/>
                      <a:pt x="1661" y="555"/>
                      <a:pt x="1661" y="555"/>
                    </a:cubicBezTo>
                    <a:cubicBezTo>
                      <a:pt x="1808" y="555"/>
                      <a:pt x="1808" y="555"/>
                      <a:pt x="1808" y="555"/>
                    </a:cubicBezTo>
                    <a:cubicBezTo>
                      <a:pt x="1820" y="555"/>
                      <a:pt x="1830" y="545"/>
                      <a:pt x="1830" y="533"/>
                    </a:cubicBezTo>
                    <a:cubicBezTo>
                      <a:pt x="1830" y="461"/>
                      <a:pt x="1830" y="461"/>
                      <a:pt x="1830" y="461"/>
                    </a:cubicBezTo>
                    <a:cubicBezTo>
                      <a:pt x="1830" y="452"/>
                      <a:pt x="1825" y="445"/>
                      <a:pt x="1818" y="441"/>
                    </a:cubicBezTo>
                    <a:close/>
                    <a:moveTo>
                      <a:pt x="1617" y="619"/>
                    </a:moveTo>
                    <a:cubicBezTo>
                      <a:pt x="213" y="619"/>
                      <a:pt x="213" y="619"/>
                      <a:pt x="213" y="619"/>
                    </a:cubicBezTo>
                    <a:cubicBezTo>
                      <a:pt x="213" y="555"/>
                      <a:pt x="213" y="555"/>
                      <a:pt x="213" y="555"/>
                    </a:cubicBezTo>
                    <a:cubicBezTo>
                      <a:pt x="1617" y="555"/>
                      <a:pt x="1617" y="555"/>
                      <a:pt x="1617" y="555"/>
                    </a:cubicBezTo>
                    <a:lnTo>
                      <a:pt x="1617" y="619"/>
                    </a:lnTo>
                    <a:close/>
                    <a:moveTo>
                      <a:pt x="1786" y="511"/>
                    </a:moveTo>
                    <a:cubicBezTo>
                      <a:pt x="1661" y="511"/>
                      <a:pt x="1661" y="511"/>
                      <a:pt x="1661" y="511"/>
                    </a:cubicBezTo>
                    <a:cubicBezTo>
                      <a:pt x="1617" y="511"/>
                      <a:pt x="1617" y="511"/>
                      <a:pt x="1617" y="511"/>
                    </a:cubicBezTo>
                    <a:cubicBezTo>
                      <a:pt x="213" y="511"/>
                      <a:pt x="213" y="511"/>
                      <a:pt x="213" y="511"/>
                    </a:cubicBezTo>
                    <a:cubicBezTo>
                      <a:pt x="169" y="511"/>
                      <a:pt x="169" y="511"/>
                      <a:pt x="169" y="511"/>
                    </a:cubicBezTo>
                    <a:cubicBezTo>
                      <a:pt x="44" y="511"/>
                      <a:pt x="44" y="511"/>
                      <a:pt x="44" y="511"/>
                    </a:cubicBezTo>
                    <a:cubicBezTo>
                      <a:pt x="44" y="474"/>
                      <a:pt x="44" y="474"/>
                      <a:pt x="44" y="474"/>
                    </a:cubicBezTo>
                    <a:cubicBezTo>
                      <a:pt x="915" y="47"/>
                      <a:pt x="915" y="47"/>
                      <a:pt x="915" y="47"/>
                    </a:cubicBezTo>
                    <a:cubicBezTo>
                      <a:pt x="1786" y="474"/>
                      <a:pt x="1786" y="474"/>
                      <a:pt x="1786" y="474"/>
                    </a:cubicBezTo>
                    <a:lnTo>
                      <a:pt x="1786" y="51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6">
                <a:extLst>
                  <a:ext uri="{FF2B5EF4-FFF2-40B4-BE49-F238E27FC236}">
                    <a16:creationId xmlns:a16="http://schemas.microsoft.com/office/drawing/2014/main" id="{82DA3544-83E5-48FF-8549-ADA1A6E24915}"/>
                  </a:ext>
                </a:extLst>
              </p:cNvPr>
              <p:cNvSpPr>
                <a:spLocks noEditPoints="1"/>
              </p:cNvSpPr>
              <p:nvPr/>
            </p:nvSpPr>
            <p:spPr bwMode="auto">
              <a:xfrm>
                <a:off x="5613651" y="2902458"/>
                <a:ext cx="963549" cy="958596"/>
              </a:xfrm>
              <a:custGeom>
                <a:avLst/>
                <a:gdLst>
                  <a:gd name="T0" fmla="*/ 783 w 1350"/>
                  <a:gd name="T1" fmla="*/ 108 h 1342"/>
                  <a:gd name="T2" fmla="*/ 675 w 1350"/>
                  <a:gd name="T3" fmla="*/ 216 h 1342"/>
                  <a:gd name="T4" fmla="*/ 567 w 1350"/>
                  <a:gd name="T5" fmla="*/ 108 h 1342"/>
                  <a:gd name="T6" fmla="*/ 675 w 1350"/>
                  <a:gd name="T7" fmla="*/ 0 h 1342"/>
                  <a:gd name="T8" fmla="*/ 783 w 1350"/>
                  <a:gd name="T9" fmla="*/ 108 h 1342"/>
                  <a:gd name="T10" fmla="*/ 174 w 1350"/>
                  <a:gd name="T11" fmla="*/ 540 h 1342"/>
                  <a:gd name="T12" fmla="*/ 164 w 1350"/>
                  <a:gd name="T13" fmla="*/ 531 h 1342"/>
                  <a:gd name="T14" fmla="*/ 35 w 1350"/>
                  <a:gd name="T15" fmla="*/ 531 h 1342"/>
                  <a:gd name="T16" fmla="*/ 25 w 1350"/>
                  <a:gd name="T17" fmla="*/ 540 h 1342"/>
                  <a:gd name="T18" fmla="*/ 0 w 1350"/>
                  <a:gd name="T19" fmla="*/ 1332 h 1342"/>
                  <a:gd name="T20" fmla="*/ 10 w 1350"/>
                  <a:gd name="T21" fmla="*/ 1342 h 1342"/>
                  <a:gd name="T22" fmla="*/ 188 w 1350"/>
                  <a:gd name="T23" fmla="*/ 1342 h 1342"/>
                  <a:gd name="T24" fmla="*/ 198 w 1350"/>
                  <a:gd name="T25" fmla="*/ 1332 h 1342"/>
                  <a:gd name="T26" fmla="*/ 174 w 1350"/>
                  <a:gd name="T27" fmla="*/ 540 h 1342"/>
                  <a:gd name="T28" fmla="*/ 557 w 1350"/>
                  <a:gd name="T29" fmla="*/ 540 h 1342"/>
                  <a:gd name="T30" fmla="*/ 548 w 1350"/>
                  <a:gd name="T31" fmla="*/ 531 h 1342"/>
                  <a:gd name="T32" fmla="*/ 418 w 1350"/>
                  <a:gd name="T33" fmla="*/ 531 h 1342"/>
                  <a:gd name="T34" fmla="*/ 409 w 1350"/>
                  <a:gd name="T35" fmla="*/ 540 h 1342"/>
                  <a:gd name="T36" fmla="*/ 384 w 1350"/>
                  <a:gd name="T37" fmla="*/ 1332 h 1342"/>
                  <a:gd name="T38" fmla="*/ 394 w 1350"/>
                  <a:gd name="T39" fmla="*/ 1342 h 1342"/>
                  <a:gd name="T40" fmla="*/ 572 w 1350"/>
                  <a:gd name="T41" fmla="*/ 1342 h 1342"/>
                  <a:gd name="T42" fmla="*/ 582 w 1350"/>
                  <a:gd name="T43" fmla="*/ 1332 h 1342"/>
                  <a:gd name="T44" fmla="*/ 557 w 1350"/>
                  <a:gd name="T45" fmla="*/ 540 h 1342"/>
                  <a:gd name="T46" fmla="*/ 941 w 1350"/>
                  <a:gd name="T47" fmla="*/ 540 h 1342"/>
                  <a:gd name="T48" fmla="*/ 932 w 1350"/>
                  <a:gd name="T49" fmla="*/ 531 h 1342"/>
                  <a:gd name="T50" fmla="*/ 802 w 1350"/>
                  <a:gd name="T51" fmla="*/ 531 h 1342"/>
                  <a:gd name="T52" fmla="*/ 793 w 1350"/>
                  <a:gd name="T53" fmla="*/ 540 h 1342"/>
                  <a:gd name="T54" fmla="*/ 768 w 1350"/>
                  <a:gd name="T55" fmla="*/ 1332 h 1342"/>
                  <a:gd name="T56" fmla="*/ 778 w 1350"/>
                  <a:gd name="T57" fmla="*/ 1342 h 1342"/>
                  <a:gd name="T58" fmla="*/ 956 w 1350"/>
                  <a:gd name="T59" fmla="*/ 1342 h 1342"/>
                  <a:gd name="T60" fmla="*/ 966 w 1350"/>
                  <a:gd name="T61" fmla="*/ 1332 h 1342"/>
                  <a:gd name="T62" fmla="*/ 941 w 1350"/>
                  <a:gd name="T63" fmla="*/ 540 h 1342"/>
                  <a:gd name="T64" fmla="*/ 1325 w 1350"/>
                  <a:gd name="T65" fmla="*/ 540 h 1342"/>
                  <a:gd name="T66" fmla="*/ 1315 w 1350"/>
                  <a:gd name="T67" fmla="*/ 531 h 1342"/>
                  <a:gd name="T68" fmla="*/ 1186 w 1350"/>
                  <a:gd name="T69" fmla="*/ 531 h 1342"/>
                  <a:gd name="T70" fmla="*/ 1176 w 1350"/>
                  <a:gd name="T71" fmla="*/ 540 h 1342"/>
                  <a:gd name="T72" fmla="*/ 1152 w 1350"/>
                  <a:gd name="T73" fmla="*/ 1332 h 1342"/>
                  <a:gd name="T74" fmla="*/ 1162 w 1350"/>
                  <a:gd name="T75" fmla="*/ 1342 h 1342"/>
                  <a:gd name="T76" fmla="*/ 1340 w 1350"/>
                  <a:gd name="T77" fmla="*/ 1342 h 1342"/>
                  <a:gd name="T78" fmla="*/ 1350 w 1350"/>
                  <a:gd name="T79" fmla="*/ 1332 h 1342"/>
                  <a:gd name="T80" fmla="*/ 1325 w 1350"/>
                  <a:gd name="T81" fmla="*/ 54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50" h="1342">
                    <a:moveTo>
                      <a:pt x="783" y="108"/>
                    </a:moveTo>
                    <a:cubicBezTo>
                      <a:pt x="783" y="167"/>
                      <a:pt x="735" y="216"/>
                      <a:pt x="675" y="216"/>
                    </a:cubicBezTo>
                    <a:cubicBezTo>
                      <a:pt x="615" y="216"/>
                      <a:pt x="567" y="167"/>
                      <a:pt x="567" y="108"/>
                    </a:cubicBezTo>
                    <a:cubicBezTo>
                      <a:pt x="567" y="48"/>
                      <a:pt x="615" y="0"/>
                      <a:pt x="675" y="0"/>
                    </a:cubicBezTo>
                    <a:cubicBezTo>
                      <a:pt x="735" y="0"/>
                      <a:pt x="783" y="48"/>
                      <a:pt x="783" y="108"/>
                    </a:cubicBezTo>
                    <a:close/>
                    <a:moveTo>
                      <a:pt x="174" y="540"/>
                    </a:moveTo>
                    <a:cubicBezTo>
                      <a:pt x="174" y="535"/>
                      <a:pt x="169" y="531"/>
                      <a:pt x="164" y="531"/>
                    </a:cubicBezTo>
                    <a:cubicBezTo>
                      <a:pt x="35" y="531"/>
                      <a:pt x="35" y="531"/>
                      <a:pt x="35" y="531"/>
                    </a:cubicBezTo>
                    <a:cubicBezTo>
                      <a:pt x="29" y="531"/>
                      <a:pt x="25" y="535"/>
                      <a:pt x="25" y="540"/>
                    </a:cubicBezTo>
                    <a:cubicBezTo>
                      <a:pt x="0" y="1332"/>
                      <a:pt x="0" y="1332"/>
                      <a:pt x="0" y="1332"/>
                    </a:cubicBezTo>
                    <a:cubicBezTo>
                      <a:pt x="0" y="1337"/>
                      <a:pt x="5" y="1342"/>
                      <a:pt x="10" y="1342"/>
                    </a:cubicBezTo>
                    <a:cubicBezTo>
                      <a:pt x="188" y="1342"/>
                      <a:pt x="188" y="1342"/>
                      <a:pt x="188" y="1342"/>
                    </a:cubicBezTo>
                    <a:cubicBezTo>
                      <a:pt x="194" y="1342"/>
                      <a:pt x="198" y="1337"/>
                      <a:pt x="198" y="1332"/>
                    </a:cubicBezTo>
                    <a:lnTo>
                      <a:pt x="174" y="540"/>
                    </a:lnTo>
                    <a:close/>
                    <a:moveTo>
                      <a:pt x="557" y="540"/>
                    </a:moveTo>
                    <a:cubicBezTo>
                      <a:pt x="557" y="535"/>
                      <a:pt x="553" y="531"/>
                      <a:pt x="548" y="531"/>
                    </a:cubicBezTo>
                    <a:cubicBezTo>
                      <a:pt x="418" y="531"/>
                      <a:pt x="418" y="531"/>
                      <a:pt x="418" y="531"/>
                    </a:cubicBezTo>
                    <a:cubicBezTo>
                      <a:pt x="413" y="531"/>
                      <a:pt x="409" y="535"/>
                      <a:pt x="409" y="540"/>
                    </a:cubicBezTo>
                    <a:cubicBezTo>
                      <a:pt x="384" y="1332"/>
                      <a:pt x="384" y="1332"/>
                      <a:pt x="384" y="1332"/>
                    </a:cubicBezTo>
                    <a:cubicBezTo>
                      <a:pt x="384" y="1337"/>
                      <a:pt x="389" y="1342"/>
                      <a:pt x="394" y="1342"/>
                    </a:cubicBezTo>
                    <a:cubicBezTo>
                      <a:pt x="572" y="1342"/>
                      <a:pt x="572" y="1342"/>
                      <a:pt x="572" y="1342"/>
                    </a:cubicBezTo>
                    <a:cubicBezTo>
                      <a:pt x="578" y="1342"/>
                      <a:pt x="582" y="1337"/>
                      <a:pt x="582" y="1332"/>
                    </a:cubicBezTo>
                    <a:lnTo>
                      <a:pt x="557" y="540"/>
                    </a:lnTo>
                    <a:close/>
                    <a:moveTo>
                      <a:pt x="941" y="540"/>
                    </a:moveTo>
                    <a:cubicBezTo>
                      <a:pt x="941" y="535"/>
                      <a:pt x="937" y="531"/>
                      <a:pt x="932" y="531"/>
                    </a:cubicBezTo>
                    <a:cubicBezTo>
                      <a:pt x="802" y="531"/>
                      <a:pt x="802" y="531"/>
                      <a:pt x="802" y="531"/>
                    </a:cubicBezTo>
                    <a:cubicBezTo>
                      <a:pt x="797" y="531"/>
                      <a:pt x="793" y="535"/>
                      <a:pt x="793" y="540"/>
                    </a:cubicBezTo>
                    <a:cubicBezTo>
                      <a:pt x="768" y="1332"/>
                      <a:pt x="768" y="1332"/>
                      <a:pt x="768" y="1332"/>
                    </a:cubicBezTo>
                    <a:cubicBezTo>
                      <a:pt x="768" y="1337"/>
                      <a:pt x="772" y="1342"/>
                      <a:pt x="778" y="1342"/>
                    </a:cubicBezTo>
                    <a:cubicBezTo>
                      <a:pt x="956" y="1342"/>
                      <a:pt x="956" y="1342"/>
                      <a:pt x="956" y="1342"/>
                    </a:cubicBezTo>
                    <a:cubicBezTo>
                      <a:pt x="961" y="1342"/>
                      <a:pt x="966" y="1337"/>
                      <a:pt x="966" y="1332"/>
                    </a:cubicBezTo>
                    <a:lnTo>
                      <a:pt x="941" y="540"/>
                    </a:lnTo>
                    <a:close/>
                    <a:moveTo>
                      <a:pt x="1325" y="540"/>
                    </a:moveTo>
                    <a:cubicBezTo>
                      <a:pt x="1325" y="535"/>
                      <a:pt x="1321" y="531"/>
                      <a:pt x="1315" y="531"/>
                    </a:cubicBezTo>
                    <a:cubicBezTo>
                      <a:pt x="1186" y="531"/>
                      <a:pt x="1186" y="531"/>
                      <a:pt x="1186" y="531"/>
                    </a:cubicBezTo>
                    <a:cubicBezTo>
                      <a:pt x="1181" y="531"/>
                      <a:pt x="1176" y="535"/>
                      <a:pt x="1176" y="540"/>
                    </a:cubicBezTo>
                    <a:cubicBezTo>
                      <a:pt x="1152" y="1332"/>
                      <a:pt x="1152" y="1332"/>
                      <a:pt x="1152" y="1332"/>
                    </a:cubicBezTo>
                    <a:cubicBezTo>
                      <a:pt x="1152" y="1337"/>
                      <a:pt x="1156" y="1342"/>
                      <a:pt x="1162" y="1342"/>
                    </a:cubicBezTo>
                    <a:cubicBezTo>
                      <a:pt x="1340" y="1342"/>
                      <a:pt x="1340" y="1342"/>
                      <a:pt x="1340" y="1342"/>
                    </a:cubicBezTo>
                    <a:cubicBezTo>
                      <a:pt x="1345" y="1342"/>
                      <a:pt x="1350" y="1337"/>
                      <a:pt x="1350" y="1332"/>
                    </a:cubicBezTo>
                    <a:lnTo>
                      <a:pt x="1325" y="54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99" name="Rectangle 98">
            <a:extLst>
              <a:ext uri="{FF2B5EF4-FFF2-40B4-BE49-F238E27FC236}">
                <a16:creationId xmlns:a16="http://schemas.microsoft.com/office/drawing/2014/main" id="{3BF81069-8BEB-4B51-B828-652944133CD9}"/>
              </a:ext>
            </a:extLst>
          </p:cNvPr>
          <p:cNvSpPr/>
          <p:nvPr/>
        </p:nvSpPr>
        <p:spPr>
          <a:xfrm>
            <a:off x="3449264" y="3963462"/>
            <a:ext cx="2654140" cy="2377885"/>
          </a:xfrm>
          <a:prstGeom prst="rect">
            <a:avLst/>
          </a:prstGeom>
        </p:spPr>
        <p:txBody>
          <a:bodyPr wrap="square" lIns="0" tIns="0" rIns="0" bIns="0" anchor="ctr" anchorCtr="0">
            <a:noAutofit/>
          </a:bodyPr>
          <a:lstStyle/>
          <a:p>
            <a:pPr marL="171450" indent="-171450">
              <a:buClr>
                <a:schemeClr val="tx2"/>
              </a:buClr>
              <a:buSzPct val="100000"/>
              <a:buFont typeface="Arial" panose="020B0604020202020204" pitchFamily="34" charset="0"/>
              <a:buChar char="•"/>
            </a:pPr>
            <a:endParaRPr lang="en-US" sz="1200">
              <a:solidFill>
                <a:schemeClr val="tx1">
                  <a:lumMod val="100000"/>
                </a:schemeClr>
              </a:solidFill>
              <a:latin typeface="Trebuchet MS" panose="020B0603020202020204" pitchFamily="34" charset="0"/>
            </a:endParaRPr>
          </a:p>
          <a:p>
            <a:pPr marL="171450" indent="-171450">
              <a:buClr>
                <a:schemeClr val="tx2"/>
              </a:buClr>
              <a:buSzPct val="100000"/>
              <a:buFont typeface="Arial" panose="020B0604020202020204" pitchFamily="34" charset="0"/>
              <a:buChar char="•"/>
            </a:pPr>
            <a:endParaRPr lang="en-US" sz="1200">
              <a:solidFill>
                <a:schemeClr val="tx1">
                  <a:lumMod val="100000"/>
                </a:schemeClr>
              </a:solidFill>
              <a:latin typeface="Trebuchet MS" panose="020B0603020202020204" pitchFamily="34" charset="0"/>
            </a:endParaRPr>
          </a:p>
          <a:p>
            <a:pPr>
              <a:buSzPct val="100000"/>
            </a:pPr>
            <a:endParaRPr lang="en-US" sz="1200">
              <a:solidFill>
                <a:schemeClr val="tx1">
                  <a:lumMod val="100000"/>
                </a:schemeClr>
              </a:solidFill>
              <a:latin typeface="Trebuchet MS" panose="020B0603020202020204" pitchFamily="34" charset="0"/>
            </a:endParaRPr>
          </a:p>
          <a:p>
            <a:pPr>
              <a:buSzPct val="100000"/>
            </a:pPr>
            <a:endParaRPr lang="en-US" sz="1200">
              <a:solidFill>
                <a:schemeClr val="tx1">
                  <a:lumMod val="100000"/>
                </a:schemeClr>
              </a:solidFill>
              <a:latin typeface="Trebuchet MS" panose="020B0603020202020204" pitchFamily="34" charset="0"/>
            </a:endParaRPr>
          </a:p>
        </p:txBody>
      </p:sp>
      <p:sp>
        <p:nvSpPr>
          <p:cNvPr id="100" name="Rectangle 99">
            <a:extLst>
              <a:ext uri="{FF2B5EF4-FFF2-40B4-BE49-F238E27FC236}">
                <a16:creationId xmlns:a16="http://schemas.microsoft.com/office/drawing/2014/main" id="{1C41C6E4-4813-4C56-BE35-3B0FF98DAA7E}"/>
              </a:ext>
            </a:extLst>
          </p:cNvPr>
          <p:cNvSpPr/>
          <p:nvPr/>
        </p:nvSpPr>
        <p:spPr>
          <a:xfrm>
            <a:off x="3597722" y="3814030"/>
            <a:ext cx="2682989" cy="2377885"/>
          </a:xfrm>
          <a:prstGeom prst="rect">
            <a:avLst/>
          </a:prstGeom>
        </p:spPr>
        <p:txBody>
          <a:bodyPr wrap="square" lIns="0" tIns="0" rIns="0" bIns="0" anchor="ctr" anchorCtr="0">
            <a:noAutofit/>
          </a:bodyPr>
          <a:lstStyle/>
          <a:p>
            <a:pPr marL="171450" indent="-171450">
              <a:buClr>
                <a:schemeClr val="tx2"/>
              </a:buClr>
              <a:buSzPct val="100000"/>
              <a:buFont typeface="Arial" panose="020B0604020202020204" pitchFamily="34" charset="0"/>
              <a:buChar char="•"/>
            </a:pPr>
            <a:r>
              <a:rPr lang="en-US" sz="1200">
                <a:solidFill>
                  <a:schemeClr val="tx1">
                    <a:lumMod val="100000"/>
                  </a:schemeClr>
                </a:solidFill>
                <a:latin typeface="Trebuchet MS" panose="020B0603020202020204" pitchFamily="34" charset="0"/>
              </a:rPr>
              <a:t>Named Entity Recognition</a:t>
            </a:r>
          </a:p>
          <a:p>
            <a:pPr marL="171450" indent="-171450">
              <a:buClr>
                <a:schemeClr val="tx2"/>
              </a:buClr>
              <a:buSzPct val="100000"/>
              <a:buFont typeface="Arial" panose="020B0604020202020204" pitchFamily="34" charset="0"/>
              <a:buChar char="•"/>
            </a:pPr>
            <a:r>
              <a:rPr lang="en-US" sz="1200">
                <a:solidFill>
                  <a:schemeClr val="tx1">
                    <a:lumMod val="100000"/>
                  </a:schemeClr>
                </a:solidFill>
                <a:latin typeface="Trebuchet MS" panose="020B0603020202020204" pitchFamily="34" charset="0"/>
              </a:rPr>
              <a:t>Voice Recognition</a:t>
            </a:r>
          </a:p>
          <a:p>
            <a:pPr marL="171450" indent="-171450">
              <a:buClr>
                <a:schemeClr val="tx2"/>
              </a:buClr>
              <a:buSzPct val="100000"/>
              <a:buFont typeface="Arial" panose="020B0604020202020204" pitchFamily="34" charset="0"/>
              <a:buChar char="•"/>
            </a:pPr>
            <a:r>
              <a:rPr lang="en-US" sz="1200">
                <a:solidFill>
                  <a:schemeClr val="tx1">
                    <a:lumMod val="100000"/>
                  </a:schemeClr>
                </a:solidFill>
                <a:latin typeface="Trebuchet MS" panose="020B0603020202020204" pitchFamily="34" charset="0"/>
              </a:rPr>
              <a:t>Text-to-Speech</a:t>
            </a:r>
          </a:p>
          <a:p>
            <a:pPr marL="171450" indent="-171450">
              <a:buClr>
                <a:schemeClr val="tx2"/>
              </a:buClr>
              <a:buSzPct val="100000"/>
              <a:buFont typeface="Arial" panose="020B0604020202020204" pitchFamily="34" charset="0"/>
              <a:buChar char="•"/>
            </a:pPr>
            <a:r>
              <a:rPr lang="en-US" sz="1200">
                <a:solidFill>
                  <a:schemeClr val="tx1">
                    <a:lumMod val="100000"/>
                  </a:schemeClr>
                </a:solidFill>
                <a:latin typeface="Trebuchet MS" panose="020B0603020202020204" pitchFamily="34" charset="0"/>
              </a:rPr>
              <a:t>Part of speech analysis</a:t>
            </a:r>
          </a:p>
          <a:p>
            <a:pPr marL="171450" indent="-171450">
              <a:buClr>
                <a:schemeClr val="tx2"/>
              </a:buClr>
              <a:buSzPct val="100000"/>
              <a:buFont typeface="Arial" panose="020B0604020202020204" pitchFamily="34" charset="0"/>
              <a:buChar char="•"/>
            </a:pPr>
            <a:r>
              <a:rPr lang="en-US" sz="1200">
                <a:solidFill>
                  <a:schemeClr val="tx1">
                    <a:lumMod val="100000"/>
                  </a:schemeClr>
                </a:solidFill>
                <a:latin typeface="Trebuchet MS" panose="020B0603020202020204" pitchFamily="34" charset="0"/>
              </a:rPr>
              <a:t>Optical Character Recognition</a:t>
            </a:r>
          </a:p>
          <a:p>
            <a:pPr marL="171450" indent="-171450">
              <a:buClr>
                <a:schemeClr val="tx2"/>
              </a:buClr>
              <a:buSzPct val="100000"/>
              <a:buFont typeface="Arial" panose="020B0604020202020204" pitchFamily="34" charset="0"/>
              <a:buChar char="•"/>
            </a:pPr>
            <a:r>
              <a:rPr lang="en-US" sz="1200">
                <a:solidFill>
                  <a:schemeClr val="tx1">
                    <a:lumMod val="100000"/>
                  </a:schemeClr>
                </a:solidFill>
                <a:latin typeface="Trebuchet MS" panose="020B0603020202020204" pitchFamily="34" charset="0"/>
              </a:rPr>
              <a:t>Sentiment Analysis</a:t>
            </a:r>
          </a:p>
          <a:p>
            <a:pPr marL="171450" indent="-171450">
              <a:buClr>
                <a:schemeClr val="tx2"/>
              </a:buClr>
              <a:buSzPct val="100000"/>
              <a:buFont typeface="Arial" panose="020B0604020202020204" pitchFamily="34" charset="0"/>
              <a:buChar char="•"/>
            </a:pPr>
            <a:r>
              <a:rPr lang="en-US" sz="1200">
                <a:solidFill>
                  <a:schemeClr val="tx1">
                    <a:lumMod val="100000"/>
                  </a:schemeClr>
                </a:solidFill>
                <a:latin typeface="Trebuchet MS" panose="020B0603020202020204" pitchFamily="34" charset="0"/>
              </a:rPr>
              <a:t>Similar Words</a:t>
            </a:r>
          </a:p>
          <a:p>
            <a:pPr marL="171450" indent="-171450">
              <a:buClr>
                <a:schemeClr val="tx2"/>
              </a:buClr>
              <a:buSzPct val="100000"/>
              <a:buFont typeface="Arial" panose="020B0604020202020204" pitchFamily="34" charset="0"/>
              <a:buChar char="•"/>
            </a:pPr>
            <a:endParaRPr lang="en-US" sz="1200">
              <a:solidFill>
                <a:schemeClr val="tx1">
                  <a:lumMod val="100000"/>
                </a:schemeClr>
              </a:solidFill>
              <a:latin typeface="Trebuchet MS" panose="020B0603020202020204" pitchFamily="34" charset="0"/>
            </a:endParaRPr>
          </a:p>
          <a:p>
            <a:pPr marL="171450" indent="-171450">
              <a:buClr>
                <a:schemeClr val="tx2"/>
              </a:buClr>
              <a:buSzPct val="100000"/>
              <a:buFont typeface="Arial" panose="020B0604020202020204" pitchFamily="34" charset="0"/>
              <a:buChar char="•"/>
            </a:pPr>
            <a:endParaRPr lang="en-US" sz="1200">
              <a:solidFill>
                <a:schemeClr val="tx1">
                  <a:lumMod val="100000"/>
                </a:schemeClr>
              </a:solidFill>
              <a:latin typeface="Trebuchet MS" panose="020B0603020202020204" pitchFamily="34" charset="0"/>
            </a:endParaRPr>
          </a:p>
          <a:p>
            <a:pPr>
              <a:buSzPct val="100000"/>
            </a:pPr>
            <a:endParaRPr lang="en-US" sz="1200">
              <a:solidFill>
                <a:schemeClr val="tx1">
                  <a:lumMod val="100000"/>
                </a:schemeClr>
              </a:solidFill>
              <a:latin typeface="Trebuchet MS" panose="020B0603020202020204" pitchFamily="34" charset="0"/>
            </a:endParaRPr>
          </a:p>
          <a:p>
            <a:pPr>
              <a:buSzPct val="100000"/>
            </a:pPr>
            <a:endParaRPr lang="en-US" sz="1200">
              <a:solidFill>
                <a:schemeClr val="tx1">
                  <a:lumMod val="100000"/>
                </a:schemeClr>
              </a:solidFill>
              <a:latin typeface="Trebuchet MS" panose="020B0603020202020204" pitchFamily="34" charset="0"/>
            </a:endParaRPr>
          </a:p>
        </p:txBody>
      </p:sp>
      <p:pic>
        <p:nvPicPr>
          <p:cNvPr id="63" name="Picture 62">
            <a:extLst>
              <a:ext uri="{FF2B5EF4-FFF2-40B4-BE49-F238E27FC236}">
                <a16:creationId xmlns:a16="http://schemas.microsoft.com/office/drawing/2014/main" id="{D2A39B59-6874-4A17-BE2D-D1A7FD2A5C3E}"/>
              </a:ext>
            </a:extLst>
          </p:cNvPr>
          <p:cNvPicPr>
            <a:picLocks noChangeAspect="1"/>
          </p:cNvPicPr>
          <p:nvPr/>
        </p:nvPicPr>
        <p:blipFill rotWithShape="1">
          <a:blip r:embed="rId10" cstate="screen">
            <a:clrChange>
              <a:clrFrom>
                <a:srgbClr val="FFFFFF"/>
              </a:clrFrom>
              <a:clrTo>
                <a:srgbClr val="FFFFFF">
                  <a:alpha val="0"/>
                </a:srgbClr>
              </a:clrTo>
            </a:clrChange>
            <a:extLst>
              <a:ext uri="{28A0092B-C50C-407E-A947-70E740481C1C}">
                <a14:useLocalDpi xmlns:a14="http://schemas.microsoft.com/office/drawing/2010/main"/>
              </a:ext>
            </a:extLst>
          </a:blip>
          <a:srcRect b="12621"/>
          <a:stretch/>
        </p:blipFill>
        <p:spPr>
          <a:xfrm>
            <a:off x="641900" y="37578"/>
            <a:ext cx="655665" cy="530657"/>
          </a:xfrm>
          <a:prstGeom prst="rect">
            <a:avLst/>
          </a:prstGeom>
          <a:ln>
            <a:noFill/>
          </a:ln>
        </p:spPr>
      </p:pic>
    </p:spTree>
    <p:extLst>
      <p:ext uri="{BB962C8B-B14F-4D97-AF65-F5344CB8AC3E}">
        <p14:creationId xmlns:p14="http://schemas.microsoft.com/office/powerpoint/2010/main" val="344679314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DBCE3972-6282-4635-BB6D-358F621F341B}"/>
              </a:ext>
            </a:extLst>
          </p:cNvPr>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73" imgH="473" progId="TCLayout.ActiveDocument.1">
                  <p:embed/>
                </p:oleObj>
              </mc:Choice>
              <mc:Fallback>
                <p:oleObj name="think-cell Slide" r:id="rId5" imgW="473" imgH="473" progId="TCLayout.ActiveDocument.1">
                  <p:embed/>
                  <p:pic>
                    <p:nvPicPr>
                      <p:cNvPr id="2" name="Object 1" hidden="1">
                        <a:extLst>
                          <a:ext uri="{FF2B5EF4-FFF2-40B4-BE49-F238E27FC236}">
                            <a16:creationId xmlns:a16="http://schemas.microsoft.com/office/drawing/2014/main" id="{DBCE3972-6282-4635-BB6D-358F621F341B}"/>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grpSp>
        <p:nvGrpSpPr>
          <p:cNvPr id="8" name="Group 7">
            <a:extLst>
              <a:ext uri="{FF2B5EF4-FFF2-40B4-BE49-F238E27FC236}">
                <a16:creationId xmlns:a16="http://schemas.microsoft.com/office/drawing/2014/main" id="{DD65976C-E387-4E97-A648-738F4B21D923}"/>
              </a:ext>
            </a:extLst>
          </p:cNvPr>
          <p:cNvGrpSpPr/>
          <p:nvPr/>
        </p:nvGrpSpPr>
        <p:grpSpPr>
          <a:xfrm>
            <a:off x="2935521" y="1653778"/>
            <a:ext cx="2116769" cy="4152426"/>
            <a:chOff x="7959800" y="914400"/>
            <a:chExt cx="2492847" cy="4977846"/>
          </a:xfrm>
        </p:grpSpPr>
        <p:sp>
          <p:nvSpPr>
            <p:cNvPr id="9" name="Freeform 5">
              <a:extLst>
                <a:ext uri="{FF2B5EF4-FFF2-40B4-BE49-F238E27FC236}">
                  <a16:creationId xmlns:a16="http://schemas.microsoft.com/office/drawing/2014/main" id="{E080E3E5-EDC4-466A-9562-31935E8846F2}"/>
                </a:ext>
              </a:extLst>
            </p:cNvPr>
            <p:cNvSpPr>
              <a:spLocks/>
            </p:cNvSpPr>
            <p:nvPr/>
          </p:nvSpPr>
          <p:spPr bwMode="auto">
            <a:xfrm>
              <a:off x="7959800" y="914400"/>
              <a:ext cx="1245769" cy="1196043"/>
            </a:xfrm>
            <a:custGeom>
              <a:avLst/>
              <a:gdLst>
                <a:gd name="T0" fmla="*/ 4450 w 4450"/>
                <a:gd name="T1" fmla="*/ 1193 h 4276"/>
                <a:gd name="T2" fmla="*/ 0 w 4450"/>
                <a:gd name="T3" fmla="*/ 0 h 4276"/>
                <a:gd name="T4" fmla="*/ 0 w 4450"/>
                <a:gd name="T5" fmla="*/ 3561 h 4276"/>
                <a:gd name="T6" fmla="*/ 2670 w 4450"/>
                <a:gd name="T7" fmla="*/ 4276 h 4276"/>
                <a:gd name="T8" fmla="*/ 4450 w 4450"/>
                <a:gd name="T9" fmla="*/ 1193 h 4276"/>
              </a:gdLst>
              <a:ahLst/>
              <a:cxnLst>
                <a:cxn ang="0">
                  <a:pos x="T0" y="T1"/>
                </a:cxn>
                <a:cxn ang="0">
                  <a:pos x="T2" y="T3"/>
                </a:cxn>
                <a:cxn ang="0">
                  <a:pos x="T4" y="T5"/>
                </a:cxn>
                <a:cxn ang="0">
                  <a:pos x="T6" y="T7"/>
                </a:cxn>
                <a:cxn ang="0">
                  <a:pos x="T8" y="T9"/>
                </a:cxn>
              </a:cxnLst>
              <a:rect l="0" t="0" r="r" b="b"/>
              <a:pathLst>
                <a:path w="4450" h="4276">
                  <a:moveTo>
                    <a:pt x="4450" y="1193"/>
                  </a:moveTo>
                  <a:cubicBezTo>
                    <a:pt x="3097" y="412"/>
                    <a:pt x="1563" y="0"/>
                    <a:pt x="0" y="0"/>
                  </a:cubicBezTo>
                  <a:lnTo>
                    <a:pt x="0" y="3561"/>
                  </a:lnTo>
                  <a:cubicBezTo>
                    <a:pt x="938" y="3561"/>
                    <a:pt x="1858" y="3807"/>
                    <a:pt x="2670" y="4276"/>
                  </a:cubicBezTo>
                  <a:lnTo>
                    <a:pt x="4450" y="1193"/>
                  </a:lnTo>
                  <a:close/>
                </a:path>
              </a:pathLst>
            </a:custGeom>
            <a:solidFill>
              <a:srgbClr val="29BA74"/>
            </a:solidFill>
            <a:ln w="0" cap="flat" cmpd="sng" algn="ctr">
              <a:solidFill>
                <a:srgbClr val="FFFFFF"/>
              </a:solidFill>
              <a:prstDash val="solid"/>
              <a:round/>
              <a:headEnd type="none" w="med" len="med"/>
              <a:tailEnd type="none" w="med" len="med"/>
            </a:ln>
          </p:spPr>
          <p:txBody>
            <a:bodyPr vert="horz" wrap="square" lIns="91440" tIns="45720" rIns="91440" bIns="45720" numCol="1" anchor="t" anchorCtr="0" compatLnSpc="1">
              <a:prstTxWarp prst="textNoShape">
                <a:avLst/>
              </a:prstTxWarp>
            </a:bodyPr>
            <a:lstStyle/>
            <a:p>
              <a:endParaRPr lang="en-US"/>
            </a:p>
          </p:txBody>
        </p:sp>
        <p:sp>
          <p:nvSpPr>
            <p:cNvPr id="14" name="Freeform 7">
              <a:extLst>
                <a:ext uri="{FF2B5EF4-FFF2-40B4-BE49-F238E27FC236}">
                  <a16:creationId xmlns:a16="http://schemas.microsoft.com/office/drawing/2014/main" id="{B8BADD0B-125A-45D9-8E3B-74A45B5421AF}"/>
                </a:ext>
              </a:extLst>
            </p:cNvPr>
            <p:cNvSpPr>
              <a:spLocks/>
            </p:cNvSpPr>
            <p:nvPr/>
          </p:nvSpPr>
          <p:spPr bwMode="auto">
            <a:xfrm>
              <a:off x="8707000" y="1248088"/>
              <a:ext cx="1411960" cy="1408035"/>
            </a:xfrm>
            <a:custGeom>
              <a:avLst/>
              <a:gdLst>
                <a:gd name="T0" fmla="*/ 5038 w 5038"/>
                <a:gd name="T1" fmla="*/ 3258 h 5038"/>
                <a:gd name="T2" fmla="*/ 1780 w 5038"/>
                <a:gd name="T3" fmla="*/ 0 h 5038"/>
                <a:gd name="T4" fmla="*/ 0 w 5038"/>
                <a:gd name="T5" fmla="*/ 3083 h 5038"/>
                <a:gd name="T6" fmla="*/ 1955 w 5038"/>
                <a:gd name="T7" fmla="*/ 5038 h 5038"/>
                <a:gd name="T8" fmla="*/ 5038 w 5038"/>
                <a:gd name="T9" fmla="*/ 3258 h 5038"/>
              </a:gdLst>
              <a:ahLst/>
              <a:cxnLst>
                <a:cxn ang="0">
                  <a:pos x="T0" y="T1"/>
                </a:cxn>
                <a:cxn ang="0">
                  <a:pos x="T2" y="T3"/>
                </a:cxn>
                <a:cxn ang="0">
                  <a:pos x="T4" y="T5"/>
                </a:cxn>
                <a:cxn ang="0">
                  <a:pos x="T6" y="T7"/>
                </a:cxn>
                <a:cxn ang="0">
                  <a:pos x="T8" y="T9"/>
                </a:cxn>
              </a:cxnLst>
              <a:rect l="0" t="0" r="r" b="b"/>
              <a:pathLst>
                <a:path w="5038" h="5038">
                  <a:moveTo>
                    <a:pt x="5038" y="3258"/>
                  </a:moveTo>
                  <a:cubicBezTo>
                    <a:pt x="4257" y="1905"/>
                    <a:pt x="3133" y="781"/>
                    <a:pt x="1780" y="0"/>
                  </a:cubicBezTo>
                  <a:lnTo>
                    <a:pt x="0" y="3083"/>
                  </a:lnTo>
                  <a:cubicBezTo>
                    <a:pt x="812" y="3552"/>
                    <a:pt x="1486" y="4226"/>
                    <a:pt x="1955" y="5038"/>
                  </a:cubicBezTo>
                  <a:lnTo>
                    <a:pt x="5038" y="3258"/>
                  </a:lnTo>
                  <a:close/>
                </a:path>
              </a:pathLst>
            </a:custGeom>
            <a:solidFill>
              <a:srgbClr val="29BA74"/>
            </a:solidFill>
            <a:ln w="0" cap="flat" cmpd="sng" algn="ctr">
              <a:solidFill>
                <a:srgbClr val="FFFFFF"/>
              </a:solidFill>
              <a:prstDash val="solid"/>
              <a:round/>
              <a:headEnd type="none" w="med" len="med"/>
              <a:tailEnd type="none" w="med" len="med"/>
            </a:ln>
          </p:spPr>
          <p:txBody>
            <a:bodyPr vert="horz" wrap="square" lIns="91440" tIns="45720" rIns="91440" bIns="45720" numCol="1" anchor="t" anchorCtr="0" compatLnSpc="1">
              <a:prstTxWarp prst="textNoShape">
                <a:avLst/>
              </a:prstTxWarp>
            </a:bodyPr>
            <a:lstStyle/>
            <a:p>
              <a:endParaRPr lang="en-US"/>
            </a:p>
          </p:txBody>
        </p:sp>
        <p:sp>
          <p:nvSpPr>
            <p:cNvPr id="15" name="Freeform 9">
              <a:extLst>
                <a:ext uri="{FF2B5EF4-FFF2-40B4-BE49-F238E27FC236}">
                  <a16:creationId xmlns:a16="http://schemas.microsoft.com/office/drawing/2014/main" id="{91DDC545-7993-463A-89C5-EB861E018ACA}"/>
                </a:ext>
              </a:extLst>
            </p:cNvPr>
            <p:cNvSpPr>
              <a:spLocks/>
            </p:cNvSpPr>
            <p:nvPr/>
          </p:nvSpPr>
          <p:spPr bwMode="auto">
            <a:xfrm>
              <a:off x="9255295" y="2158862"/>
              <a:ext cx="1197352" cy="1244462"/>
            </a:xfrm>
            <a:custGeom>
              <a:avLst/>
              <a:gdLst>
                <a:gd name="T0" fmla="*/ 4276 w 4276"/>
                <a:gd name="T1" fmla="*/ 4450 h 4450"/>
                <a:gd name="T2" fmla="*/ 3083 w 4276"/>
                <a:gd name="T3" fmla="*/ 0 h 4450"/>
                <a:gd name="T4" fmla="*/ 0 w 4276"/>
                <a:gd name="T5" fmla="*/ 1780 h 4450"/>
                <a:gd name="T6" fmla="*/ 715 w 4276"/>
                <a:gd name="T7" fmla="*/ 4450 h 4450"/>
                <a:gd name="T8" fmla="*/ 4276 w 4276"/>
                <a:gd name="T9" fmla="*/ 4450 h 4450"/>
              </a:gdLst>
              <a:ahLst/>
              <a:cxnLst>
                <a:cxn ang="0">
                  <a:pos x="T0" y="T1"/>
                </a:cxn>
                <a:cxn ang="0">
                  <a:pos x="T2" y="T3"/>
                </a:cxn>
                <a:cxn ang="0">
                  <a:pos x="T4" y="T5"/>
                </a:cxn>
                <a:cxn ang="0">
                  <a:pos x="T6" y="T7"/>
                </a:cxn>
                <a:cxn ang="0">
                  <a:pos x="T8" y="T9"/>
                </a:cxn>
              </a:cxnLst>
              <a:rect l="0" t="0" r="r" b="b"/>
              <a:pathLst>
                <a:path w="4276" h="4450">
                  <a:moveTo>
                    <a:pt x="4276" y="4450"/>
                  </a:moveTo>
                  <a:cubicBezTo>
                    <a:pt x="4276" y="2888"/>
                    <a:pt x="3864" y="1353"/>
                    <a:pt x="3083" y="0"/>
                  </a:cubicBezTo>
                  <a:lnTo>
                    <a:pt x="0" y="1780"/>
                  </a:lnTo>
                  <a:cubicBezTo>
                    <a:pt x="469" y="2592"/>
                    <a:pt x="715" y="3513"/>
                    <a:pt x="715" y="4450"/>
                  </a:cubicBezTo>
                  <a:lnTo>
                    <a:pt x="4276" y="4450"/>
                  </a:lnTo>
                  <a:close/>
                </a:path>
              </a:pathLst>
            </a:custGeom>
            <a:solidFill>
              <a:srgbClr val="29BA74"/>
            </a:solidFill>
            <a:ln w="0" cap="flat" cmpd="sng" algn="ctr">
              <a:solidFill>
                <a:srgbClr val="FFFFFF"/>
              </a:solidFill>
              <a:prstDash val="solid"/>
              <a:round/>
              <a:headEnd type="none" w="med" len="med"/>
              <a:tailEnd type="none" w="med" len="med"/>
            </a:ln>
          </p:spPr>
          <p:txBody>
            <a:bodyPr vert="horz" wrap="square" lIns="91440" tIns="45720" rIns="91440" bIns="45720" numCol="1" anchor="t" anchorCtr="0" compatLnSpc="1">
              <a:prstTxWarp prst="textNoShape">
                <a:avLst/>
              </a:prstTxWarp>
            </a:bodyPr>
            <a:lstStyle/>
            <a:p>
              <a:endParaRPr lang="en-US"/>
            </a:p>
          </p:txBody>
        </p:sp>
        <p:sp>
          <p:nvSpPr>
            <p:cNvPr id="16" name="Freeform 11">
              <a:extLst>
                <a:ext uri="{FF2B5EF4-FFF2-40B4-BE49-F238E27FC236}">
                  <a16:creationId xmlns:a16="http://schemas.microsoft.com/office/drawing/2014/main" id="{4F88B6D2-CBAC-409E-B213-E5E8F890F6B6}"/>
                </a:ext>
              </a:extLst>
            </p:cNvPr>
            <p:cNvSpPr>
              <a:spLocks/>
            </p:cNvSpPr>
            <p:nvPr/>
          </p:nvSpPr>
          <p:spPr bwMode="auto">
            <a:xfrm>
              <a:off x="9255295" y="3403323"/>
              <a:ext cx="1197352" cy="1244462"/>
            </a:xfrm>
            <a:custGeom>
              <a:avLst/>
              <a:gdLst>
                <a:gd name="T0" fmla="*/ 3083 w 4276"/>
                <a:gd name="T1" fmla="*/ 4450 h 4450"/>
                <a:gd name="T2" fmla="*/ 4276 w 4276"/>
                <a:gd name="T3" fmla="*/ 0 h 4450"/>
                <a:gd name="T4" fmla="*/ 715 w 4276"/>
                <a:gd name="T5" fmla="*/ 0 h 4450"/>
                <a:gd name="T6" fmla="*/ 0 w 4276"/>
                <a:gd name="T7" fmla="*/ 2670 h 4450"/>
                <a:gd name="T8" fmla="*/ 3083 w 4276"/>
                <a:gd name="T9" fmla="*/ 4450 h 4450"/>
              </a:gdLst>
              <a:ahLst/>
              <a:cxnLst>
                <a:cxn ang="0">
                  <a:pos x="T0" y="T1"/>
                </a:cxn>
                <a:cxn ang="0">
                  <a:pos x="T2" y="T3"/>
                </a:cxn>
                <a:cxn ang="0">
                  <a:pos x="T4" y="T5"/>
                </a:cxn>
                <a:cxn ang="0">
                  <a:pos x="T6" y="T7"/>
                </a:cxn>
                <a:cxn ang="0">
                  <a:pos x="T8" y="T9"/>
                </a:cxn>
              </a:cxnLst>
              <a:rect l="0" t="0" r="r" b="b"/>
              <a:pathLst>
                <a:path w="4276" h="4450">
                  <a:moveTo>
                    <a:pt x="3083" y="4450"/>
                  </a:moveTo>
                  <a:cubicBezTo>
                    <a:pt x="3864" y="3097"/>
                    <a:pt x="4276" y="1562"/>
                    <a:pt x="4276" y="0"/>
                  </a:cubicBezTo>
                  <a:lnTo>
                    <a:pt x="715" y="0"/>
                  </a:lnTo>
                  <a:cubicBezTo>
                    <a:pt x="715" y="937"/>
                    <a:pt x="469" y="1858"/>
                    <a:pt x="0" y="2670"/>
                  </a:cubicBezTo>
                  <a:lnTo>
                    <a:pt x="3083" y="4450"/>
                  </a:lnTo>
                  <a:close/>
                </a:path>
              </a:pathLst>
            </a:custGeom>
            <a:solidFill>
              <a:srgbClr val="29BA74"/>
            </a:solidFill>
            <a:ln w="0" cap="flat" cmpd="sng" algn="ctr">
              <a:solidFill>
                <a:srgbClr val="FFFFFF"/>
              </a:solidFill>
              <a:prstDash val="solid"/>
              <a:round/>
              <a:headEnd type="none" w="med" len="med"/>
              <a:tailEnd type="none" w="med" len="med"/>
            </a:ln>
          </p:spPr>
          <p:txBody>
            <a:bodyPr vert="horz" wrap="square" lIns="91440" tIns="45720" rIns="91440" bIns="45720" numCol="1" anchor="t" anchorCtr="0" compatLnSpc="1">
              <a:prstTxWarp prst="textNoShape">
                <a:avLst/>
              </a:prstTxWarp>
            </a:bodyPr>
            <a:lstStyle/>
            <a:p>
              <a:endParaRPr lang="en-US"/>
            </a:p>
          </p:txBody>
        </p:sp>
        <p:sp>
          <p:nvSpPr>
            <p:cNvPr id="17" name="Freeform 13">
              <a:extLst>
                <a:ext uri="{FF2B5EF4-FFF2-40B4-BE49-F238E27FC236}">
                  <a16:creationId xmlns:a16="http://schemas.microsoft.com/office/drawing/2014/main" id="{2344130F-37B0-4CC1-B82A-1A03A5103B00}"/>
                </a:ext>
              </a:extLst>
            </p:cNvPr>
            <p:cNvSpPr>
              <a:spLocks/>
            </p:cNvSpPr>
            <p:nvPr/>
          </p:nvSpPr>
          <p:spPr bwMode="auto">
            <a:xfrm>
              <a:off x="8707000" y="4150523"/>
              <a:ext cx="1411960" cy="1408035"/>
            </a:xfrm>
            <a:custGeom>
              <a:avLst/>
              <a:gdLst>
                <a:gd name="T0" fmla="*/ 1780 w 5038"/>
                <a:gd name="T1" fmla="*/ 5038 h 5038"/>
                <a:gd name="T2" fmla="*/ 5038 w 5038"/>
                <a:gd name="T3" fmla="*/ 1780 h 5038"/>
                <a:gd name="T4" fmla="*/ 1955 w 5038"/>
                <a:gd name="T5" fmla="*/ 0 h 5038"/>
                <a:gd name="T6" fmla="*/ 0 w 5038"/>
                <a:gd name="T7" fmla="*/ 1955 h 5038"/>
                <a:gd name="T8" fmla="*/ 1780 w 5038"/>
                <a:gd name="T9" fmla="*/ 5038 h 5038"/>
              </a:gdLst>
              <a:ahLst/>
              <a:cxnLst>
                <a:cxn ang="0">
                  <a:pos x="T0" y="T1"/>
                </a:cxn>
                <a:cxn ang="0">
                  <a:pos x="T2" y="T3"/>
                </a:cxn>
                <a:cxn ang="0">
                  <a:pos x="T4" y="T5"/>
                </a:cxn>
                <a:cxn ang="0">
                  <a:pos x="T6" y="T7"/>
                </a:cxn>
                <a:cxn ang="0">
                  <a:pos x="T8" y="T9"/>
                </a:cxn>
              </a:cxnLst>
              <a:rect l="0" t="0" r="r" b="b"/>
              <a:pathLst>
                <a:path w="5038" h="5038">
                  <a:moveTo>
                    <a:pt x="1780" y="5038"/>
                  </a:moveTo>
                  <a:cubicBezTo>
                    <a:pt x="3133" y="4257"/>
                    <a:pt x="4257" y="3133"/>
                    <a:pt x="5038" y="1780"/>
                  </a:cubicBezTo>
                  <a:lnTo>
                    <a:pt x="1955" y="0"/>
                  </a:lnTo>
                  <a:cubicBezTo>
                    <a:pt x="1486" y="812"/>
                    <a:pt x="812" y="1486"/>
                    <a:pt x="0" y="1955"/>
                  </a:cubicBezTo>
                  <a:lnTo>
                    <a:pt x="1780" y="5038"/>
                  </a:lnTo>
                  <a:close/>
                </a:path>
              </a:pathLst>
            </a:custGeom>
            <a:solidFill>
              <a:srgbClr val="29BA74"/>
            </a:solidFill>
            <a:ln w="0" cap="flat" cmpd="sng" algn="ctr">
              <a:solidFill>
                <a:srgbClr val="FFFFFF"/>
              </a:solidFill>
              <a:prstDash val="solid"/>
              <a:round/>
              <a:headEnd type="none" w="med" len="med"/>
              <a:tailEnd type="none" w="med" len="med"/>
            </a:ln>
          </p:spPr>
          <p:txBody>
            <a:bodyPr vert="horz" wrap="square" lIns="91440" tIns="45720" rIns="91440" bIns="45720" numCol="1" anchor="t" anchorCtr="0" compatLnSpc="1">
              <a:prstTxWarp prst="textNoShape">
                <a:avLst/>
              </a:prstTxWarp>
            </a:bodyPr>
            <a:lstStyle/>
            <a:p>
              <a:endParaRPr lang="en-US"/>
            </a:p>
          </p:txBody>
        </p:sp>
        <p:sp>
          <p:nvSpPr>
            <p:cNvPr id="18" name="Freeform 15">
              <a:extLst>
                <a:ext uri="{FF2B5EF4-FFF2-40B4-BE49-F238E27FC236}">
                  <a16:creationId xmlns:a16="http://schemas.microsoft.com/office/drawing/2014/main" id="{40D0A5A7-C62C-4021-A638-3B139CA7FD4C}"/>
                </a:ext>
              </a:extLst>
            </p:cNvPr>
            <p:cNvSpPr>
              <a:spLocks/>
            </p:cNvSpPr>
            <p:nvPr/>
          </p:nvSpPr>
          <p:spPr bwMode="auto">
            <a:xfrm>
              <a:off x="7959800" y="4696203"/>
              <a:ext cx="1245769" cy="1196043"/>
            </a:xfrm>
            <a:custGeom>
              <a:avLst/>
              <a:gdLst>
                <a:gd name="T0" fmla="*/ 0 w 4450"/>
                <a:gd name="T1" fmla="*/ 4275 h 4275"/>
                <a:gd name="T2" fmla="*/ 4450 w 4450"/>
                <a:gd name="T3" fmla="*/ 3083 h 4275"/>
                <a:gd name="T4" fmla="*/ 2670 w 4450"/>
                <a:gd name="T5" fmla="*/ 0 h 4275"/>
                <a:gd name="T6" fmla="*/ 0 w 4450"/>
                <a:gd name="T7" fmla="*/ 715 h 4275"/>
                <a:gd name="T8" fmla="*/ 0 w 4450"/>
                <a:gd name="T9" fmla="*/ 4275 h 4275"/>
              </a:gdLst>
              <a:ahLst/>
              <a:cxnLst>
                <a:cxn ang="0">
                  <a:pos x="T0" y="T1"/>
                </a:cxn>
                <a:cxn ang="0">
                  <a:pos x="T2" y="T3"/>
                </a:cxn>
                <a:cxn ang="0">
                  <a:pos x="T4" y="T5"/>
                </a:cxn>
                <a:cxn ang="0">
                  <a:pos x="T6" y="T7"/>
                </a:cxn>
                <a:cxn ang="0">
                  <a:pos x="T8" y="T9"/>
                </a:cxn>
              </a:cxnLst>
              <a:rect l="0" t="0" r="r" b="b"/>
              <a:pathLst>
                <a:path w="4450" h="4275">
                  <a:moveTo>
                    <a:pt x="0" y="4275"/>
                  </a:moveTo>
                  <a:cubicBezTo>
                    <a:pt x="1563" y="4275"/>
                    <a:pt x="3097" y="3864"/>
                    <a:pt x="4450" y="3083"/>
                  </a:cubicBezTo>
                  <a:lnTo>
                    <a:pt x="2670" y="0"/>
                  </a:lnTo>
                  <a:cubicBezTo>
                    <a:pt x="1858" y="469"/>
                    <a:pt x="938" y="715"/>
                    <a:pt x="0" y="715"/>
                  </a:cubicBezTo>
                  <a:lnTo>
                    <a:pt x="0" y="4275"/>
                  </a:lnTo>
                  <a:close/>
                </a:path>
              </a:pathLst>
            </a:custGeom>
            <a:solidFill>
              <a:srgbClr val="29BA74"/>
            </a:solidFill>
            <a:ln w="0" cap="flat" cmpd="sng" algn="ctr">
              <a:solidFill>
                <a:srgbClr val="FFFFFF"/>
              </a:solidFill>
              <a:prstDash val="solid"/>
              <a:round/>
              <a:headEnd type="none" w="med" len="med"/>
              <a:tailEnd type="none" w="med" len="med"/>
            </a:ln>
          </p:spPr>
          <p:txBody>
            <a:bodyPr vert="horz" wrap="square" lIns="91440" tIns="45720" rIns="91440" bIns="45720" numCol="1" anchor="t" anchorCtr="0" compatLnSpc="1">
              <a:prstTxWarp prst="textNoShape">
                <a:avLst/>
              </a:prstTxWarp>
            </a:bodyPr>
            <a:lstStyle/>
            <a:p>
              <a:endParaRPr lang="en-US"/>
            </a:p>
          </p:txBody>
        </p:sp>
      </p:grpSp>
      <p:sp>
        <p:nvSpPr>
          <p:cNvPr id="19" name="Title 1">
            <a:extLst>
              <a:ext uri="{FF2B5EF4-FFF2-40B4-BE49-F238E27FC236}">
                <a16:creationId xmlns:a16="http://schemas.microsoft.com/office/drawing/2014/main" id="{BEC6598B-E732-4E53-8064-EB9A5B522D9E}"/>
              </a:ext>
            </a:extLst>
          </p:cNvPr>
          <p:cNvSpPr>
            <a:spLocks noGrp="1"/>
          </p:cNvSpPr>
          <p:nvPr>
            <p:ph type="title"/>
          </p:nvPr>
        </p:nvSpPr>
        <p:spPr>
          <a:xfrm>
            <a:off x="630000" y="622800"/>
            <a:ext cx="10933350" cy="332399"/>
          </a:xfrm>
        </p:spPr>
        <p:txBody>
          <a:bodyPr vert="horz">
            <a:normAutofit fontScale="90000"/>
          </a:bodyPr>
          <a:lstStyle/>
          <a:p>
            <a:r>
              <a:rPr lang="en-US"/>
              <a:t>WebMD: leading provider of health information and services</a:t>
            </a:r>
          </a:p>
        </p:txBody>
      </p:sp>
      <p:pic>
        <p:nvPicPr>
          <p:cNvPr id="20" name="Picture 19">
            <a:extLst>
              <a:ext uri="{FF2B5EF4-FFF2-40B4-BE49-F238E27FC236}">
                <a16:creationId xmlns:a16="http://schemas.microsoft.com/office/drawing/2014/main" id="{86EC54B4-443A-414D-9A65-6354296FC97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4247" y="274064"/>
            <a:ext cx="642899" cy="14605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0" descr="Graphical user interface, application&#10;&#10;Description automatically generated">
            <a:extLst>
              <a:ext uri="{FF2B5EF4-FFF2-40B4-BE49-F238E27FC236}">
                <a16:creationId xmlns:a16="http://schemas.microsoft.com/office/drawing/2014/main" id="{FEE0A3C8-D037-4192-A516-541FC9C2D544}"/>
              </a:ext>
            </a:extLst>
          </p:cNvPr>
          <p:cNvPicPr>
            <a:picLocks noChangeAspect="1"/>
          </p:cNvPicPr>
          <p:nvPr/>
        </p:nvPicPr>
        <p:blipFill rotWithShape="1">
          <a:blip r:embed="rId8"/>
          <a:srcRect t="6394"/>
          <a:stretch/>
        </p:blipFill>
        <p:spPr>
          <a:xfrm>
            <a:off x="401403" y="1008656"/>
            <a:ext cx="2677187" cy="5426051"/>
          </a:xfrm>
          <a:prstGeom prst="rect">
            <a:avLst/>
          </a:prstGeom>
        </p:spPr>
      </p:pic>
      <p:sp>
        <p:nvSpPr>
          <p:cNvPr id="22" name="Rectangle 21">
            <a:extLst>
              <a:ext uri="{FF2B5EF4-FFF2-40B4-BE49-F238E27FC236}">
                <a16:creationId xmlns:a16="http://schemas.microsoft.com/office/drawing/2014/main" id="{DFF15FF2-BAE0-4A22-B052-AA945A30C571}"/>
              </a:ext>
            </a:extLst>
          </p:cNvPr>
          <p:cNvSpPr/>
          <p:nvPr/>
        </p:nvSpPr>
        <p:spPr>
          <a:xfrm>
            <a:off x="3321686" y="2630558"/>
            <a:ext cx="1343330" cy="2377885"/>
          </a:xfrm>
          <a:prstGeom prst="rect">
            <a:avLst/>
          </a:prstGeom>
        </p:spPr>
        <p:txBody>
          <a:bodyPr wrap="square" lIns="0" tIns="0" rIns="0" bIns="0" anchor="ctr" anchorCtr="0">
            <a:noAutofit/>
          </a:bodyPr>
          <a:lstStyle/>
          <a:p>
            <a:pPr>
              <a:buSzPct val="100000"/>
            </a:pPr>
            <a:r>
              <a:rPr lang="en-US" sz="1100">
                <a:solidFill>
                  <a:srgbClr val="575757"/>
                </a:solidFill>
                <a:latin typeface="Trebuchet MS" panose="020B0603020202020204" pitchFamily="34" charset="0"/>
              </a:rPr>
              <a:t>1996 </a:t>
            </a:r>
          </a:p>
          <a:p>
            <a:pPr>
              <a:buSzPct val="100000"/>
            </a:pPr>
            <a:endParaRPr lang="en-US" sz="1100">
              <a:solidFill>
                <a:srgbClr val="575757"/>
              </a:solidFill>
              <a:latin typeface="Trebuchet MS" panose="020B0603020202020204" pitchFamily="34" charset="0"/>
            </a:endParaRPr>
          </a:p>
          <a:p>
            <a:pPr>
              <a:buSzPct val="100000"/>
            </a:pPr>
            <a:r>
              <a:rPr lang="en-US" sz="1100">
                <a:solidFill>
                  <a:srgbClr val="575757"/>
                </a:solidFill>
                <a:latin typeface="Trebuchet MS" panose="020B0603020202020204" pitchFamily="34" charset="0"/>
              </a:rPr>
              <a:t>100+ doctors</a:t>
            </a:r>
          </a:p>
          <a:p>
            <a:pPr>
              <a:buSzPct val="100000"/>
            </a:pPr>
            <a:r>
              <a:rPr lang="en-US" sz="1100">
                <a:solidFill>
                  <a:srgbClr val="575757"/>
                </a:solidFill>
                <a:latin typeface="Trebuchet MS" panose="020B0603020202020204" pitchFamily="34" charset="0"/>
              </a:rPr>
              <a:t>&amp; experts</a:t>
            </a:r>
          </a:p>
          <a:p>
            <a:pPr>
              <a:buSzPct val="100000"/>
            </a:pPr>
            <a:endParaRPr lang="en-US" sz="1100">
              <a:solidFill>
                <a:srgbClr val="575757"/>
              </a:solidFill>
              <a:latin typeface="Trebuchet MS" panose="020B0603020202020204" pitchFamily="34" charset="0"/>
            </a:endParaRPr>
          </a:p>
          <a:p>
            <a:pPr>
              <a:buSzPct val="100000"/>
            </a:pPr>
            <a:endParaRPr lang="en-US" sz="1100">
              <a:solidFill>
                <a:srgbClr val="575757"/>
              </a:solidFill>
              <a:latin typeface="Trebuchet MS" panose="020B0603020202020204" pitchFamily="34" charset="0"/>
            </a:endParaRPr>
          </a:p>
        </p:txBody>
      </p:sp>
      <p:grpSp>
        <p:nvGrpSpPr>
          <p:cNvPr id="23" name="Group 22">
            <a:extLst>
              <a:ext uri="{FF2B5EF4-FFF2-40B4-BE49-F238E27FC236}">
                <a16:creationId xmlns:a16="http://schemas.microsoft.com/office/drawing/2014/main" id="{48F5BD1C-445D-4E1A-B679-84BBB6B8270F}"/>
              </a:ext>
            </a:extLst>
          </p:cNvPr>
          <p:cNvGrpSpPr>
            <a:grpSpLocks noChangeAspect="1"/>
          </p:cNvGrpSpPr>
          <p:nvPr/>
        </p:nvGrpSpPr>
        <p:grpSpPr>
          <a:xfrm>
            <a:off x="2935520" y="3245858"/>
            <a:ext cx="382938" cy="382569"/>
            <a:chOff x="5273675" y="2606675"/>
            <a:chExt cx="1646238" cy="1644650"/>
          </a:xfrm>
        </p:grpSpPr>
        <p:sp>
          <p:nvSpPr>
            <p:cNvPr id="24" name="AutoShape 3">
              <a:extLst>
                <a:ext uri="{FF2B5EF4-FFF2-40B4-BE49-F238E27FC236}">
                  <a16:creationId xmlns:a16="http://schemas.microsoft.com/office/drawing/2014/main" id="{D1651714-9BA1-456E-B950-47D6B7A3C252}"/>
                </a:ext>
              </a:extLst>
            </p:cNvPr>
            <p:cNvSpPr>
              <a:spLocks noChangeAspect="1" noChangeArrowheads="1" noTextEdit="1"/>
            </p:cNvSpPr>
            <p:nvPr/>
          </p:nvSpPr>
          <p:spPr bwMode="auto">
            <a:xfrm>
              <a:off x="5273675" y="2606675"/>
              <a:ext cx="164623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5" name="Group 24">
              <a:extLst>
                <a:ext uri="{FF2B5EF4-FFF2-40B4-BE49-F238E27FC236}">
                  <a16:creationId xmlns:a16="http://schemas.microsoft.com/office/drawing/2014/main" id="{0BB50857-8B5E-4DB2-9830-525771E6E7E9}"/>
                </a:ext>
              </a:extLst>
            </p:cNvPr>
            <p:cNvGrpSpPr/>
            <p:nvPr/>
          </p:nvGrpSpPr>
          <p:grpSpPr>
            <a:xfrm>
              <a:off x="5519738" y="2911475"/>
              <a:ext cx="1154113" cy="963613"/>
              <a:chOff x="5519738" y="2911475"/>
              <a:chExt cx="1154113" cy="963613"/>
            </a:xfrm>
          </p:grpSpPr>
          <p:sp>
            <p:nvSpPr>
              <p:cNvPr id="26" name="Freeform 25">
                <a:extLst>
                  <a:ext uri="{FF2B5EF4-FFF2-40B4-BE49-F238E27FC236}">
                    <a16:creationId xmlns:a16="http://schemas.microsoft.com/office/drawing/2014/main" id="{CE9A84C3-8ECE-4DCB-94B6-46A3B3679BA4}"/>
                  </a:ext>
                </a:extLst>
              </p:cNvPr>
              <p:cNvSpPr>
                <a:spLocks/>
              </p:cNvSpPr>
              <p:nvPr/>
            </p:nvSpPr>
            <p:spPr bwMode="auto">
              <a:xfrm>
                <a:off x="5605462" y="3319463"/>
                <a:ext cx="982662" cy="474662"/>
              </a:xfrm>
              <a:custGeom>
                <a:avLst/>
                <a:gdLst>
                  <a:gd name="connsiteX0" fmla="*/ 770723 w 982662"/>
                  <a:gd name="connsiteY0" fmla="*/ 255587 h 474662"/>
                  <a:gd name="connsiteX1" fmla="*/ 975526 w 982662"/>
                  <a:gd name="connsiteY1" fmla="*/ 255587 h 474662"/>
                  <a:gd name="connsiteX2" fmla="*/ 982662 w 982662"/>
                  <a:gd name="connsiteY2" fmla="*/ 262723 h 474662"/>
                  <a:gd name="connsiteX3" fmla="*/ 982662 w 982662"/>
                  <a:gd name="connsiteY3" fmla="*/ 467526 h 474662"/>
                  <a:gd name="connsiteX4" fmla="*/ 975526 w 982662"/>
                  <a:gd name="connsiteY4" fmla="*/ 474662 h 474662"/>
                  <a:gd name="connsiteX5" fmla="*/ 770723 w 982662"/>
                  <a:gd name="connsiteY5" fmla="*/ 474662 h 474662"/>
                  <a:gd name="connsiteX6" fmla="*/ 763587 w 982662"/>
                  <a:gd name="connsiteY6" fmla="*/ 467526 h 474662"/>
                  <a:gd name="connsiteX7" fmla="*/ 763587 w 982662"/>
                  <a:gd name="connsiteY7" fmla="*/ 262723 h 474662"/>
                  <a:gd name="connsiteX8" fmla="*/ 770723 w 982662"/>
                  <a:gd name="connsiteY8" fmla="*/ 255587 h 474662"/>
                  <a:gd name="connsiteX9" fmla="*/ 516723 w 982662"/>
                  <a:gd name="connsiteY9" fmla="*/ 255587 h 474662"/>
                  <a:gd name="connsiteX10" fmla="*/ 721526 w 982662"/>
                  <a:gd name="connsiteY10" fmla="*/ 255587 h 474662"/>
                  <a:gd name="connsiteX11" fmla="*/ 728662 w 982662"/>
                  <a:gd name="connsiteY11" fmla="*/ 262723 h 474662"/>
                  <a:gd name="connsiteX12" fmla="*/ 728662 w 982662"/>
                  <a:gd name="connsiteY12" fmla="*/ 467526 h 474662"/>
                  <a:gd name="connsiteX13" fmla="*/ 721526 w 982662"/>
                  <a:gd name="connsiteY13" fmla="*/ 474662 h 474662"/>
                  <a:gd name="connsiteX14" fmla="*/ 516723 w 982662"/>
                  <a:gd name="connsiteY14" fmla="*/ 474662 h 474662"/>
                  <a:gd name="connsiteX15" fmla="*/ 509587 w 982662"/>
                  <a:gd name="connsiteY15" fmla="*/ 467526 h 474662"/>
                  <a:gd name="connsiteX16" fmla="*/ 509587 w 982662"/>
                  <a:gd name="connsiteY16" fmla="*/ 262723 h 474662"/>
                  <a:gd name="connsiteX17" fmla="*/ 516723 w 982662"/>
                  <a:gd name="connsiteY17" fmla="*/ 255587 h 474662"/>
                  <a:gd name="connsiteX18" fmla="*/ 261136 w 982662"/>
                  <a:gd name="connsiteY18" fmla="*/ 255587 h 474662"/>
                  <a:gd name="connsiteX19" fmla="*/ 465939 w 982662"/>
                  <a:gd name="connsiteY19" fmla="*/ 255587 h 474662"/>
                  <a:gd name="connsiteX20" fmla="*/ 473075 w 982662"/>
                  <a:gd name="connsiteY20" fmla="*/ 262723 h 474662"/>
                  <a:gd name="connsiteX21" fmla="*/ 473075 w 982662"/>
                  <a:gd name="connsiteY21" fmla="*/ 467526 h 474662"/>
                  <a:gd name="connsiteX22" fmla="*/ 465939 w 982662"/>
                  <a:gd name="connsiteY22" fmla="*/ 474662 h 474662"/>
                  <a:gd name="connsiteX23" fmla="*/ 261136 w 982662"/>
                  <a:gd name="connsiteY23" fmla="*/ 474662 h 474662"/>
                  <a:gd name="connsiteX24" fmla="*/ 254000 w 982662"/>
                  <a:gd name="connsiteY24" fmla="*/ 467526 h 474662"/>
                  <a:gd name="connsiteX25" fmla="*/ 254000 w 982662"/>
                  <a:gd name="connsiteY25" fmla="*/ 262723 h 474662"/>
                  <a:gd name="connsiteX26" fmla="*/ 261136 w 982662"/>
                  <a:gd name="connsiteY26" fmla="*/ 255587 h 474662"/>
                  <a:gd name="connsiteX27" fmla="*/ 7136 w 982662"/>
                  <a:gd name="connsiteY27" fmla="*/ 255587 h 474662"/>
                  <a:gd name="connsiteX28" fmla="*/ 211939 w 982662"/>
                  <a:gd name="connsiteY28" fmla="*/ 255587 h 474662"/>
                  <a:gd name="connsiteX29" fmla="*/ 219075 w 982662"/>
                  <a:gd name="connsiteY29" fmla="*/ 262723 h 474662"/>
                  <a:gd name="connsiteX30" fmla="*/ 219075 w 982662"/>
                  <a:gd name="connsiteY30" fmla="*/ 467526 h 474662"/>
                  <a:gd name="connsiteX31" fmla="*/ 211939 w 982662"/>
                  <a:gd name="connsiteY31" fmla="*/ 474662 h 474662"/>
                  <a:gd name="connsiteX32" fmla="*/ 7136 w 982662"/>
                  <a:gd name="connsiteY32" fmla="*/ 474662 h 474662"/>
                  <a:gd name="connsiteX33" fmla="*/ 0 w 982662"/>
                  <a:gd name="connsiteY33" fmla="*/ 467526 h 474662"/>
                  <a:gd name="connsiteX34" fmla="*/ 0 w 982662"/>
                  <a:gd name="connsiteY34" fmla="*/ 262723 h 474662"/>
                  <a:gd name="connsiteX35" fmla="*/ 7136 w 982662"/>
                  <a:gd name="connsiteY35" fmla="*/ 255587 h 474662"/>
                  <a:gd name="connsiteX36" fmla="*/ 770723 w 982662"/>
                  <a:gd name="connsiteY36" fmla="*/ 0 h 474662"/>
                  <a:gd name="connsiteX37" fmla="*/ 975526 w 982662"/>
                  <a:gd name="connsiteY37" fmla="*/ 0 h 474662"/>
                  <a:gd name="connsiteX38" fmla="*/ 982662 w 982662"/>
                  <a:gd name="connsiteY38" fmla="*/ 7108 h 474662"/>
                  <a:gd name="connsiteX39" fmla="*/ 982662 w 982662"/>
                  <a:gd name="connsiteY39" fmla="*/ 210381 h 474662"/>
                  <a:gd name="connsiteX40" fmla="*/ 975526 w 982662"/>
                  <a:gd name="connsiteY40" fmla="*/ 217488 h 474662"/>
                  <a:gd name="connsiteX41" fmla="*/ 770723 w 982662"/>
                  <a:gd name="connsiteY41" fmla="*/ 217488 h 474662"/>
                  <a:gd name="connsiteX42" fmla="*/ 763587 w 982662"/>
                  <a:gd name="connsiteY42" fmla="*/ 210381 h 474662"/>
                  <a:gd name="connsiteX43" fmla="*/ 763587 w 982662"/>
                  <a:gd name="connsiteY43" fmla="*/ 7108 h 474662"/>
                  <a:gd name="connsiteX44" fmla="*/ 770723 w 982662"/>
                  <a:gd name="connsiteY44" fmla="*/ 0 h 474662"/>
                  <a:gd name="connsiteX45" fmla="*/ 516723 w 982662"/>
                  <a:gd name="connsiteY45" fmla="*/ 0 h 474662"/>
                  <a:gd name="connsiteX46" fmla="*/ 721526 w 982662"/>
                  <a:gd name="connsiteY46" fmla="*/ 0 h 474662"/>
                  <a:gd name="connsiteX47" fmla="*/ 728662 w 982662"/>
                  <a:gd name="connsiteY47" fmla="*/ 7108 h 474662"/>
                  <a:gd name="connsiteX48" fmla="*/ 728662 w 982662"/>
                  <a:gd name="connsiteY48" fmla="*/ 210381 h 474662"/>
                  <a:gd name="connsiteX49" fmla="*/ 721526 w 982662"/>
                  <a:gd name="connsiteY49" fmla="*/ 217488 h 474662"/>
                  <a:gd name="connsiteX50" fmla="*/ 516723 w 982662"/>
                  <a:gd name="connsiteY50" fmla="*/ 217488 h 474662"/>
                  <a:gd name="connsiteX51" fmla="*/ 509587 w 982662"/>
                  <a:gd name="connsiteY51" fmla="*/ 210381 h 474662"/>
                  <a:gd name="connsiteX52" fmla="*/ 509587 w 982662"/>
                  <a:gd name="connsiteY52" fmla="*/ 7108 h 474662"/>
                  <a:gd name="connsiteX53" fmla="*/ 516723 w 982662"/>
                  <a:gd name="connsiteY53" fmla="*/ 0 h 474662"/>
                  <a:gd name="connsiteX54" fmla="*/ 261136 w 982662"/>
                  <a:gd name="connsiteY54" fmla="*/ 0 h 474662"/>
                  <a:gd name="connsiteX55" fmla="*/ 465939 w 982662"/>
                  <a:gd name="connsiteY55" fmla="*/ 0 h 474662"/>
                  <a:gd name="connsiteX56" fmla="*/ 473075 w 982662"/>
                  <a:gd name="connsiteY56" fmla="*/ 7108 h 474662"/>
                  <a:gd name="connsiteX57" fmla="*/ 473075 w 982662"/>
                  <a:gd name="connsiteY57" fmla="*/ 210381 h 474662"/>
                  <a:gd name="connsiteX58" fmla="*/ 465939 w 982662"/>
                  <a:gd name="connsiteY58" fmla="*/ 217488 h 474662"/>
                  <a:gd name="connsiteX59" fmla="*/ 261136 w 982662"/>
                  <a:gd name="connsiteY59" fmla="*/ 217488 h 474662"/>
                  <a:gd name="connsiteX60" fmla="*/ 254000 w 982662"/>
                  <a:gd name="connsiteY60" fmla="*/ 210381 h 474662"/>
                  <a:gd name="connsiteX61" fmla="*/ 254000 w 982662"/>
                  <a:gd name="connsiteY61" fmla="*/ 7108 h 474662"/>
                  <a:gd name="connsiteX62" fmla="*/ 261136 w 982662"/>
                  <a:gd name="connsiteY62" fmla="*/ 0 h 474662"/>
                  <a:gd name="connsiteX63" fmla="*/ 7136 w 982662"/>
                  <a:gd name="connsiteY63" fmla="*/ 0 h 474662"/>
                  <a:gd name="connsiteX64" fmla="*/ 211939 w 982662"/>
                  <a:gd name="connsiteY64" fmla="*/ 0 h 474662"/>
                  <a:gd name="connsiteX65" fmla="*/ 219075 w 982662"/>
                  <a:gd name="connsiteY65" fmla="*/ 7108 h 474662"/>
                  <a:gd name="connsiteX66" fmla="*/ 219075 w 982662"/>
                  <a:gd name="connsiteY66" fmla="*/ 210381 h 474662"/>
                  <a:gd name="connsiteX67" fmla="*/ 211939 w 982662"/>
                  <a:gd name="connsiteY67" fmla="*/ 217488 h 474662"/>
                  <a:gd name="connsiteX68" fmla="*/ 7136 w 982662"/>
                  <a:gd name="connsiteY68" fmla="*/ 217488 h 474662"/>
                  <a:gd name="connsiteX69" fmla="*/ 0 w 982662"/>
                  <a:gd name="connsiteY69" fmla="*/ 210381 h 474662"/>
                  <a:gd name="connsiteX70" fmla="*/ 0 w 982662"/>
                  <a:gd name="connsiteY70" fmla="*/ 7108 h 474662"/>
                  <a:gd name="connsiteX71" fmla="*/ 7136 w 982662"/>
                  <a:gd name="connsiteY71" fmla="*/ 0 h 474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982662" h="474662">
                    <a:moveTo>
                      <a:pt x="770723" y="255587"/>
                    </a:moveTo>
                    <a:cubicBezTo>
                      <a:pt x="770723" y="255587"/>
                      <a:pt x="770723" y="255587"/>
                      <a:pt x="975526" y="255587"/>
                    </a:cubicBezTo>
                    <a:cubicBezTo>
                      <a:pt x="979808" y="255587"/>
                      <a:pt x="982662" y="258442"/>
                      <a:pt x="982662" y="262723"/>
                    </a:cubicBezTo>
                    <a:cubicBezTo>
                      <a:pt x="982662" y="262723"/>
                      <a:pt x="982662" y="262723"/>
                      <a:pt x="982662" y="467526"/>
                    </a:cubicBezTo>
                    <a:cubicBezTo>
                      <a:pt x="982662" y="471094"/>
                      <a:pt x="979808" y="474662"/>
                      <a:pt x="975526" y="474662"/>
                    </a:cubicBezTo>
                    <a:cubicBezTo>
                      <a:pt x="975526" y="474662"/>
                      <a:pt x="975526" y="474662"/>
                      <a:pt x="770723" y="474662"/>
                    </a:cubicBezTo>
                    <a:cubicBezTo>
                      <a:pt x="767155" y="474662"/>
                      <a:pt x="763587" y="471094"/>
                      <a:pt x="763587" y="467526"/>
                    </a:cubicBezTo>
                    <a:cubicBezTo>
                      <a:pt x="763587" y="467526"/>
                      <a:pt x="763587" y="467526"/>
                      <a:pt x="763587" y="262723"/>
                    </a:cubicBezTo>
                    <a:cubicBezTo>
                      <a:pt x="763587" y="258442"/>
                      <a:pt x="767155" y="255587"/>
                      <a:pt x="770723" y="255587"/>
                    </a:cubicBezTo>
                    <a:close/>
                    <a:moveTo>
                      <a:pt x="516723" y="255587"/>
                    </a:moveTo>
                    <a:cubicBezTo>
                      <a:pt x="516723" y="255587"/>
                      <a:pt x="516723" y="255587"/>
                      <a:pt x="721526" y="255587"/>
                    </a:cubicBezTo>
                    <a:cubicBezTo>
                      <a:pt x="725094" y="255587"/>
                      <a:pt x="728662" y="258442"/>
                      <a:pt x="728662" y="262723"/>
                    </a:cubicBezTo>
                    <a:cubicBezTo>
                      <a:pt x="728662" y="262723"/>
                      <a:pt x="728662" y="262723"/>
                      <a:pt x="728662" y="467526"/>
                    </a:cubicBezTo>
                    <a:cubicBezTo>
                      <a:pt x="728662" y="471094"/>
                      <a:pt x="725094" y="474662"/>
                      <a:pt x="721526" y="474662"/>
                    </a:cubicBezTo>
                    <a:cubicBezTo>
                      <a:pt x="721526" y="474662"/>
                      <a:pt x="721526" y="474662"/>
                      <a:pt x="516723" y="474662"/>
                    </a:cubicBezTo>
                    <a:cubicBezTo>
                      <a:pt x="512442" y="474662"/>
                      <a:pt x="509587" y="471094"/>
                      <a:pt x="509587" y="467526"/>
                    </a:cubicBezTo>
                    <a:cubicBezTo>
                      <a:pt x="509587" y="467526"/>
                      <a:pt x="509587" y="467526"/>
                      <a:pt x="509587" y="262723"/>
                    </a:cubicBezTo>
                    <a:cubicBezTo>
                      <a:pt x="509587" y="258442"/>
                      <a:pt x="512442" y="255587"/>
                      <a:pt x="516723" y="255587"/>
                    </a:cubicBezTo>
                    <a:close/>
                    <a:moveTo>
                      <a:pt x="261136" y="255587"/>
                    </a:moveTo>
                    <a:cubicBezTo>
                      <a:pt x="261136" y="255587"/>
                      <a:pt x="261136" y="255587"/>
                      <a:pt x="465939" y="255587"/>
                    </a:cubicBezTo>
                    <a:cubicBezTo>
                      <a:pt x="470220" y="255587"/>
                      <a:pt x="473075" y="258442"/>
                      <a:pt x="473075" y="262723"/>
                    </a:cubicBezTo>
                    <a:cubicBezTo>
                      <a:pt x="473075" y="262723"/>
                      <a:pt x="473075" y="262723"/>
                      <a:pt x="473075" y="467526"/>
                    </a:cubicBezTo>
                    <a:cubicBezTo>
                      <a:pt x="473075" y="471094"/>
                      <a:pt x="470220" y="474662"/>
                      <a:pt x="465939" y="474662"/>
                    </a:cubicBezTo>
                    <a:cubicBezTo>
                      <a:pt x="465939" y="474662"/>
                      <a:pt x="465939" y="474662"/>
                      <a:pt x="261136" y="474662"/>
                    </a:cubicBezTo>
                    <a:cubicBezTo>
                      <a:pt x="257568" y="474662"/>
                      <a:pt x="254000" y="471094"/>
                      <a:pt x="254000" y="467526"/>
                    </a:cubicBezTo>
                    <a:cubicBezTo>
                      <a:pt x="254000" y="467526"/>
                      <a:pt x="254000" y="467526"/>
                      <a:pt x="254000" y="262723"/>
                    </a:cubicBezTo>
                    <a:cubicBezTo>
                      <a:pt x="254000" y="258442"/>
                      <a:pt x="257568" y="255587"/>
                      <a:pt x="261136" y="255587"/>
                    </a:cubicBezTo>
                    <a:close/>
                    <a:moveTo>
                      <a:pt x="7136" y="255587"/>
                    </a:moveTo>
                    <a:cubicBezTo>
                      <a:pt x="7136" y="255587"/>
                      <a:pt x="7136" y="255587"/>
                      <a:pt x="211939" y="255587"/>
                    </a:cubicBezTo>
                    <a:cubicBezTo>
                      <a:pt x="215507" y="255587"/>
                      <a:pt x="219075" y="258442"/>
                      <a:pt x="219075" y="262723"/>
                    </a:cubicBezTo>
                    <a:cubicBezTo>
                      <a:pt x="219075" y="262723"/>
                      <a:pt x="219075" y="262723"/>
                      <a:pt x="219075" y="467526"/>
                    </a:cubicBezTo>
                    <a:cubicBezTo>
                      <a:pt x="219075" y="471094"/>
                      <a:pt x="215507" y="474662"/>
                      <a:pt x="211939" y="474662"/>
                    </a:cubicBezTo>
                    <a:cubicBezTo>
                      <a:pt x="211939" y="474662"/>
                      <a:pt x="211939" y="474662"/>
                      <a:pt x="7136" y="474662"/>
                    </a:cubicBezTo>
                    <a:cubicBezTo>
                      <a:pt x="2854" y="474662"/>
                      <a:pt x="0" y="471094"/>
                      <a:pt x="0" y="467526"/>
                    </a:cubicBezTo>
                    <a:cubicBezTo>
                      <a:pt x="0" y="467526"/>
                      <a:pt x="0" y="467526"/>
                      <a:pt x="0" y="262723"/>
                    </a:cubicBezTo>
                    <a:cubicBezTo>
                      <a:pt x="0" y="258442"/>
                      <a:pt x="2854" y="255587"/>
                      <a:pt x="7136" y="255587"/>
                    </a:cubicBezTo>
                    <a:close/>
                    <a:moveTo>
                      <a:pt x="770723" y="0"/>
                    </a:moveTo>
                    <a:cubicBezTo>
                      <a:pt x="770723" y="0"/>
                      <a:pt x="770723" y="0"/>
                      <a:pt x="975526" y="0"/>
                    </a:cubicBezTo>
                    <a:cubicBezTo>
                      <a:pt x="979808" y="0"/>
                      <a:pt x="982662" y="2843"/>
                      <a:pt x="982662" y="7108"/>
                    </a:cubicBezTo>
                    <a:cubicBezTo>
                      <a:pt x="982662" y="7108"/>
                      <a:pt x="982662" y="7108"/>
                      <a:pt x="982662" y="210381"/>
                    </a:cubicBezTo>
                    <a:cubicBezTo>
                      <a:pt x="982662" y="214645"/>
                      <a:pt x="979808" y="217488"/>
                      <a:pt x="975526" y="217488"/>
                    </a:cubicBezTo>
                    <a:cubicBezTo>
                      <a:pt x="975526" y="217488"/>
                      <a:pt x="975526" y="217488"/>
                      <a:pt x="770723" y="217488"/>
                    </a:cubicBezTo>
                    <a:cubicBezTo>
                      <a:pt x="767155" y="217488"/>
                      <a:pt x="763587" y="214645"/>
                      <a:pt x="763587" y="210381"/>
                    </a:cubicBezTo>
                    <a:cubicBezTo>
                      <a:pt x="763587" y="210381"/>
                      <a:pt x="763587" y="210381"/>
                      <a:pt x="763587" y="7108"/>
                    </a:cubicBezTo>
                    <a:cubicBezTo>
                      <a:pt x="763587" y="2843"/>
                      <a:pt x="767155" y="0"/>
                      <a:pt x="770723" y="0"/>
                    </a:cubicBezTo>
                    <a:close/>
                    <a:moveTo>
                      <a:pt x="516723" y="0"/>
                    </a:moveTo>
                    <a:cubicBezTo>
                      <a:pt x="516723" y="0"/>
                      <a:pt x="516723" y="0"/>
                      <a:pt x="721526" y="0"/>
                    </a:cubicBezTo>
                    <a:cubicBezTo>
                      <a:pt x="725094" y="0"/>
                      <a:pt x="728662" y="2843"/>
                      <a:pt x="728662" y="7108"/>
                    </a:cubicBezTo>
                    <a:cubicBezTo>
                      <a:pt x="728662" y="7108"/>
                      <a:pt x="728662" y="7108"/>
                      <a:pt x="728662" y="210381"/>
                    </a:cubicBezTo>
                    <a:cubicBezTo>
                      <a:pt x="728662" y="214645"/>
                      <a:pt x="725094" y="217488"/>
                      <a:pt x="721526" y="217488"/>
                    </a:cubicBezTo>
                    <a:cubicBezTo>
                      <a:pt x="721526" y="217488"/>
                      <a:pt x="721526" y="217488"/>
                      <a:pt x="516723" y="217488"/>
                    </a:cubicBezTo>
                    <a:cubicBezTo>
                      <a:pt x="512442" y="217488"/>
                      <a:pt x="509587" y="214645"/>
                      <a:pt x="509587" y="210381"/>
                    </a:cubicBezTo>
                    <a:cubicBezTo>
                      <a:pt x="509587" y="210381"/>
                      <a:pt x="509587" y="210381"/>
                      <a:pt x="509587" y="7108"/>
                    </a:cubicBezTo>
                    <a:cubicBezTo>
                      <a:pt x="509587" y="2843"/>
                      <a:pt x="512442" y="0"/>
                      <a:pt x="516723" y="0"/>
                    </a:cubicBezTo>
                    <a:close/>
                    <a:moveTo>
                      <a:pt x="261136" y="0"/>
                    </a:moveTo>
                    <a:cubicBezTo>
                      <a:pt x="261136" y="0"/>
                      <a:pt x="261136" y="0"/>
                      <a:pt x="465939" y="0"/>
                    </a:cubicBezTo>
                    <a:cubicBezTo>
                      <a:pt x="470220" y="0"/>
                      <a:pt x="473075" y="2843"/>
                      <a:pt x="473075" y="7108"/>
                    </a:cubicBezTo>
                    <a:cubicBezTo>
                      <a:pt x="473075" y="7108"/>
                      <a:pt x="473075" y="7108"/>
                      <a:pt x="473075" y="210381"/>
                    </a:cubicBezTo>
                    <a:cubicBezTo>
                      <a:pt x="473075" y="214645"/>
                      <a:pt x="470220" y="217488"/>
                      <a:pt x="465939" y="217488"/>
                    </a:cubicBezTo>
                    <a:cubicBezTo>
                      <a:pt x="465939" y="217488"/>
                      <a:pt x="465939" y="217488"/>
                      <a:pt x="261136" y="217488"/>
                    </a:cubicBezTo>
                    <a:cubicBezTo>
                      <a:pt x="257568" y="217488"/>
                      <a:pt x="254000" y="214645"/>
                      <a:pt x="254000" y="210381"/>
                    </a:cubicBezTo>
                    <a:cubicBezTo>
                      <a:pt x="254000" y="210381"/>
                      <a:pt x="254000" y="210381"/>
                      <a:pt x="254000" y="7108"/>
                    </a:cubicBezTo>
                    <a:cubicBezTo>
                      <a:pt x="254000" y="2843"/>
                      <a:pt x="257568" y="0"/>
                      <a:pt x="261136" y="0"/>
                    </a:cubicBezTo>
                    <a:close/>
                    <a:moveTo>
                      <a:pt x="7136" y="0"/>
                    </a:moveTo>
                    <a:cubicBezTo>
                      <a:pt x="7136" y="0"/>
                      <a:pt x="7136" y="0"/>
                      <a:pt x="211939" y="0"/>
                    </a:cubicBezTo>
                    <a:cubicBezTo>
                      <a:pt x="215507" y="0"/>
                      <a:pt x="219075" y="2843"/>
                      <a:pt x="219075" y="7108"/>
                    </a:cubicBezTo>
                    <a:cubicBezTo>
                      <a:pt x="219075" y="7108"/>
                      <a:pt x="219075" y="7108"/>
                      <a:pt x="219075" y="210381"/>
                    </a:cubicBezTo>
                    <a:cubicBezTo>
                      <a:pt x="219075" y="214645"/>
                      <a:pt x="215507" y="217488"/>
                      <a:pt x="211939" y="217488"/>
                    </a:cubicBezTo>
                    <a:cubicBezTo>
                      <a:pt x="211939" y="217488"/>
                      <a:pt x="211939" y="217488"/>
                      <a:pt x="7136" y="217488"/>
                    </a:cubicBezTo>
                    <a:cubicBezTo>
                      <a:pt x="2854" y="217488"/>
                      <a:pt x="0" y="214645"/>
                      <a:pt x="0" y="210381"/>
                    </a:cubicBezTo>
                    <a:cubicBezTo>
                      <a:pt x="0" y="210381"/>
                      <a:pt x="0" y="210381"/>
                      <a:pt x="0" y="7108"/>
                    </a:cubicBezTo>
                    <a:cubicBezTo>
                      <a:pt x="0" y="2843"/>
                      <a:pt x="2854" y="0"/>
                      <a:pt x="7136" y="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27" name="Freeform 24">
                <a:extLst>
                  <a:ext uri="{FF2B5EF4-FFF2-40B4-BE49-F238E27FC236}">
                    <a16:creationId xmlns:a16="http://schemas.microsoft.com/office/drawing/2014/main" id="{5D761E0C-D823-4E01-98C2-31DB304D8D28}"/>
                  </a:ext>
                </a:extLst>
              </p:cNvPr>
              <p:cNvSpPr>
                <a:spLocks/>
              </p:cNvSpPr>
              <p:nvPr/>
            </p:nvSpPr>
            <p:spPr bwMode="auto">
              <a:xfrm>
                <a:off x="5519738" y="2911475"/>
                <a:ext cx="1154113" cy="963613"/>
              </a:xfrm>
              <a:custGeom>
                <a:avLst/>
                <a:gdLst>
                  <a:gd name="connsiteX0" fmla="*/ 92866 w 1154113"/>
                  <a:gd name="connsiteY0" fmla="*/ 150813 h 963613"/>
                  <a:gd name="connsiteX1" fmla="*/ 163567 w 1154113"/>
                  <a:gd name="connsiteY1" fmla="*/ 150813 h 963613"/>
                  <a:gd name="connsiteX2" fmla="*/ 163567 w 1154113"/>
                  <a:gd name="connsiteY2" fmla="*/ 211469 h 963613"/>
                  <a:gd name="connsiteX3" fmla="*/ 179278 w 1154113"/>
                  <a:gd name="connsiteY3" fmla="*/ 227168 h 963613"/>
                  <a:gd name="connsiteX4" fmla="*/ 320678 w 1154113"/>
                  <a:gd name="connsiteY4" fmla="*/ 227168 h 963613"/>
                  <a:gd name="connsiteX5" fmla="*/ 336390 w 1154113"/>
                  <a:gd name="connsiteY5" fmla="*/ 211469 h 963613"/>
                  <a:gd name="connsiteX6" fmla="*/ 336390 w 1154113"/>
                  <a:gd name="connsiteY6" fmla="*/ 150813 h 963613"/>
                  <a:gd name="connsiteX7" fmla="*/ 817723 w 1154113"/>
                  <a:gd name="connsiteY7" fmla="*/ 150813 h 963613"/>
                  <a:gd name="connsiteX8" fmla="*/ 817723 w 1154113"/>
                  <a:gd name="connsiteY8" fmla="*/ 211469 h 963613"/>
                  <a:gd name="connsiteX9" fmla="*/ 833434 w 1154113"/>
                  <a:gd name="connsiteY9" fmla="*/ 227168 h 963613"/>
                  <a:gd name="connsiteX10" fmla="*/ 974835 w 1154113"/>
                  <a:gd name="connsiteY10" fmla="*/ 227168 h 963613"/>
                  <a:gd name="connsiteX11" fmla="*/ 990546 w 1154113"/>
                  <a:gd name="connsiteY11" fmla="*/ 211469 h 963613"/>
                  <a:gd name="connsiteX12" fmla="*/ 990546 w 1154113"/>
                  <a:gd name="connsiteY12" fmla="*/ 150813 h 963613"/>
                  <a:gd name="connsiteX13" fmla="*/ 1061247 w 1154113"/>
                  <a:gd name="connsiteY13" fmla="*/ 150813 h 963613"/>
                  <a:gd name="connsiteX14" fmla="*/ 1068388 w 1154113"/>
                  <a:gd name="connsiteY14" fmla="*/ 157949 h 963613"/>
                  <a:gd name="connsiteX15" fmla="*/ 1068388 w 1154113"/>
                  <a:gd name="connsiteY15" fmla="*/ 362752 h 963613"/>
                  <a:gd name="connsiteX16" fmla="*/ 1061247 w 1154113"/>
                  <a:gd name="connsiteY16" fmla="*/ 369888 h 963613"/>
                  <a:gd name="connsiteX17" fmla="*/ 92866 w 1154113"/>
                  <a:gd name="connsiteY17" fmla="*/ 369888 h 963613"/>
                  <a:gd name="connsiteX18" fmla="*/ 85725 w 1154113"/>
                  <a:gd name="connsiteY18" fmla="*/ 362752 h 963613"/>
                  <a:gd name="connsiteX19" fmla="*/ 85725 w 1154113"/>
                  <a:gd name="connsiteY19" fmla="*/ 157949 h 963613"/>
                  <a:gd name="connsiteX20" fmla="*/ 92866 w 1154113"/>
                  <a:gd name="connsiteY20" fmla="*/ 150813 h 963613"/>
                  <a:gd name="connsiteX21" fmla="*/ 336550 w 1154113"/>
                  <a:gd name="connsiteY21" fmla="*/ 71438 h 963613"/>
                  <a:gd name="connsiteX22" fmla="*/ 817563 w 1154113"/>
                  <a:gd name="connsiteY22" fmla="*/ 71438 h 963613"/>
                  <a:gd name="connsiteX23" fmla="*/ 817563 w 1154113"/>
                  <a:gd name="connsiteY23" fmla="*/ 101601 h 963613"/>
                  <a:gd name="connsiteX24" fmla="*/ 336550 w 1154113"/>
                  <a:gd name="connsiteY24" fmla="*/ 101601 h 963613"/>
                  <a:gd name="connsiteX25" fmla="*/ 15712 w 1154113"/>
                  <a:gd name="connsiteY25" fmla="*/ 71438 h 963613"/>
                  <a:gd name="connsiteX26" fmla="*/ 163547 w 1154113"/>
                  <a:gd name="connsiteY26" fmla="*/ 71438 h 963613"/>
                  <a:gd name="connsiteX27" fmla="*/ 163547 w 1154113"/>
                  <a:gd name="connsiteY27" fmla="*/ 102843 h 963613"/>
                  <a:gd name="connsiteX28" fmla="*/ 31424 w 1154113"/>
                  <a:gd name="connsiteY28" fmla="*/ 102843 h 963613"/>
                  <a:gd name="connsiteX29" fmla="*/ 31424 w 1154113"/>
                  <a:gd name="connsiteY29" fmla="*/ 932209 h 963613"/>
                  <a:gd name="connsiteX30" fmla="*/ 1122689 w 1154113"/>
                  <a:gd name="connsiteY30" fmla="*/ 932209 h 963613"/>
                  <a:gd name="connsiteX31" fmla="*/ 1122689 w 1154113"/>
                  <a:gd name="connsiteY31" fmla="*/ 102843 h 963613"/>
                  <a:gd name="connsiteX32" fmla="*/ 990566 w 1154113"/>
                  <a:gd name="connsiteY32" fmla="*/ 102843 h 963613"/>
                  <a:gd name="connsiteX33" fmla="*/ 990566 w 1154113"/>
                  <a:gd name="connsiteY33" fmla="*/ 71438 h 963613"/>
                  <a:gd name="connsiteX34" fmla="*/ 1138401 w 1154113"/>
                  <a:gd name="connsiteY34" fmla="*/ 71438 h 963613"/>
                  <a:gd name="connsiteX35" fmla="*/ 1154113 w 1154113"/>
                  <a:gd name="connsiteY35" fmla="*/ 87140 h 963613"/>
                  <a:gd name="connsiteX36" fmla="*/ 1154113 w 1154113"/>
                  <a:gd name="connsiteY36" fmla="*/ 947911 h 963613"/>
                  <a:gd name="connsiteX37" fmla="*/ 1138401 w 1154113"/>
                  <a:gd name="connsiteY37" fmla="*/ 963613 h 963613"/>
                  <a:gd name="connsiteX38" fmla="*/ 15712 w 1154113"/>
                  <a:gd name="connsiteY38" fmla="*/ 963613 h 963613"/>
                  <a:gd name="connsiteX39" fmla="*/ 0 w 1154113"/>
                  <a:gd name="connsiteY39" fmla="*/ 947911 h 963613"/>
                  <a:gd name="connsiteX40" fmla="*/ 0 w 1154113"/>
                  <a:gd name="connsiteY40" fmla="*/ 87140 h 963613"/>
                  <a:gd name="connsiteX41" fmla="*/ 15712 w 1154113"/>
                  <a:gd name="connsiteY41" fmla="*/ 71438 h 963613"/>
                  <a:gd name="connsiteX42" fmla="*/ 856425 w 1154113"/>
                  <a:gd name="connsiteY42" fmla="*/ 0 h 963613"/>
                  <a:gd name="connsiteX43" fmla="*/ 951737 w 1154113"/>
                  <a:gd name="connsiteY43" fmla="*/ 0 h 963613"/>
                  <a:gd name="connsiteX44" fmla="*/ 958850 w 1154113"/>
                  <a:gd name="connsiteY44" fmla="*/ 7153 h 963613"/>
                  <a:gd name="connsiteX45" fmla="*/ 958850 w 1154113"/>
                  <a:gd name="connsiteY45" fmla="*/ 70095 h 963613"/>
                  <a:gd name="connsiteX46" fmla="*/ 958850 w 1154113"/>
                  <a:gd name="connsiteY46" fmla="*/ 101565 h 963613"/>
                  <a:gd name="connsiteX47" fmla="*/ 958850 w 1154113"/>
                  <a:gd name="connsiteY47" fmla="*/ 150202 h 963613"/>
                  <a:gd name="connsiteX48" fmla="*/ 958850 w 1154113"/>
                  <a:gd name="connsiteY48" fmla="*/ 188111 h 963613"/>
                  <a:gd name="connsiteX49" fmla="*/ 951737 w 1154113"/>
                  <a:gd name="connsiteY49" fmla="*/ 195263 h 963613"/>
                  <a:gd name="connsiteX50" fmla="*/ 856425 w 1154113"/>
                  <a:gd name="connsiteY50" fmla="*/ 195263 h 963613"/>
                  <a:gd name="connsiteX51" fmla="*/ 849312 w 1154113"/>
                  <a:gd name="connsiteY51" fmla="*/ 188111 h 963613"/>
                  <a:gd name="connsiteX52" fmla="*/ 849312 w 1154113"/>
                  <a:gd name="connsiteY52" fmla="*/ 150202 h 963613"/>
                  <a:gd name="connsiteX53" fmla="*/ 849312 w 1154113"/>
                  <a:gd name="connsiteY53" fmla="*/ 101565 h 963613"/>
                  <a:gd name="connsiteX54" fmla="*/ 849312 w 1154113"/>
                  <a:gd name="connsiteY54" fmla="*/ 70095 h 963613"/>
                  <a:gd name="connsiteX55" fmla="*/ 849312 w 1154113"/>
                  <a:gd name="connsiteY55" fmla="*/ 7153 h 963613"/>
                  <a:gd name="connsiteX56" fmla="*/ 856425 w 1154113"/>
                  <a:gd name="connsiteY56" fmla="*/ 0 h 963613"/>
                  <a:gd name="connsiteX57" fmla="*/ 202375 w 1154113"/>
                  <a:gd name="connsiteY57" fmla="*/ 0 h 963613"/>
                  <a:gd name="connsiteX58" fmla="*/ 297687 w 1154113"/>
                  <a:gd name="connsiteY58" fmla="*/ 0 h 963613"/>
                  <a:gd name="connsiteX59" fmla="*/ 304800 w 1154113"/>
                  <a:gd name="connsiteY59" fmla="*/ 7153 h 963613"/>
                  <a:gd name="connsiteX60" fmla="*/ 304800 w 1154113"/>
                  <a:gd name="connsiteY60" fmla="*/ 70095 h 963613"/>
                  <a:gd name="connsiteX61" fmla="*/ 304800 w 1154113"/>
                  <a:gd name="connsiteY61" fmla="*/ 101565 h 963613"/>
                  <a:gd name="connsiteX62" fmla="*/ 304800 w 1154113"/>
                  <a:gd name="connsiteY62" fmla="*/ 150202 h 963613"/>
                  <a:gd name="connsiteX63" fmla="*/ 304800 w 1154113"/>
                  <a:gd name="connsiteY63" fmla="*/ 188111 h 963613"/>
                  <a:gd name="connsiteX64" fmla="*/ 297687 w 1154113"/>
                  <a:gd name="connsiteY64" fmla="*/ 195263 h 963613"/>
                  <a:gd name="connsiteX65" fmla="*/ 202375 w 1154113"/>
                  <a:gd name="connsiteY65" fmla="*/ 195263 h 963613"/>
                  <a:gd name="connsiteX66" fmla="*/ 195262 w 1154113"/>
                  <a:gd name="connsiteY66" fmla="*/ 188111 h 963613"/>
                  <a:gd name="connsiteX67" fmla="*/ 195262 w 1154113"/>
                  <a:gd name="connsiteY67" fmla="*/ 150202 h 963613"/>
                  <a:gd name="connsiteX68" fmla="*/ 195262 w 1154113"/>
                  <a:gd name="connsiteY68" fmla="*/ 101565 h 963613"/>
                  <a:gd name="connsiteX69" fmla="*/ 195262 w 1154113"/>
                  <a:gd name="connsiteY69" fmla="*/ 70095 h 963613"/>
                  <a:gd name="connsiteX70" fmla="*/ 195262 w 1154113"/>
                  <a:gd name="connsiteY70" fmla="*/ 7153 h 963613"/>
                  <a:gd name="connsiteX71" fmla="*/ 202375 w 1154113"/>
                  <a:gd name="connsiteY71" fmla="*/ 0 h 963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154113" h="963613">
                    <a:moveTo>
                      <a:pt x="92866" y="150813"/>
                    </a:moveTo>
                    <a:cubicBezTo>
                      <a:pt x="92866" y="150813"/>
                      <a:pt x="92866" y="150813"/>
                      <a:pt x="163567" y="150813"/>
                    </a:cubicBezTo>
                    <a:lnTo>
                      <a:pt x="163567" y="211469"/>
                    </a:lnTo>
                    <a:cubicBezTo>
                      <a:pt x="163567" y="220032"/>
                      <a:pt x="170708" y="227168"/>
                      <a:pt x="179278" y="227168"/>
                    </a:cubicBezTo>
                    <a:cubicBezTo>
                      <a:pt x="179278" y="227168"/>
                      <a:pt x="179278" y="227168"/>
                      <a:pt x="320678" y="227168"/>
                    </a:cubicBezTo>
                    <a:cubicBezTo>
                      <a:pt x="329248" y="227168"/>
                      <a:pt x="336390" y="220032"/>
                      <a:pt x="336390" y="211469"/>
                    </a:cubicBezTo>
                    <a:cubicBezTo>
                      <a:pt x="336390" y="211469"/>
                      <a:pt x="336390" y="211469"/>
                      <a:pt x="336390" y="150813"/>
                    </a:cubicBezTo>
                    <a:cubicBezTo>
                      <a:pt x="336390" y="150813"/>
                      <a:pt x="336390" y="150813"/>
                      <a:pt x="817723" y="150813"/>
                    </a:cubicBezTo>
                    <a:cubicBezTo>
                      <a:pt x="817723" y="150813"/>
                      <a:pt x="817723" y="150813"/>
                      <a:pt x="817723" y="211469"/>
                    </a:cubicBezTo>
                    <a:cubicBezTo>
                      <a:pt x="817723" y="220032"/>
                      <a:pt x="824864" y="227168"/>
                      <a:pt x="833434" y="227168"/>
                    </a:cubicBezTo>
                    <a:cubicBezTo>
                      <a:pt x="833434" y="227168"/>
                      <a:pt x="833434" y="227168"/>
                      <a:pt x="974835" y="227168"/>
                    </a:cubicBezTo>
                    <a:cubicBezTo>
                      <a:pt x="983405" y="227168"/>
                      <a:pt x="990546" y="220032"/>
                      <a:pt x="990546" y="211469"/>
                    </a:cubicBezTo>
                    <a:cubicBezTo>
                      <a:pt x="990546" y="211469"/>
                      <a:pt x="990546" y="211469"/>
                      <a:pt x="990546" y="150813"/>
                    </a:cubicBezTo>
                    <a:cubicBezTo>
                      <a:pt x="990546" y="150813"/>
                      <a:pt x="990546" y="150813"/>
                      <a:pt x="1061247" y="150813"/>
                    </a:cubicBezTo>
                    <a:cubicBezTo>
                      <a:pt x="1065532" y="150813"/>
                      <a:pt x="1068388" y="154381"/>
                      <a:pt x="1068388" y="157949"/>
                    </a:cubicBezTo>
                    <a:cubicBezTo>
                      <a:pt x="1068388" y="157949"/>
                      <a:pt x="1068388" y="157949"/>
                      <a:pt x="1068388" y="362752"/>
                    </a:cubicBezTo>
                    <a:cubicBezTo>
                      <a:pt x="1068388" y="367034"/>
                      <a:pt x="1065532" y="369888"/>
                      <a:pt x="1061247" y="369888"/>
                    </a:cubicBezTo>
                    <a:cubicBezTo>
                      <a:pt x="1061247" y="369888"/>
                      <a:pt x="1061247" y="369888"/>
                      <a:pt x="92866" y="369888"/>
                    </a:cubicBezTo>
                    <a:cubicBezTo>
                      <a:pt x="88581" y="369888"/>
                      <a:pt x="85725" y="367034"/>
                      <a:pt x="85725" y="362752"/>
                    </a:cubicBezTo>
                    <a:cubicBezTo>
                      <a:pt x="85725" y="362752"/>
                      <a:pt x="85725" y="362752"/>
                      <a:pt x="85725" y="157949"/>
                    </a:cubicBezTo>
                    <a:cubicBezTo>
                      <a:pt x="85725" y="154381"/>
                      <a:pt x="88581" y="150813"/>
                      <a:pt x="92866" y="150813"/>
                    </a:cubicBezTo>
                    <a:close/>
                    <a:moveTo>
                      <a:pt x="336550" y="71438"/>
                    </a:moveTo>
                    <a:lnTo>
                      <a:pt x="817563" y="71438"/>
                    </a:lnTo>
                    <a:lnTo>
                      <a:pt x="817563" y="101601"/>
                    </a:lnTo>
                    <a:lnTo>
                      <a:pt x="336550" y="101601"/>
                    </a:lnTo>
                    <a:close/>
                    <a:moveTo>
                      <a:pt x="15712" y="71438"/>
                    </a:moveTo>
                    <a:cubicBezTo>
                      <a:pt x="15712" y="71438"/>
                      <a:pt x="15712" y="71438"/>
                      <a:pt x="163547" y="71438"/>
                    </a:cubicBezTo>
                    <a:cubicBezTo>
                      <a:pt x="163547" y="71438"/>
                      <a:pt x="163547" y="71438"/>
                      <a:pt x="163547" y="102843"/>
                    </a:cubicBezTo>
                    <a:cubicBezTo>
                      <a:pt x="163547" y="102843"/>
                      <a:pt x="163547" y="102843"/>
                      <a:pt x="31424" y="102843"/>
                    </a:cubicBezTo>
                    <a:cubicBezTo>
                      <a:pt x="31424" y="102843"/>
                      <a:pt x="31424" y="102843"/>
                      <a:pt x="31424" y="932209"/>
                    </a:cubicBezTo>
                    <a:cubicBezTo>
                      <a:pt x="31424" y="932209"/>
                      <a:pt x="31424" y="932209"/>
                      <a:pt x="1122689" y="932209"/>
                    </a:cubicBezTo>
                    <a:cubicBezTo>
                      <a:pt x="1122689" y="932209"/>
                      <a:pt x="1122689" y="932209"/>
                      <a:pt x="1122689" y="102843"/>
                    </a:cubicBezTo>
                    <a:cubicBezTo>
                      <a:pt x="1122689" y="102843"/>
                      <a:pt x="1122689" y="102843"/>
                      <a:pt x="990566" y="102843"/>
                    </a:cubicBezTo>
                    <a:cubicBezTo>
                      <a:pt x="990566" y="102843"/>
                      <a:pt x="990566" y="102843"/>
                      <a:pt x="990566" y="71438"/>
                    </a:cubicBezTo>
                    <a:cubicBezTo>
                      <a:pt x="990566" y="71438"/>
                      <a:pt x="990566" y="71438"/>
                      <a:pt x="1138401" y="71438"/>
                    </a:cubicBezTo>
                    <a:cubicBezTo>
                      <a:pt x="1146971" y="71438"/>
                      <a:pt x="1154113" y="78576"/>
                      <a:pt x="1154113" y="87140"/>
                    </a:cubicBezTo>
                    <a:cubicBezTo>
                      <a:pt x="1154113" y="87140"/>
                      <a:pt x="1154113" y="87140"/>
                      <a:pt x="1154113" y="947911"/>
                    </a:cubicBezTo>
                    <a:cubicBezTo>
                      <a:pt x="1154113" y="956476"/>
                      <a:pt x="1146971" y="963613"/>
                      <a:pt x="1138401" y="963613"/>
                    </a:cubicBezTo>
                    <a:cubicBezTo>
                      <a:pt x="1138401" y="963613"/>
                      <a:pt x="1138401" y="963613"/>
                      <a:pt x="15712" y="963613"/>
                    </a:cubicBezTo>
                    <a:cubicBezTo>
                      <a:pt x="7142" y="963613"/>
                      <a:pt x="0" y="956476"/>
                      <a:pt x="0" y="947911"/>
                    </a:cubicBezTo>
                    <a:cubicBezTo>
                      <a:pt x="0" y="947911"/>
                      <a:pt x="0" y="947911"/>
                      <a:pt x="0" y="87140"/>
                    </a:cubicBezTo>
                    <a:cubicBezTo>
                      <a:pt x="0" y="78576"/>
                      <a:pt x="7142" y="71438"/>
                      <a:pt x="15712" y="71438"/>
                    </a:cubicBezTo>
                    <a:close/>
                    <a:moveTo>
                      <a:pt x="856425" y="0"/>
                    </a:moveTo>
                    <a:cubicBezTo>
                      <a:pt x="856425" y="0"/>
                      <a:pt x="856425" y="0"/>
                      <a:pt x="951737" y="0"/>
                    </a:cubicBezTo>
                    <a:cubicBezTo>
                      <a:pt x="955294" y="0"/>
                      <a:pt x="958850" y="3576"/>
                      <a:pt x="958850" y="7153"/>
                    </a:cubicBezTo>
                    <a:cubicBezTo>
                      <a:pt x="958850" y="7153"/>
                      <a:pt x="958850" y="7153"/>
                      <a:pt x="958850" y="70095"/>
                    </a:cubicBezTo>
                    <a:cubicBezTo>
                      <a:pt x="958850" y="70095"/>
                      <a:pt x="958850" y="70095"/>
                      <a:pt x="958850" y="101565"/>
                    </a:cubicBezTo>
                    <a:cubicBezTo>
                      <a:pt x="958850" y="101565"/>
                      <a:pt x="958850" y="101565"/>
                      <a:pt x="958850" y="150202"/>
                    </a:cubicBezTo>
                    <a:cubicBezTo>
                      <a:pt x="958850" y="150202"/>
                      <a:pt x="958850" y="150202"/>
                      <a:pt x="958850" y="188111"/>
                    </a:cubicBezTo>
                    <a:cubicBezTo>
                      <a:pt x="958850" y="192402"/>
                      <a:pt x="955294" y="195263"/>
                      <a:pt x="951737" y="195263"/>
                    </a:cubicBezTo>
                    <a:cubicBezTo>
                      <a:pt x="951737" y="195263"/>
                      <a:pt x="951737" y="195263"/>
                      <a:pt x="856425" y="195263"/>
                    </a:cubicBezTo>
                    <a:cubicBezTo>
                      <a:pt x="852869" y="195263"/>
                      <a:pt x="849312" y="192402"/>
                      <a:pt x="849312" y="188111"/>
                    </a:cubicBezTo>
                    <a:cubicBezTo>
                      <a:pt x="849312" y="188111"/>
                      <a:pt x="849312" y="188111"/>
                      <a:pt x="849312" y="150202"/>
                    </a:cubicBezTo>
                    <a:cubicBezTo>
                      <a:pt x="849312" y="150202"/>
                      <a:pt x="849312" y="150202"/>
                      <a:pt x="849312" y="101565"/>
                    </a:cubicBezTo>
                    <a:cubicBezTo>
                      <a:pt x="849312" y="101565"/>
                      <a:pt x="849312" y="101565"/>
                      <a:pt x="849312" y="70095"/>
                    </a:cubicBezTo>
                    <a:cubicBezTo>
                      <a:pt x="849312" y="70095"/>
                      <a:pt x="849312" y="70095"/>
                      <a:pt x="849312" y="7153"/>
                    </a:cubicBezTo>
                    <a:cubicBezTo>
                      <a:pt x="849312" y="3576"/>
                      <a:pt x="852869" y="0"/>
                      <a:pt x="856425" y="0"/>
                    </a:cubicBezTo>
                    <a:close/>
                    <a:moveTo>
                      <a:pt x="202375" y="0"/>
                    </a:moveTo>
                    <a:cubicBezTo>
                      <a:pt x="202375" y="0"/>
                      <a:pt x="202375" y="0"/>
                      <a:pt x="297687" y="0"/>
                    </a:cubicBezTo>
                    <a:cubicBezTo>
                      <a:pt x="301243" y="0"/>
                      <a:pt x="304800" y="3576"/>
                      <a:pt x="304800" y="7153"/>
                    </a:cubicBezTo>
                    <a:cubicBezTo>
                      <a:pt x="304800" y="7153"/>
                      <a:pt x="304800" y="7153"/>
                      <a:pt x="304800" y="70095"/>
                    </a:cubicBezTo>
                    <a:cubicBezTo>
                      <a:pt x="304800" y="70095"/>
                      <a:pt x="304800" y="70095"/>
                      <a:pt x="304800" y="101565"/>
                    </a:cubicBezTo>
                    <a:cubicBezTo>
                      <a:pt x="304800" y="101565"/>
                      <a:pt x="304800" y="101565"/>
                      <a:pt x="304800" y="150202"/>
                    </a:cubicBezTo>
                    <a:cubicBezTo>
                      <a:pt x="304800" y="150202"/>
                      <a:pt x="304800" y="150202"/>
                      <a:pt x="304800" y="188111"/>
                    </a:cubicBezTo>
                    <a:cubicBezTo>
                      <a:pt x="304800" y="192402"/>
                      <a:pt x="301243" y="195263"/>
                      <a:pt x="297687" y="195263"/>
                    </a:cubicBezTo>
                    <a:cubicBezTo>
                      <a:pt x="297687" y="195263"/>
                      <a:pt x="297687" y="195263"/>
                      <a:pt x="202375" y="195263"/>
                    </a:cubicBezTo>
                    <a:cubicBezTo>
                      <a:pt x="198818" y="195263"/>
                      <a:pt x="195262" y="192402"/>
                      <a:pt x="195262" y="188111"/>
                    </a:cubicBezTo>
                    <a:cubicBezTo>
                      <a:pt x="195262" y="188111"/>
                      <a:pt x="195262" y="188111"/>
                      <a:pt x="195262" y="150202"/>
                    </a:cubicBezTo>
                    <a:cubicBezTo>
                      <a:pt x="195262" y="150202"/>
                      <a:pt x="195262" y="150202"/>
                      <a:pt x="195262" y="101565"/>
                    </a:cubicBezTo>
                    <a:cubicBezTo>
                      <a:pt x="195262" y="101565"/>
                      <a:pt x="195262" y="101565"/>
                      <a:pt x="195262" y="70095"/>
                    </a:cubicBezTo>
                    <a:cubicBezTo>
                      <a:pt x="195262" y="70095"/>
                      <a:pt x="195262" y="70095"/>
                      <a:pt x="195262" y="7153"/>
                    </a:cubicBezTo>
                    <a:cubicBezTo>
                      <a:pt x="195262" y="3576"/>
                      <a:pt x="198818" y="0"/>
                      <a:pt x="202375"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grpSp>
        <p:nvGrpSpPr>
          <p:cNvPr id="28" name="Group 9">
            <a:extLst>
              <a:ext uri="{FF2B5EF4-FFF2-40B4-BE49-F238E27FC236}">
                <a16:creationId xmlns:a16="http://schemas.microsoft.com/office/drawing/2014/main" id="{F2A55A2C-9A39-4080-A232-9D472875C1E3}"/>
              </a:ext>
            </a:extLst>
          </p:cNvPr>
          <p:cNvGrpSpPr>
            <a:grpSpLocks noChangeAspect="1"/>
          </p:cNvGrpSpPr>
          <p:nvPr/>
        </p:nvGrpSpPr>
        <p:grpSpPr bwMode="auto">
          <a:xfrm>
            <a:off x="2936243" y="3611810"/>
            <a:ext cx="382215" cy="382569"/>
            <a:chOff x="1682" y="0"/>
            <a:chExt cx="4316" cy="4320"/>
          </a:xfrm>
        </p:grpSpPr>
        <p:sp>
          <p:nvSpPr>
            <p:cNvPr id="29" name="AutoShape 8">
              <a:extLst>
                <a:ext uri="{FF2B5EF4-FFF2-40B4-BE49-F238E27FC236}">
                  <a16:creationId xmlns:a16="http://schemas.microsoft.com/office/drawing/2014/main" id="{194146C7-D25D-48FF-B514-255ACEB692E9}"/>
                </a:ext>
              </a:extLst>
            </p:cNvPr>
            <p:cNvSpPr>
              <a:spLocks noChangeAspect="1" noChangeArrowheads="1" noTextEdit="1"/>
            </p:cNvSpPr>
            <p:nvPr/>
          </p:nvSpPr>
          <p:spPr bwMode="auto">
            <a:xfrm>
              <a:off x="1682" y="0"/>
              <a:ext cx="431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0">
              <a:extLst>
                <a:ext uri="{FF2B5EF4-FFF2-40B4-BE49-F238E27FC236}">
                  <a16:creationId xmlns:a16="http://schemas.microsoft.com/office/drawing/2014/main" id="{9360A67A-DAF9-4215-8D2C-43C68A542832}"/>
                </a:ext>
              </a:extLst>
            </p:cNvPr>
            <p:cNvSpPr>
              <a:spLocks/>
            </p:cNvSpPr>
            <p:nvPr/>
          </p:nvSpPr>
          <p:spPr bwMode="auto">
            <a:xfrm>
              <a:off x="3008" y="564"/>
              <a:ext cx="1727" cy="1313"/>
            </a:xfrm>
            <a:custGeom>
              <a:avLst/>
              <a:gdLst>
                <a:gd name="T0" fmla="*/ 890 w 922"/>
                <a:gd name="T1" fmla="*/ 537 h 700"/>
                <a:gd name="T2" fmla="*/ 922 w 922"/>
                <a:gd name="T3" fmla="*/ 635 h 700"/>
                <a:gd name="T4" fmla="*/ 786 w 922"/>
                <a:gd name="T5" fmla="*/ 675 h 700"/>
                <a:gd name="T6" fmla="*/ 244 w 922"/>
                <a:gd name="T7" fmla="*/ 354 h 700"/>
                <a:gd name="T8" fmla="*/ 201 w 922"/>
                <a:gd name="T9" fmla="*/ 380 h 700"/>
                <a:gd name="T10" fmla="*/ 25 w 922"/>
                <a:gd name="T11" fmla="*/ 638 h 700"/>
                <a:gd name="T12" fmla="*/ 0 w 922"/>
                <a:gd name="T13" fmla="*/ 452 h 700"/>
                <a:gd name="T14" fmla="*/ 446 w 922"/>
                <a:gd name="T15" fmla="*/ 0 h 700"/>
                <a:gd name="T16" fmla="*/ 892 w 922"/>
                <a:gd name="T17" fmla="*/ 452 h 700"/>
                <a:gd name="T18" fmla="*/ 890 w 922"/>
                <a:gd name="T19" fmla="*/ 537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2" h="700">
                  <a:moveTo>
                    <a:pt x="890" y="537"/>
                  </a:moveTo>
                  <a:cubicBezTo>
                    <a:pt x="888" y="561"/>
                    <a:pt x="896" y="597"/>
                    <a:pt x="922" y="635"/>
                  </a:cubicBezTo>
                  <a:cubicBezTo>
                    <a:pt x="922" y="635"/>
                    <a:pt x="830" y="700"/>
                    <a:pt x="786" y="675"/>
                  </a:cubicBezTo>
                  <a:cubicBezTo>
                    <a:pt x="735" y="647"/>
                    <a:pt x="523" y="353"/>
                    <a:pt x="244" y="354"/>
                  </a:cubicBezTo>
                  <a:cubicBezTo>
                    <a:pt x="244" y="354"/>
                    <a:pt x="214" y="371"/>
                    <a:pt x="201" y="380"/>
                  </a:cubicBezTo>
                  <a:cubicBezTo>
                    <a:pt x="75" y="465"/>
                    <a:pt x="69" y="677"/>
                    <a:pt x="25" y="638"/>
                  </a:cubicBezTo>
                  <a:cubicBezTo>
                    <a:pt x="9" y="618"/>
                    <a:pt x="0" y="507"/>
                    <a:pt x="0" y="452"/>
                  </a:cubicBezTo>
                  <a:cubicBezTo>
                    <a:pt x="0" y="202"/>
                    <a:pt x="194" y="0"/>
                    <a:pt x="446" y="0"/>
                  </a:cubicBezTo>
                  <a:cubicBezTo>
                    <a:pt x="699" y="0"/>
                    <a:pt x="892" y="202"/>
                    <a:pt x="892" y="452"/>
                  </a:cubicBezTo>
                  <a:cubicBezTo>
                    <a:pt x="892" y="481"/>
                    <a:pt x="893" y="510"/>
                    <a:pt x="890" y="537"/>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1">
              <a:extLst>
                <a:ext uri="{FF2B5EF4-FFF2-40B4-BE49-F238E27FC236}">
                  <a16:creationId xmlns:a16="http://schemas.microsoft.com/office/drawing/2014/main" id="{AAE045F2-CB59-42ED-B834-4B80F9BE262F}"/>
                </a:ext>
              </a:extLst>
            </p:cNvPr>
            <p:cNvSpPr>
              <a:spLocks noEditPoints="1"/>
            </p:cNvSpPr>
            <p:nvPr/>
          </p:nvSpPr>
          <p:spPr bwMode="auto">
            <a:xfrm>
              <a:off x="2147" y="1802"/>
              <a:ext cx="3383" cy="1869"/>
            </a:xfrm>
            <a:custGeom>
              <a:avLst/>
              <a:gdLst>
                <a:gd name="T0" fmla="*/ 773 w 1806"/>
                <a:gd name="T1" fmla="*/ 997 h 997"/>
                <a:gd name="T2" fmla="*/ 1281 w 1806"/>
                <a:gd name="T3" fmla="*/ 588 h 997"/>
                <a:gd name="T4" fmla="*/ 1243 w 1806"/>
                <a:gd name="T5" fmla="*/ 844 h 997"/>
                <a:gd name="T6" fmla="*/ 1428 w 1806"/>
                <a:gd name="T7" fmla="*/ 844 h 997"/>
                <a:gd name="T8" fmla="*/ 1324 w 1806"/>
                <a:gd name="T9" fmla="*/ 591 h 997"/>
                <a:gd name="T10" fmla="*/ 1801 w 1806"/>
                <a:gd name="T11" fmla="*/ 967 h 997"/>
                <a:gd name="T12" fmla="*/ 1290 w 1806"/>
                <a:gd name="T13" fmla="*/ 844 h 997"/>
                <a:gd name="T14" fmla="*/ 1381 w 1806"/>
                <a:gd name="T15" fmla="*/ 844 h 997"/>
                <a:gd name="T16" fmla="*/ 1290 w 1806"/>
                <a:gd name="T17" fmla="*/ 844 h 997"/>
                <a:gd name="T18" fmla="*/ 559 w 1806"/>
                <a:gd name="T19" fmla="*/ 586 h 997"/>
                <a:gd name="T20" fmla="*/ 602 w 1806"/>
                <a:gd name="T21" fmla="*/ 693 h 997"/>
                <a:gd name="T22" fmla="*/ 631 w 1806"/>
                <a:gd name="T23" fmla="*/ 937 h 997"/>
                <a:gd name="T24" fmla="*/ 571 w 1806"/>
                <a:gd name="T25" fmla="*/ 920 h 997"/>
                <a:gd name="T26" fmla="*/ 616 w 1806"/>
                <a:gd name="T27" fmla="*/ 903 h 997"/>
                <a:gd name="T28" fmla="*/ 511 w 1806"/>
                <a:gd name="T29" fmla="*/ 684 h 997"/>
                <a:gd name="T30" fmla="*/ 423 w 1806"/>
                <a:gd name="T31" fmla="*/ 717 h 997"/>
                <a:gd name="T32" fmla="*/ 380 w 1806"/>
                <a:gd name="T33" fmla="*/ 903 h 997"/>
                <a:gd name="T34" fmla="*/ 380 w 1806"/>
                <a:gd name="T35" fmla="*/ 937 h 997"/>
                <a:gd name="T36" fmla="*/ 329 w 1806"/>
                <a:gd name="T37" fmla="*/ 921 h 997"/>
                <a:gd name="T38" fmla="*/ 493 w 1806"/>
                <a:gd name="T39" fmla="*/ 650 h 997"/>
                <a:gd name="T40" fmla="*/ 223 w 1806"/>
                <a:gd name="T41" fmla="*/ 650 h 997"/>
                <a:gd name="T42" fmla="*/ 26 w 1806"/>
                <a:gd name="T43" fmla="*/ 997 h 997"/>
                <a:gd name="T44" fmla="*/ 863 w 1806"/>
                <a:gd name="T45" fmla="*/ 872 h 997"/>
                <a:gd name="T46" fmla="*/ 1300 w 1806"/>
                <a:gd name="T47" fmla="*/ 61 h 997"/>
                <a:gd name="T48" fmla="*/ 1252 w 1806"/>
                <a:gd name="T49" fmla="*/ 111 h 997"/>
                <a:gd name="T50" fmla="*/ 904 w 1806"/>
                <a:gd name="T51" fmla="*/ 502 h 997"/>
                <a:gd name="T52" fmla="*/ 556 w 1806"/>
                <a:gd name="T53" fmla="*/ 111 h 997"/>
                <a:gd name="T54" fmla="*/ 497 w 1806"/>
                <a:gd name="T55" fmla="*/ 26 h 997"/>
                <a:gd name="T56" fmla="*/ 456 w 1806"/>
                <a:gd name="T57" fmla="*/ 11 h 997"/>
                <a:gd name="T58" fmla="*/ 518 w 1806"/>
                <a:gd name="T59" fmla="*/ 135 h 997"/>
                <a:gd name="T60" fmla="*/ 655 w 1806"/>
                <a:gd name="T61" fmla="*/ 568 h 997"/>
                <a:gd name="T62" fmla="*/ 699 w 1806"/>
                <a:gd name="T63" fmla="*/ 458 h 997"/>
                <a:gd name="T64" fmla="*/ 1107 w 1806"/>
                <a:gd name="T65" fmla="*/ 459 h 997"/>
                <a:gd name="T66" fmla="*/ 1151 w 1806"/>
                <a:gd name="T67" fmla="*/ 568 h 997"/>
                <a:gd name="T68" fmla="*/ 1290 w 1806"/>
                <a:gd name="T69" fmla="*/ 134 h 997"/>
                <a:gd name="T70" fmla="*/ 1300 w 1806"/>
                <a:gd name="T71" fmla="*/ 61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06" h="997">
                  <a:moveTo>
                    <a:pt x="1780" y="997"/>
                  </a:moveTo>
                  <a:cubicBezTo>
                    <a:pt x="773" y="997"/>
                    <a:pt x="773" y="997"/>
                    <a:pt x="773" y="997"/>
                  </a:cubicBezTo>
                  <a:cubicBezTo>
                    <a:pt x="773" y="997"/>
                    <a:pt x="1231" y="585"/>
                    <a:pt x="1232" y="585"/>
                  </a:cubicBezTo>
                  <a:cubicBezTo>
                    <a:pt x="1246" y="585"/>
                    <a:pt x="1262" y="586"/>
                    <a:pt x="1281" y="588"/>
                  </a:cubicBezTo>
                  <a:cubicBezTo>
                    <a:pt x="1323" y="642"/>
                    <a:pt x="1320" y="745"/>
                    <a:pt x="1320" y="753"/>
                  </a:cubicBezTo>
                  <a:cubicBezTo>
                    <a:pt x="1276" y="760"/>
                    <a:pt x="1243" y="798"/>
                    <a:pt x="1243" y="844"/>
                  </a:cubicBezTo>
                  <a:cubicBezTo>
                    <a:pt x="1243" y="895"/>
                    <a:pt x="1285" y="936"/>
                    <a:pt x="1336" y="936"/>
                  </a:cubicBezTo>
                  <a:cubicBezTo>
                    <a:pt x="1387" y="936"/>
                    <a:pt x="1428" y="895"/>
                    <a:pt x="1428" y="844"/>
                  </a:cubicBezTo>
                  <a:cubicBezTo>
                    <a:pt x="1428" y="799"/>
                    <a:pt x="1397" y="762"/>
                    <a:pt x="1355" y="753"/>
                  </a:cubicBezTo>
                  <a:cubicBezTo>
                    <a:pt x="1355" y="741"/>
                    <a:pt x="1357" y="655"/>
                    <a:pt x="1324" y="591"/>
                  </a:cubicBezTo>
                  <a:cubicBezTo>
                    <a:pt x="1407" y="600"/>
                    <a:pt x="1511" y="616"/>
                    <a:pt x="1583" y="650"/>
                  </a:cubicBezTo>
                  <a:cubicBezTo>
                    <a:pt x="1693" y="700"/>
                    <a:pt x="1773" y="893"/>
                    <a:pt x="1801" y="967"/>
                  </a:cubicBezTo>
                  <a:cubicBezTo>
                    <a:pt x="1806" y="981"/>
                    <a:pt x="1796" y="997"/>
                    <a:pt x="1780" y="997"/>
                  </a:cubicBezTo>
                  <a:close/>
                  <a:moveTo>
                    <a:pt x="1290" y="844"/>
                  </a:moveTo>
                  <a:cubicBezTo>
                    <a:pt x="1290" y="869"/>
                    <a:pt x="1311" y="889"/>
                    <a:pt x="1336" y="889"/>
                  </a:cubicBezTo>
                  <a:cubicBezTo>
                    <a:pt x="1361" y="889"/>
                    <a:pt x="1381" y="869"/>
                    <a:pt x="1381" y="844"/>
                  </a:cubicBezTo>
                  <a:cubicBezTo>
                    <a:pt x="1381" y="819"/>
                    <a:pt x="1361" y="798"/>
                    <a:pt x="1336" y="798"/>
                  </a:cubicBezTo>
                  <a:cubicBezTo>
                    <a:pt x="1311" y="798"/>
                    <a:pt x="1290" y="819"/>
                    <a:pt x="1290" y="844"/>
                  </a:cubicBezTo>
                  <a:close/>
                  <a:moveTo>
                    <a:pt x="611" y="584"/>
                  </a:moveTo>
                  <a:cubicBezTo>
                    <a:pt x="611" y="584"/>
                    <a:pt x="591" y="584"/>
                    <a:pt x="559" y="586"/>
                  </a:cubicBezTo>
                  <a:cubicBezTo>
                    <a:pt x="546" y="601"/>
                    <a:pt x="536" y="623"/>
                    <a:pt x="529" y="652"/>
                  </a:cubicBezTo>
                  <a:cubicBezTo>
                    <a:pt x="558" y="657"/>
                    <a:pt x="583" y="670"/>
                    <a:pt x="602" y="693"/>
                  </a:cubicBezTo>
                  <a:cubicBezTo>
                    <a:pt x="668" y="768"/>
                    <a:pt x="650" y="916"/>
                    <a:pt x="649" y="922"/>
                  </a:cubicBezTo>
                  <a:cubicBezTo>
                    <a:pt x="648" y="931"/>
                    <a:pt x="640" y="937"/>
                    <a:pt x="631" y="937"/>
                  </a:cubicBezTo>
                  <a:cubicBezTo>
                    <a:pt x="588" y="937"/>
                    <a:pt x="588" y="937"/>
                    <a:pt x="588" y="937"/>
                  </a:cubicBezTo>
                  <a:cubicBezTo>
                    <a:pt x="578" y="937"/>
                    <a:pt x="571" y="930"/>
                    <a:pt x="571" y="920"/>
                  </a:cubicBezTo>
                  <a:cubicBezTo>
                    <a:pt x="571" y="910"/>
                    <a:pt x="578" y="903"/>
                    <a:pt x="588" y="903"/>
                  </a:cubicBezTo>
                  <a:cubicBezTo>
                    <a:pt x="616" y="903"/>
                    <a:pt x="616" y="903"/>
                    <a:pt x="616" y="903"/>
                  </a:cubicBezTo>
                  <a:cubicBezTo>
                    <a:pt x="618" y="865"/>
                    <a:pt x="621" y="767"/>
                    <a:pt x="576" y="716"/>
                  </a:cubicBezTo>
                  <a:cubicBezTo>
                    <a:pt x="559" y="697"/>
                    <a:pt x="538" y="686"/>
                    <a:pt x="511" y="684"/>
                  </a:cubicBezTo>
                  <a:cubicBezTo>
                    <a:pt x="506" y="684"/>
                    <a:pt x="502" y="684"/>
                    <a:pt x="502" y="684"/>
                  </a:cubicBezTo>
                  <a:cubicBezTo>
                    <a:pt x="470" y="684"/>
                    <a:pt x="444" y="695"/>
                    <a:pt x="423" y="717"/>
                  </a:cubicBezTo>
                  <a:cubicBezTo>
                    <a:pt x="373" y="768"/>
                    <a:pt x="365" y="864"/>
                    <a:pt x="364" y="903"/>
                  </a:cubicBezTo>
                  <a:cubicBezTo>
                    <a:pt x="380" y="903"/>
                    <a:pt x="380" y="903"/>
                    <a:pt x="380" y="903"/>
                  </a:cubicBezTo>
                  <a:cubicBezTo>
                    <a:pt x="390" y="903"/>
                    <a:pt x="397" y="910"/>
                    <a:pt x="397" y="920"/>
                  </a:cubicBezTo>
                  <a:cubicBezTo>
                    <a:pt x="397" y="930"/>
                    <a:pt x="390" y="937"/>
                    <a:pt x="380" y="937"/>
                  </a:cubicBezTo>
                  <a:cubicBezTo>
                    <a:pt x="347" y="937"/>
                    <a:pt x="347" y="937"/>
                    <a:pt x="347" y="937"/>
                  </a:cubicBezTo>
                  <a:cubicBezTo>
                    <a:pt x="337" y="937"/>
                    <a:pt x="329" y="930"/>
                    <a:pt x="329" y="921"/>
                  </a:cubicBezTo>
                  <a:cubicBezTo>
                    <a:pt x="329" y="914"/>
                    <a:pt x="325" y="768"/>
                    <a:pt x="398" y="692"/>
                  </a:cubicBezTo>
                  <a:cubicBezTo>
                    <a:pt x="423" y="666"/>
                    <a:pt x="456" y="651"/>
                    <a:pt x="493" y="650"/>
                  </a:cubicBezTo>
                  <a:cubicBezTo>
                    <a:pt x="499" y="626"/>
                    <a:pt x="506" y="606"/>
                    <a:pt x="516" y="588"/>
                  </a:cubicBezTo>
                  <a:cubicBezTo>
                    <a:pt x="430" y="595"/>
                    <a:pt x="305" y="611"/>
                    <a:pt x="223" y="650"/>
                  </a:cubicBezTo>
                  <a:cubicBezTo>
                    <a:pt x="113" y="700"/>
                    <a:pt x="33" y="893"/>
                    <a:pt x="5" y="967"/>
                  </a:cubicBezTo>
                  <a:cubicBezTo>
                    <a:pt x="0" y="981"/>
                    <a:pt x="10" y="997"/>
                    <a:pt x="26" y="997"/>
                  </a:cubicBezTo>
                  <a:cubicBezTo>
                    <a:pt x="722" y="997"/>
                    <a:pt x="722" y="997"/>
                    <a:pt x="722" y="997"/>
                  </a:cubicBezTo>
                  <a:cubicBezTo>
                    <a:pt x="863" y="872"/>
                    <a:pt x="863" y="872"/>
                    <a:pt x="863" y="872"/>
                  </a:cubicBezTo>
                  <a:lnTo>
                    <a:pt x="611" y="584"/>
                  </a:lnTo>
                  <a:close/>
                  <a:moveTo>
                    <a:pt x="1300" y="61"/>
                  </a:moveTo>
                  <a:cubicBezTo>
                    <a:pt x="1292" y="76"/>
                    <a:pt x="1281" y="90"/>
                    <a:pt x="1262" y="99"/>
                  </a:cubicBezTo>
                  <a:cubicBezTo>
                    <a:pt x="1258" y="102"/>
                    <a:pt x="1254" y="106"/>
                    <a:pt x="1252" y="111"/>
                  </a:cubicBezTo>
                  <a:cubicBezTo>
                    <a:pt x="1214" y="208"/>
                    <a:pt x="1143" y="372"/>
                    <a:pt x="1116" y="396"/>
                  </a:cubicBezTo>
                  <a:cubicBezTo>
                    <a:pt x="1075" y="432"/>
                    <a:pt x="963" y="502"/>
                    <a:pt x="904" y="502"/>
                  </a:cubicBezTo>
                  <a:cubicBezTo>
                    <a:pt x="844" y="502"/>
                    <a:pt x="732" y="432"/>
                    <a:pt x="691" y="396"/>
                  </a:cubicBezTo>
                  <a:cubicBezTo>
                    <a:pt x="664" y="372"/>
                    <a:pt x="594" y="208"/>
                    <a:pt x="556" y="111"/>
                  </a:cubicBezTo>
                  <a:cubicBezTo>
                    <a:pt x="553" y="105"/>
                    <a:pt x="548" y="100"/>
                    <a:pt x="542" y="98"/>
                  </a:cubicBezTo>
                  <a:cubicBezTo>
                    <a:pt x="516" y="88"/>
                    <a:pt x="503" y="54"/>
                    <a:pt x="497" y="26"/>
                  </a:cubicBezTo>
                  <a:cubicBezTo>
                    <a:pt x="497" y="26"/>
                    <a:pt x="496" y="26"/>
                    <a:pt x="495" y="26"/>
                  </a:cubicBezTo>
                  <a:cubicBezTo>
                    <a:pt x="486" y="26"/>
                    <a:pt x="468" y="26"/>
                    <a:pt x="456" y="11"/>
                  </a:cubicBezTo>
                  <a:cubicBezTo>
                    <a:pt x="454" y="7"/>
                    <a:pt x="452" y="3"/>
                    <a:pt x="450" y="0"/>
                  </a:cubicBezTo>
                  <a:cubicBezTo>
                    <a:pt x="451" y="32"/>
                    <a:pt x="464" y="108"/>
                    <a:pt x="518" y="135"/>
                  </a:cubicBezTo>
                  <a:cubicBezTo>
                    <a:pt x="540" y="191"/>
                    <a:pt x="613" y="372"/>
                    <a:pt x="655" y="421"/>
                  </a:cubicBezTo>
                  <a:cubicBezTo>
                    <a:pt x="655" y="568"/>
                    <a:pt x="655" y="568"/>
                    <a:pt x="655" y="568"/>
                  </a:cubicBezTo>
                  <a:cubicBezTo>
                    <a:pt x="663" y="578"/>
                    <a:pt x="678" y="593"/>
                    <a:pt x="699" y="609"/>
                  </a:cubicBezTo>
                  <a:cubicBezTo>
                    <a:pt x="699" y="458"/>
                    <a:pt x="699" y="458"/>
                    <a:pt x="699" y="458"/>
                  </a:cubicBezTo>
                  <a:cubicBezTo>
                    <a:pt x="755" y="498"/>
                    <a:pt x="843" y="546"/>
                    <a:pt x="904" y="546"/>
                  </a:cubicBezTo>
                  <a:cubicBezTo>
                    <a:pt x="963" y="546"/>
                    <a:pt x="1051" y="498"/>
                    <a:pt x="1107" y="459"/>
                  </a:cubicBezTo>
                  <a:cubicBezTo>
                    <a:pt x="1107" y="609"/>
                    <a:pt x="1107" y="609"/>
                    <a:pt x="1107" y="609"/>
                  </a:cubicBezTo>
                  <a:cubicBezTo>
                    <a:pt x="1128" y="593"/>
                    <a:pt x="1143" y="578"/>
                    <a:pt x="1151" y="568"/>
                  </a:cubicBezTo>
                  <a:cubicBezTo>
                    <a:pt x="1151" y="423"/>
                    <a:pt x="1151" y="423"/>
                    <a:pt x="1151" y="423"/>
                  </a:cubicBezTo>
                  <a:cubicBezTo>
                    <a:pt x="1193" y="375"/>
                    <a:pt x="1268" y="189"/>
                    <a:pt x="1290" y="134"/>
                  </a:cubicBezTo>
                  <a:cubicBezTo>
                    <a:pt x="1332" y="109"/>
                    <a:pt x="1347" y="68"/>
                    <a:pt x="1353" y="42"/>
                  </a:cubicBezTo>
                  <a:cubicBezTo>
                    <a:pt x="1337" y="50"/>
                    <a:pt x="1319" y="57"/>
                    <a:pt x="1300" y="6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2" name="Rectangle 31">
            <a:extLst>
              <a:ext uri="{FF2B5EF4-FFF2-40B4-BE49-F238E27FC236}">
                <a16:creationId xmlns:a16="http://schemas.microsoft.com/office/drawing/2014/main" id="{FA532EBA-47F6-4A96-84BA-6BC54B7D92C1}"/>
              </a:ext>
            </a:extLst>
          </p:cNvPr>
          <p:cNvSpPr/>
          <p:nvPr/>
        </p:nvSpPr>
        <p:spPr>
          <a:xfrm>
            <a:off x="3427491" y="1119424"/>
            <a:ext cx="3503461" cy="640175"/>
          </a:xfrm>
          <a:prstGeom prst="rect">
            <a:avLst/>
          </a:prstGeom>
        </p:spPr>
        <p:txBody>
          <a:bodyPr wrap="square">
            <a:spAutoFit/>
          </a:bodyPr>
          <a:lstStyle/>
          <a:p>
            <a:pPr>
              <a:lnSpc>
                <a:spcPct val="90000"/>
              </a:lnSpc>
              <a:spcAft>
                <a:spcPts val="600"/>
              </a:spcAft>
            </a:pPr>
            <a:r>
              <a:rPr lang="en-US" sz="1200">
                <a:solidFill>
                  <a:srgbClr val="29BA74"/>
                </a:solidFill>
                <a:sym typeface="Trebuchet MS" panose="020B0603020202020204" pitchFamily="34" charset="0"/>
              </a:rPr>
              <a:t>Early adopter of mobile channel</a:t>
            </a:r>
          </a:p>
          <a:p>
            <a:pPr>
              <a:lnSpc>
                <a:spcPct val="90000"/>
              </a:lnSpc>
              <a:spcAft>
                <a:spcPts val="600"/>
              </a:spcAft>
            </a:pPr>
            <a:r>
              <a:rPr lang="en-US" sz="1100">
                <a:solidFill>
                  <a:srgbClr val="575757"/>
                </a:solidFill>
                <a:sym typeface="Trebuchet MS" panose="020B0603020202020204" pitchFamily="34" charset="0"/>
              </a:rPr>
              <a:t>Launched in July 2009, WebMD app saw quick uptake 1.5 Mn downloads by end of 2009</a:t>
            </a:r>
          </a:p>
        </p:txBody>
      </p:sp>
      <p:sp>
        <p:nvSpPr>
          <p:cNvPr id="33" name="Rectangle 32">
            <a:extLst>
              <a:ext uri="{FF2B5EF4-FFF2-40B4-BE49-F238E27FC236}">
                <a16:creationId xmlns:a16="http://schemas.microsoft.com/office/drawing/2014/main" id="{8C63F9C5-158B-49B9-BD90-B1BF53AFCF79}"/>
              </a:ext>
            </a:extLst>
          </p:cNvPr>
          <p:cNvSpPr/>
          <p:nvPr/>
        </p:nvSpPr>
        <p:spPr>
          <a:xfrm>
            <a:off x="4665016" y="1901499"/>
            <a:ext cx="3586998" cy="640175"/>
          </a:xfrm>
          <a:prstGeom prst="rect">
            <a:avLst/>
          </a:prstGeom>
        </p:spPr>
        <p:txBody>
          <a:bodyPr wrap="square">
            <a:spAutoFit/>
          </a:bodyPr>
          <a:lstStyle/>
          <a:p>
            <a:pPr>
              <a:lnSpc>
                <a:spcPct val="90000"/>
              </a:lnSpc>
              <a:spcAft>
                <a:spcPts val="600"/>
              </a:spcAft>
            </a:pPr>
            <a:r>
              <a:rPr lang="en-US" sz="1200">
                <a:solidFill>
                  <a:srgbClr val="29BA74"/>
                </a:solidFill>
                <a:sym typeface="Trebuchet MS" panose="020B0603020202020204" pitchFamily="34" charset="0"/>
              </a:rPr>
              <a:t>Business Model: Online Marketing</a:t>
            </a:r>
          </a:p>
          <a:p>
            <a:pPr>
              <a:lnSpc>
                <a:spcPct val="90000"/>
              </a:lnSpc>
              <a:spcAft>
                <a:spcPts val="600"/>
              </a:spcAft>
            </a:pPr>
            <a:r>
              <a:rPr lang="en-US" sz="1100">
                <a:solidFill>
                  <a:srgbClr val="575757"/>
                </a:solidFill>
                <a:sym typeface="Trebuchet MS" panose="020B0603020202020204" pitchFamily="34" charset="0"/>
              </a:rPr>
              <a:t>Advertising support, private online services including patient portals, product marketing</a:t>
            </a:r>
          </a:p>
        </p:txBody>
      </p:sp>
      <p:sp>
        <p:nvSpPr>
          <p:cNvPr id="34" name="Rectangle 33">
            <a:extLst>
              <a:ext uri="{FF2B5EF4-FFF2-40B4-BE49-F238E27FC236}">
                <a16:creationId xmlns:a16="http://schemas.microsoft.com/office/drawing/2014/main" id="{92041771-B8DE-4192-8D06-7EC56F15915C}"/>
              </a:ext>
            </a:extLst>
          </p:cNvPr>
          <p:cNvSpPr/>
          <p:nvPr/>
        </p:nvSpPr>
        <p:spPr>
          <a:xfrm>
            <a:off x="5077795" y="2826694"/>
            <a:ext cx="3586998" cy="640175"/>
          </a:xfrm>
          <a:prstGeom prst="rect">
            <a:avLst/>
          </a:prstGeom>
        </p:spPr>
        <p:txBody>
          <a:bodyPr wrap="square">
            <a:spAutoFit/>
          </a:bodyPr>
          <a:lstStyle/>
          <a:p>
            <a:pPr>
              <a:lnSpc>
                <a:spcPct val="90000"/>
              </a:lnSpc>
              <a:spcAft>
                <a:spcPts val="600"/>
              </a:spcAft>
            </a:pPr>
            <a:r>
              <a:rPr lang="en-US" sz="1200">
                <a:solidFill>
                  <a:srgbClr val="29BA74"/>
                </a:solidFill>
                <a:sym typeface="Trebuchet MS" panose="020B0603020202020204" pitchFamily="34" charset="0"/>
              </a:rPr>
              <a:t>Business Model: Other business streams</a:t>
            </a:r>
          </a:p>
          <a:p>
            <a:pPr>
              <a:lnSpc>
                <a:spcPct val="90000"/>
              </a:lnSpc>
              <a:spcAft>
                <a:spcPts val="600"/>
              </a:spcAft>
            </a:pPr>
            <a:r>
              <a:rPr lang="en-US" sz="1100">
                <a:solidFill>
                  <a:srgbClr val="575757"/>
                </a:solidFill>
                <a:sym typeface="Trebuchet MS" panose="020B0603020202020204" pitchFamily="34" charset="0"/>
              </a:rPr>
              <a:t>Health tracking, Medscape Consult: Physician crowdsourcing, sponsored content campaigns</a:t>
            </a:r>
          </a:p>
        </p:txBody>
      </p:sp>
      <p:sp>
        <p:nvSpPr>
          <p:cNvPr id="35" name="Rectangle 34">
            <a:extLst>
              <a:ext uri="{FF2B5EF4-FFF2-40B4-BE49-F238E27FC236}">
                <a16:creationId xmlns:a16="http://schemas.microsoft.com/office/drawing/2014/main" id="{BB03A2F7-3D7E-4B16-9BBA-4F85EAEFC489}"/>
              </a:ext>
            </a:extLst>
          </p:cNvPr>
          <p:cNvSpPr/>
          <p:nvPr/>
        </p:nvSpPr>
        <p:spPr>
          <a:xfrm>
            <a:off x="5017256" y="4012964"/>
            <a:ext cx="3586998" cy="640175"/>
          </a:xfrm>
          <a:prstGeom prst="rect">
            <a:avLst/>
          </a:prstGeom>
        </p:spPr>
        <p:txBody>
          <a:bodyPr wrap="square">
            <a:spAutoFit/>
          </a:bodyPr>
          <a:lstStyle/>
          <a:p>
            <a:pPr>
              <a:lnSpc>
                <a:spcPct val="90000"/>
              </a:lnSpc>
              <a:spcAft>
                <a:spcPts val="600"/>
              </a:spcAft>
            </a:pPr>
            <a:r>
              <a:rPr lang="en-US" sz="1200">
                <a:solidFill>
                  <a:srgbClr val="29BA74"/>
                </a:solidFill>
                <a:sym typeface="Trebuchet MS" panose="020B0603020202020204" pitchFamily="34" charset="0"/>
              </a:rPr>
              <a:t>Slew of acquisitions to expand capabilities </a:t>
            </a:r>
          </a:p>
          <a:p>
            <a:pPr>
              <a:lnSpc>
                <a:spcPct val="90000"/>
              </a:lnSpc>
              <a:spcAft>
                <a:spcPts val="600"/>
              </a:spcAft>
            </a:pPr>
            <a:r>
              <a:rPr lang="en-US" sz="1100">
                <a:solidFill>
                  <a:srgbClr val="575757"/>
                </a:solidFill>
                <a:sym typeface="Trebuchet MS" panose="020B0603020202020204" pitchFamily="34" charset="0"/>
              </a:rPr>
              <a:t>Acquired </a:t>
            </a:r>
            <a:r>
              <a:rPr lang="en-US" sz="1100" err="1">
                <a:solidFill>
                  <a:srgbClr val="575757"/>
                </a:solidFill>
                <a:sym typeface="Trebuchet MS" panose="020B0603020202020204" pitchFamily="34" charset="0"/>
              </a:rPr>
              <a:t>Jobston</a:t>
            </a:r>
            <a:r>
              <a:rPr lang="en-US" sz="1100">
                <a:solidFill>
                  <a:srgbClr val="575757"/>
                </a:solidFill>
                <a:sym typeface="Trebuchet MS" panose="020B0603020202020204" pitchFamily="34" charset="0"/>
              </a:rPr>
              <a:t> to bolster content, provide new online tools, and </a:t>
            </a:r>
            <a:r>
              <a:rPr lang="en-US" sz="1100" err="1">
                <a:solidFill>
                  <a:srgbClr val="575757"/>
                </a:solidFill>
                <a:sym typeface="Trebuchet MS" panose="020B0603020202020204" pitchFamily="34" charset="0"/>
              </a:rPr>
              <a:t>MediQuality</a:t>
            </a:r>
            <a:r>
              <a:rPr lang="en-US" sz="1100">
                <a:solidFill>
                  <a:srgbClr val="575757"/>
                </a:solidFill>
                <a:sym typeface="Trebuchet MS" panose="020B0603020202020204" pitchFamily="34" charset="0"/>
              </a:rPr>
              <a:t> to gain regional traction</a:t>
            </a:r>
          </a:p>
        </p:txBody>
      </p:sp>
      <p:sp>
        <p:nvSpPr>
          <p:cNvPr id="36" name="Rectangle 35">
            <a:extLst>
              <a:ext uri="{FF2B5EF4-FFF2-40B4-BE49-F238E27FC236}">
                <a16:creationId xmlns:a16="http://schemas.microsoft.com/office/drawing/2014/main" id="{81B942F1-7BAE-4338-9C3A-88E5B402905A}"/>
              </a:ext>
            </a:extLst>
          </p:cNvPr>
          <p:cNvSpPr/>
          <p:nvPr/>
        </p:nvSpPr>
        <p:spPr>
          <a:xfrm>
            <a:off x="4614097" y="4981202"/>
            <a:ext cx="3586998" cy="640175"/>
          </a:xfrm>
          <a:prstGeom prst="rect">
            <a:avLst/>
          </a:prstGeom>
        </p:spPr>
        <p:txBody>
          <a:bodyPr wrap="square">
            <a:spAutoFit/>
          </a:bodyPr>
          <a:lstStyle/>
          <a:p>
            <a:pPr>
              <a:lnSpc>
                <a:spcPct val="90000"/>
              </a:lnSpc>
              <a:spcAft>
                <a:spcPts val="600"/>
              </a:spcAft>
            </a:pPr>
            <a:r>
              <a:rPr lang="en-US" sz="1200">
                <a:solidFill>
                  <a:srgbClr val="29BA74"/>
                </a:solidFill>
                <a:sym typeface="Trebuchet MS" panose="020B0603020202020204" pitchFamily="34" charset="0"/>
              </a:rPr>
              <a:t>Strong Partnerships</a:t>
            </a:r>
          </a:p>
          <a:p>
            <a:pPr>
              <a:lnSpc>
                <a:spcPct val="90000"/>
              </a:lnSpc>
              <a:spcAft>
                <a:spcPts val="600"/>
              </a:spcAft>
            </a:pPr>
            <a:r>
              <a:rPr lang="en-US" sz="1100">
                <a:solidFill>
                  <a:srgbClr val="575757"/>
                </a:solidFill>
                <a:sym typeface="Trebuchet MS" panose="020B0603020202020204" pitchFamily="34" charset="0"/>
              </a:rPr>
              <a:t>Partners: Qualcomm to develop platform for medical devices, &amp; Walgreens to expand digital offerings</a:t>
            </a:r>
          </a:p>
        </p:txBody>
      </p:sp>
      <p:grpSp>
        <p:nvGrpSpPr>
          <p:cNvPr id="37" name="Group 36">
            <a:extLst>
              <a:ext uri="{FF2B5EF4-FFF2-40B4-BE49-F238E27FC236}">
                <a16:creationId xmlns:a16="http://schemas.microsoft.com/office/drawing/2014/main" id="{29777ADF-AD56-4CB3-9999-E40290C189F5}"/>
              </a:ext>
            </a:extLst>
          </p:cNvPr>
          <p:cNvGrpSpPr>
            <a:grpSpLocks noChangeAspect="1"/>
          </p:cNvGrpSpPr>
          <p:nvPr/>
        </p:nvGrpSpPr>
        <p:grpSpPr>
          <a:xfrm>
            <a:off x="2956503" y="1743643"/>
            <a:ext cx="731469" cy="731469"/>
            <a:chOff x="5273675" y="2606675"/>
            <a:chExt cx="1644650" cy="1644650"/>
          </a:xfrm>
        </p:grpSpPr>
        <p:sp>
          <p:nvSpPr>
            <p:cNvPr id="38" name="AutoShape 3">
              <a:extLst>
                <a:ext uri="{FF2B5EF4-FFF2-40B4-BE49-F238E27FC236}">
                  <a16:creationId xmlns:a16="http://schemas.microsoft.com/office/drawing/2014/main" id="{B96C854C-4EC2-4F8D-B177-416C3E555160}"/>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29">
              <a:extLst>
                <a:ext uri="{FF2B5EF4-FFF2-40B4-BE49-F238E27FC236}">
                  <a16:creationId xmlns:a16="http://schemas.microsoft.com/office/drawing/2014/main" id="{BD736FB4-DF98-421F-B855-EFFD76722446}"/>
                </a:ext>
              </a:extLst>
            </p:cNvPr>
            <p:cNvSpPr>
              <a:spLocks/>
            </p:cNvSpPr>
            <p:nvPr/>
          </p:nvSpPr>
          <p:spPr bwMode="auto">
            <a:xfrm>
              <a:off x="5807075" y="2884488"/>
              <a:ext cx="574675" cy="1090613"/>
            </a:xfrm>
            <a:custGeom>
              <a:avLst/>
              <a:gdLst>
                <a:gd name="connsiteX0" fmla="*/ 287338 w 574675"/>
                <a:gd name="connsiteY0" fmla="*/ 944562 h 1090613"/>
                <a:gd name="connsiteX1" fmla="*/ 328613 w 574675"/>
                <a:gd name="connsiteY1" fmla="*/ 985837 h 1090613"/>
                <a:gd name="connsiteX2" fmla="*/ 287338 w 574675"/>
                <a:gd name="connsiteY2" fmla="*/ 1027112 h 1090613"/>
                <a:gd name="connsiteX3" fmla="*/ 246063 w 574675"/>
                <a:gd name="connsiteY3" fmla="*/ 985837 h 1090613"/>
                <a:gd name="connsiteX4" fmla="*/ 287338 w 574675"/>
                <a:gd name="connsiteY4" fmla="*/ 944562 h 1090613"/>
                <a:gd name="connsiteX5" fmla="*/ 31750 w 574675"/>
                <a:gd name="connsiteY5" fmla="*/ 925512 h 1090613"/>
                <a:gd name="connsiteX6" fmla="*/ 31750 w 574675"/>
                <a:gd name="connsiteY6" fmla="*/ 1058862 h 1090613"/>
                <a:gd name="connsiteX7" fmla="*/ 542925 w 574675"/>
                <a:gd name="connsiteY7" fmla="*/ 1058862 h 1090613"/>
                <a:gd name="connsiteX8" fmla="*/ 542925 w 574675"/>
                <a:gd name="connsiteY8" fmla="*/ 925512 h 1090613"/>
                <a:gd name="connsiteX9" fmla="*/ 31750 w 574675"/>
                <a:gd name="connsiteY9" fmla="*/ 925512 h 1090613"/>
                <a:gd name="connsiteX10" fmla="*/ 141476 w 574675"/>
                <a:gd name="connsiteY10" fmla="*/ 585787 h 1090613"/>
                <a:gd name="connsiteX11" fmla="*/ 136525 w 574675"/>
                <a:gd name="connsiteY11" fmla="*/ 591486 h 1090613"/>
                <a:gd name="connsiteX12" fmla="*/ 136525 w 574675"/>
                <a:gd name="connsiteY12" fmla="*/ 802338 h 1090613"/>
                <a:gd name="connsiteX13" fmla="*/ 141476 w 574675"/>
                <a:gd name="connsiteY13" fmla="*/ 808037 h 1090613"/>
                <a:gd name="connsiteX14" fmla="*/ 203012 w 574675"/>
                <a:gd name="connsiteY14" fmla="*/ 808037 h 1090613"/>
                <a:gd name="connsiteX15" fmla="*/ 207963 w 574675"/>
                <a:gd name="connsiteY15" fmla="*/ 802338 h 1090613"/>
                <a:gd name="connsiteX16" fmla="*/ 207963 w 574675"/>
                <a:gd name="connsiteY16" fmla="*/ 591486 h 1090613"/>
                <a:gd name="connsiteX17" fmla="*/ 203012 w 574675"/>
                <a:gd name="connsiteY17" fmla="*/ 585787 h 1090613"/>
                <a:gd name="connsiteX18" fmla="*/ 141476 w 574675"/>
                <a:gd name="connsiteY18" fmla="*/ 585787 h 1090613"/>
                <a:gd name="connsiteX19" fmla="*/ 254841 w 574675"/>
                <a:gd name="connsiteY19" fmla="*/ 544512 h 1090613"/>
                <a:gd name="connsiteX20" fmla="*/ 249238 w 574675"/>
                <a:gd name="connsiteY20" fmla="*/ 550922 h 1090613"/>
                <a:gd name="connsiteX21" fmla="*/ 249238 w 574675"/>
                <a:gd name="connsiteY21" fmla="*/ 800915 h 1090613"/>
                <a:gd name="connsiteX22" fmla="*/ 254841 w 574675"/>
                <a:gd name="connsiteY22" fmla="*/ 808037 h 1090613"/>
                <a:gd name="connsiteX23" fmla="*/ 315073 w 574675"/>
                <a:gd name="connsiteY23" fmla="*/ 808037 h 1090613"/>
                <a:gd name="connsiteX24" fmla="*/ 320676 w 574675"/>
                <a:gd name="connsiteY24" fmla="*/ 800915 h 1090613"/>
                <a:gd name="connsiteX25" fmla="*/ 320676 w 574675"/>
                <a:gd name="connsiteY25" fmla="*/ 550922 h 1090613"/>
                <a:gd name="connsiteX26" fmla="*/ 315073 w 574675"/>
                <a:gd name="connsiteY26" fmla="*/ 544512 h 1090613"/>
                <a:gd name="connsiteX27" fmla="*/ 254841 w 574675"/>
                <a:gd name="connsiteY27" fmla="*/ 544512 h 1090613"/>
                <a:gd name="connsiteX28" fmla="*/ 366091 w 574675"/>
                <a:gd name="connsiteY28" fmla="*/ 506412 h 1090613"/>
                <a:gd name="connsiteX29" fmla="*/ 360363 w 574675"/>
                <a:gd name="connsiteY29" fmla="*/ 514256 h 1090613"/>
                <a:gd name="connsiteX30" fmla="*/ 360363 w 574675"/>
                <a:gd name="connsiteY30" fmla="*/ 799480 h 1090613"/>
                <a:gd name="connsiteX31" fmla="*/ 366091 w 574675"/>
                <a:gd name="connsiteY31" fmla="*/ 808037 h 1090613"/>
                <a:gd name="connsiteX32" fmla="*/ 427661 w 574675"/>
                <a:gd name="connsiteY32" fmla="*/ 808037 h 1090613"/>
                <a:gd name="connsiteX33" fmla="*/ 433388 w 574675"/>
                <a:gd name="connsiteY33" fmla="*/ 799480 h 1090613"/>
                <a:gd name="connsiteX34" fmla="*/ 433388 w 574675"/>
                <a:gd name="connsiteY34" fmla="*/ 514256 h 1090613"/>
                <a:gd name="connsiteX35" fmla="*/ 427661 w 574675"/>
                <a:gd name="connsiteY35" fmla="*/ 506412 h 1090613"/>
                <a:gd name="connsiteX36" fmla="*/ 366091 w 574675"/>
                <a:gd name="connsiteY36" fmla="*/ 506412 h 1090613"/>
                <a:gd name="connsiteX37" fmla="*/ 144463 w 574675"/>
                <a:gd name="connsiteY37" fmla="*/ 388937 h 1090613"/>
                <a:gd name="connsiteX38" fmla="*/ 134938 w 574675"/>
                <a:gd name="connsiteY38" fmla="*/ 398462 h 1090613"/>
                <a:gd name="connsiteX39" fmla="*/ 144463 w 574675"/>
                <a:gd name="connsiteY39" fmla="*/ 407987 h 1090613"/>
                <a:gd name="connsiteX40" fmla="*/ 153988 w 574675"/>
                <a:gd name="connsiteY40" fmla="*/ 398462 h 1090613"/>
                <a:gd name="connsiteX41" fmla="*/ 144463 w 574675"/>
                <a:gd name="connsiteY41" fmla="*/ 388937 h 1090613"/>
                <a:gd name="connsiteX42" fmla="*/ 176213 w 574675"/>
                <a:gd name="connsiteY42" fmla="*/ 355600 h 1090613"/>
                <a:gd name="connsiteX43" fmla="*/ 166688 w 574675"/>
                <a:gd name="connsiteY43" fmla="*/ 365125 h 1090613"/>
                <a:gd name="connsiteX44" fmla="*/ 176213 w 574675"/>
                <a:gd name="connsiteY44" fmla="*/ 374650 h 1090613"/>
                <a:gd name="connsiteX45" fmla="*/ 185738 w 574675"/>
                <a:gd name="connsiteY45" fmla="*/ 365125 h 1090613"/>
                <a:gd name="connsiteX46" fmla="*/ 176213 w 574675"/>
                <a:gd name="connsiteY46" fmla="*/ 355600 h 1090613"/>
                <a:gd name="connsiteX47" fmla="*/ 425450 w 574675"/>
                <a:gd name="connsiteY47" fmla="*/ 339725 h 1090613"/>
                <a:gd name="connsiteX48" fmla="*/ 415925 w 574675"/>
                <a:gd name="connsiteY48" fmla="*/ 349250 h 1090613"/>
                <a:gd name="connsiteX49" fmla="*/ 425450 w 574675"/>
                <a:gd name="connsiteY49" fmla="*/ 358775 h 1090613"/>
                <a:gd name="connsiteX50" fmla="*/ 434975 w 574675"/>
                <a:gd name="connsiteY50" fmla="*/ 349250 h 1090613"/>
                <a:gd name="connsiteX51" fmla="*/ 425450 w 574675"/>
                <a:gd name="connsiteY51" fmla="*/ 339725 h 1090613"/>
                <a:gd name="connsiteX52" fmla="*/ 388938 w 574675"/>
                <a:gd name="connsiteY52" fmla="*/ 317500 h 1090613"/>
                <a:gd name="connsiteX53" fmla="*/ 379413 w 574675"/>
                <a:gd name="connsiteY53" fmla="*/ 327819 h 1090613"/>
                <a:gd name="connsiteX54" fmla="*/ 388938 w 574675"/>
                <a:gd name="connsiteY54" fmla="*/ 338138 h 1090613"/>
                <a:gd name="connsiteX55" fmla="*/ 398463 w 574675"/>
                <a:gd name="connsiteY55" fmla="*/ 327819 h 1090613"/>
                <a:gd name="connsiteX56" fmla="*/ 388938 w 574675"/>
                <a:gd name="connsiteY56" fmla="*/ 317500 h 1090613"/>
                <a:gd name="connsiteX57" fmla="*/ 244475 w 574675"/>
                <a:gd name="connsiteY57" fmla="*/ 290512 h 1090613"/>
                <a:gd name="connsiteX58" fmla="*/ 234950 w 574675"/>
                <a:gd name="connsiteY58" fmla="*/ 300037 h 1090613"/>
                <a:gd name="connsiteX59" fmla="*/ 244475 w 574675"/>
                <a:gd name="connsiteY59" fmla="*/ 309562 h 1090613"/>
                <a:gd name="connsiteX60" fmla="*/ 254000 w 574675"/>
                <a:gd name="connsiteY60" fmla="*/ 300037 h 1090613"/>
                <a:gd name="connsiteX61" fmla="*/ 244475 w 574675"/>
                <a:gd name="connsiteY61" fmla="*/ 290512 h 1090613"/>
                <a:gd name="connsiteX62" fmla="*/ 314325 w 574675"/>
                <a:gd name="connsiteY62" fmla="*/ 276225 h 1090613"/>
                <a:gd name="connsiteX63" fmla="*/ 304800 w 574675"/>
                <a:gd name="connsiteY63" fmla="*/ 286544 h 1090613"/>
                <a:gd name="connsiteX64" fmla="*/ 314325 w 574675"/>
                <a:gd name="connsiteY64" fmla="*/ 296863 h 1090613"/>
                <a:gd name="connsiteX65" fmla="*/ 323850 w 574675"/>
                <a:gd name="connsiteY65" fmla="*/ 286544 h 1090613"/>
                <a:gd name="connsiteX66" fmla="*/ 314325 w 574675"/>
                <a:gd name="connsiteY66" fmla="*/ 276225 h 1090613"/>
                <a:gd name="connsiteX67" fmla="*/ 277813 w 574675"/>
                <a:gd name="connsiteY67" fmla="*/ 257175 h 1090613"/>
                <a:gd name="connsiteX68" fmla="*/ 268288 w 574675"/>
                <a:gd name="connsiteY68" fmla="*/ 266700 h 1090613"/>
                <a:gd name="connsiteX69" fmla="*/ 277813 w 574675"/>
                <a:gd name="connsiteY69" fmla="*/ 276225 h 1090613"/>
                <a:gd name="connsiteX70" fmla="*/ 287338 w 574675"/>
                <a:gd name="connsiteY70" fmla="*/ 266700 h 1090613"/>
                <a:gd name="connsiteX71" fmla="*/ 277813 w 574675"/>
                <a:gd name="connsiteY71" fmla="*/ 257175 h 1090613"/>
                <a:gd name="connsiteX72" fmla="*/ 430838 w 574675"/>
                <a:gd name="connsiteY72" fmla="*/ 195262 h 1090613"/>
                <a:gd name="connsiteX73" fmla="*/ 410111 w 574675"/>
                <a:gd name="connsiteY73" fmla="*/ 216064 h 1090613"/>
                <a:gd name="connsiteX74" fmla="*/ 411541 w 574675"/>
                <a:gd name="connsiteY74" fmla="*/ 223955 h 1090613"/>
                <a:gd name="connsiteX75" fmla="*/ 301474 w 574675"/>
                <a:gd name="connsiteY75" fmla="*/ 350202 h 1090613"/>
                <a:gd name="connsiteX76" fmla="*/ 291468 w 574675"/>
                <a:gd name="connsiteY76" fmla="*/ 347333 h 1090613"/>
                <a:gd name="connsiteX77" fmla="*/ 278603 w 574675"/>
                <a:gd name="connsiteY77" fmla="*/ 352354 h 1090613"/>
                <a:gd name="connsiteX78" fmla="*/ 162104 w 574675"/>
                <a:gd name="connsiteY78" fmla="*/ 294969 h 1090613"/>
                <a:gd name="connsiteX79" fmla="*/ 141377 w 574675"/>
                <a:gd name="connsiteY79" fmla="*/ 274167 h 1090613"/>
                <a:gd name="connsiteX80" fmla="*/ 120650 w 574675"/>
                <a:gd name="connsiteY80" fmla="*/ 294969 h 1090613"/>
                <a:gd name="connsiteX81" fmla="*/ 141377 w 574675"/>
                <a:gd name="connsiteY81" fmla="*/ 315771 h 1090613"/>
                <a:gd name="connsiteX82" fmla="*/ 153527 w 574675"/>
                <a:gd name="connsiteY82" fmla="*/ 311467 h 1090613"/>
                <a:gd name="connsiteX83" fmla="*/ 271456 w 574675"/>
                <a:gd name="connsiteY83" fmla="*/ 369570 h 1090613"/>
                <a:gd name="connsiteX84" fmla="*/ 291468 w 574675"/>
                <a:gd name="connsiteY84" fmla="*/ 388937 h 1090613"/>
                <a:gd name="connsiteX85" fmla="*/ 312195 w 574675"/>
                <a:gd name="connsiteY85" fmla="*/ 368135 h 1090613"/>
                <a:gd name="connsiteX86" fmla="*/ 312195 w 574675"/>
                <a:gd name="connsiteY86" fmla="*/ 365983 h 1090613"/>
                <a:gd name="connsiteX87" fmla="*/ 425835 w 574675"/>
                <a:gd name="connsiteY87" fmla="*/ 236866 h 1090613"/>
                <a:gd name="connsiteX88" fmla="*/ 430838 w 574675"/>
                <a:gd name="connsiteY88" fmla="*/ 236866 h 1090613"/>
                <a:gd name="connsiteX89" fmla="*/ 450850 w 574675"/>
                <a:gd name="connsiteY89" fmla="*/ 216064 h 1090613"/>
                <a:gd name="connsiteX90" fmla="*/ 430838 w 574675"/>
                <a:gd name="connsiteY90" fmla="*/ 195262 h 1090613"/>
                <a:gd name="connsiteX91" fmla="*/ 64316 w 574675"/>
                <a:gd name="connsiteY91" fmla="*/ 147637 h 1090613"/>
                <a:gd name="connsiteX92" fmla="*/ 507184 w 574675"/>
                <a:gd name="connsiteY92" fmla="*/ 147637 h 1090613"/>
                <a:gd name="connsiteX93" fmla="*/ 514350 w 574675"/>
                <a:gd name="connsiteY93" fmla="*/ 154762 h 1090613"/>
                <a:gd name="connsiteX94" fmla="*/ 514350 w 574675"/>
                <a:gd name="connsiteY94" fmla="*/ 850126 h 1090613"/>
                <a:gd name="connsiteX95" fmla="*/ 507184 w 574675"/>
                <a:gd name="connsiteY95" fmla="*/ 857250 h 1090613"/>
                <a:gd name="connsiteX96" fmla="*/ 64316 w 574675"/>
                <a:gd name="connsiteY96" fmla="*/ 857250 h 1090613"/>
                <a:gd name="connsiteX97" fmla="*/ 57150 w 574675"/>
                <a:gd name="connsiteY97" fmla="*/ 850126 h 1090613"/>
                <a:gd name="connsiteX98" fmla="*/ 57150 w 574675"/>
                <a:gd name="connsiteY98" fmla="*/ 154762 h 1090613"/>
                <a:gd name="connsiteX99" fmla="*/ 64316 w 574675"/>
                <a:gd name="connsiteY99" fmla="*/ 147637 h 1090613"/>
                <a:gd name="connsiteX100" fmla="*/ 196786 w 574675"/>
                <a:gd name="connsiteY100" fmla="*/ 71437 h 1090613"/>
                <a:gd name="connsiteX101" fmla="*/ 377890 w 574675"/>
                <a:gd name="connsiteY101" fmla="*/ 71437 h 1090613"/>
                <a:gd name="connsiteX102" fmla="*/ 393700 w 574675"/>
                <a:gd name="connsiteY102" fmla="*/ 87312 h 1090613"/>
                <a:gd name="connsiteX103" fmla="*/ 377890 w 574675"/>
                <a:gd name="connsiteY103" fmla="*/ 103187 h 1090613"/>
                <a:gd name="connsiteX104" fmla="*/ 196786 w 574675"/>
                <a:gd name="connsiteY104" fmla="*/ 103187 h 1090613"/>
                <a:gd name="connsiteX105" fmla="*/ 180975 w 574675"/>
                <a:gd name="connsiteY105" fmla="*/ 87312 h 1090613"/>
                <a:gd name="connsiteX106" fmla="*/ 196786 w 574675"/>
                <a:gd name="connsiteY106" fmla="*/ 71437 h 1090613"/>
                <a:gd name="connsiteX107" fmla="*/ 31750 w 574675"/>
                <a:gd name="connsiteY107" fmla="*/ 31750 h 1090613"/>
                <a:gd name="connsiteX108" fmla="*/ 31750 w 574675"/>
                <a:gd name="connsiteY108" fmla="*/ 893763 h 1090613"/>
                <a:gd name="connsiteX109" fmla="*/ 542925 w 574675"/>
                <a:gd name="connsiteY109" fmla="*/ 893763 h 1090613"/>
                <a:gd name="connsiteX110" fmla="*/ 542925 w 574675"/>
                <a:gd name="connsiteY110" fmla="*/ 31750 h 1090613"/>
                <a:gd name="connsiteX111" fmla="*/ 31750 w 574675"/>
                <a:gd name="connsiteY111" fmla="*/ 31750 h 1090613"/>
                <a:gd name="connsiteX112" fmla="*/ 15725 w 574675"/>
                <a:gd name="connsiteY112" fmla="*/ 0 h 1090613"/>
                <a:gd name="connsiteX113" fmla="*/ 558950 w 574675"/>
                <a:gd name="connsiteY113" fmla="*/ 0 h 1090613"/>
                <a:gd name="connsiteX114" fmla="*/ 574675 w 574675"/>
                <a:gd name="connsiteY114" fmla="*/ 15703 h 1090613"/>
                <a:gd name="connsiteX115" fmla="*/ 574675 w 574675"/>
                <a:gd name="connsiteY115" fmla="*/ 893618 h 1090613"/>
                <a:gd name="connsiteX116" fmla="*/ 574675 w 574675"/>
                <a:gd name="connsiteY116" fmla="*/ 925023 h 1090613"/>
                <a:gd name="connsiteX117" fmla="*/ 574675 w 574675"/>
                <a:gd name="connsiteY117" fmla="*/ 1074911 h 1090613"/>
                <a:gd name="connsiteX118" fmla="*/ 558950 w 574675"/>
                <a:gd name="connsiteY118" fmla="*/ 1090613 h 1090613"/>
                <a:gd name="connsiteX119" fmla="*/ 15725 w 574675"/>
                <a:gd name="connsiteY119" fmla="*/ 1090613 h 1090613"/>
                <a:gd name="connsiteX120" fmla="*/ 0 w 574675"/>
                <a:gd name="connsiteY120" fmla="*/ 1074911 h 1090613"/>
                <a:gd name="connsiteX121" fmla="*/ 0 w 574675"/>
                <a:gd name="connsiteY121" fmla="*/ 925023 h 1090613"/>
                <a:gd name="connsiteX122" fmla="*/ 0 w 574675"/>
                <a:gd name="connsiteY122" fmla="*/ 893618 h 1090613"/>
                <a:gd name="connsiteX123" fmla="*/ 0 w 574675"/>
                <a:gd name="connsiteY123" fmla="*/ 15703 h 1090613"/>
                <a:gd name="connsiteX124" fmla="*/ 15725 w 574675"/>
                <a:gd name="connsiteY124" fmla="*/ 0 h 109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574675" h="1090613">
                  <a:moveTo>
                    <a:pt x="287338" y="944562"/>
                  </a:moveTo>
                  <a:cubicBezTo>
                    <a:pt x="310134" y="944562"/>
                    <a:pt x="328613" y="963041"/>
                    <a:pt x="328613" y="985837"/>
                  </a:cubicBezTo>
                  <a:cubicBezTo>
                    <a:pt x="328613" y="1008633"/>
                    <a:pt x="310134" y="1027112"/>
                    <a:pt x="287338" y="1027112"/>
                  </a:cubicBezTo>
                  <a:cubicBezTo>
                    <a:pt x="264542" y="1027112"/>
                    <a:pt x="246063" y="1008633"/>
                    <a:pt x="246063" y="985837"/>
                  </a:cubicBezTo>
                  <a:cubicBezTo>
                    <a:pt x="246063" y="963041"/>
                    <a:pt x="264542" y="944562"/>
                    <a:pt x="287338" y="944562"/>
                  </a:cubicBezTo>
                  <a:close/>
                  <a:moveTo>
                    <a:pt x="31750" y="925512"/>
                  </a:moveTo>
                  <a:cubicBezTo>
                    <a:pt x="31750" y="925512"/>
                    <a:pt x="31750" y="925512"/>
                    <a:pt x="31750" y="1058862"/>
                  </a:cubicBezTo>
                  <a:cubicBezTo>
                    <a:pt x="31750" y="1058862"/>
                    <a:pt x="31750" y="1058862"/>
                    <a:pt x="542925" y="1058862"/>
                  </a:cubicBezTo>
                  <a:cubicBezTo>
                    <a:pt x="542925" y="1058862"/>
                    <a:pt x="542925" y="1058862"/>
                    <a:pt x="542925" y="925512"/>
                  </a:cubicBezTo>
                  <a:cubicBezTo>
                    <a:pt x="542925" y="925512"/>
                    <a:pt x="542925" y="925512"/>
                    <a:pt x="31750" y="925512"/>
                  </a:cubicBezTo>
                  <a:close/>
                  <a:moveTo>
                    <a:pt x="141476" y="585787"/>
                  </a:moveTo>
                  <a:cubicBezTo>
                    <a:pt x="138647" y="585787"/>
                    <a:pt x="136525" y="587924"/>
                    <a:pt x="136525" y="591486"/>
                  </a:cubicBezTo>
                  <a:cubicBezTo>
                    <a:pt x="136525" y="802338"/>
                    <a:pt x="136525" y="802338"/>
                    <a:pt x="136525" y="802338"/>
                  </a:cubicBezTo>
                  <a:cubicBezTo>
                    <a:pt x="136525" y="805188"/>
                    <a:pt x="138647" y="808037"/>
                    <a:pt x="141476" y="808037"/>
                  </a:cubicBezTo>
                  <a:cubicBezTo>
                    <a:pt x="203012" y="808037"/>
                    <a:pt x="203012" y="808037"/>
                    <a:pt x="203012" y="808037"/>
                  </a:cubicBezTo>
                  <a:cubicBezTo>
                    <a:pt x="206549" y="808037"/>
                    <a:pt x="207963" y="805188"/>
                    <a:pt x="207963" y="802338"/>
                  </a:cubicBezTo>
                  <a:cubicBezTo>
                    <a:pt x="207963" y="591486"/>
                    <a:pt x="207963" y="591486"/>
                    <a:pt x="207963" y="591486"/>
                  </a:cubicBezTo>
                  <a:cubicBezTo>
                    <a:pt x="207963" y="587924"/>
                    <a:pt x="206549" y="585787"/>
                    <a:pt x="203012" y="585787"/>
                  </a:cubicBezTo>
                  <a:cubicBezTo>
                    <a:pt x="141476" y="585787"/>
                    <a:pt x="141476" y="585787"/>
                    <a:pt x="141476" y="585787"/>
                  </a:cubicBezTo>
                  <a:close/>
                  <a:moveTo>
                    <a:pt x="254841" y="544512"/>
                  </a:moveTo>
                  <a:cubicBezTo>
                    <a:pt x="252040" y="544512"/>
                    <a:pt x="249238" y="547361"/>
                    <a:pt x="249238" y="550922"/>
                  </a:cubicBezTo>
                  <a:cubicBezTo>
                    <a:pt x="249238" y="800915"/>
                    <a:pt x="249238" y="800915"/>
                    <a:pt x="249238" y="800915"/>
                  </a:cubicBezTo>
                  <a:cubicBezTo>
                    <a:pt x="249238" y="804476"/>
                    <a:pt x="252040" y="808037"/>
                    <a:pt x="254841" y="808037"/>
                  </a:cubicBezTo>
                  <a:cubicBezTo>
                    <a:pt x="315073" y="808037"/>
                    <a:pt x="315073" y="808037"/>
                    <a:pt x="315073" y="808037"/>
                  </a:cubicBezTo>
                  <a:cubicBezTo>
                    <a:pt x="317875" y="808037"/>
                    <a:pt x="320676" y="804476"/>
                    <a:pt x="320676" y="800915"/>
                  </a:cubicBezTo>
                  <a:cubicBezTo>
                    <a:pt x="320676" y="550922"/>
                    <a:pt x="320676" y="550922"/>
                    <a:pt x="320676" y="550922"/>
                  </a:cubicBezTo>
                  <a:cubicBezTo>
                    <a:pt x="320676" y="547361"/>
                    <a:pt x="317875" y="544512"/>
                    <a:pt x="315073" y="544512"/>
                  </a:cubicBezTo>
                  <a:cubicBezTo>
                    <a:pt x="254841" y="544512"/>
                    <a:pt x="254841" y="544512"/>
                    <a:pt x="254841" y="544512"/>
                  </a:cubicBezTo>
                  <a:close/>
                  <a:moveTo>
                    <a:pt x="366091" y="506412"/>
                  </a:moveTo>
                  <a:cubicBezTo>
                    <a:pt x="363227" y="506412"/>
                    <a:pt x="360363" y="509977"/>
                    <a:pt x="360363" y="514256"/>
                  </a:cubicBezTo>
                  <a:cubicBezTo>
                    <a:pt x="360363" y="799480"/>
                    <a:pt x="360363" y="799480"/>
                    <a:pt x="360363" y="799480"/>
                  </a:cubicBezTo>
                  <a:cubicBezTo>
                    <a:pt x="360363" y="803759"/>
                    <a:pt x="363227" y="808037"/>
                    <a:pt x="366091" y="808037"/>
                  </a:cubicBezTo>
                  <a:cubicBezTo>
                    <a:pt x="427661" y="808037"/>
                    <a:pt x="427661" y="808037"/>
                    <a:pt x="427661" y="808037"/>
                  </a:cubicBezTo>
                  <a:cubicBezTo>
                    <a:pt x="430525" y="808037"/>
                    <a:pt x="433388" y="803759"/>
                    <a:pt x="433388" y="799480"/>
                  </a:cubicBezTo>
                  <a:cubicBezTo>
                    <a:pt x="433388" y="514256"/>
                    <a:pt x="433388" y="514256"/>
                    <a:pt x="433388" y="514256"/>
                  </a:cubicBezTo>
                  <a:cubicBezTo>
                    <a:pt x="433388" y="509977"/>
                    <a:pt x="430525" y="506412"/>
                    <a:pt x="427661" y="506412"/>
                  </a:cubicBezTo>
                  <a:cubicBezTo>
                    <a:pt x="366091" y="506412"/>
                    <a:pt x="366091" y="506412"/>
                    <a:pt x="366091" y="506412"/>
                  </a:cubicBezTo>
                  <a:close/>
                  <a:moveTo>
                    <a:pt x="144463" y="388937"/>
                  </a:moveTo>
                  <a:cubicBezTo>
                    <a:pt x="139202" y="388937"/>
                    <a:pt x="134938" y="393201"/>
                    <a:pt x="134938" y="398462"/>
                  </a:cubicBezTo>
                  <a:cubicBezTo>
                    <a:pt x="134938" y="403723"/>
                    <a:pt x="139202" y="407987"/>
                    <a:pt x="144463" y="407987"/>
                  </a:cubicBezTo>
                  <a:cubicBezTo>
                    <a:pt x="149724" y="407987"/>
                    <a:pt x="153988" y="403723"/>
                    <a:pt x="153988" y="398462"/>
                  </a:cubicBezTo>
                  <a:cubicBezTo>
                    <a:pt x="153988" y="393201"/>
                    <a:pt x="149724" y="388937"/>
                    <a:pt x="144463" y="388937"/>
                  </a:cubicBezTo>
                  <a:close/>
                  <a:moveTo>
                    <a:pt x="176213" y="355600"/>
                  </a:moveTo>
                  <a:cubicBezTo>
                    <a:pt x="170952" y="355600"/>
                    <a:pt x="166688" y="359864"/>
                    <a:pt x="166688" y="365125"/>
                  </a:cubicBezTo>
                  <a:cubicBezTo>
                    <a:pt x="166688" y="370386"/>
                    <a:pt x="170952" y="374650"/>
                    <a:pt x="176213" y="374650"/>
                  </a:cubicBezTo>
                  <a:cubicBezTo>
                    <a:pt x="181474" y="374650"/>
                    <a:pt x="185738" y="370386"/>
                    <a:pt x="185738" y="365125"/>
                  </a:cubicBezTo>
                  <a:cubicBezTo>
                    <a:pt x="185738" y="359864"/>
                    <a:pt x="181474" y="355600"/>
                    <a:pt x="176213" y="355600"/>
                  </a:cubicBezTo>
                  <a:close/>
                  <a:moveTo>
                    <a:pt x="425450" y="339725"/>
                  </a:moveTo>
                  <a:cubicBezTo>
                    <a:pt x="420189" y="339725"/>
                    <a:pt x="415925" y="343989"/>
                    <a:pt x="415925" y="349250"/>
                  </a:cubicBezTo>
                  <a:cubicBezTo>
                    <a:pt x="415925" y="354511"/>
                    <a:pt x="420189" y="358775"/>
                    <a:pt x="425450" y="358775"/>
                  </a:cubicBezTo>
                  <a:cubicBezTo>
                    <a:pt x="430711" y="358775"/>
                    <a:pt x="434975" y="354511"/>
                    <a:pt x="434975" y="349250"/>
                  </a:cubicBezTo>
                  <a:cubicBezTo>
                    <a:pt x="434975" y="343989"/>
                    <a:pt x="430711" y="339725"/>
                    <a:pt x="425450" y="339725"/>
                  </a:cubicBezTo>
                  <a:close/>
                  <a:moveTo>
                    <a:pt x="388938" y="317500"/>
                  </a:moveTo>
                  <a:cubicBezTo>
                    <a:pt x="383677" y="317500"/>
                    <a:pt x="379413" y="322120"/>
                    <a:pt x="379413" y="327819"/>
                  </a:cubicBezTo>
                  <a:cubicBezTo>
                    <a:pt x="379413" y="333518"/>
                    <a:pt x="383677" y="338138"/>
                    <a:pt x="388938" y="338138"/>
                  </a:cubicBezTo>
                  <a:cubicBezTo>
                    <a:pt x="394199" y="338138"/>
                    <a:pt x="398463" y="333518"/>
                    <a:pt x="398463" y="327819"/>
                  </a:cubicBezTo>
                  <a:cubicBezTo>
                    <a:pt x="398463" y="322120"/>
                    <a:pt x="394199" y="317500"/>
                    <a:pt x="388938" y="317500"/>
                  </a:cubicBezTo>
                  <a:close/>
                  <a:moveTo>
                    <a:pt x="244475" y="290512"/>
                  </a:moveTo>
                  <a:cubicBezTo>
                    <a:pt x="239214" y="290512"/>
                    <a:pt x="234950" y="294776"/>
                    <a:pt x="234950" y="300037"/>
                  </a:cubicBezTo>
                  <a:cubicBezTo>
                    <a:pt x="234950" y="305298"/>
                    <a:pt x="239214" y="309562"/>
                    <a:pt x="244475" y="309562"/>
                  </a:cubicBezTo>
                  <a:cubicBezTo>
                    <a:pt x="249736" y="309562"/>
                    <a:pt x="254000" y="305298"/>
                    <a:pt x="254000" y="300037"/>
                  </a:cubicBezTo>
                  <a:cubicBezTo>
                    <a:pt x="254000" y="294776"/>
                    <a:pt x="249736" y="290512"/>
                    <a:pt x="244475" y="290512"/>
                  </a:cubicBezTo>
                  <a:close/>
                  <a:moveTo>
                    <a:pt x="314325" y="276225"/>
                  </a:moveTo>
                  <a:cubicBezTo>
                    <a:pt x="309064" y="276225"/>
                    <a:pt x="304800" y="280845"/>
                    <a:pt x="304800" y="286544"/>
                  </a:cubicBezTo>
                  <a:cubicBezTo>
                    <a:pt x="304800" y="292243"/>
                    <a:pt x="309064" y="296863"/>
                    <a:pt x="314325" y="296863"/>
                  </a:cubicBezTo>
                  <a:cubicBezTo>
                    <a:pt x="319586" y="296863"/>
                    <a:pt x="323850" y="292243"/>
                    <a:pt x="323850" y="286544"/>
                  </a:cubicBezTo>
                  <a:cubicBezTo>
                    <a:pt x="323850" y="280845"/>
                    <a:pt x="319586" y="276225"/>
                    <a:pt x="314325" y="276225"/>
                  </a:cubicBezTo>
                  <a:close/>
                  <a:moveTo>
                    <a:pt x="277813" y="257175"/>
                  </a:moveTo>
                  <a:cubicBezTo>
                    <a:pt x="272552" y="257175"/>
                    <a:pt x="268288" y="261439"/>
                    <a:pt x="268288" y="266700"/>
                  </a:cubicBezTo>
                  <a:cubicBezTo>
                    <a:pt x="268288" y="271961"/>
                    <a:pt x="272552" y="276225"/>
                    <a:pt x="277813" y="276225"/>
                  </a:cubicBezTo>
                  <a:cubicBezTo>
                    <a:pt x="283074" y="276225"/>
                    <a:pt x="287338" y="271961"/>
                    <a:pt x="287338" y="266700"/>
                  </a:cubicBezTo>
                  <a:cubicBezTo>
                    <a:pt x="287338" y="261439"/>
                    <a:pt x="283074" y="257175"/>
                    <a:pt x="277813" y="257175"/>
                  </a:cubicBezTo>
                  <a:close/>
                  <a:moveTo>
                    <a:pt x="430838" y="195262"/>
                  </a:moveTo>
                  <a:cubicBezTo>
                    <a:pt x="419403" y="195262"/>
                    <a:pt x="410111" y="205305"/>
                    <a:pt x="410111" y="216064"/>
                  </a:cubicBezTo>
                  <a:cubicBezTo>
                    <a:pt x="410111" y="218934"/>
                    <a:pt x="410826" y="221803"/>
                    <a:pt x="411541" y="223955"/>
                  </a:cubicBezTo>
                  <a:cubicBezTo>
                    <a:pt x="301474" y="350202"/>
                    <a:pt x="301474" y="350202"/>
                    <a:pt x="301474" y="350202"/>
                  </a:cubicBezTo>
                  <a:cubicBezTo>
                    <a:pt x="298615" y="348768"/>
                    <a:pt x="295042" y="347333"/>
                    <a:pt x="291468" y="347333"/>
                  </a:cubicBezTo>
                  <a:cubicBezTo>
                    <a:pt x="286465" y="347333"/>
                    <a:pt x="282177" y="348768"/>
                    <a:pt x="278603" y="352354"/>
                  </a:cubicBezTo>
                  <a:cubicBezTo>
                    <a:pt x="162104" y="294969"/>
                    <a:pt x="162104" y="294969"/>
                    <a:pt x="162104" y="294969"/>
                  </a:cubicBezTo>
                  <a:cubicBezTo>
                    <a:pt x="161389" y="283492"/>
                    <a:pt x="152098" y="274167"/>
                    <a:pt x="141377" y="274167"/>
                  </a:cubicBezTo>
                  <a:cubicBezTo>
                    <a:pt x="129942" y="274167"/>
                    <a:pt x="120650" y="283492"/>
                    <a:pt x="120650" y="294969"/>
                  </a:cubicBezTo>
                  <a:cubicBezTo>
                    <a:pt x="120650" y="306446"/>
                    <a:pt x="129942" y="315771"/>
                    <a:pt x="141377" y="315771"/>
                  </a:cubicBezTo>
                  <a:cubicBezTo>
                    <a:pt x="145665" y="315771"/>
                    <a:pt x="149954" y="314336"/>
                    <a:pt x="153527" y="311467"/>
                  </a:cubicBezTo>
                  <a:cubicBezTo>
                    <a:pt x="201413" y="335139"/>
                    <a:pt x="271456" y="369570"/>
                    <a:pt x="271456" y="369570"/>
                  </a:cubicBezTo>
                  <a:cubicBezTo>
                    <a:pt x="271456" y="380329"/>
                    <a:pt x="280747" y="388937"/>
                    <a:pt x="291468" y="388937"/>
                  </a:cubicBezTo>
                  <a:cubicBezTo>
                    <a:pt x="302903" y="388937"/>
                    <a:pt x="312195" y="379612"/>
                    <a:pt x="312195" y="368135"/>
                  </a:cubicBezTo>
                  <a:cubicBezTo>
                    <a:pt x="312195" y="367418"/>
                    <a:pt x="312195" y="366700"/>
                    <a:pt x="312195" y="365983"/>
                  </a:cubicBezTo>
                  <a:cubicBezTo>
                    <a:pt x="355078" y="317206"/>
                    <a:pt x="425835" y="236866"/>
                    <a:pt x="425835" y="236866"/>
                  </a:cubicBezTo>
                  <a:cubicBezTo>
                    <a:pt x="427265" y="236866"/>
                    <a:pt x="429409" y="236866"/>
                    <a:pt x="430838" y="236866"/>
                  </a:cubicBezTo>
                  <a:cubicBezTo>
                    <a:pt x="442274" y="236866"/>
                    <a:pt x="450850" y="227541"/>
                    <a:pt x="450850" y="216064"/>
                  </a:cubicBezTo>
                  <a:cubicBezTo>
                    <a:pt x="450850" y="205305"/>
                    <a:pt x="442274" y="195262"/>
                    <a:pt x="430838" y="195262"/>
                  </a:cubicBezTo>
                  <a:close/>
                  <a:moveTo>
                    <a:pt x="64316" y="147637"/>
                  </a:moveTo>
                  <a:cubicBezTo>
                    <a:pt x="507184" y="147637"/>
                    <a:pt x="507184" y="147637"/>
                    <a:pt x="507184" y="147637"/>
                  </a:cubicBezTo>
                  <a:cubicBezTo>
                    <a:pt x="511484" y="147637"/>
                    <a:pt x="514350" y="151199"/>
                    <a:pt x="514350" y="154762"/>
                  </a:cubicBezTo>
                  <a:cubicBezTo>
                    <a:pt x="514350" y="850126"/>
                    <a:pt x="514350" y="850126"/>
                    <a:pt x="514350" y="850126"/>
                  </a:cubicBezTo>
                  <a:cubicBezTo>
                    <a:pt x="514350" y="854400"/>
                    <a:pt x="511484" y="857250"/>
                    <a:pt x="507184" y="857250"/>
                  </a:cubicBezTo>
                  <a:cubicBezTo>
                    <a:pt x="64316" y="857250"/>
                    <a:pt x="64316" y="857250"/>
                    <a:pt x="64316" y="857250"/>
                  </a:cubicBezTo>
                  <a:cubicBezTo>
                    <a:pt x="60017" y="857250"/>
                    <a:pt x="57150" y="854400"/>
                    <a:pt x="57150" y="850126"/>
                  </a:cubicBezTo>
                  <a:cubicBezTo>
                    <a:pt x="57150" y="154762"/>
                    <a:pt x="57150" y="154762"/>
                    <a:pt x="57150" y="154762"/>
                  </a:cubicBezTo>
                  <a:cubicBezTo>
                    <a:pt x="57150" y="151199"/>
                    <a:pt x="60017" y="147637"/>
                    <a:pt x="64316" y="147637"/>
                  </a:cubicBezTo>
                  <a:close/>
                  <a:moveTo>
                    <a:pt x="196786" y="71437"/>
                  </a:moveTo>
                  <a:cubicBezTo>
                    <a:pt x="196786" y="71437"/>
                    <a:pt x="196786" y="71437"/>
                    <a:pt x="377890" y="71437"/>
                  </a:cubicBezTo>
                  <a:cubicBezTo>
                    <a:pt x="386514" y="71437"/>
                    <a:pt x="393700" y="78653"/>
                    <a:pt x="393700" y="87312"/>
                  </a:cubicBezTo>
                  <a:cubicBezTo>
                    <a:pt x="393700" y="95971"/>
                    <a:pt x="386514" y="103187"/>
                    <a:pt x="377890" y="103187"/>
                  </a:cubicBezTo>
                  <a:cubicBezTo>
                    <a:pt x="377890" y="103187"/>
                    <a:pt x="377890" y="103187"/>
                    <a:pt x="196786" y="103187"/>
                  </a:cubicBezTo>
                  <a:cubicBezTo>
                    <a:pt x="188162" y="103187"/>
                    <a:pt x="180975" y="95971"/>
                    <a:pt x="180975" y="87312"/>
                  </a:cubicBezTo>
                  <a:cubicBezTo>
                    <a:pt x="180975" y="78653"/>
                    <a:pt x="188162" y="71437"/>
                    <a:pt x="196786" y="71437"/>
                  </a:cubicBezTo>
                  <a:close/>
                  <a:moveTo>
                    <a:pt x="31750" y="31750"/>
                  </a:moveTo>
                  <a:cubicBezTo>
                    <a:pt x="31750" y="31750"/>
                    <a:pt x="31750" y="31750"/>
                    <a:pt x="31750" y="893763"/>
                  </a:cubicBezTo>
                  <a:cubicBezTo>
                    <a:pt x="31750" y="893763"/>
                    <a:pt x="31750" y="893763"/>
                    <a:pt x="542925" y="893763"/>
                  </a:cubicBezTo>
                  <a:cubicBezTo>
                    <a:pt x="542925" y="893763"/>
                    <a:pt x="542925" y="893763"/>
                    <a:pt x="542925" y="31750"/>
                  </a:cubicBezTo>
                  <a:cubicBezTo>
                    <a:pt x="542925" y="31750"/>
                    <a:pt x="542925" y="31750"/>
                    <a:pt x="31750" y="31750"/>
                  </a:cubicBezTo>
                  <a:close/>
                  <a:moveTo>
                    <a:pt x="15725" y="0"/>
                  </a:moveTo>
                  <a:cubicBezTo>
                    <a:pt x="15725" y="0"/>
                    <a:pt x="15725" y="0"/>
                    <a:pt x="558950" y="0"/>
                  </a:cubicBezTo>
                  <a:cubicBezTo>
                    <a:pt x="567528" y="0"/>
                    <a:pt x="574675" y="7138"/>
                    <a:pt x="574675" y="15703"/>
                  </a:cubicBezTo>
                  <a:cubicBezTo>
                    <a:pt x="574675" y="15703"/>
                    <a:pt x="574675" y="15703"/>
                    <a:pt x="574675" y="893618"/>
                  </a:cubicBezTo>
                  <a:cubicBezTo>
                    <a:pt x="574675" y="893618"/>
                    <a:pt x="574675" y="893618"/>
                    <a:pt x="574675" y="925023"/>
                  </a:cubicBezTo>
                  <a:cubicBezTo>
                    <a:pt x="574675" y="925023"/>
                    <a:pt x="574675" y="925023"/>
                    <a:pt x="574675" y="1074911"/>
                  </a:cubicBezTo>
                  <a:cubicBezTo>
                    <a:pt x="574675" y="1083476"/>
                    <a:pt x="567528" y="1090613"/>
                    <a:pt x="558950" y="1090613"/>
                  </a:cubicBezTo>
                  <a:cubicBezTo>
                    <a:pt x="558950" y="1090613"/>
                    <a:pt x="558950" y="1090613"/>
                    <a:pt x="15725" y="1090613"/>
                  </a:cubicBezTo>
                  <a:cubicBezTo>
                    <a:pt x="7148" y="1090613"/>
                    <a:pt x="0" y="1083476"/>
                    <a:pt x="0" y="1074911"/>
                  </a:cubicBezTo>
                  <a:cubicBezTo>
                    <a:pt x="0" y="1074911"/>
                    <a:pt x="0" y="1074911"/>
                    <a:pt x="0" y="925023"/>
                  </a:cubicBezTo>
                  <a:cubicBezTo>
                    <a:pt x="0" y="925023"/>
                    <a:pt x="0" y="925023"/>
                    <a:pt x="0" y="893618"/>
                  </a:cubicBezTo>
                  <a:cubicBezTo>
                    <a:pt x="0" y="893618"/>
                    <a:pt x="0" y="893618"/>
                    <a:pt x="0" y="15703"/>
                  </a:cubicBezTo>
                  <a:cubicBezTo>
                    <a:pt x="0" y="7138"/>
                    <a:pt x="7148" y="0"/>
                    <a:pt x="15725" y="0"/>
                  </a:cubicBez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nvGrpSpPr>
          <p:cNvPr id="40" name="Group 39">
            <a:extLst>
              <a:ext uri="{FF2B5EF4-FFF2-40B4-BE49-F238E27FC236}">
                <a16:creationId xmlns:a16="http://schemas.microsoft.com/office/drawing/2014/main" id="{DC708269-7B38-43C3-90D4-3C12B54094CB}"/>
              </a:ext>
            </a:extLst>
          </p:cNvPr>
          <p:cNvGrpSpPr>
            <a:grpSpLocks noChangeAspect="1"/>
          </p:cNvGrpSpPr>
          <p:nvPr/>
        </p:nvGrpSpPr>
        <p:grpSpPr>
          <a:xfrm>
            <a:off x="3726725" y="2204710"/>
            <a:ext cx="731469" cy="731469"/>
            <a:chOff x="5273675" y="2606675"/>
            <a:chExt cx="1644650" cy="1644650"/>
          </a:xfrm>
        </p:grpSpPr>
        <p:sp>
          <p:nvSpPr>
            <p:cNvPr id="41" name="AutoShape 3">
              <a:extLst>
                <a:ext uri="{FF2B5EF4-FFF2-40B4-BE49-F238E27FC236}">
                  <a16:creationId xmlns:a16="http://schemas.microsoft.com/office/drawing/2014/main" id="{D25F46BC-AF53-40DB-BC1C-CF9FA58360FD}"/>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8">
              <a:extLst>
                <a:ext uri="{FF2B5EF4-FFF2-40B4-BE49-F238E27FC236}">
                  <a16:creationId xmlns:a16="http://schemas.microsoft.com/office/drawing/2014/main" id="{09FC5EB5-2257-456D-AF6D-7F674EB659D6}"/>
                </a:ext>
              </a:extLst>
            </p:cNvPr>
            <p:cNvSpPr>
              <a:spLocks/>
            </p:cNvSpPr>
            <p:nvPr/>
          </p:nvSpPr>
          <p:spPr bwMode="auto">
            <a:xfrm>
              <a:off x="5545744" y="2865144"/>
              <a:ext cx="1101174" cy="1125831"/>
            </a:xfrm>
            <a:custGeom>
              <a:avLst/>
              <a:gdLst>
                <a:gd name="connsiteX0" fmla="*/ 454663 w 1101174"/>
                <a:gd name="connsiteY0" fmla="*/ 452102 h 1125831"/>
                <a:gd name="connsiteX1" fmla="*/ 419624 w 1101174"/>
                <a:gd name="connsiteY1" fmla="*/ 470695 h 1125831"/>
                <a:gd name="connsiteX2" fmla="*/ 392519 w 1101174"/>
                <a:gd name="connsiteY2" fmla="*/ 506452 h 1125831"/>
                <a:gd name="connsiteX3" fmla="*/ 381107 w 1101174"/>
                <a:gd name="connsiteY3" fmla="*/ 562947 h 1125831"/>
                <a:gd name="connsiteX4" fmla="*/ 388953 w 1101174"/>
                <a:gd name="connsiteY4" fmla="*/ 650192 h 1125831"/>
                <a:gd name="connsiteX5" fmla="*/ 401792 w 1101174"/>
                <a:gd name="connsiteY5" fmla="*/ 736007 h 1125831"/>
                <a:gd name="connsiteX6" fmla="*/ 402505 w 1101174"/>
                <a:gd name="connsiteY6" fmla="*/ 740298 h 1125831"/>
                <a:gd name="connsiteX7" fmla="*/ 406071 w 1101174"/>
                <a:gd name="connsiteY7" fmla="*/ 743873 h 1125831"/>
                <a:gd name="connsiteX8" fmla="*/ 406785 w 1101174"/>
                <a:gd name="connsiteY8" fmla="*/ 743873 h 1125831"/>
                <a:gd name="connsiteX9" fmla="*/ 493805 w 1101174"/>
                <a:gd name="connsiteY9" fmla="*/ 748879 h 1125831"/>
                <a:gd name="connsiteX10" fmla="*/ 578685 w 1101174"/>
                <a:gd name="connsiteY10" fmla="*/ 746019 h 1125831"/>
                <a:gd name="connsiteX11" fmla="*/ 633607 w 1101174"/>
                <a:gd name="connsiteY11" fmla="*/ 728856 h 1125831"/>
                <a:gd name="connsiteX12" fmla="*/ 677117 w 1101174"/>
                <a:gd name="connsiteY12" fmla="*/ 685948 h 1125831"/>
                <a:gd name="connsiteX13" fmla="*/ 676404 w 1101174"/>
                <a:gd name="connsiteY13" fmla="*/ 609430 h 1125831"/>
                <a:gd name="connsiteX14" fmla="*/ 621481 w 1101174"/>
                <a:gd name="connsiteY14" fmla="*/ 570813 h 1125831"/>
                <a:gd name="connsiteX15" fmla="*/ 560140 w 1101174"/>
                <a:gd name="connsiteY15" fmla="*/ 577249 h 1125831"/>
                <a:gd name="connsiteX16" fmla="*/ 548727 w 1101174"/>
                <a:gd name="connsiteY16" fmla="*/ 580110 h 1125831"/>
                <a:gd name="connsiteX17" fmla="*/ 551580 w 1101174"/>
                <a:gd name="connsiteY17" fmla="*/ 554365 h 1125831"/>
                <a:gd name="connsiteX18" fmla="*/ 548727 w 1101174"/>
                <a:gd name="connsiteY18" fmla="*/ 504306 h 1125831"/>
                <a:gd name="connsiteX19" fmla="*/ 534461 w 1101174"/>
                <a:gd name="connsiteY19" fmla="*/ 475701 h 1125831"/>
                <a:gd name="connsiteX20" fmla="*/ 494518 w 1101174"/>
                <a:gd name="connsiteY20" fmla="*/ 452817 h 1125831"/>
                <a:gd name="connsiteX21" fmla="*/ 454663 w 1101174"/>
                <a:gd name="connsiteY21" fmla="*/ 452102 h 1125831"/>
                <a:gd name="connsiteX22" fmla="*/ 841613 w 1101174"/>
                <a:gd name="connsiteY22" fmla="*/ 194215 h 1125831"/>
                <a:gd name="connsiteX23" fmla="*/ 799493 w 1101174"/>
                <a:gd name="connsiteY23" fmla="*/ 213291 h 1125831"/>
                <a:gd name="connsiteX24" fmla="*/ 803078 w 1101174"/>
                <a:gd name="connsiteY24" fmla="*/ 298150 h 1125831"/>
                <a:gd name="connsiteX25" fmla="*/ 887676 w 1101174"/>
                <a:gd name="connsiteY25" fmla="*/ 295297 h 1125831"/>
                <a:gd name="connsiteX26" fmla="*/ 884809 w 1101174"/>
                <a:gd name="connsiteY26" fmla="*/ 210438 h 1125831"/>
                <a:gd name="connsiteX27" fmla="*/ 841613 w 1101174"/>
                <a:gd name="connsiteY27" fmla="*/ 194215 h 1125831"/>
                <a:gd name="connsiteX28" fmla="*/ 811772 w 1101174"/>
                <a:gd name="connsiteY28" fmla="*/ 63794 h 1125831"/>
                <a:gd name="connsiteX29" fmla="*/ 1036030 w 1101174"/>
                <a:gd name="connsiteY29" fmla="*/ 272007 h 1125831"/>
                <a:gd name="connsiteX30" fmla="*/ 974609 w 1101174"/>
                <a:gd name="connsiteY30" fmla="*/ 540831 h 1125831"/>
                <a:gd name="connsiteX31" fmla="*/ 500382 w 1101174"/>
                <a:gd name="connsiteY31" fmla="*/ 1052807 h 1125831"/>
                <a:gd name="connsiteX32" fmla="*/ 74005 w 1101174"/>
                <a:gd name="connsiteY32" fmla="*/ 657772 h 1125831"/>
                <a:gd name="connsiteX33" fmla="*/ 548233 w 1101174"/>
                <a:gd name="connsiteY33" fmla="*/ 145796 h 1125831"/>
                <a:gd name="connsiteX34" fmla="*/ 811772 w 1101174"/>
                <a:gd name="connsiteY34" fmla="*/ 63794 h 1125831"/>
                <a:gd name="connsiteX35" fmla="*/ 818948 w 1101174"/>
                <a:gd name="connsiteY35" fmla="*/ 30456 h 1125831"/>
                <a:gd name="connsiteX36" fmla="*/ 532856 w 1101174"/>
                <a:gd name="connsiteY36" fmla="*/ 119760 h 1125831"/>
                <a:gd name="connsiteX37" fmla="*/ 32730 w 1101174"/>
                <a:gd name="connsiteY37" fmla="*/ 659868 h 1125831"/>
                <a:gd name="connsiteX38" fmla="*/ 502892 w 1101174"/>
                <a:gd name="connsiteY38" fmla="*/ 1095669 h 1125831"/>
                <a:gd name="connsiteX39" fmla="*/ 1002304 w 1101174"/>
                <a:gd name="connsiteY39" fmla="*/ 556276 h 1125831"/>
                <a:gd name="connsiteX40" fmla="*/ 1069368 w 1101174"/>
                <a:gd name="connsiteY40" fmla="*/ 262645 h 1125831"/>
                <a:gd name="connsiteX41" fmla="*/ 1069368 w 1101174"/>
                <a:gd name="connsiteY41" fmla="*/ 260502 h 1125831"/>
                <a:gd name="connsiteX42" fmla="*/ 821802 w 1101174"/>
                <a:gd name="connsiteY42" fmla="*/ 30456 h 1125831"/>
                <a:gd name="connsiteX43" fmla="*/ 818948 w 1101174"/>
                <a:gd name="connsiteY43" fmla="*/ 30456 h 1125831"/>
                <a:gd name="connsiteX44" fmla="*/ 827146 w 1101174"/>
                <a:gd name="connsiteY44" fmla="*/ 400 h 1125831"/>
                <a:gd name="connsiteX45" fmla="*/ 842599 w 1101174"/>
                <a:gd name="connsiteY45" fmla="*/ 7980 h 1125831"/>
                <a:gd name="connsiteX46" fmla="*/ 1091273 w 1101174"/>
                <a:gd name="connsiteY46" fmla="*/ 237685 h 1125831"/>
                <a:gd name="connsiteX47" fmla="*/ 1100562 w 1101174"/>
                <a:gd name="connsiteY47" fmla="*/ 268360 h 1125831"/>
                <a:gd name="connsiteX48" fmla="*/ 1100562 w 1101174"/>
                <a:gd name="connsiteY48" fmla="*/ 269073 h 1125831"/>
                <a:gd name="connsiteX49" fmla="*/ 1032677 w 1101174"/>
                <a:gd name="connsiteY49" fmla="*/ 566549 h 1125831"/>
                <a:gd name="connsiteX50" fmla="*/ 1028390 w 1101174"/>
                <a:gd name="connsiteY50" fmla="*/ 573683 h 1125831"/>
                <a:gd name="connsiteX51" fmla="*/ 525325 w 1101174"/>
                <a:gd name="connsiteY51" fmla="*/ 1115844 h 1125831"/>
                <a:gd name="connsiteX52" fmla="*/ 503887 w 1101174"/>
                <a:gd name="connsiteY52" fmla="*/ 1125831 h 1125831"/>
                <a:gd name="connsiteX53" fmla="*/ 502458 w 1101174"/>
                <a:gd name="connsiteY53" fmla="*/ 1125831 h 1125831"/>
                <a:gd name="connsiteX54" fmla="*/ 481021 w 1101174"/>
                <a:gd name="connsiteY54" fmla="*/ 1117984 h 1125831"/>
                <a:gd name="connsiteX55" fmla="*/ 10112 w 1101174"/>
                <a:gd name="connsiteY55" fmla="*/ 682115 h 1125831"/>
                <a:gd name="connsiteX56" fmla="*/ 108 w 1101174"/>
                <a:gd name="connsiteY56" fmla="*/ 660714 h 1125831"/>
                <a:gd name="connsiteX57" fmla="*/ 7968 w 1101174"/>
                <a:gd name="connsiteY57" fmla="*/ 637886 h 1125831"/>
                <a:gd name="connsiteX58" fmla="*/ 511748 w 1101174"/>
                <a:gd name="connsiteY58" fmla="*/ 95011 h 1125831"/>
                <a:gd name="connsiteX59" fmla="*/ 518894 w 1101174"/>
                <a:gd name="connsiteY59" fmla="*/ 90731 h 1125831"/>
                <a:gd name="connsiteX60" fmla="*/ 811157 w 1101174"/>
                <a:gd name="connsiteY60" fmla="*/ 1560 h 1125831"/>
                <a:gd name="connsiteX61" fmla="*/ 813301 w 1101174"/>
                <a:gd name="connsiteY61" fmla="*/ 846 h 1125831"/>
                <a:gd name="connsiteX62" fmla="*/ 827146 w 1101174"/>
                <a:gd name="connsiteY62" fmla="*/ 400 h 1125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01174" h="1125831">
                  <a:moveTo>
                    <a:pt x="454663" y="452102"/>
                  </a:moveTo>
                  <a:cubicBezTo>
                    <a:pt x="442092" y="454963"/>
                    <a:pt x="430323" y="461041"/>
                    <a:pt x="419624" y="470695"/>
                  </a:cubicBezTo>
                  <a:cubicBezTo>
                    <a:pt x="407498" y="479992"/>
                    <a:pt x="398938" y="492149"/>
                    <a:pt x="392519" y="506452"/>
                  </a:cubicBezTo>
                  <a:cubicBezTo>
                    <a:pt x="384673" y="524330"/>
                    <a:pt x="381107" y="542923"/>
                    <a:pt x="381107" y="562947"/>
                  </a:cubicBezTo>
                  <a:cubicBezTo>
                    <a:pt x="380393" y="592267"/>
                    <a:pt x="383960" y="620872"/>
                    <a:pt x="388953" y="650192"/>
                  </a:cubicBezTo>
                  <a:cubicBezTo>
                    <a:pt x="393232" y="678797"/>
                    <a:pt x="397512" y="707402"/>
                    <a:pt x="401792" y="736007"/>
                  </a:cubicBezTo>
                  <a:cubicBezTo>
                    <a:pt x="402505" y="737437"/>
                    <a:pt x="402505" y="738867"/>
                    <a:pt x="402505" y="740298"/>
                  </a:cubicBezTo>
                  <a:cubicBezTo>
                    <a:pt x="402505" y="742443"/>
                    <a:pt x="404645" y="743873"/>
                    <a:pt x="406071" y="743873"/>
                  </a:cubicBezTo>
                  <a:cubicBezTo>
                    <a:pt x="406071" y="743873"/>
                    <a:pt x="406071" y="743873"/>
                    <a:pt x="406785" y="743873"/>
                  </a:cubicBezTo>
                  <a:cubicBezTo>
                    <a:pt x="435316" y="745303"/>
                    <a:pt x="464560" y="747449"/>
                    <a:pt x="493805" y="748879"/>
                  </a:cubicBezTo>
                  <a:cubicBezTo>
                    <a:pt x="522336" y="749594"/>
                    <a:pt x="550154" y="749594"/>
                    <a:pt x="578685" y="746019"/>
                  </a:cubicBezTo>
                  <a:cubicBezTo>
                    <a:pt x="597943" y="743158"/>
                    <a:pt x="616489" y="738152"/>
                    <a:pt x="633607" y="728856"/>
                  </a:cubicBezTo>
                  <a:cubicBezTo>
                    <a:pt x="652152" y="718129"/>
                    <a:pt x="667131" y="705256"/>
                    <a:pt x="677117" y="685948"/>
                  </a:cubicBezTo>
                  <a:cubicBezTo>
                    <a:pt x="689243" y="660919"/>
                    <a:pt x="689956" y="634459"/>
                    <a:pt x="676404" y="609430"/>
                  </a:cubicBezTo>
                  <a:cubicBezTo>
                    <a:pt x="664991" y="586546"/>
                    <a:pt x="646446" y="573673"/>
                    <a:pt x="621481" y="570813"/>
                  </a:cubicBezTo>
                  <a:cubicBezTo>
                    <a:pt x="600796" y="569383"/>
                    <a:pt x="580111" y="572243"/>
                    <a:pt x="560140" y="577249"/>
                  </a:cubicBezTo>
                  <a:cubicBezTo>
                    <a:pt x="555860" y="577964"/>
                    <a:pt x="552293" y="579394"/>
                    <a:pt x="548727" y="580110"/>
                  </a:cubicBezTo>
                  <a:cubicBezTo>
                    <a:pt x="549440" y="571528"/>
                    <a:pt x="550867" y="562947"/>
                    <a:pt x="551580" y="554365"/>
                  </a:cubicBezTo>
                  <a:cubicBezTo>
                    <a:pt x="553007" y="537202"/>
                    <a:pt x="553720" y="520754"/>
                    <a:pt x="548727" y="504306"/>
                  </a:cubicBezTo>
                  <a:cubicBezTo>
                    <a:pt x="545874" y="493579"/>
                    <a:pt x="542308" y="483568"/>
                    <a:pt x="534461" y="475701"/>
                  </a:cubicBezTo>
                  <a:cubicBezTo>
                    <a:pt x="523762" y="464259"/>
                    <a:pt x="510210" y="455678"/>
                    <a:pt x="494518" y="452817"/>
                  </a:cubicBezTo>
                  <a:cubicBezTo>
                    <a:pt x="480609" y="449599"/>
                    <a:pt x="467235" y="449242"/>
                    <a:pt x="454663" y="452102"/>
                  </a:cubicBezTo>
                  <a:close/>
                  <a:moveTo>
                    <a:pt x="841613" y="194215"/>
                  </a:moveTo>
                  <a:cubicBezTo>
                    <a:pt x="826199" y="194750"/>
                    <a:pt x="810964" y="201168"/>
                    <a:pt x="799493" y="213291"/>
                  </a:cubicBezTo>
                  <a:cubicBezTo>
                    <a:pt x="777268" y="237536"/>
                    <a:pt x="778702" y="276044"/>
                    <a:pt x="803078" y="298150"/>
                  </a:cubicBezTo>
                  <a:cubicBezTo>
                    <a:pt x="827454" y="320969"/>
                    <a:pt x="865451" y="319543"/>
                    <a:pt x="887676" y="295297"/>
                  </a:cubicBezTo>
                  <a:cubicBezTo>
                    <a:pt x="910618" y="270339"/>
                    <a:pt x="909184" y="232545"/>
                    <a:pt x="884809" y="210438"/>
                  </a:cubicBezTo>
                  <a:cubicBezTo>
                    <a:pt x="872621" y="199029"/>
                    <a:pt x="857027" y="193681"/>
                    <a:pt x="841613" y="194215"/>
                  </a:cubicBezTo>
                  <a:close/>
                  <a:moveTo>
                    <a:pt x="811772" y="63794"/>
                  </a:moveTo>
                  <a:cubicBezTo>
                    <a:pt x="811772" y="63794"/>
                    <a:pt x="811772" y="63794"/>
                    <a:pt x="1036030" y="272007"/>
                  </a:cubicBezTo>
                  <a:cubicBezTo>
                    <a:pt x="1036030" y="272007"/>
                    <a:pt x="1036030" y="272007"/>
                    <a:pt x="974609" y="540831"/>
                  </a:cubicBezTo>
                  <a:cubicBezTo>
                    <a:pt x="974609" y="540831"/>
                    <a:pt x="974609" y="540831"/>
                    <a:pt x="500382" y="1052807"/>
                  </a:cubicBezTo>
                  <a:cubicBezTo>
                    <a:pt x="500382" y="1052807"/>
                    <a:pt x="500382" y="1052807"/>
                    <a:pt x="74005" y="657772"/>
                  </a:cubicBezTo>
                  <a:cubicBezTo>
                    <a:pt x="74005" y="657772"/>
                    <a:pt x="74005" y="657772"/>
                    <a:pt x="548233" y="145796"/>
                  </a:cubicBezTo>
                  <a:cubicBezTo>
                    <a:pt x="548233" y="145796"/>
                    <a:pt x="548233" y="145796"/>
                    <a:pt x="811772" y="63794"/>
                  </a:cubicBezTo>
                  <a:close/>
                  <a:moveTo>
                    <a:pt x="818948" y="30456"/>
                  </a:moveTo>
                  <a:cubicBezTo>
                    <a:pt x="818948" y="30456"/>
                    <a:pt x="818948" y="30456"/>
                    <a:pt x="532856" y="119760"/>
                  </a:cubicBezTo>
                  <a:cubicBezTo>
                    <a:pt x="532856" y="119760"/>
                    <a:pt x="532856" y="119760"/>
                    <a:pt x="32730" y="659868"/>
                  </a:cubicBezTo>
                  <a:cubicBezTo>
                    <a:pt x="32730" y="659868"/>
                    <a:pt x="32730" y="659868"/>
                    <a:pt x="502892" y="1095669"/>
                  </a:cubicBezTo>
                  <a:cubicBezTo>
                    <a:pt x="502892" y="1095669"/>
                    <a:pt x="502892" y="1095669"/>
                    <a:pt x="1002304" y="556276"/>
                  </a:cubicBezTo>
                  <a:cubicBezTo>
                    <a:pt x="1002304" y="556276"/>
                    <a:pt x="1002304" y="556276"/>
                    <a:pt x="1069368" y="262645"/>
                  </a:cubicBezTo>
                  <a:cubicBezTo>
                    <a:pt x="1069368" y="261931"/>
                    <a:pt x="1069368" y="261217"/>
                    <a:pt x="1069368" y="260502"/>
                  </a:cubicBezTo>
                  <a:cubicBezTo>
                    <a:pt x="1069368" y="260502"/>
                    <a:pt x="1069368" y="260502"/>
                    <a:pt x="821802" y="30456"/>
                  </a:cubicBezTo>
                  <a:cubicBezTo>
                    <a:pt x="821089" y="30456"/>
                    <a:pt x="820375" y="30456"/>
                    <a:pt x="818948" y="30456"/>
                  </a:cubicBezTo>
                  <a:close/>
                  <a:moveTo>
                    <a:pt x="827146" y="400"/>
                  </a:moveTo>
                  <a:cubicBezTo>
                    <a:pt x="832237" y="1203"/>
                    <a:pt x="837597" y="3343"/>
                    <a:pt x="842599" y="7980"/>
                  </a:cubicBezTo>
                  <a:cubicBezTo>
                    <a:pt x="842599" y="7980"/>
                    <a:pt x="842599" y="7980"/>
                    <a:pt x="1091273" y="237685"/>
                  </a:cubicBezTo>
                  <a:cubicBezTo>
                    <a:pt x="1099133" y="245532"/>
                    <a:pt x="1102706" y="256946"/>
                    <a:pt x="1100562" y="268360"/>
                  </a:cubicBezTo>
                  <a:cubicBezTo>
                    <a:pt x="1100562" y="269073"/>
                    <a:pt x="1100562" y="269073"/>
                    <a:pt x="1100562" y="269073"/>
                  </a:cubicBezTo>
                  <a:cubicBezTo>
                    <a:pt x="1100562" y="269073"/>
                    <a:pt x="1100562" y="269073"/>
                    <a:pt x="1032677" y="566549"/>
                  </a:cubicBezTo>
                  <a:cubicBezTo>
                    <a:pt x="1031963" y="569402"/>
                    <a:pt x="1030534" y="572256"/>
                    <a:pt x="1028390" y="573683"/>
                  </a:cubicBezTo>
                  <a:cubicBezTo>
                    <a:pt x="1028390" y="573683"/>
                    <a:pt x="1028390" y="573683"/>
                    <a:pt x="525325" y="1115844"/>
                  </a:cubicBezTo>
                  <a:cubicBezTo>
                    <a:pt x="519608" y="1122264"/>
                    <a:pt x="512462" y="1125831"/>
                    <a:pt x="503887" y="1125831"/>
                  </a:cubicBezTo>
                  <a:cubicBezTo>
                    <a:pt x="503173" y="1125831"/>
                    <a:pt x="503173" y="1125831"/>
                    <a:pt x="502458" y="1125831"/>
                  </a:cubicBezTo>
                  <a:cubicBezTo>
                    <a:pt x="494598" y="1125831"/>
                    <a:pt x="486737" y="1122978"/>
                    <a:pt x="481021" y="1117984"/>
                  </a:cubicBezTo>
                  <a:cubicBezTo>
                    <a:pt x="481021" y="1117984"/>
                    <a:pt x="481021" y="1117984"/>
                    <a:pt x="10112" y="682115"/>
                  </a:cubicBezTo>
                  <a:cubicBezTo>
                    <a:pt x="3681" y="676408"/>
                    <a:pt x="108" y="669274"/>
                    <a:pt x="108" y="660714"/>
                  </a:cubicBezTo>
                  <a:cubicBezTo>
                    <a:pt x="-607" y="652153"/>
                    <a:pt x="2252" y="644306"/>
                    <a:pt x="7968" y="637886"/>
                  </a:cubicBezTo>
                  <a:cubicBezTo>
                    <a:pt x="7968" y="637886"/>
                    <a:pt x="7968" y="637886"/>
                    <a:pt x="511748" y="95011"/>
                  </a:cubicBezTo>
                  <a:cubicBezTo>
                    <a:pt x="513892" y="93584"/>
                    <a:pt x="516035" y="92158"/>
                    <a:pt x="518894" y="90731"/>
                  </a:cubicBezTo>
                  <a:cubicBezTo>
                    <a:pt x="518894" y="90731"/>
                    <a:pt x="518894" y="90731"/>
                    <a:pt x="811157" y="1560"/>
                  </a:cubicBezTo>
                  <a:cubicBezTo>
                    <a:pt x="811872" y="846"/>
                    <a:pt x="812586" y="846"/>
                    <a:pt x="813301" y="846"/>
                  </a:cubicBezTo>
                  <a:cubicBezTo>
                    <a:pt x="817231" y="133"/>
                    <a:pt x="822054" y="-402"/>
                    <a:pt x="827146" y="4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grpSp>
      <p:grpSp>
        <p:nvGrpSpPr>
          <p:cNvPr id="43" name="Group 42">
            <a:extLst>
              <a:ext uri="{FF2B5EF4-FFF2-40B4-BE49-F238E27FC236}">
                <a16:creationId xmlns:a16="http://schemas.microsoft.com/office/drawing/2014/main" id="{EED2F5CE-7B6F-46C2-AAA4-53592E3CFE4B}"/>
              </a:ext>
            </a:extLst>
          </p:cNvPr>
          <p:cNvGrpSpPr>
            <a:grpSpLocks noChangeAspect="1"/>
          </p:cNvGrpSpPr>
          <p:nvPr/>
        </p:nvGrpSpPr>
        <p:grpSpPr>
          <a:xfrm>
            <a:off x="4216674" y="2932230"/>
            <a:ext cx="731469" cy="731469"/>
            <a:chOff x="5273675" y="2606675"/>
            <a:chExt cx="1644650" cy="1644650"/>
          </a:xfrm>
        </p:grpSpPr>
        <p:sp>
          <p:nvSpPr>
            <p:cNvPr id="44" name="AutoShape 21">
              <a:extLst>
                <a:ext uri="{FF2B5EF4-FFF2-40B4-BE49-F238E27FC236}">
                  <a16:creationId xmlns:a16="http://schemas.microsoft.com/office/drawing/2014/main" id="{24A1BDD2-1056-44E9-88B5-FD2A74D676AB}"/>
                </a:ext>
              </a:extLst>
            </p:cNvPr>
            <p:cNvSpPr>
              <a:spLocks noChangeAspect="1" noChangeArrowheads="1" noTextEdit="1"/>
            </p:cNvSpPr>
            <p:nvPr/>
          </p:nvSpPr>
          <p:spPr bwMode="auto">
            <a:xfrm>
              <a:off x="527367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8">
              <a:extLst>
                <a:ext uri="{FF2B5EF4-FFF2-40B4-BE49-F238E27FC236}">
                  <a16:creationId xmlns:a16="http://schemas.microsoft.com/office/drawing/2014/main" id="{8B37760C-4968-4103-A7E0-8D9A71056FDD}"/>
                </a:ext>
              </a:extLst>
            </p:cNvPr>
            <p:cNvSpPr>
              <a:spLocks/>
            </p:cNvSpPr>
            <p:nvPr/>
          </p:nvSpPr>
          <p:spPr bwMode="auto">
            <a:xfrm>
              <a:off x="5442843" y="2771080"/>
              <a:ext cx="1309489" cy="1309491"/>
            </a:xfrm>
            <a:custGeom>
              <a:avLst/>
              <a:gdLst>
                <a:gd name="connsiteX0" fmla="*/ 654745 w 1309489"/>
                <a:gd name="connsiteY0" fmla="*/ 1094483 h 1309491"/>
                <a:gd name="connsiteX1" fmla="*/ 638870 w 1309489"/>
                <a:gd name="connsiteY1" fmla="*/ 1110139 h 1309491"/>
                <a:gd name="connsiteX2" fmla="*/ 638870 w 1309489"/>
                <a:gd name="connsiteY2" fmla="*/ 1202652 h 1309491"/>
                <a:gd name="connsiteX3" fmla="*/ 654745 w 1309489"/>
                <a:gd name="connsiteY3" fmla="*/ 1218308 h 1309491"/>
                <a:gd name="connsiteX4" fmla="*/ 670620 w 1309489"/>
                <a:gd name="connsiteY4" fmla="*/ 1202652 h 1309491"/>
                <a:gd name="connsiteX5" fmla="*/ 670620 w 1309489"/>
                <a:gd name="connsiteY5" fmla="*/ 1110139 h 1309491"/>
                <a:gd name="connsiteX6" fmla="*/ 654745 w 1309489"/>
                <a:gd name="connsiteY6" fmla="*/ 1094483 h 1309491"/>
                <a:gd name="connsiteX7" fmla="*/ 654745 w 1309489"/>
                <a:gd name="connsiteY7" fmla="*/ 927795 h 1309491"/>
                <a:gd name="connsiteX8" fmla="*/ 638870 w 1309489"/>
                <a:gd name="connsiteY8" fmla="*/ 943652 h 1309491"/>
                <a:gd name="connsiteX9" fmla="*/ 638870 w 1309489"/>
                <a:gd name="connsiteY9" fmla="*/ 1037351 h 1309491"/>
                <a:gd name="connsiteX10" fmla="*/ 654745 w 1309489"/>
                <a:gd name="connsiteY10" fmla="*/ 1053208 h 1309491"/>
                <a:gd name="connsiteX11" fmla="*/ 670620 w 1309489"/>
                <a:gd name="connsiteY11" fmla="*/ 1037351 h 1309491"/>
                <a:gd name="connsiteX12" fmla="*/ 670620 w 1309489"/>
                <a:gd name="connsiteY12" fmla="*/ 943652 h 1309491"/>
                <a:gd name="connsiteX13" fmla="*/ 654745 w 1309489"/>
                <a:gd name="connsiteY13" fmla="*/ 927795 h 1309491"/>
                <a:gd name="connsiteX14" fmla="*/ 781745 w 1309489"/>
                <a:gd name="connsiteY14" fmla="*/ 781745 h 1309491"/>
                <a:gd name="connsiteX15" fmla="*/ 1051620 w 1309489"/>
                <a:gd name="connsiteY15" fmla="*/ 781745 h 1309491"/>
                <a:gd name="connsiteX16" fmla="*/ 1051620 w 1309489"/>
                <a:gd name="connsiteY16" fmla="*/ 813495 h 1309491"/>
                <a:gd name="connsiteX17" fmla="*/ 811908 w 1309489"/>
                <a:gd name="connsiteY17" fmla="*/ 813495 h 1309491"/>
                <a:gd name="connsiteX18" fmla="*/ 811908 w 1309489"/>
                <a:gd name="connsiteY18" fmla="*/ 1054795 h 1309491"/>
                <a:gd name="connsiteX19" fmla="*/ 781745 w 1309489"/>
                <a:gd name="connsiteY19" fmla="*/ 1054795 h 1309491"/>
                <a:gd name="connsiteX20" fmla="*/ 256121 w 1309489"/>
                <a:gd name="connsiteY20" fmla="*/ 781745 h 1309491"/>
                <a:gd name="connsiteX21" fmla="*/ 526319 w 1309489"/>
                <a:gd name="connsiteY21" fmla="*/ 781745 h 1309491"/>
                <a:gd name="connsiteX22" fmla="*/ 527745 w 1309489"/>
                <a:gd name="connsiteY22" fmla="*/ 783167 h 1309491"/>
                <a:gd name="connsiteX23" fmla="*/ 527745 w 1309489"/>
                <a:gd name="connsiteY23" fmla="*/ 1053373 h 1309491"/>
                <a:gd name="connsiteX24" fmla="*/ 526319 w 1309489"/>
                <a:gd name="connsiteY24" fmla="*/ 1054795 h 1309491"/>
                <a:gd name="connsiteX25" fmla="*/ 497802 w 1309489"/>
                <a:gd name="connsiteY25" fmla="*/ 1054795 h 1309491"/>
                <a:gd name="connsiteX26" fmla="*/ 496377 w 1309489"/>
                <a:gd name="connsiteY26" fmla="*/ 1053373 h 1309491"/>
                <a:gd name="connsiteX27" fmla="*/ 496377 w 1309489"/>
                <a:gd name="connsiteY27" fmla="*/ 814454 h 1309491"/>
                <a:gd name="connsiteX28" fmla="*/ 494951 w 1309489"/>
                <a:gd name="connsiteY28" fmla="*/ 813032 h 1309491"/>
                <a:gd name="connsiteX29" fmla="*/ 254695 w 1309489"/>
                <a:gd name="connsiteY29" fmla="*/ 813032 h 1309491"/>
                <a:gd name="connsiteX30" fmla="*/ 254695 w 1309489"/>
                <a:gd name="connsiteY30" fmla="*/ 783167 h 1309491"/>
                <a:gd name="connsiteX31" fmla="*/ 256121 w 1309489"/>
                <a:gd name="connsiteY31" fmla="*/ 781745 h 1309491"/>
                <a:gd name="connsiteX32" fmla="*/ 654745 w 1309489"/>
                <a:gd name="connsiteY32" fmla="*/ 762695 h 1309491"/>
                <a:gd name="connsiteX33" fmla="*/ 638870 w 1309489"/>
                <a:gd name="connsiteY33" fmla="*/ 778351 h 1309491"/>
                <a:gd name="connsiteX34" fmla="*/ 638870 w 1309489"/>
                <a:gd name="connsiteY34" fmla="*/ 870864 h 1309491"/>
                <a:gd name="connsiteX35" fmla="*/ 654745 w 1309489"/>
                <a:gd name="connsiteY35" fmla="*/ 886520 h 1309491"/>
                <a:gd name="connsiteX36" fmla="*/ 670620 w 1309489"/>
                <a:gd name="connsiteY36" fmla="*/ 870864 h 1309491"/>
                <a:gd name="connsiteX37" fmla="*/ 670620 w 1309489"/>
                <a:gd name="connsiteY37" fmla="*/ 778351 h 1309491"/>
                <a:gd name="connsiteX38" fmla="*/ 654745 w 1309489"/>
                <a:gd name="connsiteY38" fmla="*/ 762695 h 1309491"/>
                <a:gd name="connsiteX39" fmla="*/ 1110229 w 1309489"/>
                <a:gd name="connsiteY39" fmla="*/ 638870 h 1309491"/>
                <a:gd name="connsiteX40" fmla="*/ 1094482 w 1309489"/>
                <a:gd name="connsiteY40" fmla="*/ 654745 h 1309491"/>
                <a:gd name="connsiteX41" fmla="*/ 1110229 w 1309489"/>
                <a:gd name="connsiteY41" fmla="*/ 670620 h 1309491"/>
                <a:gd name="connsiteX42" fmla="*/ 1202561 w 1309489"/>
                <a:gd name="connsiteY42" fmla="*/ 670620 h 1309491"/>
                <a:gd name="connsiteX43" fmla="*/ 1218307 w 1309489"/>
                <a:gd name="connsiteY43" fmla="*/ 654745 h 1309491"/>
                <a:gd name="connsiteX44" fmla="*/ 1202561 w 1309489"/>
                <a:gd name="connsiteY44" fmla="*/ 638870 h 1309491"/>
                <a:gd name="connsiteX45" fmla="*/ 1110229 w 1309489"/>
                <a:gd name="connsiteY45" fmla="*/ 638870 h 1309491"/>
                <a:gd name="connsiteX46" fmla="*/ 943451 w 1309489"/>
                <a:gd name="connsiteY46" fmla="*/ 638870 h 1309491"/>
                <a:gd name="connsiteX47" fmla="*/ 927795 w 1309489"/>
                <a:gd name="connsiteY47" fmla="*/ 654745 h 1309491"/>
                <a:gd name="connsiteX48" fmla="*/ 943451 w 1309489"/>
                <a:gd name="connsiteY48" fmla="*/ 670620 h 1309491"/>
                <a:gd name="connsiteX49" fmla="*/ 1035964 w 1309489"/>
                <a:gd name="connsiteY49" fmla="*/ 670620 h 1309491"/>
                <a:gd name="connsiteX50" fmla="*/ 1051620 w 1309489"/>
                <a:gd name="connsiteY50" fmla="*/ 654745 h 1309491"/>
                <a:gd name="connsiteX51" fmla="*/ 1035964 w 1309489"/>
                <a:gd name="connsiteY51" fmla="*/ 638870 h 1309491"/>
                <a:gd name="connsiteX52" fmla="*/ 943451 w 1309489"/>
                <a:gd name="connsiteY52" fmla="*/ 638870 h 1309491"/>
                <a:gd name="connsiteX53" fmla="*/ 776964 w 1309489"/>
                <a:gd name="connsiteY53" fmla="*/ 638870 h 1309491"/>
                <a:gd name="connsiteX54" fmla="*/ 761107 w 1309489"/>
                <a:gd name="connsiteY54" fmla="*/ 654745 h 1309491"/>
                <a:gd name="connsiteX55" fmla="*/ 776964 w 1309489"/>
                <a:gd name="connsiteY55" fmla="*/ 670620 h 1309491"/>
                <a:gd name="connsiteX56" fmla="*/ 870663 w 1309489"/>
                <a:gd name="connsiteY56" fmla="*/ 670620 h 1309491"/>
                <a:gd name="connsiteX57" fmla="*/ 886520 w 1309489"/>
                <a:gd name="connsiteY57" fmla="*/ 654745 h 1309491"/>
                <a:gd name="connsiteX58" fmla="*/ 870663 w 1309489"/>
                <a:gd name="connsiteY58" fmla="*/ 638870 h 1309491"/>
                <a:gd name="connsiteX59" fmla="*/ 776964 w 1309489"/>
                <a:gd name="connsiteY59" fmla="*/ 638870 h 1309491"/>
                <a:gd name="connsiteX60" fmla="*/ 440304 w 1309489"/>
                <a:gd name="connsiteY60" fmla="*/ 638870 h 1309491"/>
                <a:gd name="connsiteX61" fmla="*/ 424557 w 1309489"/>
                <a:gd name="connsiteY61" fmla="*/ 654745 h 1309491"/>
                <a:gd name="connsiteX62" fmla="*/ 440304 w 1309489"/>
                <a:gd name="connsiteY62" fmla="*/ 670620 h 1309491"/>
                <a:gd name="connsiteX63" fmla="*/ 532636 w 1309489"/>
                <a:gd name="connsiteY63" fmla="*/ 670620 h 1309491"/>
                <a:gd name="connsiteX64" fmla="*/ 548382 w 1309489"/>
                <a:gd name="connsiteY64" fmla="*/ 654745 h 1309491"/>
                <a:gd name="connsiteX65" fmla="*/ 532636 w 1309489"/>
                <a:gd name="connsiteY65" fmla="*/ 638870 h 1309491"/>
                <a:gd name="connsiteX66" fmla="*/ 440304 w 1309489"/>
                <a:gd name="connsiteY66" fmla="*/ 638870 h 1309491"/>
                <a:gd name="connsiteX67" fmla="*/ 272139 w 1309489"/>
                <a:gd name="connsiteY67" fmla="*/ 638870 h 1309491"/>
                <a:gd name="connsiteX68" fmla="*/ 256282 w 1309489"/>
                <a:gd name="connsiteY68" fmla="*/ 654745 h 1309491"/>
                <a:gd name="connsiteX69" fmla="*/ 272139 w 1309489"/>
                <a:gd name="connsiteY69" fmla="*/ 670620 h 1309491"/>
                <a:gd name="connsiteX70" fmla="*/ 365838 w 1309489"/>
                <a:gd name="connsiteY70" fmla="*/ 670620 h 1309491"/>
                <a:gd name="connsiteX71" fmla="*/ 381695 w 1309489"/>
                <a:gd name="connsiteY71" fmla="*/ 654745 h 1309491"/>
                <a:gd name="connsiteX72" fmla="*/ 365838 w 1309489"/>
                <a:gd name="connsiteY72" fmla="*/ 638870 h 1309491"/>
                <a:gd name="connsiteX73" fmla="*/ 272139 w 1309489"/>
                <a:gd name="connsiteY73" fmla="*/ 638870 h 1309491"/>
                <a:gd name="connsiteX74" fmla="*/ 106838 w 1309489"/>
                <a:gd name="connsiteY74" fmla="*/ 638870 h 1309491"/>
                <a:gd name="connsiteX75" fmla="*/ 91182 w 1309489"/>
                <a:gd name="connsiteY75" fmla="*/ 654745 h 1309491"/>
                <a:gd name="connsiteX76" fmla="*/ 106838 w 1309489"/>
                <a:gd name="connsiteY76" fmla="*/ 670620 h 1309491"/>
                <a:gd name="connsiteX77" fmla="*/ 199351 w 1309489"/>
                <a:gd name="connsiteY77" fmla="*/ 670620 h 1309491"/>
                <a:gd name="connsiteX78" fmla="*/ 215007 w 1309489"/>
                <a:gd name="connsiteY78" fmla="*/ 654745 h 1309491"/>
                <a:gd name="connsiteX79" fmla="*/ 199351 w 1309489"/>
                <a:gd name="connsiteY79" fmla="*/ 638870 h 1309491"/>
                <a:gd name="connsiteX80" fmla="*/ 106838 w 1309489"/>
                <a:gd name="connsiteY80" fmla="*/ 638870 h 1309491"/>
                <a:gd name="connsiteX81" fmla="*/ 654745 w 1309489"/>
                <a:gd name="connsiteY81" fmla="*/ 594420 h 1309491"/>
                <a:gd name="connsiteX82" fmla="*/ 638870 w 1309489"/>
                <a:gd name="connsiteY82" fmla="*/ 610076 h 1309491"/>
                <a:gd name="connsiteX83" fmla="*/ 638870 w 1309489"/>
                <a:gd name="connsiteY83" fmla="*/ 702589 h 1309491"/>
                <a:gd name="connsiteX84" fmla="*/ 654745 w 1309489"/>
                <a:gd name="connsiteY84" fmla="*/ 718245 h 1309491"/>
                <a:gd name="connsiteX85" fmla="*/ 670620 w 1309489"/>
                <a:gd name="connsiteY85" fmla="*/ 702589 h 1309491"/>
                <a:gd name="connsiteX86" fmla="*/ 670620 w 1309489"/>
                <a:gd name="connsiteY86" fmla="*/ 610076 h 1309491"/>
                <a:gd name="connsiteX87" fmla="*/ 654745 w 1309489"/>
                <a:gd name="connsiteY87" fmla="*/ 594420 h 1309491"/>
                <a:gd name="connsiteX88" fmla="*/ 654745 w 1309489"/>
                <a:gd name="connsiteY88" fmla="*/ 424558 h 1309491"/>
                <a:gd name="connsiteX89" fmla="*/ 638870 w 1309489"/>
                <a:gd name="connsiteY89" fmla="*/ 440214 h 1309491"/>
                <a:gd name="connsiteX90" fmla="*/ 638870 w 1309489"/>
                <a:gd name="connsiteY90" fmla="*/ 532727 h 1309491"/>
                <a:gd name="connsiteX91" fmla="*/ 654745 w 1309489"/>
                <a:gd name="connsiteY91" fmla="*/ 548383 h 1309491"/>
                <a:gd name="connsiteX92" fmla="*/ 670620 w 1309489"/>
                <a:gd name="connsiteY92" fmla="*/ 532727 h 1309491"/>
                <a:gd name="connsiteX93" fmla="*/ 670620 w 1309489"/>
                <a:gd name="connsiteY93" fmla="*/ 440214 h 1309491"/>
                <a:gd name="connsiteX94" fmla="*/ 654745 w 1309489"/>
                <a:gd name="connsiteY94" fmla="*/ 424558 h 1309491"/>
                <a:gd name="connsiteX95" fmla="*/ 781745 w 1309489"/>
                <a:gd name="connsiteY95" fmla="*/ 259458 h 1309491"/>
                <a:gd name="connsiteX96" fmla="*/ 811908 w 1309489"/>
                <a:gd name="connsiteY96" fmla="*/ 259458 h 1309491"/>
                <a:gd name="connsiteX97" fmla="*/ 811908 w 1309489"/>
                <a:gd name="connsiteY97" fmla="*/ 497583 h 1309491"/>
                <a:gd name="connsiteX98" fmla="*/ 1051620 w 1309489"/>
                <a:gd name="connsiteY98" fmla="*/ 497583 h 1309491"/>
                <a:gd name="connsiteX99" fmla="*/ 1051620 w 1309489"/>
                <a:gd name="connsiteY99" fmla="*/ 529333 h 1309491"/>
                <a:gd name="connsiteX100" fmla="*/ 781745 w 1309489"/>
                <a:gd name="connsiteY100" fmla="*/ 529333 h 1309491"/>
                <a:gd name="connsiteX101" fmla="*/ 497583 w 1309489"/>
                <a:gd name="connsiteY101" fmla="*/ 259458 h 1309491"/>
                <a:gd name="connsiteX102" fmla="*/ 527745 w 1309489"/>
                <a:gd name="connsiteY102" fmla="*/ 259458 h 1309491"/>
                <a:gd name="connsiteX103" fmla="*/ 527745 w 1309489"/>
                <a:gd name="connsiteY103" fmla="*/ 529333 h 1309491"/>
                <a:gd name="connsiteX104" fmla="*/ 254695 w 1309489"/>
                <a:gd name="connsiteY104" fmla="*/ 529333 h 1309491"/>
                <a:gd name="connsiteX105" fmla="*/ 254695 w 1309489"/>
                <a:gd name="connsiteY105" fmla="*/ 497583 h 1309491"/>
                <a:gd name="connsiteX106" fmla="*/ 497583 w 1309489"/>
                <a:gd name="connsiteY106" fmla="*/ 497583 h 1309491"/>
                <a:gd name="connsiteX107" fmla="*/ 654745 w 1309489"/>
                <a:gd name="connsiteY107" fmla="*/ 256283 h 1309491"/>
                <a:gd name="connsiteX108" fmla="*/ 638870 w 1309489"/>
                <a:gd name="connsiteY108" fmla="*/ 272049 h 1309491"/>
                <a:gd name="connsiteX109" fmla="*/ 638870 w 1309489"/>
                <a:gd name="connsiteY109" fmla="*/ 365930 h 1309491"/>
                <a:gd name="connsiteX110" fmla="*/ 654745 w 1309489"/>
                <a:gd name="connsiteY110" fmla="*/ 381696 h 1309491"/>
                <a:gd name="connsiteX111" fmla="*/ 670620 w 1309489"/>
                <a:gd name="connsiteY111" fmla="*/ 365930 h 1309491"/>
                <a:gd name="connsiteX112" fmla="*/ 670620 w 1309489"/>
                <a:gd name="connsiteY112" fmla="*/ 272049 h 1309491"/>
                <a:gd name="connsiteX113" fmla="*/ 654745 w 1309489"/>
                <a:gd name="connsiteY113" fmla="*/ 256283 h 1309491"/>
                <a:gd name="connsiteX114" fmla="*/ 654745 w 1309489"/>
                <a:gd name="connsiteY114" fmla="*/ 91183 h 1309491"/>
                <a:gd name="connsiteX115" fmla="*/ 638870 w 1309489"/>
                <a:gd name="connsiteY115" fmla="*/ 106839 h 1309491"/>
                <a:gd name="connsiteX116" fmla="*/ 638870 w 1309489"/>
                <a:gd name="connsiteY116" fmla="*/ 199352 h 1309491"/>
                <a:gd name="connsiteX117" fmla="*/ 654745 w 1309489"/>
                <a:gd name="connsiteY117" fmla="*/ 215008 h 1309491"/>
                <a:gd name="connsiteX118" fmla="*/ 670620 w 1309489"/>
                <a:gd name="connsiteY118" fmla="*/ 199352 h 1309491"/>
                <a:gd name="connsiteX119" fmla="*/ 670620 w 1309489"/>
                <a:gd name="connsiteY119" fmla="*/ 106839 h 1309491"/>
                <a:gd name="connsiteX120" fmla="*/ 654745 w 1309489"/>
                <a:gd name="connsiteY120" fmla="*/ 91183 h 1309491"/>
                <a:gd name="connsiteX121" fmla="*/ 647250 w 1309489"/>
                <a:gd name="connsiteY121" fmla="*/ 2673 h 1309491"/>
                <a:gd name="connsiteX122" fmla="*/ 661526 w 1309489"/>
                <a:gd name="connsiteY122" fmla="*/ 2673 h 1309491"/>
                <a:gd name="connsiteX123" fmla="*/ 745756 w 1309489"/>
                <a:gd name="connsiteY123" fmla="*/ 76829 h 1309491"/>
                <a:gd name="connsiteX124" fmla="*/ 749325 w 1309489"/>
                <a:gd name="connsiteY124" fmla="*/ 83960 h 1309491"/>
                <a:gd name="connsiteX125" fmla="*/ 749325 w 1309489"/>
                <a:gd name="connsiteY125" fmla="*/ 560268 h 1309491"/>
                <a:gd name="connsiteX126" fmla="*/ 1226152 w 1309489"/>
                <a:gd name="connsiteY126" fmla="*/ 560268 h 1309491"/>
                <a:gd name="connsiteX127" fmla="*/ 1232577 w 1309489"/>
                <a:gd name="connsiteY127" fmla="*/ 563833 h 1309491"/>
                <a:gd name="connsiteX128" fmla="*/ 1306813 w 1309489"/>
                <a:gd name="connsiteY128" fmla="*/ 647972 h 1309491"/>
                <a:gd name="connsiteX129" fmla="*/ 1306813 w 1309489"/>
                <a:gd name="connsiteY129" fmla="*/ 662233 h 1309491"/>
                <a:gd name="connsiteX130" fmla="*/ 1232577 w 1309489"/>
                <a:gd name="connsiteY130" fmla="*/ 746371 h 1309491"/>
                <a:gd name="connsiteX131" fmla="*/ 1226152 w 1309489"/>
                <a:gd name="connsiteY131" fmla="*/ 749936 h 1309491"/>
                <a:gd name="connsiteX132" fmla="*/ 749325 w 1309489"/>
                <a:gd name="connsiteY132" fmla="*/ 749936 h 1309491"/>
                <a:gd name="connsiteX133" fmla="*/ 749325 w 1309489"/>
                <a:gd name="connsiteY133" fmla="*/ 1226245 h 1309491"/>
                <a:gd name="connsiteX134" fmla="*/ 745756 w 1309489"/>
                <a:gd name="connsiteY134" fmla="*/ 1232662 h 1309491"/>
                <a:gd name="connsiteX135" fmla="*/ 661526 w 1309489"/>
                <a:gd name="connsiteY135" fmla="*/ 1306818 h 1309491"/>
                <a:gd name="connsiteX136" fmla="*/ 647250 w 1309489"/>
                <a:gd name="connsiteY136" fmla="*/ 1306818 h 1309491"/>
                <a:gd name="connsiteX137" fmla="*/ 563020 w 1309489"/>
                <a:gd name="connsiteY137" fmla="*/ 1232662 h 1309491"/>
                <a:gd name="connsiteX138" fmla="*/ 559451 w 1309489"/>
                <a:gd name="connsiteY138" fmla="*/ 1226245 h 1309491"/>
                <a:gd name="connsiteX139" fmla="*/ 559451 w 1309489"/>
                <a:gd name="connsiteY139" fmla="*/ 749936 h 1309491"/>
                <a:gd name="connsiteX140" fmla="*/ 84051 w 1309489"/>
                <a:gd name="connsiteY140" fmla="*/ 749936 h 1309491"/>
                <a:gd name="connsiteX141" fmla="*/ 76913 w 1309489"/>
                <a:gd name="connsiteY141" fmla="*/ 746371 h 1309491"/>
                <a:gd name="connsiteX142" fmla="*/ 2676 w 1309489"/>
                <a:gd name="connsiteY142" fmla="*/ 662233 h 1309491"/>
                <a:gd name="connsiteX143" fmla="*/ 2676 w 1309489"/>
                <a:gd name="connsiteY143" fmla="*/ 647972 h 1309491"/>
                <a:gd name="connsiteX144" fmla="*/ 76913 w 1309489"/>
                <a:gd name="connsiteY144" fmla="*/ 563833 h 1309491"/>
                <a:gd name="connsiteX145" fmla="*/ 84051 w 1309489"/>
                <a:gd name="connsiteY145" fmla="*/ 560268 h 1309491"/>
                <a:gd name="connsiteX146" fmla="*/ 559451 w 1309489"/>
                <a:gd name="connsiteY146" fmla="*/ 560268 h 1309491"/>
                <a:gd name="connsiteX147" fmla="*/ 559451 w 1309489"/>
                <a:gd name="connsiteY147" fmla="*/ 83960 h 1309491"/>
                <a:gd name="connsiteX148" fmla="*/ 563020 w 1309489"/>
                <a:gd name="connsiteY148" fmla="*/ 76829 h 1309491"/>
                <a:gd name="connsiteX149" fmla="*/ 647250 w 1309489"/>
                <a:gd name="connsiteY149" fmla="*/ 2673 h 130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1309489" h="1309491">
                  <a:moveTo>
                    <a:pt x="654745" y="1094483"/>
                  </a:moveTo>
                  <a:cubicBezTo>
                    <a:pt x="646086" y="1094483"/>
                    <a:pt x="638870" y="1101600"/>
                    <a:pt x="638870" y="1110139"/>
                  </a:cubicBezTo>
                  <a:cubicBezTo>
                    <a:pt x="638870" y="1110139"/>
                    <a:pt x="638870" y="1110139"/>
                    <a:pt x="638870" y="1202652"/>
                  </a:cubicBezTo>
                  <a:cubicBezTo>
                    <a:pt x="638870" y="1211192"/>
                    <a:pt x="646086" y="1218308"/>
                    <a:pt x="654745" y="1218308"/>
                  </a:cubicBezTo>
                  <a:cubicBezTo>
                    <a:pt x="663404" y="1218308"/>
                    <a:pt x="670620" y="1211192"/>
                    <a:pt x="670620" y="1202652"/>
                  </a:cubicBezTo>
                  <a:cubicBezTo>
                    <a:pt x="670620" y="1202652"/>
                    <a:pt x="670620" y="1202652"/>
                    <a:pt x="670620" y="1110139"/>
                  </a:cubicBezTo>
                  <a:cubicBezTo>
                    <a:pt x="670620" y="1101600"/>
                    <a:pt x="663404" y="1094483"/>
                    <a:pt x="654745" y="1094483"/>
                  </a:cubicBezTo>
                  <a:close/>
                  <a:moveTo>
                    <a:pt x="654745" y="927795"/>
                  </a:moveTo>
                  <a:cubicBezTo>
                    <a:pt x="646086" y="927795"/>
                    <a:pt x="638870" y="935003"/>
                    <a:pt x="638870" y="943652"/>
                  </a:cubicBezTo>
                  <a:cubicBezTo>
                    <a:pt x="638870" y="943652"/>
                    <a:pt x="638870" y="943652"/>
                    <a:pt x="638870" y="1037351"/>
                  </a:cubicBezTo>
                  <a:cubicBezTo>
                    <a:pt x="638870" y="1046000"/>
                    <a:pt x="646086" y="1053208"/>
                    <a:pt x="654745" y="1053208"/>
                  </a:cubicBezTo>
                  <a:cubicBezTo>
                    <a:pt x="663404" y="1053208"/>
                    <a:pt x="670620" y="1046000"/>
                    <a:pt x="670620" y="1037351"/>
                  </a:cubicBezTo>
                  <a:cubicBezTo>
                    <a:pt x="670620" y="1037351"/>
                    <a:pt x="670620" y="1037351"/>
                    <a:pt x="670620" y="943652"/>
                  </a:cubicBezTo>
                  <a:cubicBezTo>
                    <a:pt x="670620" y="935003"/>
                    <a:pt x="663404" y="927795"/>
                    <a:pt x="654745" y="927795"/>
                  </a:cubicBezTo>
                  <a:close/>
                  <a:moveTo>
                    <a:pt x="781745" y="781745"/>
                  </a:moveTo>
                  <a:lnTo>
                    <a:pt x="1051620" y="781745"/>
                  </a:lnTo>
                  <a:lnTo>
                    <a:pt x="1051620" y="813495"/>
                  </a:lnTo>
                  <a:lnTo>
                    <a:pt x="811908" y="813495"/>
                  </a:lnTo>
                  <a:lnTo>
                    <a:pt x="811908" y="1054795"/>
                  </a:lnTo>
                  <a:lnTo>
                    <a:pt x="781745" y="1054795"/>
                  </a:lnTo>
                  <a:close/>
                  <a:moveTo>
                    <a:pt x="256121" y="781745"/>
                  </a:moveTo>
                  <a:cubicBezTo>
                    <a:pt x="256121" y="781745"/>
                    <a:pt x="256121" y="781745"/>
                    <a:pt x="526319" y="781745"/>
                  </a:cubicBezTo>
                  <a:cubicBezTo>
                    <a:pt x="527032" y="781745"/>
                    <a:pt x="527745" y="782456"/>
                    <a:pt x="527745" y="783167"/>
                  </a:cubicBezTo>
                  <a:cubicBezTo>
                    <a:pt x="527745" y="783167"/>
                    <a:pt x="527745" y="783167"/>
                    <a:pt x="527745" y="1053373"/>
                  </a:cubicBezTo>
                  <a:cubicBezTo>
                    <a:pt x="527745" y="1054084"/>
                    <a:pt x="527032" y="1054795"/>
                    <a:pt x="526319" y="1054795"/>
                  </a:cubicBezTo>
                  <a:cubicBezTo>
                    <a:pt x="526319" y="1054795"/>
                    <a:pt x="526319" y="1054795"/>
                    <a:pt x="497802" y="1054795"/>
                  </a:cubicBezTo>
                  <a:cubicBezTo>
                    <a:pt x="497089" y="1054795"/>
                    <a:pt x="496377" y="1054084"/>
                    <a:pt x="496377" y="1053373"/>
                  </a:cubicBezTo>
                  <a:cubicBezTo>
                    <a:pt x="496377" y="1053373"/>
                    <a:pt x="496377" y="1053373"/>
                    <a:pt x="496377" y="814454"/>
                  </a:cubicBezTo>
                  <a:cubicBezTo>
                    <a:pt x="496377" y="813743"/>
                    <a:pt x="495664" y="813032"/>
                    <a:pt x="494951" y="813032"/>
                  </a:cubicBezTo>
                  <a:cubicBezTo>
                    <a:pt x="494951" y="813032"/>
                    <a:pt x="494951" y="813032"/>
                    <a:pt x="254695" y="813032"/>
                  </a:cubicBezTo>
                  <a:cubicBezTo>
                    <a:pt x="254695" y="813032"/>
                    <a:pt x="254695" y="813032"/>
                    <a:pt x="254695" y="783167"/>
                  </a:cubicBezTo>
                  <a:cubicBezTo>
                    <a:pt x="254695" y="782456"/>
                    <a:pt x="255408" y="781745"/>
                    <a:pt x="256121" y="781745"/>
                  </a:cubicBezTo>
                  <a:close/>
                  <a:moveTo>
                    <a:pt x="654745" y="762695"/>
                  </a:moveTo>
                  <a:cubicBezTo>
                    <a:pt x="646086" y="762695"/>
                    <a:pt x="638870" y="769812"/>
                    <a:pt x="638870" y="778351"/>
                  </a:cubicBezTo>
                  <a:cubicBezTo>
                    <a:pt x="638870" y="778351"/>
                    <a:pt x="638870" y="778351"/>
                    <a:pt x="638870" y="870864"/>
                  </a:cubicBezTo>
                  <a:cubicBezTo>
                    <a:pt x="638870" y="879404"/>
                    <a:pt x="646086" y="886520"/>
                    <a:pt x="654745" y="886520"/>
                  </a:cubicBezTo>
                  <a:cubicBezTo>
                    <a:pt x="663404" y="886520"/>
                    <a:pt x="670620" y="879404"/>
                    <a:pt x="670620" y="870864"/>
                  </a:cubicBezTo>
                  <a:cubicBezTo>
                    <a:pt x="670620" y="870864"/>
                    <a:pt x="670620" y="870864"/>
                    <a:pt x="670620" y="778351"/>
                  </a:cubicBezTo>
                  <a:cubicBezTo>
                    <a:pt x="670620" y="769812"/>
                    <a:pt x="663404" y="762695"/>
                    <a:pt x="654745" y="762695"/>
                  </a:cubicBezTo>
                  <a:close/>
                  <a:moveTo>
                    <a:pt x="1110229" y="638870"/>
                  </a:moveTo>
                  <a:cubicBezTo>
                    <a:pt x="1100924" y="638870"/>
                    <a:pt x="1094482" y="646086"/>
                    <a:pt x="1094482" y="654745"/>
                  </a:cubicBezTo>
                  <a:cubicBezTo>
                    <a:pt x="1094482" y="663404"/>
                    <a:pt x="1100924" y="670620"/>
                    <a:pt x="1110229" y="670620"/>
                  </a:cubicBezTo>
                  <a:cubicBezTo>
                    <a:pt x="1110229" y="670620"/>
                    <a:pt x="1110229" y="670620"/>
                    <a:pt x="1202561" y="670620"/>
                  </a:cubicBezTo>
                  <a:cubicBezTo>
                    <a:pt x="1211150" y="670620"/>
                    <a:pt x="1218307" y="663404"/>
                    <a:pt x="1218307" y="654745"/>
                  </a:cubicBezTo>
                  <a:cubicBezTo>
                    <a:pt x="1218307" y="646086"/>
                    <a:pt x="1211150" y="638870"/>
                    <a:pt x="1202561" y="638870"/>
                  </a:cubicBezTo>
                  <a:cubicBezTo>
                    <a:pt x="1202561" y="638870"/>
                    <a:pt x="1202561" y="638870"/>
                    <a:pt x="1110229" y="638870"/>
                  </a:cubicBezTo>
                  <a:close/>
                  <a:moveTo>
                    <a:pt x="943451" y="638870"/>
                  </a:moveTo>
                  <a:cubicBezTo>
                    <a:pt x="934912" y="638870"/>
                    <a:pt x="927795" y="646086"/>
                    <a:pt x="927795" y="654745"/>
                  </a:cubicBezTo>
                  <a:cubicBezTo>
                    <a:pt x="927795" y="663404"/>
                    <a:pt x="934912" y="670620"/>
                    <a:pt x="943451" y="670620"/>
                  </a:cubicBezTo>
                  <a:cubicBezTo>
                    <a:pt x="943451" y="670620"/>
                    <a:pt x="943451" y="670620"/>
                    <a:pt x="1035964" y="670620"/>
                  </a:cubicBezTo>
                  <a:cubicBezTo>
                    <a:pt x="1044504" y="670620"/>
                    <a:pt x="1051620" y="663404"/>
                    <a:pt x="1051620" y="654745"/>
                  </a:cubicBezTo>
                  <a:cubicBezTo>
                    <a:pt x="1051620" y="646086"/>
                    <a:pt x="1044504" y="638870"/>
                    <a:pt x="1035964" y="638870"/>
                  </a:cubicBezTo>
                  <a:cubicBezTo>
                    <a:pt x="1035964" y="638870"/>
                    <a:pt x="1035964" y="638870"/>
                    <a:pt x="943451" y="638870"/>
                  </a:cubicBezTo>
                  <a:close/>
                  <a:moveTo>
                    <a:pt x="776964" y="638870"/>
                  </a:moveTo>
                  <a:cubicBezTo>
                    <a:pt x="768315" y="638870"/>
                    <a:pt x="761107" y="646086"/>
                    <a:pt x="761107" y="654745"/>
                  </a:cubicBezTo>
                  <a:cubicBezTo>
                    <a:pt x="761107" y="663404"/>
                    <a:pt x="768315" y="670620"/>
                    <a:pt x="776964" y="670620"/>
                  </a:cubicBezTo>
                  <a:cubicBezTo>
                    <a:pt x="776964" y="670620"/>
                    <a:pt x="776964" y="670620"/>
                    <a:pt x="870663" y="670620"/>
                  </a:cubicBezTo>
                  <a:cubicBezTo>
                    <a:pt x="879313" y="670620"/>
                    <a:pt x="886520" y="663404"/>
                    <a:pt x="886520" y="654745"/>
                  </a:cubicBezTo>
                  <a:cubicBezTo>
                    <a:pt x="886520" y="646086"/>
                    <a:pt x="879313" y="638870"/>
                    <a:pt x="870663" y="638870"/>
                  </a:cubicBezTo>
                  <a:cubicBezTo>
                    <a:pt x="870663" y="638870"/>
                    <a:pt x="870663" y="638870"/>
                    <a:pt x="776964" y="638870"/>
                  </a:cubicBezTo>
                  <a:close/>
                  <a:moveTo>
                    <a:pt x="440304" y="638870"/>
                  </a:moveTo>
                  <a:cubicBezTo>
                    <a:pt x="430999" y="638870"/>
                    <a:pt x="424557" y="646086"/>
                    <a:pt x="424557" y="654745"/>
                  </a:cubicBezTo>
                  <a:cubicBezTo>
                    <a:pt x="424557" y="663404"/>
                    <a:pt x="430999" y="670620"/>
                    <a:pt x="440304" y="670620"/>
                  </a:cubicBezTo>
                  <a:cubicBezTo>
                    <a:pt x="440304" y="670620"/>
                    <a:pt x="440304" y="670620"/>
                    <a:pt x="532636" y="670620"/>
                  </a:cubicBezTo>
                  <a:cubicBezTo>
                    <a:pt x="541225" y="670620"/>
                    <a:pt x="548382" y="663404"/>
                    <a:pt x="548382" y="654745"/>
                  </a:cubicBezTo>
                  <a:cubicBezTo>
                    <a:pt x="548382" y="646086"/>
                    <a:pt x="541225" y="638870"/>
                    <a:pt x="532636" y="638870"/>
                  </a:cubicBezTo>
                  <a:cubicBezTo>
                    <a:pt x="532636" y="638870"/>
                    <a:pt x="532636" y="638870"/>
                    <a:pt x="440304" y="638870"/>
                  </a:cubicBezTo>
                  <a:close/>
                  <a:moveTo>
                    <a:pt x="272139" y="638870"/>
                  </a:moveTo>
                  <a:cubicBezTo>
                    <a:pt x="263490" y="638870"/>
                    <a:pt x="256282" y="646086"/>
                    <a:pt x="256282" y="654745"/>
                  </a:cubicBezTo>
                  <a:cubicBezTo>
                    <a:pt x="256282" y="663404"/>
                    <a:pt x="263490" y="670620"/>
                    <a:pt x="272139" y="670620"/>
                  </a:cubicBezTo>
                  <a:cubicBezTo>
                    <a:pt x="272139" y="670620"/>
                    <a:pt x="272139" y="670620"/>
                    <a:pt x="365838" y="670620"/>
                  </a:cubicBezTo>
                  <a:cubicBezTo>
                    <a:pt x="374488" y="670620"/>
                    <a:pt x="381695" y="663404"/>
                    <a:pt x="381695" y="654745"/>
                  </a:cubicBezTo>
                  <a:cubicBezTo>
                    <a:pt x="381695" y="646086"/>
                    <a:pt x="374488" y="638870"/>
                    <a:pt x="365838" y="638870"/>
                  </a:cubicBezTo>
                  <a:cubicBezTo>
                    <a:pt x="365838" y="638870"/>
                    <a:pt x="365838" y="638870"/>
                    <a:pt x="272139" y="638870"/>
                  </a:cubicBezTo>
                  <a:close/>
                  <a:moveTo>
                    <a:pt x="106838" y="638870"/>
                  </a:moveTo>
                  <a:cubicBezTo>
                    <a:pt x="98299" y="638870"/>
                    <a:pt x="91182" y="646086"/>
                    <a:pt x="91182" y="654745"/>
                  </a:cubicBezTo>
                  <a:cubicBezTo>
                    <a:pt x="91182" y="663404"/>
                    <a:pt x="98299" y="670620"/>
                    <a:pt x="106838" y="670620"/>
                  </a:cubicBezTo>
                  <a:cubicBezTo>
                    <a:pt x="106838" y="670620"/>
                    <a:pt x="106838" y="670620"/>
                    <a:pt x="199351" y="670620"/>
                  </a:cubicBezTo>
                  <a:cubicBezTo>
                    <a:pt x="207891" y="670620"/>
                    <a:pt x="215007" y="663404"/>
                    <a:pt x="215007" y="654745"/>
                  </a:cubicBezTo>
                  <a:cubicBezTo>
                    <a:pt x="215007" y="646086"/>
                    <a:pt x="207891" y="638870"/>
                    <a:pt x="199351" y="638870"/>
                  </a:cubicBezTo>
                  <a:cubicBezTo>
                    <a:pt x="199351" y="638870"/>
                    <a:pt x="199351" y="638870"/>
                    <a:pt x="106838" y="638870"/>
                  </a:cubicBezTo>
                  <a:close/>
                  <a:moveTo>
                    <a:pt x="654745" y="594420"/>
                  </a:moveTo>
                  <a:cubicBezTo>
                    <a:pt x="646086" y="594420"/>
                    <a:pt x="638870" y="601537"/>
                    <a:pt x="638870" y="610076"/>
                  </a:cubicBezTo>
                  <a:cubicBezTo>
                    <a:pt x="638870" y="610076"/>
                    <a:pt x="638870" y="610076"/>
                    <a:pt x="638870" y="702589"/>
                  </a:cubicBezTo>
                  <a:cubicBezTo>
                    <a:pt x="638870" y="711129"/>
                    <a:pt x="646086" y="718245"/>
                    <a:pt x="654745" y="718245"/>
                  </a:cubicBezTo>
                  <a:cubicBezTo>
                    <a:pt x="663404" y="718245"/>
                    <a:pt x="670620" y="711129"/>
                    <a:pt x="670620" y="702589"/>
                  </a:cubicBezTo>
                  <a:cubicBezTo>
                    <a:pt x="670620" y="702589"/>
                    <a:pt x="670620" y="702589"/>
                    <a:pt x="670620" y="610076"/>
                  </a:cubicBezTo>
                  <a:cubicBezTo>
                    <a:pt x="670620" y="601537"/>
                    <a:pt x="663404" y="594420"/>
                    <a:pt x="654745" y="594420"/>
                  </a:cubicBezTo>
                  <a:close/>
                  <a:moveTo>
                    <a:pt x="654745" y="424558"/>
                  </a:moveTo>
                  <a:cubicBezTo>
                    <a:pt x="646086" y="424558"/>
                    <a:pt x="638870" y="431675"/>
                    <a:pt x="638870" y="440214"/>
                  </a:cubicBezTo>
                  <a:cubicBezTo>
                    <a:pt x="638870" y="440214"/>
                    <a:pt x="638870" y="440214"/>
                    <a:pt x="638870" y="532727"/>
                  </a:cubicBezTo>
                  <a:cubicBezTo>
                    <a:pt x="638870" y="541267"/>
                    <a:pt x="646086" y="548383"/>
                    <a:pt x="654745" y="548383"/>
                  </a:cubicBezTo>
                  <a:cubicBezTo>
                    <a:pt x="663404" y="548383"/>
                    <a:pt x="670620" y="541267"/>
                    <a:pt x="670620" y="532727"/>
                  </a:cubicBezTo>
                  <a:cubicBezTo>
                    <a:pt x="670620" y="532727"/>
                    <a:pt x="670620" y="532727"/>
                    <a:pt x="670620" y="440214"/>
                  </a:cubicBezTo>
                  <a:cubicBezTo>
                    <a:pt x="670620" y="431675"/>
                    <a:pt x="663404" y="424558"/>
                    <a:pt x="654745" y="424558"/>
                  </a:cubicBezTo>
                  <a:close/>
                  <a:moveTo>
                    <a:pt x="781745" y="259458"/>
                  </a:moveTo>
                  <a:lnTo>
                    <a:pt x="811908" y="259458"/>
                  </a:lnTo>
                  <a:lnTo>
                    <a:pt x="811908" y="497583"/>
                  </a:lnTo>
                  <a:lnTo>
                    <a:pt x="1051620" y="497583"/>
                  </a:lnTo>
                  <a:lnTo>
                    <a:pt x="1051620" y="529333"/>
                  </a:lnTo>
                  <a:lnTo>
                    <a:pt x="781745" y="529333"/>
                  </a:lnTo>
                  <a:close/>
                  <a:moveTo>
                    <a:pt x="497583" y="259458"/>
                  </a:moveTo>
                  <a:lnTo>
                    <a:pt x="527745" y="259458"/>
                  </a:lnTo>
                  <a:lnTo>
                    <a:pt x="527745" y="529333"/>
                  </a:lnTo>
                  <a:lnTo>
                    <a:pt x="254695" y="529333"/>
                  </a:lnTo>
                  <a:lnTo>
                    <a:pt x="254695" y="497583"/>
                  </a:lnTo>
                  <a:lnTo>
                    <a:pt x="497583" y="497583"/>
                  </a:lnTo>
                  <a:close/>
                  <a:moveTo>
                    <a:pt x="654745" y="256283"/>
                  </a:moveTo>
                  <a:cubicBezTo>
                    <a:pt x="646086" y="256283"/>
                    <a:pt x="638870" y="263450"/>
                    <a:pt x="638870" y="272049"/>
                  </a:cubicBezTo>
                  <a:cubicBezTo>
                    <a:pt x="638870" y="272049"/>
                    <a:pt x="638870" y="272049"/>
                    <a:pt x="638870" y="365930"/>
                  </a:cubicBezTo>
                  <a:cubicBezTo>
                    <a:pt x="638870" y="374530"/>
                    <a:pt x="646086" y="381696"/>
                    <a:pt x="654745" y="381696"/>
                  </a:cubicBezTo>
                  <a:cubicBezTo>
                    <a:pt x="663404" y="381696"/>
                    <a:pt x="670620" y="374530"/>
                    <a:pt x="670620" y="365930"/>
                  </a:cubicBezTo>
                  <a:cubicBezTo>
                    <a:pt x="670620" y="365930"/>
                    <a:pt x="670620" y="365930"/>
                    <a:pt x="670620" y="272049"/>
                  </a:cubicBezTo>
                  <a:cubicBezTo>
                    <a:pt x="670620" y="263450"/>
                    <a:pt x="663404" y="256283"/>
                    <a:pt x="654745" y="256283"/>
                  </a:cubicBezTo>
                  <a:close/>
                  <a:moveTo>
                    <a:pt x="654745" y="91183"/>
                  </a:moveTo>
                  <a:cubicBezTo>
                    <a:pt x="646086" y="91183"/>
                    <a:pt x="638870" y="98300"/>
                    <a:pt x="638870" y="106839"/>
                  </a:cubicBezTo>
                  <a:cubicBezTo>
                    <a:pt x="638870" y="106839"/>
                    <a:pt x="638870" y="106839"/>
                    <a:pt x="638870" y="199352"/>
                  </a:cubicBezTo>
                  <a:cubicBezTo>
                    <a:pt x="638870" y="207892"/>
                    <a:pt x="646086" y="215008"/>
                    <a:pt x="654745" y="215008"/>
                  </a:cubicBezTo>
                  <a:cubicBezTo>
                    <a:pt x="663404" y="215008"/>
                    <a:pt x="670620" y="207892"/>
                    <a:pt x="670620" y="199352"/>
                  </a:cubicBezTo>
                  <a:cubicBezTo>
                    <a:pt x="670620" y="199352"/>
                    <a:pt x="670620" y="199352"/>
                    <a:pt x="670620" y="106839"/>
                  </a:cubicBezTo>
                  <a:cubicBezTo>
                    <a:pt x="670620" y="98300"/>
                    <a:pt x="663404" y="91183"/>
                    <a:pt x="654745" y="91183"/>
                  </a:cubicBezTo>
                  <a:close/>
                  <a:moveTo>
                    <a:pt x="647250" y="2673"/>
                  </a:moveTo>
                  <a:cubicBezTo>
                    <a:pt x="651533" y="-892"/>
                    <a:pt x="657243" y="-892"/>
                    <a:pt x="661526" y="2673"/>
                  </a:cubicBezTo>
                  <a:cubicBezTo>
                    <a:pt x="661526" y="2673"/>
                    <a:pt x="661526" y="2673"/>
                    <a:pt x="745756" y="76829"/>
                  </a:cubicBezTo>
                  <a:cubicBezTo>
                    <a:pt x="747897" y="78255"/>
                    <a:pt x="749325" y="81107"/>
                    <a:pt x="749325" y="83960"/>
                  </a:cubicBezTo>
                  <a:cubicBezTo>
                    <a:pt x="749325" y="83960"/>
                    <a:pt x="749325" y="83960"/>
                    <a:pt x="749325" y="560268"/>
                  </a:cubicBezTo>
                  <a:cubicBezTo>
                    <a:pt x="749325" y="560268"/>
                    <a:pt x="749325" y="560268"/>
                    <a:pt x="1226152" y="560268"/>
                  </a:cubicBezTo>
                  <a:cubicBezTo>
                    <a:pt x="1228294" y="560268"/>
                    <a:pt x="1231149" y="561694"/>
                    <a:pt x="1232577" y="563833"/>
                  </a:cubicBezTo>
                  <a:cubicBezTo>
                    <a:pt x="1232577" y="563833"/>
                    <a:pt x="1232577" y="563833"/>
                    <a:pt x="1306813" y="647972"/>
                  </a:cubicBezTo>
                  <a:cubicBezTo>
                    <a:pt x="1310382" y="652250"/>
                    <a:pt x="1310382" y="657954"/>
                    <a:pt x="1306813" y="662233"/>
                  </a:cubicBezTo>
                  <a:cubicBezTo>
                    <a:pt x="1306813" y="662233"/>
                    <a:pt x="1306813" y="662233"/>
                    <a:pt x="1232577" y="746371"/>
                  </a:cubicBezTo>
                  <a:cubicBezTo>
                    <a:pt x="1231149" y="748510"/>
                    <a:pt x="1228294" y="749936"/>
                    <a:pt x="1226152" y="749936"/>
                  </a:cubicBezTo>
                  <a:cubicBezTo>
                    <a:pt x="1226152" y="749936"/>
                    <a:pt x="1226152" y="749936"/>
                    <a:pt x="749325" y="749936"/>
                  </a:cubicBezTo>
                  <a:cubicBezTo>
                    <a:pt x="749325" y="749936"/>
                    <a:pt x="749325" y="749936"/>
                    <a:pt x="749325" y="1226245"/>
                  </a:cubicBezTo>
                  <a:cubicBezTo>
                    <a:pt x="749325" y="1228384"/>
                    <a:pt x="747897" y="1231236"/>
                    <a:pt x="745756" y="1232662"/>
                  </a:cubicBezTo>
                  <a:cubicBezTo>
                    <a:pt x="745756" y="1232662"/>
                    <a:pt x="745756" y="1232662"/>
                    <a:pt x="661526" y="1306818"/>
                  </a:cubicBezTo>
                  <a:cubicBezTo>
                    <a:pt x="657243" y="1310383"/>
                    <a:pt x="651533" y="1310383"/>
                    <a:pt x="647250" y="1306818"/>
                  </a:cubicBezTo>
                  <a:cubicBezTo>
                    <a:pt x="647250" y="1306818"/>
                    <a:pt x="647250" y="1306818"/>
                    <a:pt x="563020" y="1232662"/>
                  </a:cubicBezTo>
                  <a:cubicBezTo>
                    <a:pt x="560878" y="1231236"/>
                    <a:pt x="559451" y="1228384"/>
                    <a:pt x="559451" y="1226245"/>
                  </a:cubicBezTo>
                  <a:cubicBezTo>
                    <a:pt x="559451" y="1226245"/>
                    <a:pt x="559451" y="1226245"/>
                    <a:pt x="559451" y="749936"/>
                  </a:cubicBezTo>
                  <a:cubicBezTo>
                    <a:pt x="559451" y="749936"/>
                    <a:pt x="559451" y="749936"/>
                    <a:pt x="84051" y="749936"/>
                  </a:cubicBezTo>
                  <a:cubicBezTo>
                    <a:pt x="81196" y="749936"/>
                    <a:pt x="78341" y="748510"/>
                    <a:pt x="76913" y="746371"/>
                  </a:cubicBezTo>
                  <a:cubicBezTo>
                    <a:pt x="76913" y="746371"/>
                    <a:pt x="76913" y="746371"/>
                    <a:pt x="2676" y="662233"/>
                  </a:cubicBezTo>
                  <a:cubicBezTo>
                    <a:pt x="-893" y="657954"/>
                    <a:pt x="-893" y="652250"/>
                    <a:pt x="2676" y="647972"/>
                  </a:cubicBezTo>
                  <a:cubicBezTo>
                    <a:pt x="2676" y="647972"/>
                    <a:pt x="2676" y="647972"/>
                    <a:pt x="76913" y="563833"/>
                  </a:cubicBezTo>
                  <a:cubicBezTo>
                    <a:pt x="78341" y="561694"/>
                    <a:pt x="81196" y="560268"/>
                    <a:pt x="84051" y="560268"/>
                  </a:cubicBezTo>
                  <a:cubicBezTo>
                    <a:pt x="84051" y="560268"/>
                    <a:pt x="84051" y="560268"/>
                    <a:pt x="559451" y="560268"/>
                  </a:cubicBezTo>
                  <a:cubicBezTo>
                    <a:pt x="559451" y="560268"/>
                    <a:pt x="559451" y="560268"/>
                    <a:pt x="559451" y="83960"/>
                  </a:cubicBezTo>
                  <a:cubicBezTo>
                    <a:pt x="559451" y="81107"/>
                    <a:pt x="560878" y="78255"/>
                    <a:pt x="563020" y="76829"/>
                  </a:cubicBezTo>
                  <a:cubicBezTo>
                    <a:pt x="563020" y="76829"/>
                    <a:pt x="563020" y="76829"/>
                    <a:pt x="647250" y="2673"/>
                  </a:cubicBez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nvGrpSpPr>
          <p:cNvPr id="46" name="Group 45">
            <a:extLst>
              <a:ext uri="{FF2B5EF4-FFF2-40B4-BE49-F238E27FC236}">
                <a16:creationId xmlns:a16="http://schemas.microsoft.com/office/drawing/2014/main" id="{FB1E2652-281B-40D4-AFC7-12B09BA6AB00}"/>
              </a:ext>
            </a:extLst>
          </p:cNvPr>
          <p:cNvGrpSpPr>
            <a:grpSpLocks noChangeAspect="1"/>
          </p:cNvGrpSpPr>
          <p:nvPr/>
        </p:nvGrpSpPr>
        <p:grpSpPr>
          <a:xfrm>
            <a:off x="4314481" y="3922514"/>
            <a:ext cx="577080" cy="577080"/>
            <a:chOff x="5730875" y="3063875"/>
            <a:chExt cx="730250" cy="730250"/>
          </a:xfrm>
        </p:grpSpPr>
        <p:sp>
          <p:nvSpPr>
            <p:cNvPr id="47" name="AutoShape 3">
              <a:extLst>
                <a:ext uri="{FF2B5EF4-FFF2-40B4-BE49-F238E27FC236}">
                  <a16:creationId xmlns:a16="http://schemas.microsoft.com/office/drawing/2014/main" id="{AB2A2E4C-4797-4CEF-B58A-5365EE4F8E06}"/>
                </a:ext>
              </a:extLst>
            </p:cNvPr>
            <p:cNvSpPr>
              <a:spLocks noChangeAspect="1" noChangeArrowheads="1" noTextEdit="1"/>
            </p:cNvSpPr>
            <p:nvPr/>
          </p:nvSpPr>
          <p:spPr bwMode="auto">
            <a:xfrm>
              <a:off x="5730875" y="3063875"/>
              <a:ext cx="730250" cy="730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5">
              <a:extLst>
                <a:ext uri="{FF2B5EF4-FFF2-40B4-BE49-F238E27FC236}">
                  <a16:creationId xmlns:a16="http://schemas.microsoft.com/office/drawing/2014/main" id="{3BF431A2-C316-4487-8CF1-2384E86EE198}"/>
                </a:ext>
              </a:extLst>
            </p:cNvPr>
            <p:cNvSpPr>
              <a:spLocks/>
            </p:cNvSpPr>
            <p:nvPr/>
          </p:nvSpPr>
          <p:spPr bwMode="auto">
            <a:xfrm>
              <a:off x="5765800" y="3113088"/>
              <a:ext cx="652463" cy="631825"/>
            </a:xfrm>
            <a:custGeom>
              <a:avLst/>
              <a:gdLst>
                <a:gd name="T0" fmla="*/ 754 w 894"/>
                <a:gd name="T1" fmla="*/ 314 h 863"/>
                <a:gd name="T2" fmla="*/ 747 w 894"/>
                <a:gd name="T3" fmla="*/ 323 h 863"/>
                <a:gd name="T4" fmla="*/ 692 w 894"/>
                <a:gd name="T5" fmla="*/ 406 h 863"/>
                <a:gd name="T6" fmla="*/ 549 w 894"/>
                <a:gd name="T7" fmla="*/ 406 h 863"/>
                <a:gd name="T8" fmla="*/ 549 w 894"/>
                <a:gd name="T9" fmla="*/ 262 h 863"/>
                <a:gd name="T10" fmla="*/ 632 w 894"/>
                <a:gd name="T11" fmla="*/ 208 h 863"/>
                <a:gd name="T12" fmla="*/ 641 w 894"/>
                <a:gd name="T13" fmla="*/ 201 h 863"/>
                <a:gd name="T14" fmla="*/ 639 w 894"/>
                <a:gd name="T15" fmla="*/ 157 h 863"/>
                <a:gd name="T16" fmla="*/ 459 w 894"/>
                <a:gd name="T17" fmla="*/ 6 h 863"/>
                <a:gd name="T18" fmla="*/ 456 w 894"/>
                <a:gd name="T19" fmla="*/ 4 h 863"/>
                <a:gd name="T20" fmla="*/ 442 w 894"/>
                <a:gd name="T21" fmla="*/ 5 h 863"/>
                <a:gd name="T22" fmla="*/ 440 w 894"/>
                <a:gd name="T23" fmla="*/ 8 h 863"/>
                <a:gd name="T24" fmla="*/ 288 w 894"/>
                <a:gd name="T25" fmla="*/ 188 h 863"/>
                <a:gd name="T26" fmla="*/ 245 w 894"/>
                <a:gd name="T27" fmla="*/ 191 h 863"/>
                <a:gd name="T28" fmla="*/ 238 w 894"/>
                <a:gd name="T29" fmla="*/ 181 h 863"/>
                <a:gd name="T30" fmla="*/ 183 w 894"/>
                <a:gd name="T31" fmla="*/ 98 h 863"/>
                <a:gd name="T32" fmla="*/ 39 w 894"/>
                <a:gd name="T33" fmla="*/ 98 h 863"/>
                <a:gd name="T34" fmla="*/ 39 w 894"/>
                <a:gd name="T35" fmla="*/ 242 h 863"/>
                <a:gd name="T36" fmla="*/ 123 w 894"/>
                <a:gd name="T37" fmla="*/ 296 h 863"/>
                <a:gd name="T38" fmla="*/ 131 w 894"/>
                <a:gd name="T39" fmla="*/ 303 h 863"/>
                <a:gd name="T40" fmla="*/ 129 w 894"/>
                <a:gd name="T41" fmla="*/ 346 h 863"/>
                <a:gd name="T42" fmla="*/ 38 w 894"/>
                <a:gd name="T43" fmla="*/ 426 h 863"/>
                <a:gd name="T44" fmla="*/ 37 w 894"/>
                <a:gd name="T45" fmla="*/ 441 h 863"/>
                <a:gd name="T46" fmla="*/ 455 w 894"/>
                <a:gd name="T47" fmla="*/ 859 h 863"/>
                <a:gd name="T48" fmla="*/ 469 w 894"/>
                <a:gd name="T49" fmla="*/ 859 h 863"/>
                <a:gd name="T50" fmla="*/ 890 w 894"/>
                <a:gd name="T51" fmla="*/ 438 h 863"/>
                <a:gd name="T52" fmla="*/ 891 w 894"/>
                <a:gd name="T53" fmla="*/ 425 h 863"/>
                <a:gd name="T54" fmla="*/ 797 w 894"/>
                <a:gd name="T55" fmla="*/ 316 h 863"/>
                <a:gd name="T56" fmla="*/ 754 w 894"/>
                <a:gd name="T57" fmla="*/ 314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94" h="863">
                  <a:moveTo>
                    <a:pt x="754" y="314"/>
                  </a:moveTo>
                  <a:cubicBezTo>
                    <a:pt x="751" y="317"/>
                    <a:pt x="748" y="320"/>
                    <a:pt x="747" y="323"/>
                  </a:cubicBezTo>
                  <a:cubicBezTo>
                    <a:pt x="730" y="359"/>
                    <a:pt x="709" y="390"/>
                    <a:pt x="692" y="406"/>
                  </a:cubicBezTo>
                  <a:cubicBezTo>
                    <a:pt x="653" y="446"/>
                    <a:pt x="588" y="446"/>
                    <a:pt x="549" y="406"/>
                  </a:cubicBezTo>
                  <a:cubicBezTo>
                    <a:pt x="509" y="367"/>
                    <a:pt x="509" y="302"/>
                    <a:pt x="549" y="262"/>
                  </a:cubicBezTo>
                  <a:cubicBezTo>
                    <a:pt x="565" y="246"/>
                    <a:pt x="597" y="224"/>
                    <a:pt x="632" y="208"/>
                  </a:cubicBezTo>
                  <a:cubicBezTo>
                    <a:pt x="636" y="206"/>
                    <a:pt x="639" y="203"/>
                    <a:pt x="641" y="201"/>
                  </a:cubicBezTo>
                  <a:cubicBezTo>
                    <a:pt x="652" y="189"/>
                    <a:pt x="653" y="170"/>
                    <a:pt x="639" y="157"/>
                  </a:cubicBezTo>
                  <a:cubicBezTo>
                    <a:pt x="584" y="106"/>
                    <a:pt x="524" y="55"/>
                    <a:pt x="459" y="6"/>
                  </a:cubicBezTo>
                  <a:cubicBezTo>
                    <a:pt x="458" y="5"/>
                    <a:pt x="457" y="4"/>
                    <a:pt x="456" y="4"/>
                  </a:cubicBezTo>
                  <a:cubicBezTo>
                    <a:pt x="452" y="0"/>
                    <a:pt x="446" y="1"/>
                    <a:pt x="442" y="5"/>
                  </a:cubicBezTo>
                  <a:cubicBezTo>
                    <a:pt x="441" y="6"/>
                    <a:pt x="440" y="7"/>
                    <a:pt x="440" y="8"/>
                  </a:cubicBezTo>
                  <a:cubicBezTo>
                    <a:pt x="390" y="73"/>
                    <a:pt x="339" y="133"/>
                    <a:pt x="288" y="188"/>
                  </a:cubicBezTo>
                  <a:cubicBezTo>
                    <a:pt x="276" y="202"/>
                    <a:pt x="256" y="201"/>
                    <a:pt x="245" y="191"/>
                  </a:cubicBezTo>
                  <a:cubicBezTo>
                    <a:pt x="242" y="188"/>
                    <a:pt x="240" y="185"/>
                    <a:pt x="238" y="181"/>
                  </a:cubicBezTo>
                  <a:cubicBezTo>
                    <a:pt x="221" y="146"/>
                    <a:pt x="199" y="114"/>
                    <a:pt x="183" y="98"/>
                  </a:cubicBezTo>
                  <a:cubicBezTo>
                    <a:pt x="143" y="58"/>
                    <a:pt x="79" y="58"/>
                    <a:pt x="39" y="98"/>
                  </a:cubicBezTo>
                  <a:cubicBezTo>
                    <a:pt x="0" y="137"/>
                    <a:pt x="0" y="202"/>
                    <a:pt x="39" y="242"/>
                  </a:cubicBezTo>
                  <a:cubicBezTo>
                    <a:pt x="56" y="258"/>
                    <a:pt x="87" y="280"/>
                    <a:pt x="123" y="296"/>
                  </a:cubicBezTo>
                  <a:cubicBezTo>
                    <a:pt x="126" y="298"/>
                    <a:pt x="129" y="301"/>
                    <a:pt x="131" y="303"/>
                  </a:cubicBezTo>
                  <a:cubicBezTo>
                    <a:pt x="142" y="316"/>
                    <a:pt x="142" y="334"/>
                    <a:pt x="129" y="346"/>
                  </a:cubicBezTo>
                  <a:cubicBezTo>
                    <a:pt x="98" y="374"/>
                    <a:pt x="67" y="401"/>
                    <a:pt x="38" y="426"/>
                  </a:cubicBezTo>
                  <a:cubicBezTo>
                    <a:pt x="34" y="430"/>
                    <a:pt x="33" y="437"/>
                    <a:pt x="37" y="441"/>
                  </a:cubicBezTo>
                  <a:cubicBezTo>
                    <a:pt x="455" y="859"/>
                    <a:pt x="455" y="859"/>
                    <a:pt x="455" y="859"/>
                  </a:cubicBezTo>
                  <a:cubicBezTo>
                    <a:pt x="459" y="863"/>
                    <a:pt x="466" y="863"/>
                    <a:pt x="469" y="859"/>
                  </a:cubicBezTo>
                  <a:cubicBezTo>
                    <a:pt x="890" y="438"/>
                    <a:pt x="890" y="438"/>
                    <a:pt x="890" y="438"/>
                  </a:cubicBezTo>
                  <a:cubicBezTo>
                    <a:pt x="894" y="435"/>
                    <a:pt x="894" y="429"/>
                    <a:pt x="891" y="425"/>
                  </a:cubicBezTo>
                  <a:cubicBezTo>
                    <a:pt x="862" y="390"/>
                    <a:pt x="831" y="353"/>
                    <a:pt x="797" y="316"/>
                  </a:cubicBezTo>
                  <a:cubicBezTo>
                    <a:pt x="785" y="303"/>
                    <a:pt x="766" y="303"/>
                    <a:pt x="754" y="3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9" name="Group 48">
            <a:extLst>
              <a:ext uri="{FF2B5EF4-FFF2-40B4-BE49-F238E27FC236}">
                <a16:creationId xmlns:a16="http://schemas.microsoft.com/office/drawing/2014/main" id="{F4B1EF15-FDC4-4EFF-A3B0-BAEFFBA09F7F}"/>
              </a:ext>
            </a:extLst>
          </p:cNvPr>
          <p:cNvGrpSpPr>
            <a:grpSpLocks noChangeAspect="1"/>
          </p:cNvGrpSpPr>
          <p:nvPr/>
        </p:nvGrpSpPr>
        <p:grpSpPr>
          <a:xfrm>
            <a:off x="3784184" y="4569822"/>
            <a:ext cx="731469" cy="731469"/>
            <a:chOff x="1419225" y="2606675"/>
            <a:chExt cx="1644650" cy="1644650"/>
          </a:xfrm>
        </p:grpSpPr>
        <p:sp>
          <p:nvSpPr>
            <p:cNvPr id="50" name="AutoShape 51">
              <a:extLst>
                <a:ext uri="{FF2B5EF4-FFF2-40B4-BE49-F238E27FC236}">
                  <a16:creationId xmlns:a16="http://schemas.microsoft.com/office/drawing/2014/main" id="{3D6082CE-94DA-4280-A376-579BDDE72AA5}"/>
                </a:ext>
              </a:extLst>
            </p:cNvPr>
            <p:cNvSpPr>
              <a:spLocks noChangeAspect="1" noChangeArrowheads="1" noTextEdit="1"/>
            </p:cNvSpPr>
            <p:nvPr/>
          </p:nvSpPr>
          <p:spPr bwMode="auto">
            <a:xfrm>
              <a:off x="1419225" y="2606675"/>
              <a:ext cx="164465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Rectangle 53">
              <a:extLst>
                <a:ext uri="{FF2B5EF4-FFF2-40B4-BE49-F238E27FC236}">
                  <a16:creationId xmlns:a16="http://schemas.microsoft.com/office/drawing/2014/main" id="{66EA9D7A-B5F1-403B-96BB-498E8340A893}"/>
                </a:ext>
              </a:extLst>
            </p:cNvPr>
            <p:cNvSpPr>
              <a:spLocks noChangeArrowheads="1"/>
            </p:cNvSpPr>
            <p:nvPr/>
          </p:nvSpPr>
          <p:spPr bwMode="auto">
            <a:xfrm>
              <a:off x="1419225" y="2606675"/>
              <a:ext cx="1644650" cy="1644650"/>
            </a:xfrm>
            <a:prstGeom prst="rect">
              <a:avLst/>
            </a:prstGeom>
            <a:noFill/>
            <a:ln>
              <a:noFill/>
            </a:ln>
            <a:extLst>
              <a:ext uri="{909E8E84-426E-40DD-AFC4-6F175D3DCCD1}">
                <a14:hiddenFill xmlns:a14="http://schemas.microsoft.com/office/drawing/2010/main">
                  <a:solidFill>
                    <a:srgbClr val="6D6E71"/>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54">
              <a:extLst>
                <a:ext uri="{FF2B5EF4-FFF2-40B4-BE49-F238E27FC236}">
                  <a16:creationId xmlns:a16="http://schemas.microsoft.com/office/drawing/2014/main" id="{A91FD926-6D67-4CC7-B994-FC96C1642F72}"/>
                </a:ext>
              </a:extLst>
            </p:cNvPr>
            <p:cNvSpPr>
              <a:spLocks noEditPoints="1"/>
            </p:cNvSpPr>
            <p:nvPr/>
          </p:nvSpPr>
          <p:spPr bwMode="auto">
            <a:xfrm>
              <a:off x="1689100" y="2881313"/>
              <a:ext cx="1103313" cy="1096963"/>
            </a:xfrm>
            <a:custGeom>
              <a:avLst/>
              <a:gdLst>
                <a:gd name="T0" fmla="*/ 888 w 1545"/>
                <a:gd name="T1" fmla="*/ 571 h 1536"/>
                <a:gd name="T2" fmla="*/ 1241 w 1545"/>
                <a:gd name="T3" fmla="*/ 851 h 1536"/>
                <a:gd name="T4" fmla="*/ 1343 w 1545"/>
                <a:gd name="T5" fmla="*/ 1026 h 1536"/>
                <a:gd name="T6" fmla="*/ 887 w 1545"/>
                <a:gd name="T7" fmla="*/ 617 h 1536"/>
                <a:gd name="T8" fmla="*/ 855 w 1545"/>
                <a:gd name="T9" fmla="*/ 637 h 1536"/>
                <a:gd name="T10" fmla="*/ 888 w 1545"/>
                <a:gd name="T11" fmla="*/ 674 h 1536"/>
                <a:gd name="T12" fmla="*/ 1023 w 1545"/>
                <a:gd name="T13" fmla="*/ 805 h 1536"/>
                <a:gd name="T14" fmla="*/ 994 w 1545"/>
                <a:gd name="T15" fmla="*/ 816 h 1536"/>
                <a:gd name="T16" fmla="*/ 759 w 1545"/>
                <a:gd name="T17" fmla="*/ 644 h 1536"/>
                <a:gd name="T18" fmla="*/ 745 w 1545"/>
                <a:gd name="T19" fmla="*/ 655 h 1536"/>
                <a:gd name="T20" fmla="*/ 744 w 1545"/>
                <a:gd name="T21" fmla="*/ 681 h 1536"/>
                <a:gd name="T22" fmla="*/ 944 w 1545"/>
                <a:gd name="T23" fmla="*/ 853 h 1536"/>
                <a:gd name="T24" fmla="*/ 940 w 1545"/>
                <a:gd name="T25" fmla="*/ 891 h 1536"/>
                <a:gd name="T26" fmla="*/ 721 w 1545"/>
                <a:gd name="T27" fmla="*/ 724 h 1536"/>
                <a:gd name="T28" fmla="*/ 644 w 1545"/>
                <a:gd name="T29" fmla="*/ 709 h 1536"/>
                <a:gd name="T30" fmla="*/ 681 w 1545"/>
                <a:gd name="T31" fmla="*/ 770 h 1536"/>
                <a:gd name="T32" fmla="*/ 877 w 1545"/>
                <a:gd name="T33" fmla="*/ 940 h 1536"/>
                <a:gd name="T34" fmla="*/ 857 w 1545"/>
                <a:gd name="T35" fmla="*/ 971 h 1536"/>
                <a:gd name="T36" fmla="*/ 699 w 1545"/>
                <a:gd name="T37" fmla="*/ 844 h 1536"/>
                <a:gd name="T38" fmla="*/ 549 w 1545"/>
                <a:gd name="T39" fmla="*/ 736 h 1536"/>
                <a:gd name="T40" fmla="*/ 531 w 1545"/>
                <a:gd name="T41" fmla="*/ 748 h 1536"/>
                <a:gd name="T42" fmla="*/ 574 w 1545"/>
                <a:gd name="T43" fmla="*/ 827 h 1536"/>
                <a:gd name="T44" fmla="*/ 838 w 1545"/>
                <a:gd name="T45" fmla="*/ 1052 h 1536"/>
                <a:gd name="T46" fmla="*/ 875 w 1545"/>
                <a:gd name="T47" fmla="*/ 1162 h 1536"/>
                <a:gd name="T48" fmla="*/ 855 w 1545"/>
                <a:gd name="T49" fmla="*/ 1174 h 1536"/>
                <a:gd name="T50" fmla="*/ 813 w 1545"/>
                <a:gd name="T51" fmla="*/ 1172 h 1536"/>
                <a:gd name="T52" fmla="*/ 602 w 1545"/>
                <a:gd name="T53" fmla="*/ 1074 h 1536"/>
                <a:gd name="T54" fmla="*/ 865 w 1545"/>
                <a:gd name="T55" fmla="*/ 1342 h 1536"/>
                <a:gd name="T56" fmla="*/ 859 w 1545"/>
                <a:gd name="T57" fmla="*/ 1388 h 1536"/>
                <a:gd name="T58" fmla="*/ 554 w 1545"/>
                <a:gd name="T59" fmla="*/ 1079 h 1536"/>
                <a:gd name="T60" fmla="*/ 832 w 1545"/>
                <a:gd name="T61" fmla="*/ 1131 h 1536"/>
                <a:gd name="T62" fmla="*/ 843 w 1545"/>
                <a:gd name="T63" fmla="*/ 1116 h 1536"/>
                <a:gd name="T64" fmla="*/ 508 w 1545"/>
                <a:gd name="T65" fmla="*/ 707 h 1536"/>
                <a:gd name="T66" fmla="*/ 603 w 1545"/>
                <a:gd name="T67" fmla="*/ 691 h 1536"/>
                <a:gd name="T68" fmla="*/ 699 w 1545"/>
                <a:gd name="T69" fmla="*/ 651 h 1536"/>
                <a:gd name="T70" fmla="*/ 766 w 1545"/>
                <a:gd name="T71" fmla="*/ 598 h 1536"/>
                <a:gd name="T72" fmla="*/ 796 w 1545"/>
                <a:gd name="T73" fmla="*/ 604 h 1536"/>
                <a:gd name="T74" fmla="*/ 815 w 1545"/>
                <a:gd name="T75" fmla="*/ 613 h 1536"/>
                <a:gd name="T76" fmla="*/ 453 w 1545"/>
                <a:gd name="T77" fmla="*/ 545 h 1536"/>
                <a:gd name="T78" fmla="*/ 399 w 1545"/>
                <a:gd name="T79" fmla="*/ 829 h 1536"/>
                <a:gd name="T80" fmla="*/ 437 w 1545"/>
                <a:gd name="T81" fmla="*/ 875 h 1536"/>
                <a:gd name="T82" fmla="*/ 458 w 1545"/>
                <a:gd name="T83" fmla="*/ 675 h 1536"/>
                <a:gd name="T84" fmla="*/ 184 w 1545"/>
                <a:gd name="T85" fmla="*/ 912 h 1536"/>
                <a:gd name="T86" fmla="*/ 145 w 1545"/>
                <a:gd name="T87" fmla="*/ 843 h 1536"/>
                <a:gd name="T88" fmla="*/ 1394 w 1545"/>
                <a:gd name="T89" fmla="*/ 698 h 1536"/>
                <a:gd name="T90" fmla="*/ 233 w 1545"/>
                <a:gd name="T91" fmla="*/ 469 h 1536"/>
                <a:gd name="T92" fmla="*/ 1071 w 1545"/>
                <a:gd name="T93" fmla="*/ 229 h 1536"/>
                <a:gd name="T94" fmla="*/ 978 w 1545"/>
                <a:gd name="T95" fmla="*/ 424 h 1536"/>
                <a:gd name="T96" fmla="*/ 701 w 1545"/>
                <a:gd name="T97" fmla="*/ 397 h 1536"/>
                <a:gd name="T98" fmla="*/ 813 w 1545"/>
                <a:gd name="T99" fmla="*/ 546 h 1536"/>
                <a:gd name="T100" fmla="*/ 660 w 1545"/>
                <a:gd name="T101" fmla="*/ 432 h 1536"/>
                <a:gd name="T102" fmla="*/ 887 w 1545"/>
                <a:gd name="T103" fmla="*/ 466 h 1536"/>
                <a:gd name="T104" fmla="*/ 481 w 1545"/>
                <a:gd name="T105" fmla="*/ 129 h 1536"/>
                <a:gd name="T106" fmla="*/ 459 w 1545"/>
                <a:gd name="T107" fmla="*/ 1389 h 1536"/>
                <a:gd name="T108" fmla="*/ 1389 w 1545"/>
                <a:gd name="T109" fmla="*/ 1068 h 1536"/>
                <a:gd name="T110" fmla="*/ 1107 w 1545"/>
                <a:gd name="T111" fmla="*/ 1386 h 1536"/>
                <a:gd name="T112" fmla="*/ 1534 w 1545"/>
                <a:gd name="T113" fmla="*/ 253 h 1536"/>
                <a:gd name="T114" fmla="*/ 285 w 1545"/>
                <a:gd name="T115" fmla="*/ 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45" h="1536">
                  <a:moveTo>
                    <a:pt x="618" y="1217"/>
                  </a:moveTo>
                  <a:cubicBezTo>
                    <a:pt x="650" y="1251"/>
                    <a:pt x="650" y="1251"/>
                    <a:pt x="650" y="1251"/>
                  </a:cubicBezTo>
                  <a:cubicBezTo>
                    <a:pt x="595" y="1283"/>
                    <a:pt x="506" y="1336"/>
                    <a:pt x="506" y="1336"/>
                  </a:cubicBezTo>
                  <a:cubicBezTo>
                    <a:pt x="502" y="1328"/>
                    <a:pt x="496" y="1321"/>
                    <a:pt x="489" y="1315"/>
                  </a:cubicBezTo>
                  <a:cubicBezTo>
                    <a:pt x="473" y="1303"/>
                    <a:pt x="473" y="1303"/>
                    <a:pt x="473" y="1303"/>
                  </a:cubicBezTo>
                  <a:cubicBezTo>
                    <a:pt x="473" y="1303"/>
                    <a:pt x="563" y="1249"/>
                    <a:pt x="618" y="1217"/>
                  </a:cubicBezTo>
                  <a:close/>
                  <a:moveTo>
                    <a:pt x="885" y="569"/>
                  </a:moveTo>
                  <a:cubicBezTo>
                    <a:pt x="887" y="570"/>
                    <a:pt x="887" y="570"/>
                    <a:pt x="887" y="570"/>
                  </a:cubicBezTo>
                  <a:cubicBezTo>
                    <a:pt x="888" y="571"/>
                    <a:pt x="888" y="571"/>
                    <a:pt x="888" y="571"/>
                  </a:cubicBezTo>
                  <a:cubicBezTo>
                    <a:pt x="889" y="572"/>
                    <a:pt x="889" y="572"/>
                    <a:pt x="889" y="572"/>
                  </a:cubicBezTo>
                  <a:cubicBezTo>
                    <a:pt x="900" y="573"/>
                    <a:pt x="910" y="578"/>
                    <a:pt x="919" y="585"/>
                  </a:cubicBezTo>
                  <a:cubicBezTo>
                    <a:pt x="1213" y="815"/>
                    <a:pt x="1213" y="815"/>
                    <a:pt x="1213" y="815"/>
                  </a:cubicBezTo>
                  <a:cubicBezTo>
                    <a:pt x="1213" y="814"/>
                    <a:pt x="1213" y="814"/>
                    <a:pt x="1213" y="814"/>
                  </a:cubicBezTo>
                  <a:cubicBezTo>
                    <a:pt x="1220" y="820"/>
                    <a:pt x="1220" y="820"/>
                    <a:pt x="1220" y="820"/>
                  </a:cubicBezTo>
                  <a:cubicBezTo>
                    <a:pt x="1221" y="821"/>
                    <a:pt x="1222" y="822"/>
                    <a:pt x="1223" y="823"/>
                  </a:cubicBezTo>
                  <a:cubicBezTo>
                    <a:pt x="1224" y="824"/>
                    <a:pt x="1226" y="825"/>
                    <a:pt x="1226" y="826"/>
                  </a:cubicBezTo>
                  <a:cubicBezTo>
                    <a:pt x="1227" y="828"/>
                    <a:pt x="1228" y="829"/>
                    <a:pt x="1229" y="830"/>
                  </a:cubicBezTo>
                  <a:cubicBezTo>
                    <a:pt x="1241" y="851"/>
                    <a:pt x="1241" y="851"/>
                    <a:pt x="1241" y="851"/>
                  </a:cubicBezTo>
                  <a:cubicBezTo>
                    <a:pt x="1243" y="854"/>
                    <a:pt x="1246" y="860"/>
                    <a:pt x="1250" y="867"/>
                  </a:cubicBezTo>
                  <a:cubicBezTo>
                    <a:pt x="1251" y="868"/>
                    <a:pt x="1252" y="869"/>
                    <a:pt x="1252" y="870"/>
                  </a:cubicBezTo>
                  <a:cubicBezTo>
                    <a:pt x="1253" y="871"/>
                    <a:pt x="1253" y="872"/>
                    <a:pt x="1254" y="873"/>
                  </a:cubicBezTo>
                  <a:cubicBezTo>
                    <a:pt x="1268" y="898"/>
                    <a:pt x="1291" y="936"/>
                    <a:pt x="1310" y="968"/>
                  </a:cubicBezTo>
                  <a:cubicBezTo>
                    <a:pt x="1317" y="980"/>
                    <a:pt x="1317" y="980"/>
                    <a:pt x="1317" y="980"/>
                  </a:cubicBezTo>
                  <a:cubicBezTo>
                    <a:pt x="1321" y="988"/>
                    <a:pt x="1321" y="988"/>
                    <a:pt x="1321" y="988"/>
                  </a:cubicBezTo>
                  <a:cubicBezTo>
                    <a:pt x="1334" y="1010"/>
                    <a:pt x="1344" y="1025"/>
                    <a:pt x="1344" y="1025"/>
                  </a:cubicBezTo>
                  <a:cubicBezTo>
                    <a:pt x="1344" y="1025"/>
                    <a:pt x="1344" y="1025"/>
                    <a:pt x="1343" y="1025"/>
                  </a:cubicBezTo>
                  <a:cubicBezTo>
                    <a:pt x="1343" y="1026"/>
                    <a:pt x="1343" y="1026"/>
                    <a:pt x="1343" y="1026"/>
                  </a:cubicBezTo>
                  <a:cubicBezTo>
                    <a:pt x="1335" y="1030"/>
                    <a:pt x="1328" y="1036"/>
                    <a:pt x="1323" y="1042"/>
                  </a:cubicBezTo>
                  <a:cubicBezTo>
                    <a:pt x="1310" y="1058"/>
                    <a:pt x="1310" y="1058"/>
                    <a:pt x="1310" y="1058"/>
                  </a:cubicBezTo>
                  <a:cubicBezTo>
                    <a:pt x="1243" y="943"/>
                    <a:pt x="1243" y="943"/>
                    <a:pt x="1243" y="943"/>
                  </a:cubicBezTo>
                  <a:cubicBezTo>
                    <a:pt x="1208" y="884"/>
                    <a:pt x="1208" y="884"/>
                    <a:pt x="1208" y="884"/>
                  </a:cubicBezTo>
                  <a:cubicBezTo>
                    <a:pt x="1191" y="855"/>
                    <a:pt x="1191" y="855"/>
                    <a:pt x="1191" y="855"/>
                  </a:cubicBezTo>
                  <a:cubicBezTo>
                    <a:pt x="932" y="652"/>
                    <a:pt x="932" y="652"/>
                    <a:pt x="932" y="652"/>
                  </a:cubicBezTo>
                  <a:cubicBezTo>
                    <a:pt x="899" y="626"/>
                    <a:pt x="899" y="626"/>
                    <a:pt x="899" y="626"/>
                  </a:cubicBezTo>
                  <a:cubicBezTo>
                    <a:pt x="891" y="620"/>
                    <a:pt x="891" y="620"/>
                    <a:pt x="891" y="620"/>
                  </a:cubicBezTo>
                  <a:cubicBezTo>
                    <a:pt x="890" y="619"/>
                    <a:pt x="888" y="618"/>
                    <a:pt x="887" y="617"/>
                  </a:cubicBezTo>
                  <a:cubicBezTo>
                    <a:pt x="886" y="617"/>
                    <a:pt x="885" y="617"/>
                    <a:pt x="884" y="616"/>
                  </a:cubicBezTo>
                  <a:cubicBezTo>
                    <a:pt x="883" y="616"/>
                    <a:pt x="883" y="616"/>
                    <a:pt x="883" y="616"/>
                  </a:cubicBezTo>
                  <a:cubicBezTo>
                    <a:pt x="879" y="615"/>
                    <a:pt x="875" y="615"/>
                    <a:pt x="872" y="616"/>
                  </a:cubicBezTo>
                  <a:cubicBezTo>
                    <a:pt x="871" y="616"/>
                    <a:pt x="871" y="616"/>
                    <a:pt x="871" y="616"/>
                  </a:cubicBezTo>
                  <a:cubicBezTo>
                    <a:pt x="871" y="617"/>
                    <a:pt x="871" y="617"/>
                    <a:pt x="870" y="617"/>
                  </a:cubicBezTo>
                  <a:cubicBezTo>
                    <a:pt x="868" y="618"/>
                    <a:pt x="866" y="619"/>
                    <a:pt x="864" y="620"/>
                  </a:cubicBezTo>
                  <a:cubicBezTo>
                    <a:pt x="863" y="621"/>
                    <a:pt x="863" y="621"/>
                    <a:pt x="863" y="621"/>
                  </a:cubicBezTo>
                  <a:cubicBezTo>
                    <a:pt x="861" y="622"/>
                    <a:pt x="860" y="624"/>
                    <a:pt x="859" y="625"/>
                  </a:cubicBezTo>
                  <a:cubicBezTo>
                    <a:pt x="857" y="629"/>
                    <a:pt x="855" y="633"/>
                    <a:pt x="855" y="637"/>
                  </a:cubicBezTo>
                  <a:cubicBezTo>
                    <a:pt x="855" y="638"/>
                    <a:pt x="855" y="638"/>
                    <a:pt x="855" y="638"/>
                  </a:cubicBezTo>
                  <a:cubicBezTo>
                    <a:pt x="855" y="639"/>
                    <a:pt x="855" y="639"/>
                    <a:pt x="855" y="640"/>
                  </a:cubicBezTo>
                  <a:cubicBezTo>
                    <a:pt x="856" y="641"/>
                    <a:pt x="856" y="643"/>
                    <a:pt x="857" y="644"/>
                  </a:cubicBezTo>
                  <a:cubicBezTo>
                    <a:pt x="857" y="645"/>
                    <a:pt x="857" y="645"/>
                    <a:pt x="857" y="645"/>
                  </a:cubicBezTo>
                  <a:cubicBezTo>
                    <a:pt x="857" y="647"/>
                    <a:pt x="857" y="647"/>
                    <a:pt x="857" y="647"/>
                  </a:cubicBezTo>
                  <a:cubicBezTo>
                    <a:pt x="858" y="647"/>
                    <a:pt x="858" y="648"/>
                    <a:pt x="858" y="648"/>
                  </a:cubicBezTo>
                  <a:cubicBezTo>
                    <a:pt x="859" y="649"/>
                    <a:pt x="859" y="649"/>
                    <a:pt x="859" y="649"/>
                  </a:cubicBezTo>
                  <a:cubicBezTo>
                    <a:pt x="859" y="650"/>
                    <a:pt x="859" y="650"/>
                    <a:pt x="859" y="650"/>
                  </a:cubicBezTo>
                  <a:cubicBezTo>
                    <a:pt x="860" y="650"/>
                    <a:pt x="871" y="660"/>
                    <a:pt x="888" y="674"/>
                  </a:cubicBezTo>
                  <a:cubicBezTo>
                    <a:pt x="914" y="695"/>
                    <a:pt x="952" y="726"/>
                    <a:pt x="980" y="749"/>
                  </a:cubicBezTo>
                  <a:cubicBezTo>
                    <a:pt x="1003" y="768"/>
                    <a:pt x="1020" y="782"/>
                    <a:pt x="1020" y="782"/>
                  </a:cubicBezTo>
                  <a:cubicBezTo>
                    <a:pt x="1020" y="782"/>
                    <a:pt x="1021" y="782"/>
                    <a:pt x="1021" y="783"/>
                  </a:cubicBezTo>
                  <a:cubicBezTo>
                    <a:pt x="1021" y="783"/>
                    <a:pt x="1021" y="784"/>
                    <a:pt x="1022" y="784"/>
                  </a:cubicBezTo>
                  <a:cubicBezTo>
                    <a:pt x="1022" y="785"/>
                    <a:pt x="1022" y="785"/>
                    <a:pt x="1023" y="786"/>
                  </a:cubicBezTo>
                  <a:cubicBezTo>
                    <a:pt x="1023" y="787"/>
                    <a:pt x="1023" y="787"/>
                    <a:pt x="1023" y="787"/>
                  </a:cubicBezTo>
                  <a:cubicBezTo>
                    <a:pt x="1024" y="790"/>
                    <a:pt x="1025" y="793"/>
                    <a:pt x="1025" y="796"/>
                  </a:cubicBezTo>
                  <a:cubicBezTo>
                    <a:pt x="1025" y="799"/>
                    <a:pt x="1024" y="802"/>
                    <a:pt x="1023" y="804"/>
                  </a:cubicBezTo>
                  <a:cubicBezTo>
                    <a:pt x="1023" y="804"/>
                    <a:pt x="1023" y="804"/>
                    <a:pt x="1023" y="805"/>
                  </a:cubicBezTo>
                  <a:cubicBezTo>
                    <a:pt x="1022" y="807"/>
                    <a:pt x="1020" y="810"/>
                    <a:pt x="1018" y="812"/>
                  </a:cubicBezTo>
                  <a:cubicBezTo>
                    <a:pt x="1018" y="812"/>
                    <a:pt x="1018" y="812"/>
                    <a:pt x="1017" y="813"/>
                  </a:cubicBezTo>
                  <a:cubicBezTo>
                    <a:pt x="1016" y="813"/>
                    <a:pt x="1016" y="813"/>
                    <a:pt x="1016" y="813"/>
                  </a:cubicBezTo>
                  <a:cubicBezTo>
                    <a:pt x="1016" y="814"/>
                    <a:pt x="1016" y="814"/>
                    <a:pt x="1016" y="814"/>
                  </a:cubicBezTo>
                  <a:cubicBezTo>
                    <a:pt x="1012" y="816"/>
                    <a:pt x="1008" y="818"/>
                    <a:pt x="1003" y="818"/>
                  </a:cubicBezTo>
                  <a:cubicBezTo>
                    <a:pt x="1001" y="818"/>
                    <a:pt x="1001" y="818"/>
                    <a:pt x="1001" y="818"/>
                  </a:cubicBezTo>
                  <a:cubicBezTo>
                    <a:pt x="1000" y="818"/>
                    <a:pt x="1000" y="818"/>
                    <a:pt x="999" y="818"/>
                  </a:cubicBezTo>
                  <a:cubicBezTo>
                    <a:pt x="998" y="817"/>
                    <a:pt x="997" y="817"/>
                    <a:pt x="996" y="817"/>
                  </a:cubicBezTo>
                  <a:cubicBezTo>
                    <a:pt x="995" y="817"/>
                    <a:pt x="995" y="816"/>
                    <a:pt x="994" y="816"/>
                  </a:cubicBezTo>
                  <a:cubicBezTo>
                    <a:pt x="994" y="816"/>
                    <a:pt x="994" y="816"/>
                    <a:pt x="993" y="816"/>
                  </a:cubicBezTo>
                  <a:cubicBezTo>
                    <a:pt x="993" y="816"/>
                    <a:pt x="992" y="815"/>
                    <a:pt x="991" y="815"/>
                  </a:cubicBezTo>
                  <a:cubicBezTo>
                    <a:pt x="990" y="814"/>
                    <a:pt x="967" y="796"/>
                    <a:pt x="936" y="771"/>
                  </a:cubicBezTo>
                  <a:cubicBezTo>
                    <a:pt x="904" y="745"/>
                    <a:pt x="864" y="713"/>
                    <a:pt x="833" y="688"/>
                  </a:cubicBezTo>
                  <a:cubicBezTo>
                    <a:pt x="809" y="669"/>
                    <a:pt x="790" y="653"/>
                    <a:pt x="785" y="649"/>
                  </a:cubicBezTo>
                  <a:cubicBezTo>
                    <a:pt x="784" y="649"/>
                    <a:pt x="784" y="648"/>
                    <a:pt x="784" y="648"/>
                  </a:cubicBezTo>
                  <a:cubicBezTo>
                    <a:pt x="783" y="648"/>
                    <a:pt x="783" y="648"/>
                    <a:pt x="783" y="648"/>
                  </a:cubicBezTo>
                  <a:cubicBezTo>
                    <a:pt x="781" y="646"/>
                    <a:pt x="778" y="645"/>
                    <a:pt x="776" y="644"/>
                  </a:cubicBezTo>
                  <a:cubicBezTo>
                    <a:pt x="770" y="642"/>
                    <a:pt x="764" y="642"/>
                    <a:pt x="759" y="644"/>
                  </a:cubicBezTo>
                  <a:cubicBezTo>
                    <a:pt x="758" y="644"/>
                    <a:pt x="756" y="645"/>
                    <a:pt x="755" y="645"/>
                  </a:cubicBezTo>
                  <a:cubicBezTo>
                    <a:pt x="754" y="646"/>
                    <a:pt x="754" y="646"/>
                    <a:pt x="753" y="647"/>
                  </a:cubicBezTo>
                  <a:cubicBezTo>
                    <a:pt x="753" y="647"/>
                    <a:pt x="752" y="647"/>
                    <a:pt x="752" y="648"/>
                  </a:cubicBezTo>
                  <a:cubicBezTo>
                    <a:pt x="751" y="648"/>
                    <a:pt x="751" y="648"/>
                    <a:pt x="751" y="648"/>
                  </a:cubicBezTo>
                  <a:cubicBezTo>
                    <a:pt x="751" y="649"/>
                    <a:pt x="751" y="649"/>
                    <a:pt x="751" y="649"/>
                  </a:cubicBezTo>
                  <a:cubicBezTo>
                    <a:pt x="750" y="649"/>
                    <a:pt x="750" y="649"/>
                    <a:pt x="750" y="649"/>
                  </a:cubicBezTo>
                  <a:cubicBezTo>
                    <a:pt x="749" y="650"/>
                    <a:pt x="749" y="650"/>
                    <a:pt x="749" y="650"/>
                  </a:cubicBezTo>
                  <a:cubicBezTo>
                    <a:pt x="748" y="651"/>
                    <a:pt x="748" y="651"/>
                    <a:pt x="748" y="651"/>
                  </a:cubicBezTo>
                  <a:cubicBezTo>
                    <a:pt x="747" y="652"/>
                    <a:pt x="746" y="654"/>
                    <a:pt x="745" y="655"/>
                  </a:cubicBezTo>
                  <a:cubicBezTo>
                    <a:pt x="745" y="655"/>
                    <a:pt x="745" y="655"/>
                    <a:pt x="745" y="656"/>
                  </a:cubicBezTo>
                  <a:cubicBezTo>
                    <a:pt x="744" y="657"/>
                    <a:pt x="744" y="658"/>
                    <a:pt x="744" y="658"/>
                  </a:cubicBezTo>
                  <a:cubicBezTo>
                    <a:pt x="744" y="659"/>
                    <a:pt x="743" y="659"/>
                    <a:pt x="743" y="659"/>
                  </a:cubicBezTo>
                  <a:cubicBezTo>
                    <a:pt x="743" y="660"/>
                    <a:pt x="743" y="660"/>
                    <a:pt x="743" y="660"/>
                  </a:cubicBezTo>
                  <a:cubicBezTo>
                    <a:pt x="742" y="663"/>
                    <a:pt x="741" y="666"/>
                    <a:pt x="741" y="669"/>
                  </a:cubicBezTo>
                  <a:cubicBezTo>
                    <a:pt x="741" y="670"/>
                    <a:pt x="741" y="670"/>
                    <a:pt x="741" y="670"/>
                  </a:cubicBezTo>
                  <a:cubicBezTo>
                    <a:pt x="741" y="671"/>
                    <a:pt x="741" y="671"/>
                    <a:pt x="741" y="672"/>
                  </a:cubicBezTo>
                  <a:cubicBezTo>
                    <a:pt x="741" y="673"/>
                    <a:pt x="741" y="673"/>
                    <a:pt x="741" y="673"/>
                  </a:cubicBezTo>
                  <a:cubicBezTo>
                    <a:pt x="742" y="676"/>
                    <a:pt x="743" y="678"/>
                    <a:pt x="744" y="681"/>
                  </a:cubicBezTo>
                  <a:cubicBezTo>
                    <a:pt x="745" y="682"/>
                    <a:pt x="746" y="683"/>
                    <a:pt x="747" y="685"/>
                  </a:cubicBezTo>
                  <a:cubicBezTo>
                    <a:pt x="747" y="685"/>
                    <a:pt x="748" y="686"/>
                    <a:pt x="748" y="687"/>
                  </a:cubicBezTo>
                  <a:cubicBezTo>
                    <a:pt x="749" y="687"/>
                    <a:pt x="749" y="687"/>
                    <a:pt x="749" y="688"/>
                  </a:cubicBezTo>
                  <a:cubicBezTo>
                    <a:pt x="750" y="688"/>
                    <a:pt x="750" y="688"/>
                    <a:pt x="750" y="689"/>
                  </a:cubicBezTo>
                  <a:cubicBezTo>
                    <a:pt x="751" y="689"/>
                    <a:pt x="751" y="689"/>
                    <a:pt x="751" y="689"/>
                  </a:cubicBezTo>
                  <a:cubicBezTo>
                    <a:pt x="798" y="729"/>
                    <a:pt x="798" y="729"/>
                    <a:pt x="798" y="729"/>
                  </a:cubicBezTo>
                  <a:cubicBezTo>
                    <a:pt x="833" y="759"/>
                    <a:pt x="833" y="759"/>
                    <a:pt x="833" y="759"/>
                  </a:cubicBezTo>
                  <a:cubicBezTo>
                    <a:pt x="873" y="793"/>
                    <a:pt x="873" y="793"/>
                    <a:pt x="873" y="793"/>
                  </a:cubicBezTo>
                  <a:cubicBezTo>
                    <a:pt x="944" y="853"/>
                    <a:pt x="944" y="853"/>
                    <a:pt x="944" y="853"/>
                  </a:cubicBezTo>
                  <a:cubicBezTo>
                    <a:pt x="948" y="857"/>
                    <a:pt x="951" y="863"/>
                    <a:pt x="952" y="869"/>
                  </a:cubicBezTo>
                  <a:cubicBezTo>
                    <a:pt x="952" y="871"/>
                    <a:pt x="952" y="871"/>
                    <a:pt x="952" y="871"/>
                  </a:cubicBezTo>
                  <a:cubicBezTo>
                    <a:pt x="952" y="872"/>
                    <a:pt x="952" y="872"/>
                    <a:pt x="952" y="872"/>
                  </a:cubicBezTo>
                  <a:cubicBezTo>
                    <a:pt x="952" y="873"/>
                    <a:pt x="952" y="873"/>
                    <a:pt x="952" y="873"/>
                  </a:cubicBezTo>
                  <a:cubicBezTo>
                    <a:pt x="951" y="877"/>
                    <a:pt x="949" y="882"/>
                    <a:pt x="946" y="885"/>
                  </a:cubicBezTo>
                  <a:cubicBezTo>
                    <a:pt x="946" y="886"/>
                    <a:pt x="945" y="886"/>
                    <a:pt x="945" y="887"/>
                  </a:cubicBezTo>
                  <a:cubicBezTo>
                    <a:pt x="944" y="887"/>
                    <a:pt x="944" y="888"/>
                    <a:pt x="944" y="888"/>
                  </a:cubicBezTo>
                  <a:cubicBezTo>
                    <a:pt x="943" y="888"/>
                    <a:pt x="943" y="888"/>
                    <a:pt x="943" y="888"/>
                  </a:cubicBezTo>
                  <a:cubicBezTo>
                    <a:pt x="942" y="889"/>
                    <a:pt x="941" y="890"/>
                    <a:pt x="940" y="891"/>
                  </a:cubicBezTo>
                  <a:cubicBezTo>
                    <a:pt x="937" y="892"/>
                    <a:pt x="935" y="892"/>
                    <a:pt x="934" y="893"/>
                  </a:cubicBezTo>
                  <a:cubicBezTo>
                    <a:pt x="928" y="894"/>
                    <a:pt x="922" y="893"/>
                    <a:pt x="917" y="890"/>
                  </a:cubicBezTo>
                  <a:cubicBezTo>
                    <a:pt x="916" y="889"/>
                    <a:pt x="915" y="889"/>
                    <a:pt x="915" y="888"/>
                  </a:cubicBezTo>
                  <a:cubicBezTo>
                    <a:pt x="913" y="886"/>
                    <a:pt x="913" y="886"/>
                    <a:pt x="913" y="886"/>
                  </a:cubicBezTo>
                  <a:cubicBezTo>
                    <a:pt x="879" y="858"/>
                    <a:pt x="879" y="858"/>
                    <a:pt x="879" y="858"/>
                  </a:cubicBezTo>
                  <a:cubicBezTo>
                    <a:pt x="844" y="828"/>
                    <a:pt x="844" y="828"/>
                    <a:pt x="844" y="828"/>
                  </a:cubicBezTo>
                  <a:cubicBezTo>
                    <a:pt x="803" y="793"/>
                    <a:pt x="803" y="793"/>
                    <a:pt x="803" y="793"/>
                  </a:cubicBezTo>
                  <a:cubicBezTo>
                    <a:pt x="768" y="764"/>
                    <a:pt x="768" y="764"/>
                    <a:pt x="768" y="764"/>
                  </a:cubicBezTo>
                  <a:cubicBezTo>
                    <a:pt x="721" y="724"/>
                    <a:pt x="721" y="724"/>
                    <a:pt x="721" y="724"/>
                  </a:cubicBezTo>
                  <a:cubicBezTo>
                    <a:pt x="692" y="698"/>
                    <a:pt x="692" y="698"/>
                    <a:pt x="692" y="698"/>
                  </a:cubicBezTo>
                  <a:cubicBezTo>
                    <a:pt x="692" y="698"/>
                    <a:pt x="692" y="698"/>
                    <a:pt x="691" y="698"/>
                  </a:cubicBezTo>
                  <a:cubicBezTo>
                    <a:pt x="690" y="697"/>
                    <a:pt x="688" y="696"/>
                    <a:pt x="687" y="695"/>
                  </a:cubicBezTo>
                  <a:cubicBezTo>
                    <a:pt x="686" y="695"/>
                    <a:pt x="685" y="694"/>
                    <a:pt x="685" y="694"/>
                  </a:cubicBezTo>
                  <a:cubicBezTo>
                    <a:pt x="683" y="693"/>
                    <a:pt x="681" y="693"/>
                    <a:pt x="679" y="692"/>
                  </a:cubicBezTo>
                  <a:cubicBezTo>
                    <a:pt x="670" y="690"/>
                    <a:pt x="659" y="692"/>
                    <a:pt x="651" y="700"/>
                  </a:cubicBezTo>
                  <a:cubicBezTo>
                    <a:pt x="650" y="700"/>
                    <a:pt x="650" y="700"/>
                    <a:pt x="650" y="701"/>
                  </a:cubicBezTo>
                  <a:cubicBezTo>
                    <a:pt x="649" y="702"/>
                    <a:pt x="648" y="703"/>
                    <a:pt x="647" y="703"/>
                  </a:cubicBezTo>
                  <a:cubicBezTo>
                    <a:pt x="646" y="705"/>
                    <a:pt x="645" y="707"/>
                    <a:pt x="644" y="709"/>
                  </a:cubicBezTo>
                  <a:cubicBezTo>
                    <a:pt x="642" y="713"/>
                    <a:pt x="641" y="718"/>
                    <a:pt x="641" y="723"/>
                  </a:cubicBezTo>
                  <a:cubicBezTo>
                    <a:pt x="641" y="728"/>
                    <a:pt x="642" y="732"/>
                    <a:pt x="644" y="735"/>
                  </a:cubicBezTo>
                  <a:cubicBezTo>
                    <a:pt x="645" y="736"/>
                    <a:pt x="645" y="737"/>
                    <a:pt x="646" y="738"/>
                  </a:cubicBezTo>
                  <a:cubicBezTo>
                    <a:pt x="646" y="739"/>
                    <a:pt x="646" y="739"/>
                    <a:pt x="646" y="739"/>
                  </a:cubicBezTo>
                  <a:cubicBezTo>
                    <a:pt x="647" y="740"/>
                    <a:pt x="647" y="740"/>
                    <a:pt x="648" y="741"/>
                  </a:cubicBezTo>
                  <a:cubicBezTo>
                    <a:pt x="648" y="741"/>
                    <a:pt x="648" y="742"/>
                    <a:pt x="649" y="742"/>
                  </a:cubicBezTo>
                  <a:cubicBezTo>
                    <a:pt x="650" y="743"/>
                    <a:pt x="651" y="744"/>
                    <a:pt x="652" y="745"/>
                  </a:cubicBezTo>
                  <a:cubicBezTo>
                    <a:pt x="652" y="746"/>
                    <a:pt x="652" y="746"/>
                    <a:pt x="652" y="746"/>
                  </a:cubicBezTo>
                  <a:cubicBezTo>
                    <a:pt x="652" y="746"/>
                    <a:pt x="664" y="756"/>
                    <a:pt x="681" y="770"/>
                  </a:cubicBezTo>
                  <a:cubicBezTo>
                    <a:pt x="694" y="781"/>
                    <a:pt x="711" y="795"/>
                    <a:pt x="728" y="810"/>
                  </a:cubicBezTo>
                  <a:cubicBezTo>
                    <a:pt x="739" y="820"/>
                    <a:pt x="751" y="830"/>
                    <a:pt x="763" y="840"/>
                  </a:cubicBezTo>
                  <a:cubicBezTo>
                    <a:pt x="777" y="852"/>
                    <a:pt x="792" y="864"/>
                    <a:pt x="806" y="876"/>
                  </a:cubicBezTo>
                  <a:cubicBezTo>
                    <a:pt x="818" y="887"/>
                    <a:pt x="830" y="897"/>
                    <a:pt x="840" y="905"/>
                  </a:cubicBezTo>
                  <a:cubicBezTo>
                    <a:pt x="859" y="921"/>
                    <a:pt x="872" y="932"/>
                    <a:pt x="872" y="932"/>
                  </a:cubicBezTo>
                  <a:cubicBezTo>
                    <a:pt x="873" y="934"/>
                    <a:pt x="873" y="934"/>
                    <a:pt x="873" y="934"/>
                  </a:cubicBezTo>
                  <a:cubicBezTo>
                    <a:pt x="874" y="934"/>
                    <a:pt x="874" y="934"/>
                    <a:pt x="874" y="935"/>
                  </a:cubicBezTo>
                  <a:cubicBezTo>
                    <a:pt x="875" y="936"/>
                    <a:pt x="875" y="936"/>
                    <a:pt x="875" y="936"/>
                  </a:cubicBezTo>
                  <a:cubicBezTo>
                    <a:pt x="876" y="937"/>
                    <a:pt x="876" y="939"/>
                    <a:pt x="877" y="940"/>
                  </a:cubicBezTo>
                  <a:cubicBezTo>
                    <a:pt x="878" y="941"/>
                    <a:pt x="878" y="943"/>
                    <a:pt x="878" y="944"/>
                  </a:cubicBezTo>
                  <a:cubicBezTo>
                    <a:pt x="878" y="944"/>
                    <a:pt x="878" y="945"/>
                    <a:pt x="878" y="946"/>
                  </a:cubicBezTo>
                  <a:cubicBezTo>
                    <a:pt x="879" y="952"/>
                    <a:pt x="877" y="958"/>
                    <a:pt x="874" y="963"/>
                  </a:cubicBezTo>
                  <a:cubicBezTo>
                    <a:pt x="873" y="963"/>
                    <a:pt x="873" y="963"/>
                    <a:pt x="873" y="963"/>
                  </a:cubicBezTo>
                  <a:cubicBezTo>
                    <a:pt x="872" y="964"/>
                    <a:pt x="872" y="964"/>
                    <a:pt x="872" y="964"/>
                  </a:cubicBezTo>
                  <a:cubicBezTo>
                    <a:pt x="870" y="966"/>
                    <a:pt x="868" y="968"/>
                    <a:pt x="865" y="969"/>
                  </a:cubicBezTo>
                  <a:cubicBezTo>
                    <a:pt x="864" y="969"/>
                    <a:pt x="863" y="970"/>
                    <a:pt x="861" y="970"/>
                  </a:cubicBezTo>
                  <a:cubicBezTo>
                    <a:pt x="860" y="970"/>
                    <a:pt x="859" y="970"/>
                    <a:pt x="858" y="971"/>
                  </a:cubicBezTo>
                  <a:cubicBezTo>
                    <a:pt x="857" y="971"/>
                    <a:pt x="857" y="971"/>
                    <a:pt x="857" y="971"/>
                  </a:cubicBezTo>
                  <a:cubicBezTo>
                    <a:pt x="857" y="971"/>
                    <a:pt x="856" y="971"/>
                    <a:pt x="856" y="970"/>
                  </a:cubicBezTo>
                  <a:cubicBezTo>
                    <a:pt x="855" y="970"/>
                    <a:pt x="855" y="970"/>
                    <a:pt x="855" y="970"/>
                  </a:cubicBezTo>
                  <a:cubicBezTo>
                    <a:pt x="852" y="970"/>
                    <a:pt x="850" y="970"/>
                    <a:pt x="847" y="968"/>
                  </a:cubicBezTo>
                  <a:cubicBezTo>
                    <a:pt x="847" y="968"/>
                    <a:pt x="847" y="968"/>
                    <a:pt x="846" y="968"/>
                  </a:cubicBezTo>
                  <a:cubicBezTo>
                    <a:pt x="846" y="968"/>
                    <a:pt x="845" y="967"/>
                    <a:pt x="844" y="967"/>
                  </a:cubicBezTo>
                  <a:cubicBezTo>
                    <a:pt x="844" y="967"/>
                    <a:pt x="831" y="956"/>
                    <a:pt x="812" y="939"/>
                  </a:cubicBezTo>
                  <a:cubicBezTo>
                    <a:pt x="802" y="931"/>
                    <a:pt x="790" y="921"/>
                    <a:pt x="777" y="910"/>
                  </a:cubicBezTo>
                  <a:cubicBezTo>
                    <a:pt x="764" y="899"/>
                    <a:pt x="749" y="886"/>
                    <a:pt x="733" y="874"/>
                  </a:cubicBezTo>
                  <a:cubicBezTo>
                    <a:pt x="722" y="864"/>
                    <a:pt x="710" y="854"/>
                    <a:pt x="699" y="844"/>
                  </a:cubicBezTo>
                  <a:cubicBezTo>
                    <a:pt x="683" y="831"/>
                    <a:pt x="667" y="817"/>
                    <a:pt x="652" y="805"/>
                  </a:cubicBezTo>
                  <a:cubicBezTo>
                    <a:pt x="639" y="794"/>
                    <a:pt x="628" y="785"/>
                    <a:pt x="617" y="776"/>
                  </a:cubicBezTo>
                  <a:cubicBezTo>
                    <a:pt x="595" y="757"/>
                    <a:pt x="580" y="745"/>
                    <a:pt x="578" y="743"/>
                  </a:cubicBezTo>
                  <a:cubicBezTo>
                    <a:pt x="575" y="740"/>
                    <a:pt x="571" y="738"/>
                    <a:pt x="567" y="737"/>
                  </a:cubicBezTo>
                  <a:cubicBezTo>
                    <a:pt x="566" y="736"/>
                    <a:pt x="564" y="736"/>
                    <a:pt x="562" y="735"/>
                  </a:cubicBezTo>
                  <a:cubicBezTo>
                    <a:pt x="562" y="735"/>
                    <a:pt x="561" y="735"/>
                    <a:pt x="560" y="735"/>
                  </a:cubicBezTo>
                  <a:cubicBezTo>
                    <a:pt x="560" y="735"/>
                    <a:pt x="560" y="735"/>
                    <a:pt x="559" y="735"/>
                  </a:cubicBezTo>
                  <a:cubicBezTo>
                    <a:pt x="558" y="735"/>
                    <a:pt x="556" y="735"/>
                    <a:pt x="554" y="735"/>
                  </a:cubicBezTo>
                  <a:cubicBezTo>
                    <a:pt x="552" y="735"/>
                    <a:pt x="551" y="736"/>
                    <a:pt x="549" y="736"/>
                  </a:cubicBezTo>
                  <a:cubicBezTo>
                    <a:pt x="549" y="736"/>
                    <a:pt x="549" y="736"/>
                    <a:pt x="548" y="736"/>
                  </a:cubicBezTo>
                  <a:cubicBezTo>
                    <a:pt x="547" y="736"/>
                    <a:pt x="546" y="737"/>
                    <a:pt x="544" y="738"/>
                  </a:cubicBezTo>
                  <a:cubicBezTo>
                    <a:pt x="543" y="738"/>
                    <a:pt x="543" y="738"/>
                    <a:pt x="543" y="738"/>
                  </a:cubicBezTo>
                  <a:cubicBezTo>
                    <a:pt x="542" y="739"/>
                    <a:pt x="540" y="740"/>
                    <a:pt x="538" y="741"/>
                  </a:cubicBezTo>
                  <a:cubicBezTo>
                    <a:pt x="538" y="741"/>
                    <a:pt x="537" y="742"/>
                    <a:pt x="536" y="742"/>
                  </a:cubicBezTo>
                  <a:cubicBezTo>
                    <a:pt x="535" y="743"/>
                    <a:pt x="535" y="743"/>
                    <a:pt x="534" y="744"/>
                  </a:cubicBezTo>
                  <a:cubicBezTo>
                    <a:pt x="533" y="745"/>
                    <a:pt x="533" y="745"/>
                    <a:pt x="533" y="745"/>
                  </a:cubicBezTo>
                  <a:cubicBezTo>
                    <a:pt x="532" y="746"/>
                    <a:pt x="532" y="746"/>
                    <a:pt x="531" y="747"/>
                  </a:cubicBezTo>
                  <a:cubicBezTo>
                    <a:pt x="531" y="748"/>
                    <a:pt x="531" y="748"/>
                    <a:pt x="531" y="748"/>
                  </a:cubicBezTo>
                  <a:cubicBezTo>
                    <a:pt x="530" y="748"/>
                    <a:pt x="530" y="748"/>
                    <a:pt x="530" y="748"/>
                  </a:cubicBezTo>
                  <a:cubicBezTo>
                    <a:pt x="530" y="749"/>
                    <a:pt x="529" y="749"/>
                    <a:pt x="529" y="750"/>
                  </a:cubicBezTo>
                  <a:cubicBezTo>
                    <a:pt x="527" y="752"/>
                    <a:pt x="526" y="755"/>
                    <a:pt x="525" y="757"/>
                  </a:cubicBezTo>
                  <a:cubicBezTo>
                    <a:pt x="524" y="760"/>
                    <a:pt x="524" y="763"/>
                    <a:pt x="523" y="766"/>
                  </a:cubicBezTo>
                  <a:cubicBezTo>
                    <a:pt x="523" y="767"/>
                    <a:pt x="523" y="767"/>
                    <a:pt x="523" y="768"/>
                  </a:cubicBezTo>
                  <a:cubicBezTo>
                    <a:pt x="523" y="771"/>
                    <a:pt x="524" y="774"/>
                    <a:pt x="524" y="777"/>
                  </a:cubicBezTo>
                  <a:cubicBezTo>
                    <a:pt x="525" y="778"/>
                    <a:pt x="525" y="778"/>
                    <a:pt x="525" y="778"/>
                  </a:cubicBezTo>
                  <a:cubicBezTo>
                    <a:pt x="527" y="784"/>
                    <a:pt x="530" y="790"/>
                    <a:pt x="535" y="794"/>
                  </a:cubicBezTo>
                  <a:cubicBezTo>
                    <a:pt x="574" y="827"/>
                    <a:pt x="574" y="827"/>
                    <a:pt x="574" y="827"/>
                  </a:cubicBezTo>
                  <a:cubicBezTo>
                    <a:pt x="608" y="856"/>
                    <a:pt x="608" y="856"/>
                    <a:pt x="608" y="856"/>
                  </a:cubicBezTo>
                  <a:cubicBezTo>
                    <a:pt x="655" y="896"/>
                    <a:pt x="655" y="896"/>
                    <a:pt x="655" y="896"/>
                  </a:cubicBezTo>
                  <a:cubicBezTo>
                    <a:pt x="672" y="910"/>
                    <a:pt x="672" y="910"/>
                    <a:pt x="672" y="910"/>
                  </a:cubicBezTo>
                  <a:cubicBezTo>
                    <a:pt x="672" y="911"/>
                    <a:pt x="672" y="911"/>
                    <a:pt x="672" y="911"/>
                  </a:cubicBezTo>
                  <a:cubicBezTo>
                    <a:pt x="689" y="925"/>
                    <a:pt x="689" y="925"/>
                    <a:pt x="689" y="925"/>
                  </a:cubicBezTo>
                  <a:cubicBezTo>
                    <a:pt x="734" y="963"/>
                    <a:pt x="734" y="963"/>
                    <a:pt x="734" y="963"/>
                  </a:cubicBezTo>
                  <a:cubicBezTo>
                    <a:pt x="768" y="992"/>
                    <a:pt x="768" y="992"/>
                    <a:pt x="768" y="992"/>
                  </a:cubicBezTo>
                  <a:cubicBezTo>
                    <a:pt x="804" y="1023"/>
                    <a:pt x="804" y="1023"/>
                    <a:pt x="804" y="1023"/>
                  </a:cubicBezTo>
                  <a:cubicBezTo>
                    <a:pt x="838" y="1052"/>
                    <a:pt x="838" y="1052"/>
                    <a:pt x="838" y="1052"/>
                  </a:cubicBezTo>
                  <a:cubicBezTo>
                    <a:pt x="871" y="1081"/>
                    <a:pt x="871" y="1081"/>
                    <a:pt x="871" y="1081"/>
                  </a:cubicBezTo>
                  <a:cubicBezTo>
                    <a:pt x="873" y="1082"/>
                    <a:pt x="873" y="1082"/>
                    <a:pt x="873" y="1082"/>
                  </a:cubicBezTo>
                  <a:cubicBezTo>
                    <a:pt x="876" y="1085"/>
                    <a:pt x="880" y="1089"/>
                    <a:pt x="882" y="1093"/>
                  </a:cubicBezTo>
                  <a:cubicBezTo>
                    <a:pt x="883" y="1093"/>
                    <a:pt x="884" y="1094"/>
                    <a:pt x="884" y="1095"/>
                  </a:cubicBezTo>
                  <a:cubicBezTo>
                    <a:pt x="888" y="1103"/>
                    <a:pt x="891" y="1110"/>
                    <a:pt x="892" y="1119"/>
                  </a:cubicBezTo>
                  <a:cubicBezTo>
                    <a:pt x="892" y="1131"/>
                    <a:pt x="889" y="1144"/>
                    <a:pt x="881" y="1154"/>
                  </a:cubicBezTo>
                  <a:cubicBezTo>
                    <a:pt x="880" y="1156"/>
                    <a:pt x="880" y="1156"/>
                    <a:pt x="880" y="1156"/>
                  </a:cubicBezTo>
                  <a:cubicBezTo>
                    <a:pt x="879" y="1157"/>
                    <a:pt x="878" y="1158"/>
                    <a:pt x="878" y="1159"/>
                  </a:cubicBezTo>
                  <a:cubicBezTo>
                    <a:pt x="877" y="1160"/>
                    <a:pt x="876" y="1161"/>
                    <a:pt x="875" y="1162"/>
                  </a:cubicBezTo>
                  <a:cubicBezTo>
                    <a:pt x="874" y="1163"/>
                    <a:pt x="873" y="1164"/>
                    <a:pt x="872" y="1165"/>
                  </a:cubicBezTo>
                  <a:cubicBezTo>
                    <a:pt x="871" y="1166"/>
                    <a:pt x="870" y="1166"/>
                    <a:pt x="869" y="1167"/>
                  </a:cubicBezTo>
                  <a:cubicBezTo>
                    <a:pt x="869" y="1167"/>
                    <a:pt x="869" y="1167"/>
                    <a:pt x="868" y="1167"/>
                  </a:cubicBezTo>
                  <a:cubicBezTo>
                    <a:pt x="867" y="1168"/>
                    <a:pt x="866" y="1169"/>
                    <a:pt x="865" y="1169"/>
                  </a:cubicBezTo>
                  <a:cubicBezTo>
                    <a:pt x="865" y="1170"/>
                    <a:pt x="865" y="1170"/>
                    <a:pt x="865" y="1170"/>
                  </a:cubicBezTo>
                  <a:cubicBezTo>
                    <a:pt x="864" y="1170"/>
                    <a:pt x="863" y="1171"/>
                    <a:pt x="862" y="1172"/>
                  </a:cubicBezTo>
                  <a:cubicBezTo>
                    <a:pt x="861" y="1172"/>
                    <a:pt x="860" y="1173"/>
                    <a:pt x="859" y="1173"/>
                  </a:cubicBezTo>
                  <a:cubicBezTo>
                    <a:pt x="858" y="1173"/>
                    <a:pt x="858" y="1173"/>
                    <a:pt x="857" y="1174"/>
                  </a:cubicBezTo>
                  <a:cubicBezTo>
                    <a:pt x="857" y="1174"/>
                    <a:pt x="856" y="1174"/>
                    <a:pt x="855" y="1174"/>
                  </a:cubicBezTo>
                  <a:cubicBezTo>
                    <a:pt x="855" y="1175"/>
                    <a:pt x="855" y="1175"/>
                    <a:pt x="854" y="1175"/>
                  </a:cubicBezTo>
                  <a:cubicBezTo>
                    <a:pt x="854" y="1175"/>
                    <a:pt x="853" y="1175"/>
                    <a:pt x="852" y="1175"/>
                  </a:cubicBezTo>
                  <a:cubicBezTo>
                    <a:pt x="852" y="1175"/>
                    <a:pt x="851" y="1176"/>
                    <a:pt x="850" y="1176"/>
                  </a:cubicBezTo>
                  <a:cubicBezTo>
                    <a:pt x="850" y="1176"/>
                    <a:pt x="850" y="1176"/>
                    <a:pt x="849" y="1176"/>
                  </a:cubicBezTo>
                  <a:cubicBezTo>
                    <a:pt x="849" y="1176"/>
                    <a:pt x="848" y="1176"/>
                    <a:pt x="847" y="1176"/>
                  </a:cubicBezTo>
                  <a:cubicBezTo>
                    <a:pt x="846" y="1177"/>
                    <a:pt x="846" y="1177"/>
                    <a:pt x="845" y="1177"/>
                  </a:cubicBezTo>
                  <a:cubicBezTo>
                    <a:pt x="837" y="1178"/>
                    <a:pt x="829" y="1178"/>
                    <a:pt x="822" y="1175"/>
                  </a:cubicBezTo>
                  <a:cubicBezTo>
                    <a:pt x="820" y="1175"/>
                    <a:pt x="819" y="1174"/>
                    <a:pt x="818" y="1174"/>
                  </a:cubicBezTo>
                  <a:cubicBezTo>
                    <a:pt x="816" y="1173"/>
                    <a:pt x="815" y="1173"/>
                    <a:pt x="813" y="1172"/>
                  </a:cubicBezTo>
                  <a:cubicBezTo>
                    <a:pt x="810" y="1171"/>
                    <a:pt x="807" y="1169"/>
                    <a:pt x="804" y="1166"/>
                  </a:cubicBezTo>
                  <a:cubicBezTo>
                    <a:pt x="769" y="1139"/>
                    <a:pt x="769" y="1139"/>
                    <a:pt x="769" y="1139"/>
                  </a:cubicBezTo>
                  <a:cubicBezTo>
                    <a:pt x="733" y="1112"/>
                    <a:pt x="733" y="1112"/>
                    <a:pt x="733" y="1112"/>
                  </a:cubicBezTo>
                  <a:cubicBezTo>
                    <a:pt x="699" y="1085"/>
                    <a:pt x="699" y="1085"/>
                    <a:pt x="699" y="1085"/>
                  </a:cubicBezTo>
                  <a:cubicBezTo>
                    <a:pt x="683" y="1073"/>
                    <a:pt x="683" y="1073"/>
                    <a:pt x="683" y="1073"/>
                  </a:cubicBezTo>
                  <a:cubicBezTo>
                    <a:pt x="675" y="1067"/>
                    <a:pt x="666" y="1063"/>
                    <a:pt x="657" y="1061"/>
                  </a:cubicBezTo>
                  <a:cubicBezTo>
                    <a:pt x="651" y="1060"/>
                    <a:pt x="645" y="1059"/>
                    <a:pt x="640" y="1060"/>
                  </a:cubicBezTo>
                  <a:cubicBezTo>
                    <a:pt x="639" y="1060"/>
                    <a:pt x="638" y="1060"/>
                    <a:pt x="637" y="1060"/>
                  </a:cubicBezTo>
                  <a:cubicBezTo>
                    <a:pt x="624" y="1061"/>
                    <a:pt x="612" y="1066"/>
                    <a:pt x="602" y="1074"/>
                  </a:cubicBezTo>
                  <a:cubicBezTo>
                    <a:pt x="602" y="1074"/>
                    <a:pt x="602" y="1074"/>
                    <a:pt x="601" y="1074"/>
                  </a:cubicBezTo>
                  <a:cubicBezTo>
                    <a:pt x="601" y="1074"/>
                    <a:pt x="601" y="1074"/>
                    <a:pt x="601" y="1075"/>
                  </a:cubicBezTo>
                  <a:cubicBezTo>
                    <a:pt x="659" y="1134"/>
                    <a:pt x="659" y="1134"/>
                    <a:pt x="659" y="1134"/>
                  </a:cubicBezTo>
                  <a:cubicBezTo>
                    <a:pt x="691" y="1165"/>
                    <a:pt x="691" y="1165"/>
                    <a:pt x="691" y="1165"/>
                  </a:cubicBezTo>
                  <a:cubicBezTo>
                    <a:pt x="723" y="1198"/>
                    <a:pt x="723" y="1198"/>
                    <a:pt x="723" y="1198"/>
                  </a:cubicBezTo>
                  <a:cubicBezTo>
                    <a:pt x="754" y="1229"/>
                    <a:pt x="754" y="1229"/>
                    <a:pt x="754" y="1229"/>
                  </a:cubicBezTo>
                  <a:cubicBezTo>
                    <a:pt x="774" y="1250"/>
                    <a:pt x="774" y="1250"/>
                    <a:pt x="774" y="1250"/>
                  </a:cubicBezTo>
                  <a:cubicBezTo>
                    <a:pt x="777" y="1253"/>
                    <a:pt x="777" y="1253"/>
                    <a:pt x="777" y="1253"/>
                  </a:cubicBezTo>
                  <a:cubicBezTo>
                    <a:pt x="865" y="1342"/>
                    <a:pt x="865" y="1342"/>
                    <a:pt x="865" y="1342"/>
                  </a:cubicBezTo>
                  <a:cubicBezTo>
                    <a:pt x="866" y="1343"/>
                    <a:pt x="866" y="1343"/>
                    <a:pt x="866" y="1343"/>
                  </a:cubicBezTo>
                  <a:cubicBezTo>
                    <a:pt x="1007" y="1354"/>
                    <a:pt x="1007" y="1354"/>
                    <a:pt x="1007" y="1354"/>
                  </a:cubicBezTo>
                  <a:cubicBezTo>
                    <a:pt x="1070" y="1359"/>
                    <a:pt x="1070" y="1359"/>
                    <a:pt x="1070" y="1359"/>
                  </a:cubicBezTo>
                  <a:cubicBezTo>
                    <a:pt x="1070" y="1360"/>
                    <a:pt x="1070" y="1360"/>
                    <a:pt x="1070" y="1360"/>
                  </a:cubicBezTo>
                  <a:cubicBezTo>
                    <a:pt x="1063" y="1372"/>
                    <a:pt x="1061" y="1385"/>
                    <a:pt x="1062" y="1398"/>
                  </a:cubicBezTo>
                  <a:cubicBezTo>
                    <a:pt x="1062" y="1400"/>
                    <a:pt x="1063" y="1402"/>
                    <a:pt x="1063" y="1403"/>
                  </a:cubicBezTo>
                  <a:cubicBezTo>
                    <a:pt x="1063" y="1403"/>
                    <a:pt x="1041" y="1402"/>
                    <a:pt x="1007" y="1399"/>
                  </a:cubicBezTo>
                  <a:cubicBezTo>
                    <a:pt x="1005" y="1399"/>
                    <a:pt x="1004" y="1399"/>
                    <a:pt x="1002" y="1399"/>
                  </a:cubicBezTo>
                  <a:cubicBezTo>
                    <a:pt x="963" y="1396"/>
                    <a:pt x="911" y="1392"/>
                    <a:pt x="859" y="1388"/>
                  </a:cubicBezTo>
                  <a:cubicBezTo>
                    <a:pt x="855" y="1388"/>
                    <a:pt x="850" y="1386"/>
                    <a:pt x="846" y="1384"/>
                  </a:cubicBezTo>
                  <a:cubicBezTo>
                    <a:pt x="844" y="1383"/>
                    <a:pt x="843" y="1382"/>
                    <a:pt x="842" y="1381"/>
                  </a:cubicBezTo>
                  <a:cubicBezTo>
                    <a:pt x="721" y="1260"/>
                    <a:pt x="721" y="1260"/>
                    <a:pt x="721" y="1260"/>
                  </a:cubicBezTo>
                  <a:cubicBezTo>
                    <a:pt x="689" y="1228"/>
                    <a:pt x="689" y="1228"/>
                    <a:pt x="689" y="1228"/>
                  </a:cubicBezTo>
                  <a:cubicBezTo>
                    <a:pt x="657" y="1194"/>
                    <a:pt x="657" y="1194"/>
                    <a:pt x="657" y="1194"/>
                  </a:cubicBezTo>
                  <a:cubicBezTo>
                    <a:pt x="625" y="1162"/>
                    <a:pt x="625" y="1162"/>
                    <a:pt x="625" y="1162"/>
                  </a:cubicBezTo>
                  <a:cubicBezTo>
                    <a:pt x="565" y="1100"/>
                    <a:pt x="565" y="1100"/>
                    <a:pt x="565" y="1100"/>
                  </a:cubicBezTo>
                  <a:cubicBezTo>
                    <a:pt x="562" y="1097"/>
                    <a:pt x="559" y="1093"/>
                    <a:pt x="557" y="1089"/>
                  </a:cubicBezTo>
                  <a:cubicBezTo>
                    <a:pt x="556" y="1086"/>
                    <a:pt x="555" y="1083"/>
                    <a:pt x="554" y="1079"/>
                  </a:cubicBezTo>
                  <a:cubicBezTo>
                    <a:pt x="554" y="1078"/>
                    <a:pt x="554" y="1076"/>
                    <a:pt x="554" y="1074"/>
                  </a:cubicBezTo>
                  <a:cubicBezTo>
                    <a:pt x="554" y="1065"/>
                    <a:pt x="557" y="1057"/>
                    <a:pt x="562" y="1050"/>
                  </a:cubicBezTo>
                  <a:cubicBezTo>
                    <a:pt x="563" y="1049"/>
                    <a:pt x="563" y="1049"/>
                    <a:pt x="564" y="1048"/>
                  </a:cubicBezTo>
                  <a:cubicBezTo>
                    <a:pt x="565" y="1047"/>
                    <a:pt x="566" y="1046"/>
                    <a:pt x="567" y="1045"/>
                  </a:cubicBezTo>
                  <a:cubicBezTo>
                    <a:pt x="596" y="1017"/>
                    <a:pt x="639" y="1008"/>
                    <a:pt x="676" y="1019"/>
                  </a:cubicBezTo>
                  <a:cubicBezTo>
                    <a:pt x="688" y="1023"/>
                    <a:pt x="700" y="1029"/>
                    <a:pt x="710" y="1037"/>
                  </a:cubicBezTo>
                  <a:cubicBezTo>
                    <a:pt x="761" y="1076"/>
                    <a:pt x="761" y="1076"/>
                    <a:pt x="761" y="1076"/>
                  </a:cubicBezTo>
                  <a:cubicBezTo>
                    <a:pt x="797" y="1104"/>
                    <a:pt x="797" y="1104"/>
                    <a:pt x="797" y="1104"/>
                  </a:cubicBezTo>
                  <a:cubicBezTo>
                    <a:pt x="832" y="1131"/>
                    <a:pt x="832" y="1131"/>
                    <a:pt x="832" y="1131"/>
                  </a:cubicBezTo>
                  <a:cubicBezTo>
                    <a:pt x="835" y="1133"/>
                    <a:pt x="836" y="1133"/>
                    <a:pt x="838" y="1133"/>
                  </a:cubicBezTo>
                  <a:cubicBezTo>
                    <a:pt x="838" y="1132"/>
                    <a:pt x="838" y="1132"/>
                    <a:pt x="838" y="1132"/>
                  </a:cubicBezTo>
                  <a:cubicBezTo>
                    <a:pt x="839" y="1132"/>
                    <a:pt x="840" y="1132"/>
                    <a:pt x="841" y="1131"/>
                  </a:cubicBezTo>
                  <a:cubicBezTo>
                    <a:pt x="842" y="1131"/>
                    <a:pt x="842" y="1131"/>
                    <a:pt x="842" y="1131"/>
                  </a:cubicBezTo>
                  <a:cubicBezTo>
                    <a:pt x="843" y="1131"/>
                    <a:pt x="843" y="1130"/>
                    <a:pt x="843" y="1130"/>
                  </a:cubicBezTo>
                  <a:cubicBezTo>
                    <a:pt x="844" y="1130"/>
                    <a:pt x="844" y="1130"/>
                    <a:pt x="844" y="1130"/>
                  </a:cubicBezTo>
                  <a:cubicBezTo>
                    <a:pt x="844" y="1129"/>
                    <a:pt x="844" y="1129"/>
                    <a:pt x="844" y="1129"/>
                  </a:cubicBezTo>
                  <a:cubicBezTo>
                    <a:pt x="845" y="1128"/>
                    <a:pt x="845" y="1128"/>
                    <a:pt x="845" y="1128"/>
                  </a:cubicBezTo>
                  <a:cubicBezTo>
                    <a:pt x="848" y="1124"/>
                    <a:pt x="847" y="1119"/>
                    <a:pt x="843" y="1116"/>
                  </a:cubicBezTo>
                  <a:cubicBezTo>
                    <a:pt x="784" y="1065"/>
                    <a:pt x="784" y="1065"/>
                    <a:pt x="784" y="1065"/>
                  </a:cubicBezTo>
                  <a:cubicBezTo>
                    <a:pt x="586" y="895"/>
                    <a:pt x="586" y="895"/>
                    <a:pt x="586" y="895"/>
                  </a:cubicBezTo>
                  <a:cubicBezTo>
                    <a:pt x="556" y="870"/>
                    <a:pt x="556" y="870"/>
                    <a:pt x="556" y="870"/>
                  </a:cubicBezTo>
                  <a:cubicBezTo>
                    <a:pt x="557" y="869"/>
                    <a:pt x="557" y="869"/>
                    <a:pt x="557" y="869"/>
                  </a:cubicBezTo>
                  <a:cubicBezTo>
                    <a:pt x="507" y="827"/>
                    <a:pt x="507" y="827"/>
                    <a:pt x="507" y="827"/>
                  </a:cubicBezTo>
                  <a:cubicBezTo>
                    <a:pt x="489" y="812"/>
                    <a:pt x="479" y="790"/>
                    <a:pt x="479" y="765"/>
                  </a:cubicBezTo>
                  <a:cubicBezTo>
                    <a:pt x="480" y="748"/>
                    <a:pt x="486" y="732"/>
                    <a:pt x="497" y="718"/>
                  </a:cubicBezTo>
                  <a:cubicBezTo>
                    <a:pt x="497" y="718"/>
                    <a:pt x="497" y="717"/>
                    <a:pt x="498" y="717"/>
                  </a:cubicBezTo>
                  <a:cubicBezTo>
                    <a:pt x="501" y="713"/>
                    <a:pt x="504" y="710"/>
                    <a:pt x="508" y="707"/>
                  </a:cubicBezTo>
                  <a:cubicBezTo>
                    <a:pt x="517" y="700"/>
                    <a:pt x="527" y="695"/>
                    <a:pt x="538" y="692"/>
                  </a:cubicBezTo>
                  <a:cubicBezTo>
                    <a:pt x="539" y="692"/>
                    <a:pt x="539" y="692"/>
                    <a:pt x="540" y="692"/>
                  </a:cubicBezTo>
                  <a:cubicBezTo>
                    <a:pt x="555" y="689"/>
                    <a:pt x="570" y="690"/>
                    <a:pt x="584" y="695"/>
                  </a:cubicBezTo>
                  <a:cubicBezTo>
                    <a:pt x="587" y="696"/>
                    <a:pt x="590" y="697"/>
                    <a:pt x="592" y="698"/>
                  </a:cubicBezTo>
                  <a:cubicBezTo>
                    <a:pt x="593" y="698"/>
                    <a:pt x="593" y="699"/>
                    <a:pt x="594" y="699"/>
                  </a:cubicBezTo>
                  <a:cubicBezTo>
                    <a:pt x="596" y="700"/>
                    <a:pt x="597" y="701"/>
                    <a:pt x="599" y="702"/>
                  </a:cubicBezTo>
                  <a:cubicBezTo>
                    <a:pt x="599" y="702"/>
                    <a:pt x="599" y="701"/>
                    <a:pt x="599" y="700"/>
                  </a:cubicBezTo>
                  <a:cubicBezTo>
                    <a:pt x="600" y="700"/>
                    <a:pt x="600" y="699"/>
                    <a:pt x="600" y="698"/>
                  </a:cubicBezTo>
                  <a:cubicBezTo>
                    <a:pt x="601" y="696"/>
                    <a:pt x="602" y="693"/>
                    <a:pt x="603" y="691"/>
                  </a:cubicBezTo>
                  <a:cubicBezTo>
                    <a:pt x="604" y="689"/>
                    <a:pt x="605" y="686"/>
                    <a:pt x="606" y="684"/>
                  </a:cubicBezTo>
                  <a:cubicBezTo>
                    <a:pt x="608" y="681"/>
                    <a:pt x="611" y="678"/>
                    <a:pt x="613" y="674"/>
                  </a:cubicBezTo>
                  <a:cubicBezTo>
                    <a:pt x="614" y="673"/>
                    <a:pt x="615" y="672"/>
                    <a:pt x="617" y="670"/>
                  </a:cubicBezTo>
                  <a:cubicBezTo>
                    <a:pt x="618" y="669"/>
                    <a:pt x="619" y="668"/>
                    <a:pt x="620" y="667"/>
                  </a:cubicBezTo>
                  <a:cubicBezTo>
                    <a:pt x="622" y="665"/>
                    <a:pt x="624" y="663"/>
                    <a:pt x="626" y="662"/>
                  </a:cubicBezTo>
                  <a:cubicBezTo>
                    <a:pt x="627" y="661"/>
                    <a:pt x="627" y="661"/>
                    <a:pt x="628" y="660"/>
                  </a:cubicBezTo>
                  <a:cubicBezTo>
                    <a:pt x="631" y="658"/>
                    <a:pt x="633" y="657"/>
                    <a:pt x="636" y="655"/>
                  </a:cubicBezTo>
                  <a:cubicBezTo>
                    <a:pt x="652" y="647"/>
                    <a:pt x="671" y="644"/>
                    <a:pt x="689" y="648"/>
                  </a:cubicBezTo>
                  <a:cubicBezTo>
                    <a:pt x="692" y="649"/>
                    <a:pt x="695" y="650"/>
                    <a:pt x="699" y="651"/>
                  </a:cubicBezTo>
                  <a:cubicBezTo>
                    <a:pt x="699" y="650"/>
                    <a:pt x="699" y="650"/>
                    <a:pt x="699" y="649"/>
                  </a:cubicBezTo>
                  <a:cubicBezTo>
                    <a:pt x="699" y="649"/>
                    <a:pt x="699" y="648"/>
                    <a:pt x="700" y="648"/>
                  </a:cubicBezTo>
                  <a:cubicBezTo>
                    <a:pt x="701" y="643"/>
                    <a:pt x="703" y="639"/>
                    <a:pt x="705" y="635"/>
                  </a:cubicBezTo>
                  <a:cubicBezTo>
                    <a:pt x="708" y="630"/>
                    <a:pt x="711" y="625"/>
                    <a:pt x="715" y="621"/>
                  </a:cubicBezTo>
                  <a:cubicBezTo>
                    <a:pt x="716" y="620"/>
                    <a:pt x="716" y="620"/>
                    <a:pt x="716" y="620"/>
                  </a:cubicBezTo>
                  <a:cubicBezTo>
                    <a:pt x="716" y="619"/>
                    <a:pt x="717" y="619"/>
                    <a:pt x="717" y="619"/>
                  </a:cubicBezTo>
                  <a:cubicBezTo>
                    <a:pt x="719" y="617"/>
                    <a:pt x="721" y="615"/>
                    <a:pt x="724" y="613"/>
                  </a:cubicBezTo>
                  <a:cubicBezTo>
                    <a:pt x="728" y="609"/>
                    <a:pt x="734" y="606"/>
                    <a:pt x="739" y="604"/>
                  </a:cubicBezTo>
                  <a:cubicBezTo>
                    <a:pt x="747" y="600"/>
                    <a:pt x="757" y="598"/>
                    <a:pt x="766" y="598"/>
                  </a:cubicBezTo>
                  <a:cubicBezTo>
                    <a:pt x="767" y="598"/>
                    <a:pt x="768" y="598"/>
                    <a:pt x="770" y="598"/>
                  </a:cubicBezTo>
                  <a:cubicBezTo>
                    <a:pt x="772" y="598"/>
                    <a:pt x="774" y="598"/>
                    <a:pt x="776" y="598"/>
                  </a:cubicBezTo>
                  <a:cubicBezTo>
                    <a:pt x="777" y="598"/>
                    <a:pt x="778" y="598"/>
                    <a:pt x="778" y="598"/>
                  </a:cubicBezTo>
                  <a:cubicBezTo>
                    <a:pt x="779" y="599"/>
                    <a:pt x="780" y="599"/>
                    <a:pt x="781" y="599"/>
                  </a:cubicBezTo>
                  <a:cubicBezTo>
                    <a:pt x="782" y="599"/>
                    <a:pt x="783" y="599"/>
                    <a:pt x="784" y="599"/>
                  </a:cubicBezTo>
                  <a:cubicBezTo>
                    <a:pt x="785" y="600"/>
                    <a:pt x="785" y="600"/>
                    <a:pt x="786" y="600"/>
                  </a:cubicBezTo>
                  <a:cubicBezTo>
                    <a:pt x="787" y="600"/>
                    <a:pt x="788" y="601"/>
                    <a:pt x="790" y="601"/>
                  </a:cubicBezTo>
                  <a:cubicBezTo>
                    <a:pt x="791" y="601"/>
                    <a:pt x="792" y="602"/>
                    <a:pt x="793" y="602"/>
                  </a:cubicBezTo>
                  <a:cubicBezTo>
                    <a:pt x="794" y="603"/>
                    <a:pt x="795" y="603"/>
                    <a:pt x="796" y="604"/>
                  </a:cubicBezTo>
                  <a:cubicBezTo>
                    <a:pt x="797" y="604"/>
                    <a:pt x="798" y="604"/>
                    <a:pt x="799" y="605"/>
                  </a:cubicBezTo>
                  <a:cubicBezTo>
                    <a:pt x="800" y="605"/>
                    <a:pt x="800" y="605"/>
                    <a:pt x="800" y="605"/>
                  </a:cubicBezTo>
                  <a:cubicBezTo>
                    <a:pt x="801" y="606"/>
                    <a:pt x="802" y="606"/>
                    <a:pt x="803" y="607"/>
                  </a:cubicBezTo>
                  <a:cubicBezTo>
                    <a:pt x="804" y="607"/>
                    <a:pt x="805" y="608"/>
                    <a:pt x="805" y="608"/>
                  </a:cubicBezTo>
                  <a:cubicBezTo>
                    <a:pt x="806" y="609"/>
                    <a:pt x="807" y="609"/>
                    <a:pt x="808" y="610"/>
                  </a:cubicBezTo>
                  <a:cubicBezTo>
                    <a:pt x="809" y="610"/>
                    <a:pt x="809" y="611"/>
                    <a:pt x="810" y="611"/>
                  </a:cubicBezTo>
                  <a:cubicBezTo>
                    <a:pt x="811" y="612"/>
                    <a:pt x="812" y="612"/>
                    <a:pt x="812" y="613"/>
                  </a:cubicBezTo>
                  <a:cubicBezTo>
                    <a:pt x="814" y="615"/>
                    <a:pt x="814" y="615"/>
                    <a:pt x="814" y="615"/>
                  </a:cubicBezTo>
                  <a:cubicBezTo>
                    <a:pt x="814" y="614"/>
                    <a:pt x="815" y="614"/>
                    <a:pt x="815" y="613"/>
                  </a:cubicBezTo>
                  <a:cubicBezTo>
                    <a:pt x="815" y="612"/>
                    <a:pt x="815" y="612"/>
                    <a:pt x="815" y="612"/>
                  </a:cubicBezTo>
                  <a:cubicBezTo>
                    <a:pt x="817" y="608"/>
                    <a:pt x="819" y="604"/>
                    <a:pt x="822" y="600"/>
                  </a:cubicBezTo>
                  <a:cubicBezTo>
                    <a:pt x="824" y="596"/>
                    <a:pt x="827" y="593"/>
                    <a:pt x="830" y="590"/>
                  </a:cubicBezTo>
                  <a:cubicBezTo>
                    <a:pt x="830" y="590"/>
                    <a:pt x="830" y="590"/>
                    <a:pt x="831" y="589"/>
                  </a:cubicBezTo>
                  <a:cubicBezTo>
                    <a:pt x="831" y="589"/>
                    <a:pt x="832" y="588"/>
                    <a:pt x="833" y="587"/>
                  </a:cubicBezTo>
                  <a:cubicBezTo>
                    <a:pt x="834" y="587"/>
                    <a:pt x="834" y="586"/>
                    <a:pt x="835" y="585"/>
                  </a:cubicBezTo>
                  <a:cubicBezTo>
                    <a:pt x="836" y="583"/>
                    <a:pt x="837" y="582"/>
                    <a:pt x="839" y="581"/>
                  </a:cubicBezTo>
                  <a:cubicBezTo>
                    <a:pt x="853" y="571"/>
                    <a:pt x="869" y="567"/>
                    <a:pt x="885" y="569"/>
                  </a:cubicBezTo>
                  <a:close/>
                  <a:moveTo>
                    <a:pt x="453" y="545"/>
                  </a:moveTo>
                  <a:cubicBezTo>
                    <a:pt x="455" y="545"/>
                    <a:pt x="456" y="545"/>
                    <a:pt x="457" y="545"/>
                  </a:cubicBezTo>
                  <a:cubicBezTo>
                    <a:pt x="458" y="545"/>
                    <a:pt x="458" y="545"/>
                    <a:pt x="458" y="545"/>
                  </a:cubicBezTo>
                  <a:cubicBezTo>
                    <a:pt x="469" y="546"/>
                    <a:pt x="479" y="550"/>
                    <a:pt x="486" y="558"/>
                  </a:cubicBezTo>
                  <a:cubicBezTo>
                    <a:pt x="510" y="583"/>
                    <a:pt x="520" y="617"/>
                    <a:pt x="516" y="649"/>
                  </a:cubicBezTo>
                  <a:cubicBezTo>
                    <a:pt x="516" y="650"/>
                    <a:pt x="516" y="651"/>
                    <a:pt x="516" y="652"/>
                  </a:cubicBezTo>
                  <a:cubicBezTo>
                    <a:pt x="513" y="670"/>
                    <a:pt x="506" y="687"/>
                    <a:pt x="494" y="702"/>
                  </a:cubicBezTo>
                  <a:cubicBezTo>
                    <a:pt x="435" y="778"/>
                    <a:pt x="435" y="778"/>
                    <a:pt x="435" y="778"/>
                  </a:cubicBezTo>
                  <a:cubicBezTo>
                    <a:pt x="401" y="823"/>
                    <a:pt x="401" y="823"/>
                    <a:pt x="401" y="823"/>
                  </a:cubicBezTo>
                  <a:cubicBezTo>
                    <a:pt x="398" y="826"/>
                    <a:pt x="398" y="828"/>
                    <a:pt x="399" y="829"/>
                  </a:cubicBezTo>
                  <a:cubicBezTo>
                    <a:pt x="399" y="830"/>
                    <a:pt x="399" y="830"/>
                    <a:pt x="399" y="830"/>
                  </a:cubicBezTo>
                  <a:cubicBezTo>
                    <a:pt x="399" y="832"/>
                    <a:pt x="400" y="833"/>
                    <a:pt x="401" y="835"/>
                  </a:cubicBezTo>
                  <a:cubicBezTo>
                    <a:pt x="403" y="835"/>
                    <a:pt x="403" y="835"/>
                    <a:pt x="403" y="835"/>
                  </a:cubicBezTo>
                  <a:cubicBezTo>
                    <a:pt x="404" y="836"/>
                    <a:pt x="404" y="836"/>
                    <a:pt x="404" y="836"/>
                  </a:cubicBezTo>
                  <a:cubicBezTo>
                    <a:pt x="407" y="838"/>
                    <a:pt x="411" y="838"/>
                    <a:pt x="414" y="836"/>
                  </a:cubicBezTo>
                  <a:cubicBezTo>
                    <a:pt x="414" y="835"/>
                    <a:pt x="415" y="835"/>
                    <a:pt x="415" y="834"/>
                  </a:cubicBezTo>
                  <a:cubicBezTo>
                    <a:pt x="441" y="805"/>
                    <a:pt x="441" y="805"/>
                    <a:pt x="441" y="805"/>
                  </a:cubicBezTo>
                  <a:cubicBezTo>
                    <a:pt x="445" y="820"/>
                    <a:pt x="453" y="834"/>
                    <a:pt x="464" y="846"/>
                  </a:cubicBezTo>
                  <a:cubicBezTo>
                    <a:pt x="452" y="859"/>
                    <a:pt x="441" y="871"/>
                    <a:pt x="437" y="875"/>
                  </a:cubicBezTo>
                  <a:cubicBezTo>
                    <a:pt x="436" y="875"/>
                    <a:pt x="436" y="875"/>
                    <a:pt x="436" y="875"/>
                  </a:cubicBezTo>
                  <a:cubicBezTo>
                    <a:pt x="429" y="880"/>
                    <a:pt x="421" y="882"/>
                    <a:pt x="412" y="883"/>
                  </a:cubicBezTo>
                  <a:cubicBezTo>
                    <a:pt x="400" y="884"/>
                    <a:pt x="387" y="880"/>
                    <a:pt x="377" y="873"/>
                  </a:cubicBezTo>
                  <a:cubicBezTo>
                    <a:pt x="375" y="871"/>
                    <a:pt x="375" y="871"/>
                    <a:pt x="375" y="871"/>
                  </a:cubicBezTo>
                  <a:cubicBezTo>
                    <a:pt x="367" y="865"/>
                    <a:pt x="360" y="856"/>
                    <a:pt x="357" y="846"/>
                  </a:cubicBezTo>
                  <a:cubicBezTo>
                    <a:pt x="356" y="844"/>
                    <a:pt x="356" y="843"/>
                    <a:pt x="355" y="841"/>
                  </a:cubicBezTo>
                  <a:cubicBezTo>
                    <a:pt x="355" y="839"/>
                    <a:pt x="355" y="838"/>
                    <a:pt x="354" y="836"/>
                  </a:cubicBezTo>
                  <a:cubicBezTo>
                    <a:pt x="352" y="822"/>
                    <a:pt x="356" y="808"/>
                    <a:pt x="365" y="795"/>
                  </a:cubicBezTo>
                  <a:cubicBezTo>
                    <a:pt x="458" y="675"/>
                    <a:pt x="458" y="675"/>
                    <a:pt x="458" y="675"/>
                  </a:cubicBezTo>
                  <a:cubicBezTo>
                    <a:pt x="464" y="667"/>
                    <a:pt x="468" y="658"/>
                    <a:pt x="470" y="648"/>
                  </a:cubicBezTo>
                  <a:cubicBezTo>
                    <a:pt x="472" y="642"/>
                    <a:pt x="472" y="637"/>
                    <a:pt x="472" y="631"/>
                  </a:cubicBezTo>
                  <a:cubicBezTo>
                    <a:pt x="472" y="630"/>
                    <a:pt x="472" y="629"/>
                    <a:pt x="471" y="628"/>
                  </a:cubicBezTo>
                  <a:cubicBezTo>
                    <a:pt x="470" y="615"/>
                    <a:pt x="465" y="603"/>
                    <a:pt x="458" y="593"/>
                  </a:cubicBezTo>
                  <a:cubicBezTo>
                    <a:pt x="457" y="593"/>
                    <a:pt x="457" y="593"/>
                    <a:pt x="457" y="592"/>
                  </a:cubicBezTo>
                  <a:cubicBezTo>
                    <a:pt x="304" y="743"/>
                    <a:pt x="304" y="743"/>
                    <a:pt x="304" y="743"/>
                  </a:cubicBezTo>
                  <a:cubicBezTo>
                    <a:pt x="189" y="857"/>
                    <a:pt x="189" y="857"/>
                    <a:pt x="189" y="857"/>
                  </a:cubicBezTo>
                  <a:cubicBezTo>
                    <a:pt x="188" y="857"/>
                    <a:pt x="188" y="857"/>
                    <a:pt x="188" y="857"/>
                  </a:cubicBezTo>
                  <a:cubicBezTo>
                    <a:pt x="184" y="912"/>
                    <a:pt x="184" y="912"/>
                    <a:pt x="184" y="912"/>
                  </a:cubicBezTo>
                  <a:cubicBezTo>
                    <a:pt x="172" y="1061"/>
                    <a:pt x="172" y="1061"/>
                    <a:pt x="172" y="1061"/>
                  </a:cubicBezTo>
                  <a:cubicBezTo>
                    <a:pt x="172" y="1061"/>
                    <a:pt x="172" y="1061"/>
                    <a:pt x="171" y="1061"/>
                  </a:cubicBezTo>
                  <a:cubicBezTo>
                    <a:pt x="160" y="1055"/>
                    <a:pt x="147" y="1052"/>
                    <a:pt x="133" y="1054"/>
                  </a:cubicBezTo>
                  <a:cubicBezTo>
                    <a:pt x="131" y="1054"/>
                    <a:pt x="130" y="1054"/>
                    <a:pt x="128" y="1054"/>
                  </a:cubicBezTo>
                  <a:cubicBezTo>
                    <a:pt x="128" y="1054"/>
                    <a:pt x="133" y="988"/>
                    <a:pt x="139" y="910"/>
                  </a:cubicBezTo>
                  <a:cubicBezTo>
                    <a:pt x="139" y="906"/>
                    <a:pt x="139" y="906"/>
                    <a:pt x="139" y="906"/>
                  </a:cubicBezTo>
                  <a:cubicBezTo>
                    <a:pt x="141" y="888"/>
                    <a:pt x="142" y="869"/>
                    <a:pt x="144" y="850"/>
                  </a:cubicBezTo>
                  <a:cubicBezTo>
                    <a:pt x="144" y="848"/>
                    <a:pt x="144" y="846"/>
                    <a:pt x="145" y="844"/>
                  </a:cubicBezTo>
                  <a:cubicBezTo>
                    <a:pt x="145" y="843"/>
                    <a:pt x="145" y="843"/>
                    <a:pt x="145" y="843"/>
                  </a:cubicBezTo>
                  <a:cubicBezTo>
                    <a:pt x="146" y="840"/>
                    <a:pt x="147" y="836"/>
                    <a:pt x="150" y="833"/>
                  </a:cubicBezTo>
                  <a:cubicBezTo>
                    <a:pt x="286" y="697"/>
                    <a:pt x="286" y="697"/>
                    <a:pt x="286" y="697"/>
                  </a:cubicBezTo>
                  <a:cubicBezTo>
                    <a:pt x="430" y="557"/>
                    <a:pt x="430" y="557"/>
                    <a:pt x="430" y="557"/>
                  </a:cubicBezTo>
                  <a:cubicBezTo>
                    <a:pt x="437" y="550"/>
                    <a:pt x="444" y="547"/>
                    <a:pt x="453" y="545"/>
                  </a:cubicBezTo>
                  <a:close/>
                  <a:moveTo>
                    <a:pt x="1371" y="469"/>
                  </a:moveTo>
                  <a:cubicBezTo>
                    <a:pt x="1383" y="476"/>
                    <a:pt x="1397" y="479"/>
                    <a:pt x="1411" y="477"/>
                  </a:cubicBezTo>
                  <a:cubicBezTo>
                    <a:pt x="1412" y="477"/>
                    <a:pt x="1414" y="477"/>
                    <a:pt x="1416" y="477"/>
                  </a:cubicBezTo>
                  <a:cubicBezTo>
                    <a:pt x="1416" y="477"/>
                    <a:pt x="1408" y="580"/>
                    <a:pt x="1400" y="680"/>
                  </a:cubicBezTo>
                  <a:cubicBezTo>
                    <a:pt x="1400" y="687"/>
                    <a:pt x="1398" y="693"/>
                    <a:pt x="1394" y="698"/>
                  </a:cubicBezTo>
                  <a:cubicBezTo>
                    <a:pt x="1273" y="818"/>
                    <a:pt x="1273" y="818"/>
                    <a:pt x="1273" y="818"/>
                  </a:cubicBezTo>
                  <a:cubicBezTo>
                    <a:pt x="1267" y="807"/>
                    <a:pt x="1267" y="807"/>
                    <a:pt x="1267" y="807"/>
                  </a:cubicBezTo>
                  <a:cubicBezTo>
                    <a:pt x="1266" y="806"/>
                    <a:pt x="1266" y="806"/>
                    <a:pt x="1266" y="806"/>
                  </a:cubicBezTo>
                  <a:cubicBezTo>
                    <a:pt x="1263" y="802"/>
                    <a:pt x="1257" y="793"/>
                    <a:pt x="1247" y="785"/>
                  </a:cubicBezTo>
                  <a:cubicBezTo>
                    <a:pt x="1245" y="783"/>
                    <a:pt x="1245" y="783"/>
                    <a:pt x="1245" y="783"/>
                  </a:cubicBezTo>
                  <a:cubicBezTo>
                    <a:pt x="1355" y="674"/>
                    <a:pt x="1355" y="674"/>
                    <a:pt x="1355" y="674"/>
                  </a:cubicBezTo>
                  <a:cubicBezTo>
                    <a:pt x="1371" y="473"/>
                    <a:pt x="1371" y="473"/>
                    <a:pt x="1371" y="473"/>
                  </a:cubicBezTo>
                  <a:cubicBezTo>
                    <a:pt x="1371" y="469"/>
                    <a:pt x="1371" y="469"/>
                    <a:pt x="1371" y="469"/>
                  </a:cubicBezTo>
                  <a:close/>
                  <a:moveTo>
                    <a:pt x="233" y="469"/>
                  </a:moveTo>
                  <a:cubicBezTo>
                    <a:pt x="235" y="473"/>
                    <a:pt x="235" y="473"/>
                    <a:pt x="235" y="473"/>
                  </a:cubicBezTo>
                  <a:cubicBezTo>
                    <a:pt x="235" y="473"/>
                    <a:pt x="284" y="557"/>
                    <a:pt x="314" y="608"/>
                  </a:cubicBezTo>
                  <a:cubicBezTo>
                    <a:pt x="281" y="641"/>
                    <a:pt x="281" y="641"/>
                    <a:pt x="281" y="641"/>
                  </a:cubicBezTo>
                  <a:cubicBezTo>
                    <a:pt x="250" y="587"/>
                    <a:pt x="199" y="502"/>
                    <a:pt x="199" y="502"/>
                  </a:cubicBezTo>
                  <a:cubicBezTo>
                    <a:pt x="207" y="498"/>
                    <a:pt x="214" y="492"/>
                    <a:pt x="220" y="485"/>
                  </a:cubicBezTo>
                  <a:cubicBezTo>
                    <a:pt x="233" y="469"/>
                    <a:pt x="233" y="469"/>
                    <a:pt x="233" y="469"/>
                  </a:cubicBezTo>
                  <a:close/>
                  <a:moveTo>
                    <a:pt x="1038" y="196"/>
                  </a:moveTo>
                  <a:cubicBezTo>
                    <a:pt x="1042" y="204"/>
                    <a:pt x="1048" y="211"/>
                    <a:pt x="1055" y="217"/>
                  </a:cubicBezTo>
                  <a:cubicBezTo>
                    <a:pt x="1071" y="229"/>
                    <a:pt x="1071" y="229"/>
                    <a:pt x="1071" y="229"/>
                  </a:cubicBezTo>
                  <a:cubicBezTo>
                    <a:pt x="1071" y="229"/>
                    <a:pt x="983" y="281"/>
                    <a:pt x="930" y="313"/>
                  </a:cubicBezTo>
                  <a:cubicBezTo>
                    <a:pt x="897" y="279"/>
                    <a:pt x="897" y="279"/>
                    <a:pt x="897" y="279"/>
                  </a:cubicBezTo>
                  <a:cubicBezTo>
                    <a:pt x="951" y="247"/>
                    <a:pt x="1038" y="196"/>
                    <a:pt x="1038" y="196"/>
                  </a:cubicBezTo>
                  <a:close/>
                  <a:moveTo>
                    <a:pt x="480" y="124"/>
                  </a:moveTo>
                  <a:cubicBezTo>
                    <a:pt x="480" y="124"/>
                    <a:pt x="585" y="132"/>
                    <a:pt x="685" y="139"/>
                  </a:cubicBezTo>
                  <a:cubicBezTo>
                    <a:pt x="691" y="140"/>
                    <a:pt x="697" y="142"/>
                    <a:pt x="702" y="146"/>
                  </a:cubicBezTo>
                  <a:cubicBezTo>
                    <a:pt x="858" y="302"/>
                    <a:pt x="858" y="302"/>
                    <a:pt x="858" y="302"/>
                  </a:cubicBezTo>
                  <a:cubicBezTo>
                    <a:pt x="891" y="335"/>
                    <a:pt x="891" y="335"/>
                    <a:pt x="891" y="335"/>
                  </a:cubicBezTo>
                  <a:cubicBezTo>
                    <a:pt x="978" y="424"/>
                    <a:pt x="978" y="424"/>
                    <a:pt x="978" y="424"/>
                  </a:cubicBezTo>
                  <a:cubicBezTo>
                    <a:pt x="986" y="432"/>
                    <a:pt x="990" y="442"/>
                    <a:pt x="990" y="453"/>
                  </a:cubicBezTo>
                  <a:cubicBezTo>
                    <a:pt x="990" y="454"/>
                    <a:pt x="990" y="454"/>
                    <a:pt x="990" y="454"/>
                  </a:cubicBezTo>
                  <a:cubicBezTo>
                    <a:pt x="990" y="465"/>
                    <a:pt x="985" y="474"/>
                    <a:pt x="977" y="482"/>
                  </a:cubicBezTo>
                  <a:cubicBezTo>
                    <a:pt x="952" y="507"/>
                    <a:pt x="917" y="517"/>
                    <a:pt x="884" y="512"/>
                  </a:cubicBezTo>
                  <a:cubicBezTo>
                    <a:pt x="866" y="509"/>
                    <a:pt x="849" y="502"/>
                    <a:pt x="834" y="490"/>
                  </a:cubicBezTo>
                  <a:cubicBezTo>
                    <a:pt x="753" y="428"/>
                    <a:pt x="753" y="428"/>
                    <a:pt x="753" y="428"/>
                  </a:cubicBezTo>
                  <a:cubicBezTo>
                    <a:pt x="712" y="396"/>
                    <a:pt x="712" y="396"/>
                    <a:pt x="712" y="396"/>
                  </a:cubicBezTo>
                  <a:cubicBezTo>
                    <a:pt x="710" y="394"/>
                    <a:pt x="708" y="394"/>
                    <a:pt x="706" y="395"/>
                  </a:cubicBezTo>
                  <a:cubicBezTo>
                    <a:pt x="704" y="395"/>
                    <a:pt x="702" y="396"/>
                    <a:pt x="701" y="397"/>
                  </a:cubicBezTo>
                  <a:cubicBezTo>
                    <a:pt x="700" y="398"/>
                    <a:pt x="700" y="398"/>
                    <a:pt x="700" y="398"/>
                  </a:cubicBezTo>
                  <a:cubicBezTo>
                    <a:pt x="699" y="399"/>
                    <a:pt x="699" y="399"/>
                    <a:pt x="699" y="399"/>
                  </a:cubicBezTo>
                  <a:cubicBezTo>
                    <a:pt x="697" y="403"/>
                    <a:pt x="697" y="408"/>
                    <a:pt x="701" y="411"/>
                  </a:cubicBezTo>
                  <a:cubicBezTo>
                    <a:pt x="727" y="434"/>
                    <a:pt x="727" y="434"/>
                    <a:pt x="727" y="434"/>
                  </a:cubicBezTo>
                  <a:cubicBezTo>
                    <a:pt x="771" y="471"/>
                    <a:pt x="771" y="471"/>
                    <a:pt x="771" y="471"/>
                  </a:cubicBezTo>
                  <a:cubicBezTo>
                    <a:pt x="826" y="518"/>
                    <a:pt x="826" y="518"/>
                    <a:pt x="826" y="518"/>
                  </a:cubicBezTo>
                  <a:cubicBezTo>
                    <a:pt x="827" y="519"/>
                    <a:pt x="827" y="519"/>
                    <a:pt x="827" y="519"/>
                  </a:cubicBezTo>
                  <a:cubicBezTo>
                    <a:pt x="841" y="531"/>
                    <a:pt x="841" y="531"/>
                    <a:pt x="841" y="531"/>
                  </a:cubicBezTo>
                  <a:cubicBezTo>
                    <a:pt x="831" y="534"/>
                    <a:pt x="821" y="539"/>
                    <a:pt x="813" y="546"/>
                  </a:cubicBezTo>
                  <a:cubicBezTo>
                    <a:pt x="812" y="546"/>
                    <a:pt x="812" y="546"/>
                    <a:pt x="812" y="546"/>
                  </a:cubicBezTo>
                  <a:cubicBezTo>
                    <a:pt x="808" y="549"/>
                    <a:pt x="805" y="552"/>
                    <a:pt x="802" y="555"/>
                  </a:cubicBezTo>
                  <a:cubicBezTo>
                    <a:pt x="801" y="555"/>
                    <a:pt x="801" y="555"/>
                    <a:pt x="800" y="555"/>
                  </a:cubicBezTo>
                  <a:cubicBezTo>
                    <a:pt x="800" y="555"/>
                    <a:pt x="800" y="555"/>
                    <a:pt x="799" y="555"/>
                  </a:cubicBezTo>
                  <a:cubicBezTo>
                    <a:pt x="756" y="518"/>
                    <a:pt x="756" y="518"/>
                    <a:pt x="756" y="518"/>
                  </a:cubicBezTo>
                  <a:cubicBezTo>
                    <a:pt x="720" y="487"/>
                    <a:pt x="720" y="487"/>
                    <a:pt x="720" y="487"/>
                  </a:cubicBezTo>
                  <a:cubicBezTo>
                    <a:pt x="686" y="458"/>
                    <a:pt x="686" y="458"/>
                    <a:pt x="686" y="458"/>
                  </a:cubicBezTo>
                  <a:cubicBezTo>
                    <a:pt x="671" y="445"/>
                    <a:pt x="671" y="445"/>
                    <a:pt x="671" y="445"/>
                  </a:cubicBezTo>
                  <a:cubicBezTo>
                    <a:pt x="667" y="441"/>
                    <a:pt x="663" y="437"/>
                    <a:pt x="660" y="432"/>
                  </a:cubicBezTo>
                  <a:cubicBezTo>
                    <a:pt x="656" y="425"/>
                    <a:pt x="653" y="417"/>
                    <a:pt x="653" y="408"/>
                  </a:cubicBezTo>
                  <a:cubicBezTo>
                    <a:pt x="652" y="396"/>
                    <a:pt x="655" y="383"/>
                    <a:pt x="663" y="373"/>
                  </a:cubicBezTo>
                  <a:cubicBezTo>
                    <a:pt x="664" y="371"/>
                    <a:pt x="664" y="371"/>
                    <a:pt x="664" y="371"/>
                  </a:cubicBezTo>
                  <a:cubicBezTo>
                    <a:pt x="670" y="362"/>
                    <a:pt x="680" y="356"/>
                    <a:pt x="690" y="352"/>
                  </a:cubicBezTo>
                  <a:cubicBezTo>
                    <a:pt x="691" y="352"/>
                    <a:pt x="693" y="352"/>
                    <a:pt x="695" y="351"/>
                  </a:cubicBezTo>
                  <a:cubicBezTo>
                    <a:pt x="696" y="351"/>
                    <a:pt x="698" y="351"/>
                    <a:pt x="699" y="350"/>
                  </a:cubicBezTo>
                  <a:cubicBezTo>
                    <a:pt x="713" y="348"/>
                    <a:pt x="728" y="352"/>
                    <a:pt x="740" y="361"/>
                  </a:cubicBezTo>
                  <a:cubicBezTo>
                    <a:pt x="861" y="454"/>
                    <a:pt x="861" y="454"/>
                    <a:pt x="861" y="454"/>
                  </a:cubicBezTo>
                  <a:cubicBezTo>
                    <a:pt x="869" y="460"/>
                    <a:pt x="878" y="464"/>
                    <a:pt x="887" y="466"/>
                  </a:cubicBezTo>
                  <a:cubicBezTo>
                    <a:pt x="893" y="468"/>
                    <a:pt x="899" y="468"/>
                    <a:pt x="904" y="468"/>
                  </a:cubicBezTo>
                  <a:cubicBezTo>
                    <a:pt x="905" y="468"/>
                    <a:pt x="906" y="468"/>
                    <a:pt x="907" y="467"/>
                  </a:cubicBezTo>
                  <a:cubicBezTo>
                    <a:pt x="921" y="466"/>
                    <a:pt x="933" y="461"/>
                    <a:pt x="943" y="453"/>
                  </a:cubicBezTo>
                  <a:cubicBezTo>
                    <a:pt x="856" y="364"/>
                    <a:pt x="856" y="364"/>
                    <a:pt x="856" y="364"/>
                  </a:cubicBezTo>
                  <a:cubicBezTo>
                    <a:pt x="850" y="358"/>
                    <a:pt x="850" y="358"/>
                    <a:pt x="850" y="358"/>
                  </a:cubicBezTo>
                  <a:cubicBezTo>
                    <a:pt x="824" y="331"/>
                    <a:pt x="824" y="331"/>
                    <a:pt x="824" y="331"/>
                  </a:cubicBezTo>
                  <a:cubicBezTo>
                    <a:pt x="678" y="184"/>
                    <a:pt x="678" y="184"/>
                    <a:pt x="678" y="184"/>
                  </a:cubicBezTo>
                  <a:cubicBezTo>
                    <a:pt x="473" y="168"/>
                    <a:pt x="473" y="168"/>
                    <a:pt x="473" y="168"/>
                  </a:cubicBezTo>
                  <a:cubicBezTo>
                    <a:pt x="480" y="156"/>
                    <a:pt x="482" y="143"/>
                    <a:pt x="481" y="129"/>
                  </a:cubicBezTo>
                  <a:cubicBezTo>
                    <a:pt x="481" y="127"/>
                    <a:pt x="480" y="126"/>
                    <a:pt x="480" y="124"/>
                  </a:cubicBezTo>
                  <a:close/>
                  <a:moveTo>
                    <a:pt x="146" y="1100"/>
                  </a:moveTo>
                  <a:cubicBezTo>
                    <a:pt x="149" y="1101"/>
                    <a:pt x="152" y="1102"/>
                    <a:pt x="155" y="1104"/>
                  </a:cubicBezTo>
                  <a:cubicBezTo>
                    <a:pt x="167" y="1114"/>
                    <a:pt x="167" y="1114"/>
                    <a:pt x="167" y="1114"/>
                  </a:cubicBezTo>
                  <a:cubicBezTo>
                    <a:pt x="208" y="1147"/>
                    <a:pt x="208" y="1147"/>
                    <a:pt x="208" y="1147"/>
                  </a:cubicBezTo>
                  <a:cubicBezTo>
                    <a:pt x="394" y="1296"/>
                    <a:pt x="394" y="1296"/>
                    <a:pt x="394" y="1296"/>
                  </a:cubicBezTo>
                  <a:cubicBezTo>
                    <a:pt x="462" y="1350"/>
                    <a:pt x="462" y="1350"/>
                    <a:pt x="462" y="1350"/>
                  </a:cubicBezTo>
                  <a:cubicBezTo>
                    <a:pt x="471" y="1358"/>
                    <a:pt x="473" y="1372"/>
                    <a:pt x="465" y="1381"/>
                  </a:cubicBezTo>
                  <a:cubicBezTo>
                    <a:pt x="459" y="1389"/>
                    <a:pt x="459" y="1389"/>
                    <a:pt x="459" y="1389"/>
                  </a:cubicBezTo>
                  <a:cubicBezTo>
                    <a:pt x="350" y="1525"/>
                    <a:pt x="350" y="1525"/>
                    <a:pt x="350" y="1525"/>
                  </a:cubicBezTo>
                  <a:cubicBezTo>
                    <a:pt x="342" y="1535"/>
                    <a:pt x="328" y="1536"/>
                    <a:pt x="319" y="1529"/>
                  </a:cubicBezTo>
                  <a:cubicBezTo>
                    <a:pt x="12" y="1282"/>
                    <a:pt x="12" y="1282"/>
                    <a:pt x="12" y="1282"/>
                  </a:cubicBezTo>
                  <a:cubicBezTo>
                    <a:pt x="2" y="1275"/>
                    <a:pt x="1" y="1261"/>
                    <a:pt x="8" y="1251"/>
                  </a:cubicBezTo>
                  <a:cubicBezTo>
                    <a:pt x="105" y="1131"/>
                    <a:pt x="105" y="1131"/>
                    <a:pt x="105" y="1131"/>
                  </a:cubicBezTo>
                  <a:cubicBezTo>
                    <a:pt x="124" y="1107"/>
                    <a:pt x="124" y="1107"/>
                    <a:pt x="124" y="1107"/>
                  </a:cubicBezTo>
                  <a:cubicBezTo>
                    <a:pt x="129" y="1100"/>
                    <a:pt x="138" y="1098"/>
                    <a:pt x="146" y="1100"/>
                  </a:cubicBezTo>
                  <a:close/>
                  <a:moveTo>
                    <a:pt x="1373" y="1063"/>
                  </a:moveTo>
                  <a:cubicBezTo>
                    <a:pt x="1379" y="1063"/>
                    <a:pt x="1384" y="1064"/>
                    <a:pt x="1389" y="1068"/>
                  </a:cubicBezTo>
                  <a:cubicBezTo>
                    <a:pt x="1396" y="1073"/>
                    <a:pt x="1396" y="1073"/>
                    <a:pt x="1396" y="1073"/>
                  </a:cubicBezTo>
                  <a:cubicBezTo>
                    <a:pt x="1533" y="1183"/>
                    <a:pt x="1533" y="1183"/>
                    <a:pt x="1533" y="1183"/>
                  </a:cubicBezTo>
                  <a:cubicBezTo>
                    <a:pt x="1543" y="1191"/>
                    <a:pt x="1544" y="1205"/>
                    <a:pt x="1537" y="1214"/>
                  </a:cubicBezTo>
                  <a:cubicBezTo>
                    <a:pt x="1290" y="1521"/>
                    <a:pt x="1290" y="1521"/>
                    <a:pt x="1290" y="1521"/>
                  </a:cubicBezTo>
                  <a:cubicBezTo>
                    <a:pt x="1282" y="1531"/>
                    <a:pt x="1269" y="1532"/>
                    <a:pt x="1259" y="1525"/>
                  </a:cubicBezTo>
                  <a:cubicBezTo>
                    <a:pt x="1138" y="1428"/>
                    <a:pt x="1138" y="1428"/>
                    <a:pt x="1138" y="1428"/>
                  </a:cubicBezTo>
                  <a:cubicBezTo>
                    <a:pt x="1114" y="1409"/>
                    <a:pt x="1114" y="1409"/>
                    <a:pt x="1114" y="1409"/>
                  </a:cubicBezTo>
                  <a:cubicBezTo>
                    <a:pt x="1107" y="1404"/>
                    <a:pt x="1104" y="1395"/>
                    <a:pt x="1107" y="1387"/>
                  </a:cubicBezTo>
                  <a:cubicBezTo>
                    <a:pt x="1107" y="1386"/>
                    <a:pt x="1107" y="1386"/>
                    <a:pt x="1107" y="1386"/>
                  </a:cubicBezTo>
                  <a:cubicBezTo>
                    <a:pt x="1107" y="1384"/>
                    <a:pt x="1109" y="1381"/>
                    <a:pt x="1111" y="1378"/>
                  </a:cubicBezTo>
                  <a:cubicBezTo>
                    <a:pt x="1121" y="1365"/>
                    <a:pt x="1121" y="1365"/>
                    <a:pt x="1121" y="1365"/>
                  </a:cubicBezTo>
                  <a:cubicBezTo>
                    <a:pt x="1155" y="1323"/>
                    <a:pt x="1155" y="1323"/>
                    <a:pt x="1155" y="1323"/>
                  </a:cubicBezTo>
                  <a:cubicBezTo>
                    <a:pt x="1305" y="1138"/>
                    <a:pt x="1305" y="1138"/>
                    <a:pt x="1305" y="1138"/>
                  </a:cubicBezTo>
                  <a:cubicBezTo>
                    <a:pt x="1358" y="1071"/>
                    <a:pt x="1358" y="1071"/>
                    <a:pt x="1358" y="1071"/>
                  </a:cubicBezTo>
                  <a:cubicBezTo>
                    <a:pt x="1362" y="1067"/>
                    <a:pt x="1367" y="1064"/>
                    <a:pt x="1373" y="1063"/>
                  </a:cubicBezTo>
                  <a:close/>
                  <a:moveTo>
                    <a:pt x="1210" y="1"/>
                  </a:moveTo>
                  <a:cubicBezTo>
                    <a:pt x="1216" y="0"/>
                    <a:pt x="1222" y="2"/>
                    <a:pt x="1227" y="6"/>
                  </a:cubicBezTo>
                  <a:cubicBezTo>
                    <a:pt x="1534" y="253"/>
                    <a:pt x="1534" y="253"/>
                    <a:pt x="1534" y="253"/>
                  </a:cubicBezTo>
                  <a:cubicBezTo>
                    <a:pt x="1543" y="260"/>
                    <a:pt x="1545" y="274"/>
                    <a:pt x="1537" y="284"/>
                  </a:cubicBezTo>
                  <a:cubicBezTo>
                    <a:pt x="1422" y="427"/>
                    <a:pt x="1422" y="427"/>
                    <a:pt x="1422" y="427"/>
                  </a:cubicBezTo>
                  <a:cubicBezTo>
                    <a:pt x="1414" y="437"/>
                    <a:pt x="1400" y="439"/>
                    <a:pt x="1391" y="431"/>
                  </a:cubicBezTo>
                  <a:cubicBezTo>
                    <a:pt x="1083" y="184"/>
                    <a:pt x="1083" y="184"/>
                    <a:pt x="1083" y="184"/>
                  </a:cubicBezTo>
                  <a:cubicBezTo>
                    <a:pt x="1074" y="177"/>
                    <a:pt x="1072" y="163"/>
                    <a:pt x="1080" y="153"/>
                  </a:cubicBezTo>
                  <a:cubicBezTo>
                    <a:pt x="1196" y="9"/>
                    <a:pt x="1196" y="9"/>
                    <a:pt x="1196" y="9"/>
                  </a:cubicBezTo>
                  <a:cubicBezTo>
                    <a:pt x="1199" y="4"/>
                    <a:pt x="1204" y="1"/>
                    <a:pt x="1210" y="1"/>
                  </a:cubicBezTo>
                  <a:close/>
                  <a:moveTo>
                    <a:pt x="269" y="0"/>
                  </a:moveTo>
                  <a:cubicBezTo>
                    <a:pt x="275" y="0"/>
                    <a:pt x="281" y="2"/>
                    <a:pt x="285" y="6"/>
                  </a:cubicBezTo>
                  <a:cubicBezTo>
                    <a:pt x="429" y="121"/>
                    <a:pt x="429" y="121"/>
                    <a:pt x="429" y="121"/>
                  </a:cubicBezTo>
                  <a:cubicBezTo>
                    <a:pt x="438" y="129"/>
                    <a:pt x="440" y="143"/>
                    <a:pt x="432" y="152"/>
                  </a:cubicBezTo>
                  <a:cubicBezTo>
                    <a:pt x="186" y="458"/>
                    <a:pt x="186" y="458"/>
                    <a:pt x="186" y="458"/>
                  </a:cubicBezTo>
                  <a:cubicBezTo>
                    <a:pt x="178" y="468"/>
                    <a:pt x="164" y="469"/>
                    <a:pt x="155" y="462"/>
                  </a:cubicBezTo>
                  <a:cubicBezTo>
                    <a:pt x="11" y="347"/>
                    <a:pt x="11" y="347"/>
                    <a:pt x="11" y="347"/>
                  </a:cubicBezTo>
                  <a:cubicBezTo>
                    <a:pt x="1" y="339"/>
                    <a:pt x="0" y="326"/>
                    <a:pt x="7" y="316"/>
                  </a:cubicBezTo>
                  <a:cubicBezTo>
                    <a:pt x="254" y="9"/>
                    <a:pt x="254" y="9"/>
                    <a:pt x="254" y="9"/>
                  </a:cubicBezTo>
                  <a:cubicBezTo>
                    <a:pt x="258" y="4"/>
                    <a:pt x="264" y="1"/>
                    <a:pt x="26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3" name="Group 52">
            <a:extLst>
              <a:ext uri="{FF2B5EF4-FFF2-40B4-BE49-F238E27FC236}">
                <a16:creationId xmlns:a16="http://schemas.microsoft.com/office/drawing/2014/main" id="{3C983F7B-8AB3-4CD0-B57F-5A44355A4554}"/>
              </a:ext>
            </a:extLst>
          </p:cNvPr>
          <p:cNvGrpSpPr>
            <a:grpSpLocks noChangeAspect="1"/>
          </p:cNvGrpSpPr>
          <p:nvPr/>
        </p:nvGrpSpPr>
        <p:grpSpPr>
          <a:xfrm>
            <a:off x="2974007" y="4935556"/>
            <a:ext cx="731469" cy="731469"/>
            <a:chOff x="5477147" y="3411582"/>
            <a:chExt cx="457200" cy="457200"/>
          </a:xfrm>
        </p:grpSpPr>
        <p:sp>
          <p:nvSpPr>
            <p:cNvPr id="54" name="AutoShape 20">
              <a:extLst>
                <a:ext uri="{FF2B5EF4-FFF2-40B4-BE49-F238E27FC236}">
                  <a16:creationId xmlns:a16="http://schemas.microsoft.com/office/drawing/2014/main" id="{A1270007-5B73-4B64-B11C-DF9CE4D78870}"/>
                </a:ext>
              </a:extLst>
            </p:cNvPr>
            <p:cNvSpPr>
              <a:spLocks noChangeAspect="1" noChangeArrowheads="1" noTextEdit="1"/>
            </p:cNvSpPr>
            <p:nvPr/>
          </p:nvSpPr>
          <p:spPr bwMode="auto">
            <a:xfrm>
              <a:off x="5477147" y="3411582"/>
              <a:ext cx="45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22">
              <a:extLst>
                <a:ext uri="{FF2B5EF4-FFF2-40B4-BE49-F238E27FC236}">
                  <a16:creationId xmlns:a16="http://schemas.microsoft.com/office/drawing/2014/main" id="{D8F736C4-3F31-481C-8743-EC6329C3B7E7}"/>
                </a:ext>
              </a:extLst>
            </p:cNvPr>
            <p:cNvSpPr>
              <a:spLocks noEditPoints="1"/>
            </p:cNvSpPr>
            <p:nvPr/>
          </p:nvSpPr>
          <p:spPr bwMode="auto">
            <a:xfrm>
              <a:off x="5504664" y="3441793"/>
              <a:ext cx="402744" cy="397164"/>
            </a:xfrm>
            <a:custGeom>
              <a:avLst/>
              <a:gdLst>
                <a:gd name="T0" fmla="*/ 582 w 880"/>
                <a:gd name="T1" fmla="*/ 527 h 868"/>
                <a:gd name="T2" fmla="*/ 545 w 880"/>
                <a:gd name="T3" fmla="*/ 655 h 868"/>
                <a:gd name="T4" fmla="*/ 356 w 880"/>
                <a:gd name="T5" fmla="*/ 673 h 868"/>
                <a:gd name="T6" fmla="*/ 253 w 880"/>
                <a:gd name="T7" fmla="*/ 495 h 868"/>
                <a:gd name="T8" fmla="*/ 557 w 880"/>
                <a:gd name="T9" fmla="*/ 703 h 868"/>
                <a:gd name="T10" fmla="*/ 440 w 880"/>
                <a:gd name="T11" fmla="*/ 759 h 868"/>
                <a:gd name="T12" fmla="*/ 90 w 880"/>
                <a:gd name="T13" fmla="*/ 868 h 868"/>
                <a:gd name="T14" fmla="*/ 770 w 880"/>
                <a:gd name="T15" fmla="*/ 349 h 868"/>
                <a:gd name="T16" fmla="*/ 623 w 880"/>
                <a:gd name="T17" fmla="*/ 120 h 868"/>
                <a:gd name="T18" fmla="*/ 265 w 880"/>
                <a:gd name="T19" fmla="*/ 130 h 868"/>
                <a:gd name="T20" fmla="*/ 94 w 880"/>
                <a:gd name="T21" fmla="*/ 344 h 868"/>
                <a:gd name="T22" fmla="*/ 282 w 880"/>
                <a:gd name="T23" fmla="*/ 490 h 868"/>
                <a:gd name="T24" fmla="*/ 617 w 880"/>
                <a:gd name="T25" fmla="*/ 465 h 868"/>
                <a:gd name="T26" fmla="*/ 363 w 880"/>
                <a:gd name="T27" fmla="*/ 77 h 868"/>
                <a:gd name="T28" fmla="*/ 440 w 880"/>
                <a:gd name="T29" fmla="*/ 154 h 868"/>
                <a:gd name="T30" fmla="*/ 429 w 880"/>
                <a:gd name="T31" fmla="*/ 91 h 868"/>
                <a:gd name="T32" fmla="*/ 447 w 880"/>
                <a:gd name="T33" fmla="*/ 97 h 868"/>
                <a:gd name="T34" fmla="*/ 465 w 880"/>
                <a:gd name="T35" fmla="*/ 89 h 868"/>
                <a:gd name="T36" fmla="*/ 461 w 880"/>
                <a:gd name="T37" fmla="*/ 68 h 868"/>
                <a:gd name="T38" fmla="*/ 442 w 880"/>
                <a:gd name="T39" fmla="*/ 75 h 868"/>
                <a:gd name="T40" fmla="*/ 409 w 880"/>
                <a:gd name="T41" fmla="*/ 68 h 868"/>
                <a:gd name="T42" fmla="*/ 697 w 880"/>
                <a:gd name="T43" fmla="*/ 215 h 868"/>
                <a:gd name="T44" fmla="*/ 711 w 880"/>
                <a:gd name="T45" fmla="*/ 183 h 868"/>
                <a:gd name="T46" fmla="*/ 747 w 880"/>
                <a:gd name="T47" fmla="*/ 242 h 868"/>
                <a:gd name="T48" fmla="*/ 643 w 880"/>
                <a:gd name="T49" fmla="*/ 129 h 868"/>
                <a:gd name="T50" fmla="*/ 715 w 880"/>
                <a:gd name="T51" fmla="*/ 232 h 868"/>
                <a:gd name="T52" fmla="*/ 645 w 880"/>
                <a:gd name="T53" fmla="*/ 183 h 868"/>
                <a:gd name="T54" fmla="*/ 129 w 880"/>
                <a:gd name="T55" fmla="*/ 237 h 868"/>
                <a:gd name="T56" fmla="*/ 247 w 880"/>
                <a:gd name="T57" fmla="*/ 141 h 868"/>
                <a:gd name="T58" fmla="*/ 137 w 880"/>
                <a:gd name="T59" fmla="*/ 193 h 868"/>
                <a:gd name="T60" fmla="*/ 155 w 880"/>
                <a:gd name="T61" fmla="*/ 223 h 868"/>
                <a:gd name="T62" fmla="*/ 161 w 880"/>
                <a:gd name="T63" fmla="*/ 177 h 868"/>
                <a:gd name="T64" fmla="*/ 175 w 880"/>
                <a:gd name="T65" fmla="*/ 226 h 868"/>
                <a:gd name="T66" fmla="*/ 185 w 880"/>
                <a:gd name="T67" fmla="*/ 161 h 868"/>
                <a:gd name="T68" fmla="*/ 184 w 880"/>
                <a:gd name="T69" fmla="*/ 226 h 868"/>
                <a:gd name="T70" fmla="*/ 219 w 880"/>
                <a:gd name="T71" fmla="*/ 141 h 868"/>
                <a:gd name="T72" fmla="*/ 203 w 880"/>
                <a:gd name="T73" fmla="*/ 223 h 868"/>
                <a:gd name="T74" fmla="*/ 880 w 880"/>
                <a:gd name="T75" fmla="*/ 440 h 868"/>
                <a:gd name="T76" fmla="*/ 818 w 880"/>
                <a:gd name="T77" fmla="*/ 489 h 868"/>
                <a:gd name="T78" fmla="*/ 790 w 880"/>
                <a:gd name="T79" fmla="*/ 491 h 868"/>
                <a:gd name="T80" fmla="*/ 823 w 880"/>
                <a:gd name="T81" fmla="*/ 478 h 868"/>
                <a:gd name="T82" fmla="*/ 820 w 880"/>
                <a:gd name="T83" fmla="*/ 471 h 868"/>
                <a:gd name="T84" fmla="*/ 820 w 880"/>
                <a:gd name="T85" fmla="*/ 471 h 868"/>
                <a:gd name="T86" fmla="*/ 771 w 880"/>
                <a:gd name="T87" fmla="*/ 419 h 868"/>
                <a:gd name="T88" fmla="*/ 801 w 880"/>
                <a:gd name="T89" fmla="*/ 449 h 868"/>
                <a:gd name="T90" fmla="*/ 798 w 880"/>
                <a:gd name="T91" fmla="*/ 438 h 868"/>
                <a:gd name="T92" fmla="*/ 796 w 880"/>
                <a:gd name="T93" fmla="*/ 427 h 868"/>
                <a:gd name="T94" fmla="*/ 809 w 880"/>
                <a:gd name="T95" fmla="*/ 426 h 868"/>
                <a:gd name="T96" fmla="*/ 813 w 880"/>
                <a:gd name="T97" fmla="*/ 441 h 868"/>
                <a:gd name="T98" fmla="*/ 828 w 880"/>
                <a:gd name="T99" fmla="*/ 440 h 868"/>
                <a:gd name="T100" fmla="*/ 77 w 880"/>
                <a:gd name="T101" fmla="*/ 364 h 868"/>
                <a:gd name="T102" fmla="*/ 82 w 880"/>
                <a:gd name="T103" fmla="*/ 434 h 868"/>
                <a:gd name="T104" fmla="*/ 92 w 880"/>
                <a:gd name="T105" fmla="*/ 416 h 868"/>
                <a:gd name="T106" fmla="*/ 70 w 880"/>
                <a:gd name="T107" fmla="*/ 401 h 868"/>
                <a:gd name="T108" fmla="*/ 61 w 880"/>
                <a:gd name="T109" fmla="*/ 436 h 868"/>
                <a:gd name="T110" fmla="*/ 59 w 880"/>
                <a:gd name="T111" fmla="*/ 461 h 868"/>
                <a:gd name="T112" fmla="*/ 95 w 880"/>
                <a:gd name="T113" fmla="*/ 470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80" h="868">
                  <a:moveTo>
                    <a:pt x="293" y="522"/>
                  </a:moveTo>
                  <a:cubicBezTo>
                    <a:pt x="295" y="523"/>
                    <a:pt x="296" y="525"/>
                    <a:pt x="297" y="527"/>
                  </a:cubicBezTo>
                  <a:cubicBezTo>
                    <a:pt x="314" y="570"/>
                    <a:pt x="343" y="635"/>
                    <a:pt x="353" y="644"/>
                  </a:cubicBezTo>
                  <a:cubicBezTo>
                    <a:pt x="370" y="659"/>
                    <a:pt x="416" y="688"/>
                    <a:pt x="440" y="688"/>
                  </a:cubicBezTo>
                  <a:cubicBezTo>
                    <a:pt x="464" y="688"/>
                    <a:pt x="510" y="659"/>
                    <a:pt x="527" y="644"/>
                  </a:cubicBezTo>
                  <a:cubicBezTo>
                    <a:pt x="537" y="635"/>
                    <a:pt x="565" y="570"/>
                    <a:pt x="582" y="527"/>
                  </a:cubicBezTo>
                  <a:cubicBezTo>
                    <a:pt x="583" y="525"/>
                    <a:pt x="585" y="523"/>
                    <a:pt x="587" y="522"/>
                  </a:cubicBezTo>
                  <a:cubicBezTo>
                    <a:pt x="596" y="517"/>
                    <a:pt x="601" y="510"/>
                    <a:pt x="604" y="504"/>
                  </a:cubicBezTo>
                  <a:cubicBezTo>
                    <a:pt x="604" y="504"/>
                    <a:pt x="604" y="504"/>
                    <a:pt x="627" y="493"/>
                  </a:cubicBezTo>
                  <a:cubicBezTo>
                    <a:pt x="627" y="493"/>
                    <a:pt x="627" y="494"/>
                    <a:pt x="627" y="495"/>
                  </a:cubicBezTo>
                  <a:cubicBezTo>
                    <a:pt x="626" y="504"/>
                    <a:pt x="621" y="526"/>
                    <a:pt x="600" y="538"/>
                  </a:cubicBezTo>
                  <a:cubicBezTo>
                    <a:pt x="591" y="560"/>
                    <a:pt x="562" y="632"/>
                    <a:pt x="545" y="655"/>
                  </a:cubicBezTo>
                  <a:cubicBezTo>
                    <a:pt x="545" y="655"/>
                    <a:pt x="545" y="655"/>
                    <a:pt x="545" y="686"/>
                  </a:cubicBezTo>
                  <a:cubicBezTo>
                    <a:pt x="543" y="687"/>
                    <a:pt x="541" y="689"/>
                    <a:pt x="540" y="690"/>
                  </a:cubicBezTo>
                  <a:cubicBezTo>
                    <a:pt x="540" y="691"/>
                    <a:pt x="534" y="698"/>
                    <a:pt x="524" y="707"/>
                  </a:cubicBezTo>
                  <a:cubicBezTo>
                    <a:pt x="524" y="707"/>
                    <a:pt x="524" y="707"/>
                    <a:pt x="524" y="673"/>
                  </a:cubicBezTo>
                  <a:cubicBezTo>
                    <a:pt x="500" y="689"/>
                    <a:pt x="465" y="709"/>
                    <a:pt x="440" y="709"/>
                  </a:cubicBezTo>
                  <a:cubicBezTo>
                    <a:pt x="415" y="709"/>
                    <a:pt x="380" y="689"/>
                    <a:pt x="356" y="673"/>
                  </a:cubicBezTo>
                  <a:cubicBezTo>
                    <a:pt x="356" y="673"/>
                    <a:pt x="356" y="673"/>
                    <a:pt x="356" y="707"/>
                  </a:cubicBezTo>
                  <a:cubicBezTo>
                    <a:pt x="346" y="698"/>
                    <a:pt x="340" y="691"/>
                    <a:pt x="340" y="691"/>
                  </a:cubicBezTo>
                  <a:cubicBezTo>
                    <a:pt x="339" y="689"/>
                    <a:pt x="337" y="688"/>
                    <a:pt x="335" y="686"/>
                  </a:cubicBezTo>
                  <a:cubicBezTo>
                    <a:pt x="335" y="686"/>
                    <a:pt x="335" y="686"/>
                    <a:pt x="335" y="655"/>
                  </a:cubicBezTo>
                  <a:cubicBezTo>
                    <a:pt x="318" y="633"/>
                    <a:pt x="289" y="560"/>
                    <a:pt x="280" y="538"/>
                  </a:cubicBezTo>
                  <a:cubicBezTo>
                    <a:pt x="261" y="527"/>
                    <a:pt x="254" y="507"/>
                    <a:pt x="253" y="495"/>
                  </a:cubicBezTo>
                  <a:cubicBezTo>
                    <a:pt x="253" y="495"/>
                    <a:pt x="253" y="494"/>
                    <a:pt x="253" y="493"/>
                  </a:cubicBezTo>
                  <a:cubicBezTo>
                    <a:pt x="253" y="493"/>
                    <a:pt x="253" y="493"/>
                    <a:pt x="276" y="504"/>
                  </a:cubicBezTo>
                  <a:cubicBezTo>
                    <a:pt x="279" y="510"/>
                    <a:pt x="284" y="517"/>
                    <a:pt x="293" y="522"/>
                  </a:cubicBezTo>
                  <a:close/>
                  <a:moveTo>
                    <a:pt x="799" y="856"/>
                  </a:moveTo>
                  <a:cubicBezTo>
                    <a:pt x="787" y="826"/>
                    <a:pt x="756" y="749"/>
                    <a:pt x="712" y="729"/>
                  </a:cubicBezTo>
                  <a:cubicBezTo>
                    <a:pt x="657" y="704"/>
                    <a:pt x="557" y="703"/>
                    <a:pt x="557" y="703"/>
                  </a:cubicBezTo>
                  <a:cubicBezTo>
                    <a:pt x="557" y="703"/>
                    <a:pt x="553" y="708"/>
                    <a:pt x="545" y="716"/>
                  </a:cubicBezTo>
                  <a:cubicBezTo>
                    <a:pt x="542" y="718"/>
                    <a:pt x="540" y="720"/>
                    <a:pt x="538" y="722"/>
                  </a:cubicBezTo>
                  <a:cubicBezTo>
                    <a:pt x="519" y="738"/>
                    <a:pt x="486" y="758"/>
                    <a:pt x="440" y="759"/>
                  </a:cubicBezTo>
                  <a:cubicBezTo>
                    <a:pt x="440" y="759"/>
                    <a:pt x="441" y="759"/>
                    <a:pt x="442" y="759"/>
                  </a:cubicBezTo>
                  <a:cubicBezTo>
                    <a:pt x="438" y="759"/>
                    <a:pt x="438" y="759"/>
                    <a:pt x="438" y="759"/>
                  </a:cubicBezTo>
                  <a:cubicBezTo>
                    <a:pt x="439" y="759"/>
                    <a:pt x="440" y="759"/>
                    <a:pt x="440" y="759"/>
                  </a:cubicBezTo>
                  <a:cubicBezTo>
                    <a:pt x="394" y="758"/>
                    <a:pt x="361" y="738"/>
                    <a:pt x="342" y="722"/>
                  </a:cubicBezTo>
                  <a:cubicBezTo>
                    <a:pt x="340" y="720"/>
                    <a:pt x="338" y="718"/>
                    <a:pt x="335" y="716"/>
                  </a:cubicBezTo>
                  <a:cubicBezTo>
                    <a:pt x="327" y="708"/>
                    <a:pt x="323" y="703"/>
                    <a:pt x="323" y="703"/>
                  </a:cubicBezTo>
                  <a:cubicBezTo>
                    <a:pt x="323" y="703"/>
                    <a:pt x="223" y="704"/>
                    <a:pt x="168" y="729"/>
                  </a:cubicBezTo>
                  <a:cubicBezTo>
                    <a:pt x="124" y="749"/>
                    <a:pt x="93" y="826"/>
                    <a:pt x="81" y="856"/>
                  </a:cubicBezTo>
                  <a:cubicBezTo>
                    <a:pt x="80" y="861"/>
                    <a:pt x="84" y="868"/>
                    <a:pt x="90" y="868"/>
                  </a:cubicBezTo>
                  <a:cubicBezTo>
                    <a:pt x="790" y="868"/>
                    <a:pt x="790" y="868"/>
                    <a:pt x="790" y="868"/>
                  </a:cubicBezTo>
                  <a:cubicBezTo>
                    <a:pt x="796" y="868"/>
                    <a:pt x="800" y="861"/>
                    <a:pt x="799" y="856"/>
                  </a:cubicBezTo>
                  <a:close/>
                  <a:moveTo>
                    <a:pt x="791" y="344"/>
                  </a:moveTo>
                  <a:cubicBezTo>
                    <a:pt x="783" y="314"/>
                    <a:pt x="771" y="286"/>
                    <a:pt x="757" y="260"/>
                  </a:cubicBezTo>
                  <a:cubicBezTo>
                    <a:pt x="752" y="264"/>
                    <a:pt x="746" y="268"/>
                    <a:pt x="740" y="271"/>
                  </a:cubicBezTo>
                  <a:cubicBezTo>
                    <a:pt x="753" y="295"/>
                    <a:pt x="763" y="321"/>
                    <a:pt x="770" y="349"/>
                  </a:cubicBezTo>
                  <a:cubicBezTo>
                    <a:pt x="777" y="346"/>
                    <a:pt x="784" y="345"/>
                    <a:pt x="791" y="344"/>
                  </a:cubicBezTo>
                  <a:close/>
                  <a:moveTo>
                    <a:pt x="623" y="120"/>
                  </a:moveTo>
                  <a:cubicBezTo>
                    <a:pt x="596" y="104"/>
                    <a:pt x="568" y="92"/>
                    <a:pt x="537" y="82"/>
                  </a:cubicBezTo>
                  <a:cubicBezTo>
                    <a:pt x="537" y="89"/>
                    <a:pt x="535" y="96"/>
                    <a:pt x="534" y="103"/>
                  </a:cubicBezTo>
                  <a:cubicBezTo>
                    <a:pt x="561" y="111"/>
                    <a:pt x="587" y="123"/>
                    <a:pt x="611" y="137"/>
                  </a:cubicBezTo>
                  <a:cubicBezTo>
                    <a:pt x="614" y="131"/>
                    <a:pt x="619" y="126"/>
                    <a:pt x="623" y="120"/>
                  </a:cubicBezTo>
                  <a:close/>
                  <a:moveTo>
                    <a:pt x="265" y="130"/>
                  </a:moveTo>
                  <a:cubicBezTo>
                    <a:pt x="289" y="116"/>
                    <a:pt x="317" y="106"/>
                    <a:pt x="345" y="99"/>
                  </a:cubicBezTo>
                  <a:cubicBezTo>
                    <a:pt x="344" y="92"/>
                    <a:pt x="343" y="85"/>
                    <a:pt x="343" y="78"/>
                  </a:cubicBezTo>
                  <a:cubicBezTo>
                    <a:pt x="311" y="86"/>
                    <a:pt x="280" y="98"/>
                    <a:pt x="251" y="114"/>
                  </a:cubicBezTo>
                  <a:cubicBezTo>
                    <a:pt x="252" y="114"/>
                    <a:pt x="252" y="114"/>
                    <a:pt x="252" y="114"/>
                  </a:cubicBezTo>
                  <a:cubicBezTo>
                    <a:pt x="257" y="120"/>
                    <a:pt x="261" y="125"/>
                    <a:pt x="265" y="130"/>
                  </a:cubicBezTo>
                  <a:close/>
                  <a:moveTo>
                    <a:pt x="128" y="264"/>
                  </a:moveTo>
                  <a:cubicBezTo>
                    <a:pt x="123" y="260"/>
                    <a:pt x="118" y="257"/>
                    <a:pt x="114" y="252"/>
                  </a:cubicBezTo>
                  <a:cubicBezTo>
                    <a:pt x="114" y="251"/>
                    <a:pt x="113" y="251"/>
                    <a:pt x="112" y="250"/>
                  </a:cubicBezTo>
                  <a:cubicBezTo>
                    <a:pt x="95" y="279"/>
                    <a:pt x="82" y="310"/>
                    <a:pt x="73" y="343"/>
                  </a:cubicBezTo>
                  <a:cubicBezTo>
                    <a:pt x="74" y="343"/>
                    <a:pt x="75" y="343"/>
                    <a:pt x="77" y="343"/>
                  </a:cubicBezTo>
                  <a:cubicBezTo>
                    <a:pt x="82" y="343"/>
                    <a:pt x="88" y="344"/>
                    <a:pt x="94" y="344"/>
                  </a:cubicBezTo>
                  <a:cubicBezTo>
                    <a:pt x="102" y="316"/>
                    <a:pt x="113" y="289"/>
                    <a:pt x="128" y="264"/>
                  </a:cubicBezTo>
                  <a:close/>
                  <a:moveTo>
                    <a:pt x="440" y="213"/>
                  </a:moveTo>
                  <a:cubicBezTo>
                    <a:pt x="336" y="213"/>
                    <a:pt x="256" y="297"/>
                    <a:pt x="256" y="401"/>
                  </a:cubicBezTo>
                  <a:cubicBezTo>
                    <a:pt x="256" y="424"/>
                    <a:pt x="256" y="446"/>
                    <a:pt x="263" y="467"/>
                  </a:cubicBezTo>
                  <a:cubicBezTo>
                    <a:pt x="263" y="467"/>
                    <a:pt x="263" y="467"/>
                    <a:pt x="263" y="467"/>
                  </a:cubicBezTo>
                  <a:cubicBezTo>
                    <a:pt x="282" y="484"/>
                    <a:pt x="282" y="490"/>
                    <a:pt x="282" y="490"/>
                  </a:cubicBezTo>
                  <a:cubicBezTo>
                    <a:pt x="294" y="492"/>
                    <a:pt x="294" y="492"/>
                    <a:pt x="294" y="492"/>
                  </a:cubicBezTo>
                  <a:cubicBezTo>
                    <a:pt x="294" y="492"/>
                    <a:pt x="284" y="381"/>
                    <a:pt x="339" y="364"/>
                  </a:cubicBezTo>
                  <a:cubicBezTo>
                    <a:pt x="339" y="364"/>
                    <a:pt x="560" y="461"/>
                    <a:pt x="581" y="355"/>
                  </a:cubicBezTo>
                  <a:cubicBezTo>
                    <a:pt x="583" y="487"/>
                    <a:pt x="583" y="494"/>
                    <a:pt x="583" y="494"/>
                  </a:cubicBezTo>
                  <a:cubicBezTo>
                    <a:pt x="596" y="494"/>
                    <a:pt x="596" y="494"/>
                    <a:pt x="596" y="494"/>
                  </a:cubicBezTo>
                  <a:cubicBezTo>
                    <a:pt x="613" y="474"/>
                    <a:pt x="617" y="465"/>
                    <a:pt x="617" y="465"/>
                  </a:cubicBezTo>
                  <a:cubicBezTo>
                    <a:pt x="617" y="465"/>
                    <a:pt x="617" y="465"/>
                    <a:pt x="617" y="465"/>
                  </a:cubicBezTo>
                  <a:cubicBezTo>
                    <a:pt x="624" y="445"/>
                    <a:pt x="624" y="423"/>
                    <a:pt x="624" y="401"/>
                  </a:cubicBezTo>
                  <a:cubicBezTo>
                    <a:pt x="624" y="297"/>
                    <a:pt x="544" y="213"/>
                    <a:pt x="440" y="213"/>
                  </a:cubicBezTo>
                  <a:close/>
                  <a:moveTo>
                    <a:pt x="440" y="154"/>
                  </a:moveTo>
                  <a:cubicBezTo>
                    <a:pt x="404" y="154"/>
                    <a:pt x="373" y="128"/>
                    <a:pt x="365" y="94"/>
                  </a:cubicBezTo>
                  <a:cubicBezTo>
                    <a:pt x="364" y="88"/>
                    <a:pt x="363" y="83"/>
                    <a:pt x="363" y="77"/>
                  </a:cubicBezTo>
                  <a:cubicBezTo>
                    <a:pt x="363" y="76"/>
                    <a:pt x="363" y="75"/>
                    <a:pt x="363" y="73"/>
                  </a:cubicBezTo>
                  <a:cubicBezTo>
                    <a:pt x="365" y="33"/>
                    <a:pt x="399" y="0"/>
                    <a:pt x="440" y="0"/>
                  </a:cubicBezTo>
                  <a:cubicBezTo>
                    <a:pt x="483" y="0"/>
                    <a:pt x="517" y="35"/>
                    <a:pt x="517" y="77"/>
                  </a:cubicBezTo>
                  <a:cubicBezTo>
                    <a:pt x="517" y="77"/>
                    <a:pt x="517" y="77"/>
                    <a:pt x="517" y="77"/>
                  </a:cubicBezTo>
                  <a:cubicBezTo>
                    <a:pt x="517" y="84"/>
                    <a:pt x="516" y="91"/>
                    <a:pt x="514" y="97"/>
                  </a:cubicBezTo>
                  <a:cubicBezTo>
                    <a:pt x="505" y="130"/>
                    <a:pt x="475" y="154"/>
                    <a:pt x="440" y="154"/>
                  </a:cubicBezTo>
                  <a:close/>
                  <a:moveTo>
                    <a:pt x="395" y="52"/>
                  </a:moveTo>
                  <a:cubicBezTo>
                    <a:pt x="395" y="58"/>
                    <a:pt x="395" y="64"/>
                    <a:pt x="397" y="69"/>
                  </a:cubicBezTo>
                  <a:cubicBezTo>
                    <a:pt x="398" y="72"/>
                    <a:pt x="400" y="75"/>
                    <a:pt x="402" y="78"/>
                  </a:cubicBezTo>
                  <a:cubicBezTo>
                    <a:pt x="405" y="82"/>
                    <a:pt x="410" y="86"/>
                    <a:pt x="415" y="88"/>
                  </a:cubicBezTo>
                  <a:cubicBezTo>
                    <a:pt x="418" y="89"/>
                    <a:pt x="421" y="90"/>
                    <a:pt x="424" y="91"/>
                  </a:cubicBezTo>
                  <a:cubicBezTo>
                    <a:pt x="426" y="91"/>
                    <a:pt x="427" y="91"/>
                    <a:pt x="429" y="91"/>
                  </a:cubicBezTo>
                  <a:cubicBezTo>
                    <a:pt x="433" y="91"/>
                    <a:pt x="438" y="90"/>
                    <a:pt x="442" y="88"/>
                  </a:cubicBezTo>
                  <a:cubicBezTo>
                    <a:pt x="443" y="87"/>
                    <a:pt x="444" y="87"/>
                    <a:pt x="445" y="86"/>
                  </a:cubicBezTo>
                  <a:cubicBezTo>
                    <a:pt x="445" y="86"/>
                    <a:pt x="445" y="86"/>
                    <a:pt x="447" y="88"/>
                  </a:cubicBezTo>
                  <a:cubicBezTo>
                    <a:pt x="447" y="89"/>
                    <a:pt x="448" y="90"/>
                    <a:pt x="449" y="92"/>
                  </a:cubicBezTo>
                  <a:cubicBezTo>
                    <a:pt x="449" y="92"/>
                    <a:pt x="449" y="92"/>
                    <a:pt x="447" y="93"/>
                  </a:cubicBezTo>
                  <a:cubicBezTo>
                    <a:pt x="446" y="94"/>
                    <a:pt x="446" y="96"/>
                    <a:pt x="447" y="97"/>
                  </a:cubicBezTo>
                  <a:cubicBezTo>
                    <a:pt x="447" y="97"/>
                    <a:pt x="447" y="97"/>
                    <a:pt x="466" y="123"/>
                  </a:cubicBezTo>
                  <a:cubicBezTo>
                    <a:pt x="467" y="124"/>
                    <a:pt x="469" y="125"/>
                    <a:pt x="470" y="125"/>
                  </a:cubicBezTo>
                  <a:cubicBezTo>
                    <a:pt x="471" y="125"/>
                    <a:pt x="471" y="125"/>
                    <a:pt x="472" y="125"/>
                  </a:cubicBezTo>
                  <a:cubicBezTo>
                    <a:pt x="474" y="124"/>
                    <a:pt x="476" y="123"/>
                    <a:pt x="478" y="122"/>
                  </a:cubicBezTo>
                  <a:cubicBezTo>
                    <a:pt x="482" y="119"/>
                    <a:pt x="483" y="114"/>
                    <a:pt x="482" y="111"/>
                  </a:cubicBezTo>
                  <a:cubicBezTo>
                    <a:pt x="482" y="111"/>
                    <a:pt x="482" y="111"/>
                    <a:pt x="465" y="89"/>
                  </a:cubicBezTo>
                  <a:cubicBezTo>
                    <a:pt x="464" y="88"/>
                    <a:pt x="463" y="87"/>
                    <a:pt x="462" y="86"/>
                  </a:cubicBezTo>
                  <a:cubicBezTo>
                    <a:pt x="462" y="85"/>
                    <a:pt x="461" y="85"/>
                    <a:pt x="461" y="84"/>
                  </a:cubicBezTo>
                  <a:cubicBezTo>
                    <a:pt x="460" y="84"/>
                    <a:pt x="459" y="85"/>
                    <a:pt x="459" y="85"/>
                  </a:cubicBezTo>
                  <a:cubicBezTo>
                    <a:pt x="459" y="85"/>
                    <a:pt x="459" y="85"/>
                    <a:pt x="456" y="86"/>
                  </a:cubicBezTo>
                  <a:cubicBezTo>
                    <a:pt x="456" y="86"/>
                    <a:pt x="456" y="86"/>
                    <a:pt x="453" y="81"/>
                  </a:cubicBezTo>
                  <a:cubicBezTo>
                    <a:pt x="456" y="78"/>
                    <a:pt x="459" y="73"/>
                    <a:pt x="461" y="68"/>
                  </a:cubicBezTo>
                  <a:cubicBezTo>
                    <a:pt x="461" y="66"/>
                    <a:pt x="462" y="64"/>
                    <a:pt x="462" y="62"/>
                  </a:cubicBezTo>
                  <a:cubicBezTo>
                    <a:pt x="463" y="53"/>
                    <a:pt x="461" y="44"/>
                    <a:pt x="455" y="37"/>
                  </a:cubicBezTo>
                  <a:cubicBezTo>
                    <a:pt x="444" y="22"/>
                    <a:pt x="423" y="19"/>
                    <a:pt x="408" y="30"/>
                  </a:cubicBezTo>
                  <a:cubicBezTo>
                    <a:pt x="401" y="35"/>
                    <a:pt x="397" y="43"/>
                    <a:pt x="395" y="52"/>
                  </a:cubicBezTo>
                  <a:close/>
                  <a:moveTo>
                    <a:pt x="411" y="71"/>
                  </a:moveTo>
                  <a:cubicBezTo>
                    <a:pt x="418" y="81"/>
                    <a:pt x="433" y="83"/>
                    <a:pt x="442" y="75"/>
                  </a:cubicBezTo>
                  <a:cubicBezTo>
                    <a:pt x="445" y="73"/>
                    <a:pt x="447" y="71"/>
                    <a:pt x="449" y="67"/>
                  </a:cubicBezTo>
                  <a:cubicBezTo>
                    <a:pt x="453" y="60"/>
                    <a:pt x="452" y="50"/>
                    <a:pt x="447" y="43"/>
                  </a:cubicBezTo>
                  <a:cubicBezTo>
                    <a:pt x="442" y="37"/>
                    <a:pt x="435" y="35"/>
                    <a:pt x="429" y="35"/>
                  </a:cubicBezTo>
                  <a:cubicBezTo>
                    <a:pt x="424" y="35"/>
                    <a:pt x="419" y="36"/>
                    <a:pt x="415" y="39"/>
                  </a:cubicBezTo>
                  <a:cubicBezTo>
                    <a:pt x="410" y="43"/>
                    <a:pt x="407" y="48"/>
                    <a:pt x="406" y="54"/>
                  </a:cubicBezTo>
                  <a:cubicBezTo>
                    <a:pt x="406" y="59"/>
                    <a:pt x="406" y="64"/>
                    <a:pt x="409" y="68"/>
                  </a:cubicBezTo>
                  <a:cubicBezTo>
                    <a:pt x="409" y="69"/>
                    <a:pt x="410" y="70"/>
                    <a:pt x="411" y="71"/>
                  </a:cubicBezTo>
                  <a:close/>
                  <a:moveTo>
                    <a:pt x="697" y="152"/>
                  </a:moveTo>
                  <a:cubicBezTo>
                    <a:pt x="714" y="152"/>
                    <a:pt x="728" y="166"/>
                    <a:pt x="728" y="183"/>
                  </a:cubicBezTo>
                  <a:cubicBezTo>
                    <a:pt x="728" y="192"/>
                    <a:pt x="725" y="199"/>
                    <a:pt x="720" y="205"/>
                  </a:cubicBezTo>
                  <a:cubicBezTo>
                    <a:pt x="715" y="210"/>
                    <a:pt x="709" y="214"/>
                    <a:pt x="701" y="215"/>
                  </a:cubicBezTo>
                  <a:cubicBezTo>
                    <a:pt x="700" y="215"/>
                    <a:pt x="698" y="215"/>
                    <a:pt x="697" y="215"/>
                  </a:cubicBezTo>
                  <a:cubicBezTo>
                    <a:pt x="680" y="215"/>
                    <a:pt x="666" y="201"/>
                    <a:pt x="666" y="183"/>
                  </a:cubicBezTo>
                  <a:cubicBezTo>
                    <a:pt x="666" y="181"/>
                    <a:pt x="666" y="179"/>
                    <a:pt x="666" y="178"/>
                  </a:cubicBezTo>
                  <a:cubicBezTo>
                    <a:pt x="668" y="171"/>
                    <a:pt x="671" y="164"/>
                    <a:pt x="677" y="159"/>
                  </a:cubicBezTo>
                  <a:cubicBezTo>
                    <a:pt x="682" y="155"/>
                    <a:pt x="689" y="152"/>
                    <a:pt x="697" y="152"/>
                  </a:cubicBezTo>
                  <a:close/>
                  <a:moveTo>
                    <a:pt x="709" y="191"/>
                  </a:moveTo>
                  <a:cubicBezTo>
                    <a:pt x="710" y="189"/>
                    <a:pt x="711" y="186"/>
                    <a:pt x="711" y="183"/>
                  </a:cubicBezTo>
                  <a:cubicBezTo>
                    <a:pt x="711" y="175"/>
                    <a:pt x="705" y="169"/>
                    <a:pt x="697" y="169"/>
                  </a:cubicBezTo>
                  <a:cubicBezTo>
                    <a:pt x="694" y="169"/>
                    <a:pt x="691" y="170"/>
                    <a:pt x="689" y="171"/>
                  </a:cubicBezTo>
                  <a:cubicBezTo>
                    <a:pt x="685" y="174"/>
                    <a:pt x="683" y="178"/>
                    <a:pt x="683" y="183"/>
                  </a:cubicBezTo>
                  <a:cubicBezTo>
                    <a:pt x="683" y="191"/>
                    <a:pt x="689" y="197"/>
                    <a:pt x="697" y="197"/>
                  </a:cubicBezTo>
                  <a:cubicBezTo>
                    <a:pt x="702" y="197"/>
                    <a:pt x="706" y="195"/>
                    <a:pt x="709" y="191"/>
                  </a:cubicBezTo>
                  <a:close/>
                  <a:moveTo>
                    <a:pt x="747" y="242"/>
                  </a:moveTo>
                  <a:cubicBezTo>
                    <a:pt x="741" y="246"/>
                    <a:pt x="735" y="250"/>
                    <a:pt x="729" y="253"/>
                  </a:cubicBezTo>
                  <a:cubicBezTo>
                    <a:pt x="719" y="258"/>
                    <a:pt x="708" y="260"/>
                    <a:pt x="697" y="260"/>
                  </a:cubicBezTo>
                  <a:cubicBezTo>
                    <a:pt x="677" y="260"/>
                    <a:pt x="658" y="252"/>
                    <a:pt x="643" y="237"/>
                  </a:cubicBezTo>
                  <a:cubicBezTo>
                    <a:pt x="619" y="214"/>
                    <a:pt x="614" y="177"/>
                    <a:pt x="629" y="148"/>
                  </a:cubicBezTo>
                  <a:cubicBezTo>
                    <a:pt x="632" y="143"/>
                    <a:pt x="636" y="136"/>
                    <a:pt x="641" y="131"/>
                  </a:cubicBezTo>
                  <a:cubicBezTo>
                    <a:pt x="641" y="131"/>
                    <a:pt x="642" y="130"/>
                    <a:pt x="643" y="129"/>
                  </a:cubicBezTo>
                  <a:cubicBezTo>
                    <a:pt x="658" y="114"/>
                    <a:pt x="677" y="107"/>
                    <a:pt x="697" y="107"/>
                  </a:cubicBezTo>
                  <a:cubicBezTo>
                    <a:pt x="717" y="107"/>
                    <a:pt x="736" y="114"/>
                    <a:pt x="751" y="129"/>
                  </a:cubicBezTo>
                  <a:cubicBezTo>
                    <a:pt x="781" y="159"/>
                    <a:pt x="781" y="208"/>
                    <a:pt x="751" y="237"/>
                  </a:cubicBezTo>
                  <a:cubicBezTo>
                    <a:pt x="749" y="239"/>
                    <a:pt x="748" y="241"/>
                    <a:pt x="747" y="242"/>
                  </a:cubicBezTo>
                  <a:close/>
                  <a:moveTo>
                    <a:pt x="697" y="236"/>
                  </a:moveTo>
                  <a:cubicBezTo>
                    <a:pt x="703" y="236"/>
                    <a:pt x="710" y="234"/>
                    <a:pt x="715" y="232"/>
                  </a:cubicBezTo>
                  <a:cubicBezTo>
                    <a:pt x="722" y="230"/>
                    <a:pt x="727" y="226"/>
                    <a:pt x="733" y="221"/>
                  </a:cubicBezTo>
                  <a:cubicBezTo>
                    <a:pt x="742" y="212"/>
                    <a:pt x="749" y="198"/>
                    <a:pt x="749" y="183"/>
                  </a:cubicBezTo>
                  <a:cubicBezTo>
                    <a:pt x="749" y="155"/>
                    <a:pt x="726" y="131"/>
                    <a:pt x="697" y="131"/>
                  </a:cubicBezTo>
                  <a:cubicBezTo>
                    <a:pt x="683" y="131"/>
                    <a:pt x="670" y="137"/>
                    <a:pt x="661" y="146"/>
                  </a:cubicBezTo>
                  <a:cubicBezTo>
                    <a:pt x="655" y="151"/>
                    <a:pt x="652" y="157"/>
                    <a:pt x="649" y="163"/>
                  </a:cubicBezTo>
                  <a:cubicBezTo>
                    <a:pt x="647" y="170"/>
                    <a:pt x="645" y="176"/>
                    <a:pt x="645" y="183"/>
                  </a:cubicBezTo>
                  <a:cubicBezTo>
                    <a:pt x="645" y="212"/>
                    <a:pt x="668" y="236"/>
                    <a:pt x="697" y="236"/>
                  </a:cubicBezTo>
                  <a:close/>
                  <a:moveTo>
                    <a:pt x="247" y="141"/>
                  </a:moveTo>
                  <a:cubicBezTo>
                    <a:pt x="267" y="171"/>
                    <a:pt x="264" y="211"/>
                    <a:pt x="237" y="237"/>
                  </a:cubicBezTo>
                  <a:cubicBezTo>
                    <a:pt x="222" y="252"/>
                    <a:pt x="203" y="260"/>
                    <a:pt x="183" y="260"/>
                  </a:cubicBezTo>
                  <a:cubicBezTo>
                    <a:pt x="167" y="260"/>
                    <a:pt x="152" y="255"/>
                    <a:pt x="139" y="246"/>
                  </a:cubicBezTo>
                  <a:cubicBezTo>
                    <a:pt x="135" y="244"/>
                    <a:pt x="132" y="241"/>
                    <a:pt x="129" y="237"/>
                  </a:cubicBezTo>
                  <a:cubicBezTo>
                    <a:pt x="127" y="236"/>
                    <a:pt x="125" y="234"/>
                    <a:pt x="124" y="232"/>
                  </a:cubicBezTo>
                  <a:cubicBezTo>
                    <a:pt x="99" y="201"/>
                    <a:pt x="101" y="157"/>
                    <a:pt x="129" y="129"/>
                  </a:cubicBezTo>
                  <a:cubicBezTo>
                    <a:pt x="144" y="114"/>
                    <a:pt x="163" y="107"/>
                    <a:pt x="183" y="107"/>
                  </a:cubicBezTo>
                  <a:cubicBezTo>
                    <a:pt x="201" y="107"/>
                    <a:pt x="218" y="113"/>
                    <a:pt x="233" y="125"/>
                  </a:cubicBezTo>
                  <a:cubicBezTo>
                    <a:pt x="234" y="126"/>
                    <a:pt x="236" y="128"/>
                    <a:pt x="237" y="129"/>
                  </a:cubicBezTo>
                  <a:cubicBezTo>
                    <a:pt x="241" y="133"/>
                    <a:pt x="244" y="136"/>
                    <a:pt x="247" y="141"/>
                  </a:cubicBezTo>
                  <a:close/>
                  <a:moveTo>
                    <a:pt x="155" y="223"/>
                  </a:moveTo>
                  <a:cubicBezTo>
                    <a:pt x="155" y="223"/>
                    <a:pt x="155" y="223"/>
                    <a:pt x="155" y="193"/>
                  </a:cubicBezTo>
                  <a:cubicBezTo>
                    <a:pt x="155" y="193"/>
                    <a:pt x="155" y="192"/>
                    <a:pt x="155" y="192"/>
                  </a:cubicBezTo>
                  <a:cubicBezTo>
                    <a:pt x="154" y="191"/>
                    <a:pt x="153" y="190"/>
                    <a:pt x="153" y="190"/>
                  </a:cubicBezTo>
                  <a:cubicBezTo>
                    <a:pt x="153" y="190"/>
                    <a:pt x="153" y="190"/>
                    <a:pt x="139" y="190"/>
                  </a:cubicBezTo>
                  <a:cubicBezTo>
                    <a:pt x="138" y="190"/>
                    <a:pt x="137" y="192"/>
                    <a:pt x="137" y="193"/>
                  </a:cubicBezTo>
                  <a:cubicBezTo>
                    <a:pt x="137" y="193"/>
                    <a:pt x="137" y="193"/>
                    <a:pt x="137" y="213"/>
                  </a:cubicBezTo>
                  <a:cubicBezTo>
                    <a:pt x="137" y="216"/>
                    <a:pt x="137" y="220"/>
                    <a:pt x="137" y="223"/>
                  </a:cubicBezTo>
                  <a:cubicBezTo>
                    <a:pt x="137" y="225"/>
                    <a:pt x="138" y="226"/>
                    <a:pt x="139" y="226"/>
                  </a:cubicBezTo>
                  <a:cubicBezTo>
                    <a:pt x="139" y="226"/>
                    <a:pt x="139" y="226"/>
                    <a:pt x="153" y="226"/>
                  </a:cubicBezTo>
                  <a:cubicBezTo>
                    <a:pt x="153" y="226"/>
                    <a:pt x="153" y="226"/>
                    <a:pt x="153" y="226"/>
                  </a:cubicBezTo>
                  <a:cubicBezTo>
                    <a:pt x="154" y="225"/>
                    <a:pt x="155" y="225"/>
                    <a:pt x="155" y="223"/>
                  </a:cubicBezTo>
                  <a:cubicBezTo>
                    <a:pt x="155" y="223"/>
                    <a:pt x="155" y="223"/>
                    <a:pt x="155" y="223"/>
                  </a:cubicBezTo>
                  <a:close/>
                  <a:moveTo>
                    <a:pt x="177" y="197"/>
                  </a:moveTo>
                  <a:cubicBezTo>
                    <a:pt x="177" y="179"/>
                    <a:pt x="177" y="179"/>
                    <a:pt x="177" y="179"/>
                  </a:cubicBezTo>
                  <a:cubicBezTo>
                    <a:pt x="177" y="178"/>
                    <a:pt x="176" y="177"/>
                    <a:pt x="175" y="177"/>
                  </a:cubicBezTo>
                  <a:cubicBezTo>
                    <a:pt x="173" y="177"/>
                    <a:pt x="171" y="177"/>
                    <a:pt x="169" y="177"/>
                  </a:cubicBezTo>
                  <a:cubicBezTo>
                    <a:pt x="161" y="177"/>
                    <a:pt x="161" y="177"/>
                    <a:pt x="161" y="177"/>
                  </a:cubicBezTo>
                  <a:cubicBezTo>
                    <a:pt x="160" y="177"/>
                    <a:pt x="159" y="178"/>
                    <a:pt x="159" y="179"/>
                  </a:cubicBezTo>
                  <a:cubicBezTo>
                    <a:pt x="159" y="182"/>
                    <a:pt x="159" y="184"/>
                    <a:pt x="159" y="187"/>
                  </a:cubicBezTo>
                  <a:cubicBezTo>
                    <a:pt x="159" y="204"/>
                    <a:pt x="159" y="214"/>
                    <a:pt x="159" y="218"/>
                  </a:cubicBezTo>
                  <a:cubicBezTo>
                    <a:pt x="159" y="223"/>
                    <a:pt x="159" y="223"/>
                    <a:pt x="159" y="223"/>
                  </a:cubicBezTo>
                  <a:cubicBezTo>
                    <a:pt x="159" y="225"/>
                    <a:pt x="160" y="226"/>
                    <a:pt x="161" y="226"/>
                  </a:cubicBezTo>
                  <a:cubicBezTo>
                    <a:pt x="175" y="226"/>
                    <a:pt x="175" y="226"/>
                    <a:pt x="175" y="226"/>
                  </a:cubicBezTo>
                  <a:cubicBezTo>
                    <a:pt x="176" y="226"/>
                    <a:pt x="177" y="225"/>
                    <a:pt x="177" y="223"/>
                  </a:cubicBezTo>
                  <a:cubicBezTo>
                    <a:pt x="177" y="212"/>
                    <a:pt x="177" y="204"/>
                    <a:pt x="177" y="197"/>
                  </a:cubicBezTo>
                  <a:close/>
                  <a:moveTo>
                    <a:pt x="200" y="176"/>
                  </a:moveTo>
                  <a:cubicBezTo>
                    <a:pt x="200" y="164"/>
                    <a:pt x="200" y="164"/>
                    <a:pt x="200" y="164"/>
                  </a:cubicBezTo>
                  <a:cubicBezTo>
                    <a:pt x="200" y="162"/>
                    <a:pt x="198" y="161"/>
                    <a:pt x="197" y="161"/>
                  </a:cubicBezTo>
                  <a:cubicBezTo>
                    <a:pt x="190" y="161"/>
                    <a:pt x="187" y="161"/>
                    <a:pt x="185" y="161"/>
                  </a:cubicBezTo>
                  <a:cubicBezTo>
                    <a:pt x="184" y="161"/>
                    <a:pt x="184" y="161"/>
                    <a:pt x="184" y="161"/>
                  </a:cubicBezTo>
                  <a:cubicBezTo>
                    <a:pt x="182" y="161"/>
                    <a:pt x="182" y="162"/>
                    <a:pt x="182" y="164"/>
                  </a:cubicBezTo>
                  <a:cubicBezTo>
                    <a:pt x="182" y="164"/>
                    <a:pt x="182" y="164"/>
                    <a:pt x="182" y="165"/>
                  </a:cubicBezTo>
                  <a:cubicBezTo>
                    <a:pt x="182" y="176"/>
                    <a:pt x="182" y="186"/>
                    <a:pt x="182" y="193"/>
                  </a:cubicBezTo>
                  <a:cubicBezTo>
                    <a:pt x="182" y="223"/>
                    <a:pt x="182" y="223"/>
                    <a:pt x="182" y="223"/>
                  </a:cubicBezTo>
                  <a:cubicBezTo>
                    <a:pt x="182" y="225"/>
                    <a:pt x="182" y="226"/>
                    <a:pt x="184" y="226"/>
                  </a:cubicBezTo>
                  <a:cubicBezTo>
                    <a:pt x="197" y="226"/>
                    <a:pt x="197" y="226"/>
                    <a:pt x="197" y="226"/>
                  </a:cubicBezTo>
                  <a:cubicBezTo>
                    <a:pt x="198" y="226"/>
                    <a:pt x="200" y="225"/>
                    <a:pt x="200" y="223"/>
                  </a:cubicBezTo>
                  <a:cubicBezTo>
                    <a:pt x="200" y="199"/>
                    <a:pt x="200" y="185"/>
                    <a:pt x="200" y="176"/>
                  </a:cubicBezTo>
                  <a:close/>
                  <a:moveTo>
                    <a:pt x="222" y="158"/>
                  </a:moveTo>
                  <a:cubicBezTo>
                    <a:pt x="222" y="143"/>
                    <a:pt x="222" y="143"/>
                    <a:pt x="222" y="143"/>
                  </a:cubicBezTo>
                  <a:cubicBezTo>
                    <a:pt x="222" y="142"/>
                    <a:pt x="221" y="141"/>
                    <a:pt x="219" y="141"/>
                  </a:cubicBezTo>
                  <a:cubicBezTo>
                    <a:pt x="215" y="141"/>
                    <a:pt x="212" y="141"/>
                    <a:pt x="210" y="141"/>
                  </a:cubicBezTo>
                  <a:cubicBezTo>
                    <a:pt x="206" y="141"/>
                    <a:pt x="206" y="141"/>
                    <a:pt x="206" y="141"/>
                  </a:cubicBezTo>
                  <a:cubicBezTo>
                    <a:pt x="205" y="141"/>
                    <a:pt x="203" y="142"/>
                    <a:pt x="203" y="143"/>
                  </a:cubicBezTo>
                  <a:cubicBezTo>
                    <a:pt x="203" y="144"/>
                    <a:pt x="203" y="145"/>
                    <a:pt x="203" y="146"/>
                  </a:cubicBezTo>
                  <a:cubicBezTo>
                    <a:pt x="203" y="156"/>
                    <a:pt x="203" y="165"/>
                    <a:pt x="203" y="172"/>
                  </a:cubicBezTo>
                  <a:cubicBezTo>
                    <a:pt x="203" y="223"/>
                    <a:pt x="203" y="223"/>
                    <a:pt x="203" y="223"/>
                  </a:cubicBezTo>
                  <a:cubicBezTo>
                    <a:pt x="203" y="225"/>
                    <a:pt x="205" y="226"/>
                    <a:pt x="206" y="226"/>
                  </a:cubicBezTo>
                  <a:cubicBezTo>
                    <a:pt x="219" y="226"/>
                    <a:pt x="219" y="226"/>
                    <a:pt x="219" y="226"/>
                  </a:cubicBezTo>
                  <a:cubicBezTo>
                    <a:pt x="221" y="226"/>
                    <a:pt x="222" y="225"/>
                    <a:pt x="222" y="223"/>
                  </a:cubicBezTo>
                  <a:cubicBezTo>
                    <a:pt x="222" y="188"/>
                    <a:pt x="222" y="169"/>
                    <a:pt x="222" y="158"/>
                  </a:cubicBezTo>
                  <a:close/>
                  <a:moveTo>
                    <a:pt x="803" y="364"/>
                  </a:moveTo>
                  <a:cubicBezTo>
                    <a:pt x="846" y="364"/>
                    <a:pt x="880" y="398"/>
                    <a:pt x="880" y="440"/>
                  </a:cubicBezTo>
                  <a:cubicBezTo>
                    <a:pt x="880" y="483"/>
                    <a:pt x="846" y="517"/>
                    <a:pt x="803" y="517"/>
                  </a:cubicBezTo>
                  <a:cubicBezTo>
                    <a:pt x="761" y="517"/>
                    <a:pt x="727" y="483"/>
                    <a:pt x="727" y="440"/>
                  </a:cubicBezTo>
                  <a:cubicBezTo>
                    <a:pt x="727" y="408"/>
                    <a:pt x="747" y="380"/>
                    <a:pt x="775" y="369"/>
                  </a:cubicBezTo>
                  <a:cubicBezTo>
                    <a:pt x="782" y="366"/>
                    <a:pt x="788" y="365"/>
                    <a:pt x="795" y="364"/>
                  </a:cubicBezTo>
                  <a:cubicBezTo>
                    <a:pt x="798" y="364"/>
                    <a:pt x="801" y="364"/>
                    <a:pt x="803" y="364"/>
                  </a:cubicBezTo>
                  <a:close/>
                  <a:moveTo>
                    <a:pt x="818" y="489"/>
                  </a:moveTo>
                  <a:cubicBezTo>
                    <a:pt x="818" y="485"/>
                    <a:pt x="818" y="485"/>
                    <a:pt x="818" y="485"/>
                  </a:cubicBezTo>
                  <a:cubicBezTo>
                    <a:pt x="818" y="485"/>
                    <a:pt x="818" y="484"/>
                    <a:pt x="818" y="484"/>
                  </a:cubicBezTo>
                  <a:cubicBezTo>
                    <a:pt x="818" y="484"/>
                    <a:pt x="818" y="484"/>
                    <a:pt x="789" y="484"/>
                  </a:cubicBezTo>
                  <a:cubicBezTo>
                    <a:pt x="789" y="484"/>
                    <a:pt x="788" y="485"/>
                    <a:pt x="788" y="485"/>
                  </a:cubicBezTo>
                  <a:cubicBezTo>
                    <a:pt x="788" y="489"/>
                    <a:pt x="788" y="489"/>
                    <a:pt x="788" y="489"/>
                  </a:cubicBezTo>
                  <a:cubicBezTo>
                    <a:pt x="788" y="490"/>
                    <a:pt x="789" y="491"/>
                    <a:pt x="790" y="491"/>
                  </a:cubicBezTo>
                  <a:cubicBezTo>
                    <a:pt x="796" y="494"/>
                    <a:pt x="802" y="494"/>
                    <a:pt x="803" y="494"/>
                  </a:cubicBezTo>
                  <a:cubicBezTo>
                    <a:pt x="804" y="494"/>
                    <a:pt x="804" y="494"/>
                    <a:pt x="805" y="494"/>
                  </a:cubicBezTo>
                  <a:cubicBezTo>
                    <a:pt x="807" y="494"/>
                    <a:pt x="812" y="494"/>
                    <a:pt x="817" y="491"/>
                  </a:cubicBezTo>
                  <a:cubicBezTo>
                    <a:pt x="818" y="491"/>
                    <a:pt x="818" y="490"/>
                    <a:pt x="818" y="489"/>
                  </a:cubicBezTo>
                  <a:close/>
                  <a:moveTo>
                    <a:pt x="820" y="481"/>
                  </a:moveTo>
                  <a:cubicBezTo>
                    <a:pt x="822" y="481"/>
                    <a:pt x="823" y="479"/>
                    <a:pt x="823" y="478"/>
                  </a:cubicBezTo>
                  <a:cubicBezTo>
                    <a:pt x="823" y="476"/>
                    <a:pt x="822" y="475"/>
                    <a:pt x="820" y="475"/>
                  </a:cubicBezTo>
                  <a:cubicBezTo>
                    <a:pt x="786" y="475"/>
                    <a:pt x="786" y="475"/>
                    <a:pt x="786" y="475"/>
                  </a:cubicBezTo>
                  <a:cubicBezTo>
                    <a:pt x="785" y="475"/>
                    <a:pt x="784" y="476"/>
                    <a:pt x="784" y="478"/>
                  </a:cubicBezTo>
                  <a:cubicBezTo>
                    <a:pt x="784" y="479"/>
                    <a:pt x="785" y="481"/>
                    <a:pt x="786" y="481"/>
                  </a:cubicBezTo>
                  <a:cubicBezTo>
                    <a:pt x="820" y="481"/>
                    <a:pt x="820" y="481"/>
                    <a:pt x="820" y="481"/>
                  </a:cubicBezTo>
                  <a:close/>
                  <a:moveTo>
                    <a:pt x="820" y="471"/>
                  </a:moveTo>
                  <a:cubicBezTo>
                    <a:pt x="822" y="471"/>
                    <a:pt x="823" y="470"/>
                    <a:pt x="823" y="468"/>
                  </a:cubicBezTo>
                  <a:cubicBezTo>
                    <a:pt x="823" y="467"/>
                    <a:pt x="822" y="466"/>
                    <a:pt x="820" y="466"/>
                  </a:cubicBezTo>
                  <a:cubicBezTo>
                    <a:pt x="786" y="466"/>
                    <a:pt x="786" y="466"/>
                    <a:pt x="786" y="466"/>
                  </a:cubicBezTo>
                  <a:cubicBezTo>
                    <a:pt x="785" y="466"/>
                    <a:pt x="784" y="467"/>
                    <a:pt x="784" y="468"/>
                  </a:cubicBezTo>
                  <a:cubicBezTo>
                    <a:pt x="784" y="470"/>
                    <a:pt x="785" y="471"/>
                    <a:pt x="786" y="471"/>
                  </a:cubicBezTo>
                  <a:cubicBezTo>
                    <a:pt x="820" y="471"/>
                    <a:pt x="820" y="471"/>
                    <a:pt x="820" y="471"/>
                  </a:cubicBezTo>
                  <a:close/>
                  <a:moveTo>
                    <a:pt x="828" y="440"/>
                  </a:moveTo>
                  <a:cubicBezTo>
                    <a:pt x="833" y="434"/>
                    <a:pt x="835" y="427"/>
                    <a:pt x="835" y="419"/>
                  </a:cubicBezTo>
                  <a:cubicBezTo>
                    <a:pt x="835" y="402"/>
                    <a:pt x="821" y="387"/>
                    <a:pt x="803" y="387"/>
                  </a:cubicBezTo>
                  <a:cubicBezTo>
                    <a:pt x="802" y="387"/>
                    <a:pt x="800" y="387"/>
                    <a:pt x="799" y="387"/>
                  </a:cubicBezTo>
                  <a:cubicBezTo>
                    <a:pt x="792" y="388"/>
                    <a:pt x="785" y="392"/>
                    <a:pt x="780" y="397"/>
                  </a:cubicBezTo>
                  <a:cubicBezTo>
                    <a:pt x="774" y="403"/>
                    <a:pt x="771" y="410"/>
                    <a:pt x="771" y="419"/>
                  </a:cubicBezTo>
                  <a:cubicBezTo>
                    <a:pt x="771" y="427"/>
                    <a:pt x="774" y="434"/>
                    <a:pt x="779" y="440"/>
                  </a:cubicBezTo>
                  <a:cubicBezTo>
                    <a:pt x="779" y="440"/>
                    <a:pt x="779" y="440"/>
                    <a:pt x="779" y="440"/>
                  </a:cubicBezTo>
                  <a:cubicBezTo>
                    <a:pt x="779" y="441"/>
                    <a:pt x="787" y="447"/>
                    <a:pt x="787" y="455"/>
                  </a:cubicBezTo>
                  <a:cubicBezTo>
                    <a:pt x="787" y="455"/>
                    <a:pt x="787" y="455"/>
                    <a:pt x="787" y="462"/>
                  </a:cubicBezTo>
                  <a:cubicBezTo>
                    <a:pt x="787" y="462"/>
                    <a:pt x="787" y="462"/>
                    <a:pt x="801" y="462"/>
                  </a:cubicBezTo>
                  <a:cubicBezTo>
                    <a:pt x="801" y="460"/>
                    <a:pt x="801" y="456"/>
                    <a:pt x="801" y="449"/>
                  </a:cubicBezTo>
                  <a:cubicBezTo>
                    <a:pt x="801" y="448"/>
                    <a:pt x="801" y="447"/>
                    <a:pt x="801" y="447"/>
                  </a:cubicBezTo>
                  <a:cubicBezTo>
                    <a:pt x="801" y="447"/>
                    <a:pt x="801" y="447"/>
                    <a:pt x="806" y="442"/>
                  </a:cubicBezTo>
                  <a:cubicBezTo>
                    <a:pt x="806" y="442"/>
                    <a:pt x="806" y="442"/>
                    <a:pt x="799" y="442"/>
                  </a:cubicBezTo>
                  <a:cubicBezTo>
                    <a:pt x="799" y="442"/>
                    <a:pt x="798" y="441"/>
                    <a:pt x="797" y="440"/>
                  </a:cubicBezTo>
                  <a:cubicBezTo>
                    <a:pt x="797" y="439"/>
                    <a:pt x="797" y="439"/>
                    <a:pt x="797" y="438"/>
                  </a:cubicBezTo>
                  <a:cubicBezTo>
                    <a:pt x="797" y="438"/>
                    <a:pt x="797" y="438"/>
                    <a:pt x="798" y="438"/>
                  </a:cubicBezTo>
                  <a:cubicBezTo>
                    <a:pt x="798" y="438"/>
                    <a:pt x="798" y="438"/>
                    <a:pt x="803" y="431"/>
                  </a:cubicBezTo>
                  <a:cubicBezTo>
                    <a:pt x="803" y="431"/>
                    <a:pt x="803" y="431"/>
                    <a:pt x="803" y="431"/>
                  </a:cubicBezTo>
                  <a:cubicBezTo>
                    <a:pt x="803" y="431"/>
                    <a:pt x="803" y="431"/>
                    <a:pt x="803" y="431"/>
                  </a:cubicBezTo>
                  <a:cubicBezTo>
                    <a:pt x="802" y="431"/>
                    <a:pt x="801" y="431"/>
                    <a:pt x="799" y="431"/>
                  </a:cubicBezTo>
                  <a:cubicBezTo>
                    <a:pt x="798" y="431"/>
                    <a:pt x="797" y="430"/>
                    <a:pt x="796" y="430"/>
                  </a:cubicBezTo>
                  <a:cubicBezTo>
                    <a:pt x="796" y="429"/>
                    <a:pt x="796" y="428"/>
                    <a:pt x="796" y="427"/>
                  </a:cubicBezTo>
                  <a:cubicBezTo>
                    <a:pt x="796" y="427"/>
                    <a:pt x="796" y="427"/>
                    <a:pt x="802" y="420"/>
                  </a:cubicBezTo>
                  <a:cubicBezTo>
                    <a:pt x="803" y="418"/>
                    <a:pt x="805" y="416"/>
                    <a:pt x="806" y="414"/>
                  </a:cubicBezTo>
                  <a:cubicBezTo>
                    <a:pt x="807" y="413"/>
                    <a:pt x="809" y="413"/>
                    <a:pt x="810" y="414"/>
                  </a:cubicBezTo>
                  <a:cubicBezTo>
                    <a:pt x="812" y="415"/>
                    <a:pt x="812" y="416"/>
                    <a:pt x="811" y="417"/>
                  </a:cubicBezTo>
                  <a:cubicBezTo>
                    <a:pt x="811" y="417"/>
                    <a:pt x="811" y="417"/>
                    <a:pt x="804" y="426"/>
                  </a:cubicBezTo>
                  <a:cubicBezTo>
                    <a:pt x="804" y="426"/>
                    <a:pt x="804" y="426"/>
                    <a:pt x="809" y="426"/>
                  </a:cubicBezTo>
                  <a:cubicBezTo>
                    <a:pt x="810" y="426"/>
                    <a:pt x="811" y="426"/>
                    <a:pt x="812" y="427"/>
                  </a:cubicBezTo>
                  <a:cubicBezTo>
                    <a:pt x="812" y="428"/>
                    <a:pt x="812" y="429"/>
                    <a:pt x="811" y="430"/>
                  </a:cubicBezTo>
                  <a:cubicBezTo>
                    <a:pt x="811" y="430"/>
                    <a:pt x="811" y="430"/>
                    <a:pt x="806" y="437"/>
                  </a:cubicBezTo>
                  <a:cubicBezTo>
                    <a:pt x="806" y="437"/>
                    <a:pt x="806" y="437"/>
                    <a:pt x="812" y="437"/>
                  </a:cubicBezTo>
                  <a:cubicBezTo>
                    <a:pt x="813" y="437"/>
                    <a:pt x="813" y="437"/>
                    <a:pt x="814" y="438"/>
                  </a:cubicBezTo>
                  <a:cubicBezTo>
                    <a:pt x="814" y="439"/>
                    <a:pt x="814" y="440"/>
                    <a:pt x="813" y="441"/>
                  </a:cubicBezTo>
                  <a:cubicBezTo>
                    <a:pt x="813" y="441"/>
                    <a:pt x="813" y="441"/>
                    <a:pt x="806" y="450"/>
                  </a:cubicBezTo>
                  <a:cubicBezTo>
                    <a:pt x="806" y="450"/>
                    <a:pt x="806" y="450"/>
                    <a:pt x="806" y="462"/>
                  </a:cubicBezTo>
                  <a:cubicBezTo>
                    <a:pt x="806" y="462"/>
                    <a:pt x="806" y="462"/>
                    <a:pt x="820" y="462"/>
                  </a:cubicBezTo>
                  <a:cubicBezTo>
                    <a:pt x="820" y="461"/>
                    <a:pt x="820" y="459"/>
                    <a:pt x="820" y="455"/>
                  </a:cubicBezTo>
                  <a:cubicBezTo>
                    <a:pt x="820" y="447"/>
                    <a:pt x="828" y="441"/>
                    <a:pt x="828" y="440"/>
                  </a:cubicBezTo>
                  <a:cubicBezTo>
                    <a:pt x="828" y="440"/>
                    <a:pt x="828" y="440"/>
                    <a:pt x="828" y="440"/>
                  </a:cubicBezTo>
                  <a:close/>
                  <a:moveTo>
                    <a:pt x="89" y="365"/>
                  </a:moveTo>
                  <a:cubicBezTo>
                    <a:pt x="125" y="371"/>
                    <a:pt x="153" y="402"/>
                    <a:pt x="153" y="440"/>
                  </a:cubicBezTo>
                  <a:cubicBezTo>
                    <a:pt x="153" y="483"/>
                    <a:pt x="119" y="517"/>
                    <a:pt x="77" y="517"/>
                  </a:cubicBezTo>
                  <a:cubicBezTo>
                    <a:pt x="34" y="517"/>
                    <a:pt x="0" y="483"/>
                    <a:pt x="0" y="440"/>
                  </a:cubicBezTo>
                  <a:cubicBezTo>
                    <a:pt x="0" y="401"/>
                    <a:pt x="30" y="368"/>
                    <a:pt x="68" y="364"/>
                  </a:cubicBezTo>
                  <a:cubicBezTo>
                    <a:pt x="71" y="364"/>
                    <a:pt x="74" y="364"/>
                    <a:pt x="77" y="364"/>
                  </a:cubicBezTo>
                  <a:cubicBezTo>
                    <a:pt x="81" y="364"/>
                    <a:pt x="85" y="364"/>
                    <a:pt x="89" y="365"/>
                  </a:cubicBezTo>
                  <a:close/>
                  <a:moveTo>
                    <a:pt x="95" y="470"/>
                  </a:moveTo>
                  <a:cubicBezTo>
                    <a:pt x="98" y="466"/>
                    <a:pt x="100" y="462"/>
                    <a:pt x="100" y="458"/>
                  </a:cubicBezTo>
                  <a:cubicBezTo>
                    <a:pt x="100" y="454"/>
                    <a:pt x="99" y="451"/>
                    <a:pt x="98" y="448"/>
                  </a:cubicBezTo>
                  <a:cubicBezTo>
                    <a:pt x="97" y="445"/>
                    <a:pt x="95" y="443"/>
                    <a:pt x="93" y="441"/>
                  </a:cubicBezTo>
                  <a:cubicBezTo>
                    <a:pt x="90" y="438"/>
                    <a:pt x="87" y="437"/>
                    <a:pt x="82" y="434"/>
                  </a:cubicBezTo>
                  <a:cubicBezTo>
                    <a:pt x="81" y="434"/>
                    <a:pt x="81" y="434"/>
                    <a:pt x="81" y="434"/>
                  </a:cubicBezTo>
                  <a:cubicBezTo>
                    <a:pt x="72" y="429"/>
                    <a:pt x="67" y="424"/>
                    <a:pt x="67" y="420"/>
                  </a:cubicBezTo>
                  <a:cubicBezTo>
                    <a:pt x="67" y="418"/>
                    <a:pt x="68" y="416"/>
                    <a:pt x="70" y="414"/>
                  </a:cubicBezTo>
                  <a:cubicBezTo>
                    <a:pt x="72" y="412"/>
                    <a:pt x="74" y="411"/>
                    <a:pt x="77" y="411"/>
                  </a:cubicBezTo>
                  <a:cubicBezTo>
                    <a:pt x="79" y="411"/>
                    <a:pt x="81" y="411"/>
                    <a:pt x="82" y="412"/>
                  </a:cubicBezTo>
                  <a:cubicBezTo>
                    <a:pt x="86" y="413"/>
                    <a:pt x="89" y="414"/>
                    <a:pt x="92" y="416"/>
                  </a:cubicBezTo>
                  <a:cubicBezTo>
                    <a:pt x="92" y="416"/>
                    <a:pt x="92" y="416"/>
                    <a:pt x="96" y="405"/>
                  </a:cubicBezTo>
                  <a:cubicBezTo>
                    <a:pt x="93" y="402"/>
                    <a:pt x="89" y="401"/>
                    <a:pt x="83" y="400"/>
                  </a:cubicBezTo>
                  <a:cubicBezTo>
                    <a:pt x="83" y="400"/>
                    <a:pt x="82" y="400"/>
                    <a:pt x="82" y="400"/>
                  </a:cubicBezTo>
                  <a:cubicBezTo>
                    <a:pt x="82" y="400"/>
                    <a:pt x="82" y="400"/>
                    <a:pt x="82" y="391"/>
                  </a:cubicBezTo>
                  <a:cubicBezTo>
                    <a:pt x="82" y="391"/>
                    <a:pt x="82" y="391"/>
                    <a:pt x="70" y="391"/>
                  </a:cubicBezTo>
                  <a:cubicBezTo>
                    <a:pt x="70" y="391"/>
                    <a:pt x="70" y="391"/>
                    <a:pt x="70" y="401"/>
                  </a:cubicBezTo>
                  <a:cubicBezTo>
                    <a:pt x="67" y="402"/>
                    <a:pt x="65" y="402"/>
                    <a:pt x="62" y="404"/>
                  </a:cubicBezTo>
                  <a:cubicBezTo>
                    <a:pt x="61" y="405"/>
                    <a:pt x="60" y="406"/>
                    <a:pt x="58" y="408"/>
                  </a:cubicBezTo>
                  <a:cubicBezTo>
                    <a:pt x="55" y="411"/>
                    <a:pt x="54" y="416"/>
                    <a:pt x="54" y="420"/>
                  </a:cubicBezTo>
                  <a:cubicBezTo>
                    <a:pt x="54" y="423"/>
                    <a:pt x="54" y="426"/>
                    <a:pt x="55" y="429"/>
                  </a:cubicBezTo>
                  <a:cubicBezTo>
                    <a:pt x="56" y="431"/>
                    <a:pt x="58" y="434"/>
                    <a:pt x="60" y="436"/>
                  </a:cubicBezTo>
                  <a:cubicBezTo>
                    <a:pt x="60" y="436"/>
                    <a:pt x="60" y="436"/>
                    <a:pt x="61" y="436"/>
                  </a:cubicBezTo>
                  <a:cubicBezTo>
                    <a:pt x="61" y="437"/>
                    <a:pt x="62" y="438"/>
                    <a:pt x="63" y="438"/>
                  </a:cubicBezTo>
                  <a:cubicBezTo>
                    <a:pt x="65" y="439"/>
                    <a:pt x="68" y="441"/>
                    <a:pt x="72" y="443"/>
                  </a:cubicBezTo>
                  <a:cubicBezTo>
                    <a:pt x="77" y="445"/>
                    <a:pt x="81" y="448"/>
                    <a:pt x="83" y="451"/>
                  </a:cubicBezTo>
                  <a:cubicBezTo>
                    <a:pt x="85" y="453"/>
                    <a:pt x="86" y="456"/>
                    <a:pt x="86" y="459"/>
                  </a:cubicBezTo>
                  <a:cubicBezTo>
                    <a:pt x="86" y="464"/>
                    <a:pt x="82" y="466"/>
                    <a:pt x="74" y="466"/>
                  </a:cubicBezTo>
                  <a:cubicBezTo>
                    <a:pt x="69" y="466"/>
                    <a:pt x="64" y="465"/>
                    <a:pt x="59" y="461"/>
                  </a:cubicBezTo>
                  <a:cubicBezTo>
                    <a:pt x="59" y="461"/>
                    <a:pt x="59" y="461"/>
                    <a:pt x="53" y="473"/>
                  </a:cubicBezTo>
                  <a:cubicBezTo>
                    <a:pt x="59" y="476"/>
                    <a:pt x="64" y="478"/>
                    <a:pt x="70" y="479"/>
                  </a:cubicBezTo>
                  <a:cubicBezTo>
                    <a:pt x="70" y="479"/>
                    <a:pt x="70" y="479"/>
                    <a:pt x="70" y="489"/>
                  </a:cubicBezTo>
                  <a:cubicBezTo>
                    <a:pt x="70" y="489"/>
                    <a:pt x="70" y="489"/>
                    <a:pt x="82" y="489"/>
                  </a:cubicBezTo>
                  <a:cubicBezTo>
                    <a:pt x="82" y="489"/>
                    <a:pt x="82" y="489"/>
                    <a:pt x="82" y="477"/>
                  </a:cubicBezTo>
                  <a:cubicBezTo>
                    <a:pt x="88" y="476"/>
                    <a:pt x="92" y="473"/>
                    <a:pt x="95" y="47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56" name="Rectangle 55">
            <a:extLst>
              <a:ext uri="{FF2B5EF4-FFF2-40B4-BE49-F238E27FC236}">
                <a16:creationId xmlns:a16="http://schemas.microsoft.com/office/drawing/2014/main" id="{B7B6D93D-6350-47F7-A08E-3DB8715B7DD4}"/>
              </a:ext>
            </a:extLst>
          </p:cNvPr>
          <p:cNvSpPr/>
          <p:nvPr/>
        </p:nvSpPr>
        <p:spPr>
          <a:xfrm>
            <a:off x="3464435" y="5794094"/>
            <a:ext cx="3933891" cy="792525"/>
          </a:xfrm>
          <a:prstGeom prst="rect">
            <a:avLst/>
          </a:prstGeom>
        </p:spPr>
        <p:txBody>
          <a:bodyPr wrap="square">
            <a:spAutoFit/>
          </a:bodyPr>
          <a:lstStyle/>
          <a:p>
            <a:pPr>
              <a:lnSpc>
                <a:spcPct val="90000"/>
              </a:lnSpc>
              <a:spcAft>
                <a:spcPts val="600"/>
              </a:spcAft>
            </a:pPr>
            <a:r>
              <a:rPr lang="en-US" sz="1200">
                <a:solidFill>
                  <a:srgbClr val="29BA74"/>
                </a:solidFill>
                <a:sym typeface="Trebuchet MS" panose="020B0603020202020204" pitchFamily="34" charset="0"/>
              </a:rPr>
              <a:t>Higher renewals through tailored content</a:t>
            </a:r>
          </a:p>
          <a:p>
            <a:pPr>
              <a:lnSpc>
                <a:spcPct val="90000"/>
              </a:lnSpc>
              <a:spcAft>
                <a:spcPts val="600"/>
              </a:spcAft>
            </a:pPr>
            <a:r>
              <a:rPr lang="en-US" sz="1100">
                <a:solidFill>
                  <a:srgbClr val="575757"/>
                </a:solidFill>
                <a:sym typeface="Trebuchet MS" panose="020B0603020202020204" pitchFamily="34" charset="0"/>
              </a:rPr>
              <a:t>Saw better results and high renewals for its programs with advertisers such as Certain </a:t>
            </a:r>
            <a:r>
              <a:rPr lang="en-US" sz="1100" err="1">
                <a:solidFill>
                  <a:srgbClr val="575757"/>
                </a:solidFill>
                <a:sym typeface="Trebuchet MS" panose="020B0603020202020204" pitchFamily="34" charset="0"/>
              </a:rPr>
              <a:t>Dri</a:t>
            </a:r>
            <a:r>
              <a:rPr lang="en-US" sz="1100">
                <a:solidFill>
                  <a:srgbClr val="575757"/>
                </a:solidFill>
                <a:sym typeface="Trebuchet MS" panose="020B0603020202020204" pitchFamily="34" charset="0"/>
              </a:rPr>
              <a:t>, omega-3 supplements </a:t>
            </a:r>
            <a:r>
              <a:rPr lang="en-US" sz="1100" err="1">
                <a:solidFill>
                  <a:srgbClr val="575757"/>
                </a:solidFill>
                <a:sym typeface="Trebuchet MS" panose="020B0603020202020204" pitchFamily="34" charset="0"/>
              </a:rPr>
              <a:t>MegaRed</a:t>
            </a:r>
            <a:r>
              <a:rPr lang="en-US" sz="1100">
                <a:solidFill>
                  <a:srgbClr val="575757"/>
                </a:solidFill>
                <a:sym typeface="Trebuchet MS" panose="020B0603020202020204" pitchFamily="34" charset="0"/>
              </a:rPr>
              <a:t>, Nicorette and NicoDerm</a:t>
            </a:r>
          </a:p>
        </p:txBody>
      </p:sp>
      <p:graphicFrame>
        <p:nvGraphicFramePr>
          <p:cNvPr id="57" name="Table 6">
            <a:extLst>
              <a:ext uri="{FF2B5EF4-FFF2-40B4-BE49-F238E27FC236}">
                <a16:creationId xmlns:a16="http://schemas.microsoft.com/office/drawing/2014/main" id="{9DBE5763-321A-4C7E-86D0-6BF0052693C2}"/>
              </a:ext>
            </a:extLst>
          </p:cNvPr>
          <p:cNvGraphicFramePr>
            <a:graphicFrameLocks noGrp="1"/>
          </p:cNvGraphicFramePr>
          <p:nvPr/>
        </p:nvGraphicFramePr>
        <p:xfrm>
          <a:off x="9254677" y="1361375"/>
          <a:ext cx="2534840" cy="4297680"/>
        </p:xfrm>
        <a:graphic>
          <a:graphicData uri="http://schemas.openxmlformats.org/drawingml/2006/table">
            <a:tbl>
              <a:tblPr firstRow="1" bandRow="1">
                <a:tableStyleId>{2D5ABB26-0587-4C30-8999-92F81FD0307C}</a:tableStyleId>
              </a:tblPr>
              <a:tblGrid>
                <a:gridCol w="978674">
                  <a:extLst>
                    <a:ext uri="{9D8B030D-6E8A-4147-A177-3AD203B41FA5}">
                      <a16:colId xmlns:a16="http://schemas.microsoft.com/office/drawing/2014/main" val="3492106331"/>
                    </a:ext>
                  </a:extLst>
                </a:gridCol>
                <a:gridCol w="1556166">
                  <a:extLst>
                    <a:ext uri="{9D8B030D-6E8A-4147-A177-3AD203B41FA5}">
                      <a16:colId xmlns:a16="http://schemas.microsoft.com/office/drawing/2014/main" val="1785283767"/>
                    </a:ext>
                  </a:extLst>
                </a:gridCol>
              </a:tblGrid>
              <a:tr h="1067682">
                <a:tc>
                  <a:txBody>
                    <a:bodyPr/>
                    <a:lstStyle/>
                    <a:p>
                      <a:r>
                        <a:rPr lang="en-US" sz="1200">
                          <a:solidFill>
                            <a:srgbClr val="D4DF33"/>
                          </a:solidFill>
                        </a:rPr>
                        <a:t>Doctors Directory</a:t>
                      </a:r>
                    </a:p>
                  </a:txBody>
                  <a:tcPr anchor="ctr">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9525">
                      <a:noFill/>
                      <a:prstDash val="solid"/>
                    </a:lnB>
                    <a:lnTlToBr w="12700" cmpd="sng">
                      <a:noFill/>
                      <a:prstDash val="solid"/>
                    </a:lnTlToBr>
                    <a:lnBlToTr w="12700" cmpd="sng">
                      <a:noFill/>
                      <a:prstDash val="solid"/>
                    </a:lnBlToTr>
                  </a:tcPr>
                </a:tc>
                <a:tc>
                  <a:txBody>
                    <a:bodyPr/>
                    <a:lstStyle/>
                    <a:p>
                      <a:r>
                        <a:rPr lang="en-US" sz="1200">
                          <a:solidFill>
                            <a:srgbClr val="FFFFFF"/>
                          </a:solidFill>
                          <a:sym typeface="Trebuchet MS" panose="020B0603020202020204" pitchFamily="34" charset="0"/>
                        </a:rPr>
                        <a:t>Both have a doctors directory with information about clinics and doctors, however, </a:t>
                      </a:r>
                      <a:r>
                        <a:rPr lang="en-US" sz="1200" err="1">
                          <a:solidFill>
                            <a:srgbClr val="D4DF33"/>
                          </a:solidFill>
                          <a:sym typeface="Trebuchet MS" panose="020B0603020202020204" pitchFamily="34" charset="0"/>
                        </a:rPr>
                        <a:t>WebMd</a:t>
                      </a:r>
                      <a:r>
                        <a:rPr lang="en-US" sz="1200">
                          <a:solidFill>
                            <a:srgbClr val="D4DF33"/>
                          </a:solidFill>
                          <a:sym typeface="Trebuchet MS" panose="020B0603020202020204" pitchFamily="34" charset="0"/>
                        </a:rPr>
                        <a:t> has much more rich content </a:t>
                      </a:r>
                      <a:endParaRPr lang="en-US" sz="1200">
                        <a:solidFill>
                          <a:srgbClr val="D4DF33"/>
                        </a:solidFill>
                      </a:endParaRPr>
                    </a:p>
                  </a:txBody>
                  <a:tcPr anchor="b">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9525">
                      <a:noFill/>
                      <a:prstDash val="solid"/>
                    </a:lnB>
                    <a:lnTlToBr w="12700" cmpd="sng">
                      <a:noFill/>
                      <a:prstDash val="solid"/>
                    </a:lnTlToBr>
                    <a:lnBlToTr w="12700" cmpd="sng">
                      <a:noFill/>
                      <a:prstDash val="solid"/>
                    </a:lnBlToTr>
                  </a:tcPr>
                </a:tc>
                <a:extLst>
                  <a:ext uri="{0D108BD9-81ED-4DB2-BD59-A6C34878D82A}">
                    <a16:rowId xmlns:a16="http://schemas.microsoft.com/office/drawing/2014/main" val="4185641887"/>
                  </a:ext>
                </a:extLst>
              </a:tr>
              <a:tr h="858982">
                <a:tc>
                  <a:txBody>
                    <a:bodyPr/>
                    <a:lstStyle/>
                    <a:p>
                      <a:r>
                        <a:rPr lang="en-US" sz="1200" b="0">
                          <a:solidFill>
                            <a:srgbClr val="D4DF33"/>
                          </a:solidFill>
                        </a:rPr>
                        <a:t>Live Events</a:t>
                      </a:r>
                    </a:p>
                  </a:txBody>
                  <a:tcPr anchor="ctr">
                    <a:lnL w="12700" cap="flat" cmpd="sng" algn="ctr">
                      <a:noFill/>
                      <a:prstDash val="solid"/>
                      <a:round/>
                      <a:headEnd type="none" w="med" len="med"/>
                      <a:tailEnd type="none" w="med" len="med"/>
                    </a:lnL>
                    <a:lnR>
                      <a:noFill/>
                    </a:lnR>
                    <a:lnT w="9525">
                      <a:noFill/>
                      <a:prstDash val="solid"/>
                    </a:lnT>
                    <a:lnB>
                      <a:noFill/>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err="1">
                          <a:solidFill>
                            <a:srgbClr val="D4DF33"/>
                          </a:solidFill>
                          <a:sym typeface="Trebuchet MS" panose="020B0603020202020204" pitchFamily="34" charset="0"/>
                        </a:rPr>
                        <a:t>WebMd</a:t>
                      </a:r>
                      <a:r>
                        <a:rPr lang="en-US" sz="1200" b="0">
                          <a:solidFill>
                            <a:srgbClr val="D4DF33"/>
                          </a:solidFill>
                          <a:sym typeface="Trebuchet MS" panose="020B0603020202020204" pitchFamily="34" charset="0"/>
                        </a:rPr>
                        <a:t> offers live events </a:t>
                      </a:r>
                      <a:r>
                        <a:rPr lang="en-US" sz="1200" b="0">
                          <a:solidFill>
                            <a:srgbClr val="FFFFFF"/>
                          </a:solidFill>
                          <a:sym typeface="Trebuchet MS" panose="020B0603020202020204" pitchFamily="34" charset="0"/>
                        </a:rPr>
                        <a:t>for its audience and readers (mainly via other platforms like Facebook) </a:t>
                      </a:r>
                    </a:p>
                    <a:p>
                      <a:endParaRPr lang="en-US" sz="1200" b="0">
                        <a:solidFill>
                          <a:srgbClr val="FFFFFF"/>
                        </a:solidFill>
                      </a:endParaRPr>
                    </a:p>
                  </a:txBody>
                  <a:tcPr>
                    <a:lnL>
                      <a:noFill/>
                    </a:lnL>
                    <a:lnR w="12700" cap="flat" cmpd="sng" algn="ctr">
                      <a:noFill/>
                      <a:prstDash val="solid"/>
                      <a:round/>
                      <a:headEnd type="none" w="med" len="med"/>
                      <a:tailEnd type="none" w="med" len="med"/>
                    </a:lnR>
                    <a:lnT w="9525">
                      <a:noFill/>
                      <a:prstDash val="solid"/>
                    </a:lnT>
                    <a:lnB>
                      <a:noFill/>
                    </a:lnB>
                    <a:lnTlToBr w="12700" cmpd="sng">
                      <a:noFill/>
                      <a:prstDash val="solid"/>
                    </a:lnTlToBr>
                    <a:lnBlToTr w="12700" cmpd="sng">
                      <a:noFill/>
                      <a:prstDash val="solid"/>
                    </a:lnBlToTr>
                  </a:tcPr>
                </a:tc>
                <a:extLst>
                  <a:ext uri="{0D108BD9-81ED-4DB2-BD59-A6C34878D82A}">
                    <a16:rowId xmlns:a16="http://schemas.microsoft.com/office/drawing/2014/main" val="3763842421"/>
                  </a:ext>
                </a:extLst>
              </a:tr>
              <a:tr h="1050041">
                <a:tc>
                  <a:txBody>
                    <a:bodyPr/>
                    <a:lstStyle/>
                    <a:p>
                      <a:r>
                        <a:rPr lang="en-US" sz="1200">
                          <a:solidFill>
                            <a:srgbClr val="D4DF33"/>
                          </a:solidFill>
                        </a:rPr>
                        <a:t>Umbrella Network</a:t>
                      </a:r>
                    </a:p>
                  </a:txBody>
                  <a:tcPr anchor="ctr">
                    <a:lnL w="12700" cap="flat" cmpd="sng" algn="ctr">
                      <a:noFill/>
                      <a:prstDash val="solid"/>
                      <a:round/>
                      <a:headEnd type="none" w="med" len="med"/>
                      <a:tailEnd type="none" w="med" len="med"/>
                    </a:lnL>
                    <a:lnR>
                      <a:noFill/>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a:solidFill>
                            <a:srgbClr val="D4DF33"/>
                          </a:solidFill>
                          <a:sym typeface="Trebuchet MS" panose="020B0603020202020204" pitchFamily="34" charset="0"/>
                        </a:rPr>
                        <a:t>WebMD has other websites under its network </a:t>
                      </a:r>
                      <a:r>
                        <a:rPr lang="en-US" sz="1200" b="0">
                          <a:solidFill>
                            <a:srgbClr val="FFFFFF"/>
                          </a:solidFill>
                          <a:sym typeface="Trebuchet MS" panose="020B0603020202020204" pitchFamily="34" charset="0"/>
                        </a:rPr>
                        <a:t>(Medscape, </a:t>
                      </a:r>
                      <a:r>
                        <a:rPr lang="en-US" sz="1200" b="0" err="1">
                          <a:solidFill>
                            <a:srgbClr val="FFFFFF"/>
                          </a:solidFill>
                          <a:sym typeface="Trebuchet MS" panose="020B0603020202020204" pitchFamily="34" charset="0"/>
                        </a:rPr>
                        <a:t>MedicineNet</a:t>
                      </a:r>
                      <a:r>
                        <a:rPr lang="en-US" sz="1200" b="0">
                          <a:solidFill>
                            <a:srgbClr val="FFFFFF"/>
                          </a:solidFill>
                          <a:sym typeface="Trebuchet MS" panose="020B0603020202020204" pitchFamily="34" charset="0"/>
                        </a:rPr>
                        <a:t> etc.). These sites provide similar services to those of WebMD. </a:t>
                      </a:r>
                    </a:p>
                    <a:p>
                      <a:endParaRPr lang="en-US" sz="1200">
                        <a:solidFill>
                          <a:srgbClr val="FFFFFF"/>
                        </a:solidFill>
                      </a:endParaRPr>
                    </a:p>
                  </a:txBody>
                  <a:tcPr>
                    <a:lnL>
                      <a:noFill/>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78494309"/>
                  </a:ext>
                </a:extLst>
              </a:tr>
            </a:tbl>
          </a:graphicData>
        </a:graphic>
      </p:graphicFrame>
      <p:grpSp>
        <p:nvGrpSpPr>
          <p:cNvPr id="58" name="Group 57">
            <a:extLst>
              <a:ext uri="{FF2B5EF4-FFF2-40B4-BE49-F238E27FC236}">
                <a16:creationId xmlns:a16="http://schemas.microsoft.com/office/drawing/2014/main" id="{54BD4D5B-1300-4722-BDE8-7FB9AEF17055}"/>
              </a:ext>
            </a:extLst>
          </p:cNvPr>
          <p:cNvGrpSpPr/>
          <p:nvPr/>
        </p:nvGrpSpPr>
        <p:grpSpPr>
          <a:xfrm>
            <a:off x="9254677" y="622803"/>
            <a:ext cx="2536741" cy="651627"/>
            <a:chOff x="-309052" y="1905526"/>
            <a:chExt cx="3198901" cy="194979"/>
          </a:xfrm>
        </p:grpSpPr>
        <p:cxnSp>
          <p:nvCxnSpPr>
            <p:cNvPr id="59" name="Straight Connector 58">
              <a:extLst>
                <a:ext uri="{FF2B5EF4-FFF2-40B4-BE49-F238E27FC236}">
                  <a16:creationId xmlns:a16="http://schemas.microsoft.com/office/drawing/2014/main" id="{40EDE0EC-FA2D-4EB8-8F3F-FDD331ED72DD}"/>
                </a:ext>
              </a:extLst>
            </p:cNvPr>
            <p:cNvCxnSpPr/>
            <p:nvPr/>
          </p:nvCxnSpPr>
          <p:spPr>
            <a:xfrm flipH="1">
              <a:off x="-309052" y="2015895"/>
              <a:ext cx="3198901" cy="0"/>
            </a:xfrm>
            <a:prstGeom prst="line">
              <a:avLst/>
            </a:prstGeom>
            <a:ln w="3175" cap="rnd" cmpd="sng" algn="ctr">
              <a:solidFill>
                <a:schemeClr val="bg1"/>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AB8A1FA3-CCF8-4D31-8930-50094EA39E5F}"/>
                </a:ext>
              </a:extLst>
            </p:cNvPr>
            <p:cNvSpPr txBox="1"/>
            <p:nvPr/>
          </p:nvSpPr>
          <p:spPr>
            <a:xfrm>
              <a:off x="193838" y="1905526"/>
              <a:ext cx="2193120" cy="194979"/>
            </a:xfrm>
            <a:prstGeom prst="rect">
              <a:avLst/>
            </a:prstGeom>
            <a:solidFill>
              <a:srgbClr val="29BA74"/>
            </a:solidFill>
            <a:ln w="9525" cap="rnd" cmpd="sng" algn="ctr">
              <a:noFill/>
              <a:prstDash val="solid"/>
              <a:round/>
            </a:ln>
            <a:effectLst/>
            <a:extLst>
              <a:ext uri="{91240B29-F687-4F45-9708-019B960494DF}">
                <a14:hiddenLine xmlns:a14="http://schemas.microsoft.com/office/drawing/2010/main" w="9525" cap="rnd" cmpd="sng" algn="ctr">
                  <a:solidFill>
                    <a:srgbClr val="00B050"/>
                  </a:solidFill>
                  <a:prstDash val="solid"/>
                  <a:rou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a:solidFill>
                    <a:srgbClr val="FFFFFF"/>
                  </a:solidFill>
                </a:rPr>
                <a:t>WebMD vs </a:t>
              </a:r>
              <a:r>
                <a:rPr lang="en-US" sz="1400" err="1">
                  <a:solidFill>
                    <a:srgbClr val="FFFFFF"/>
                  </a:solidFill>
                </a:rPr>
                <a:t>WebTeb</a:t>
              </a:r>
              <a:endParaRPr lang="en-US" sz="1400">
                <a:solidFill>
                  <a:srgbClr val="FFFFFF"/>
                </a:solidFill>
              </a:endParaRPr>
            </a:p>
          </p:txBody>
        </p:sp>
      </p:grpSp>
      <p:graphicFrame>
        <p:nvGraphicFramePr>
          <p:cNvPr id="61" name="Table 60">
            <a:extLst>
              <a:ext uri="{FF2B5EF4-FFF2-40B4-BE49-F238E27FC236}">
                <a16:creationId xmlns:a16="http://schemas.microsoft.com/office/drawing/2014/main" id="{11121593-D834-4370-863F-F92AE597E11A}"/>
              </a:ext>
            </a:extLst>
          </p:cNvPr>
          <p:cNvGraphicFramePr>
            <a:graphicFrameLocks noGrp="1"/>
          </p:cNvGraphicFramePr>
          <p:nvPr/>
        </p:nvGraphicFramePr>
        <p:xfrm>
          <a:off x="9254677" y="1259301"/>
          <a:ext cx="2536741" cy="4340235"/>
        </p:xfrm>
        <a:graphic>
          <a:graphicData uri="http://schemas.openxmlformats.org/drawingml/2006/table">
            <a:tbl>
              <a:tblPr/>
              <a:tblGrid>
                <a:gridCol w="2536741">
                  <a:extLst>
                    <a:ext uri="{9D8B030D-6E8A-4147-A177-3AD203B41FA5}">
                      <a16:colId xmlns:a16="http://schemas.microsoft.com/office/drawing/2014/main" val="2776528839"/>
                    </a:ext>
                  </a:extLst>
                </a:gridCol>
              </a:tblGrid>
              <a:tr h="4340235">
                <a:tc>
                  <a:txBody>
                    <a:bodyPr/>
                    <a:lstStyle/>
                    <a:p>
                      <a:endParaRPr lang="en-US"/>
                    </a:p>
                  </a:txBody>
                  <a:tcP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047175168"/>
                  </a:ext>
                </a:extLst>
              </a:tr>
            </a:tbl>
          </a:graphicData>
        </a:graphic>
      </p:graphicFrame>
      <p:sp>
        <p:nvSpPr>
          <p:cNvPr id="62" name="ee4pFootnotes">
            <a:extLst>
              <a:ext uri="{FF2B5EF4-FFF2-40B4-BE49-F238E27FC236}">
                <a16:creationId xmlns:a16="http://schemas.microsoft.com/office/drawing/2014/main" id="{DD2D1D42-518B-478D-AF83-19D9C836546F}"/>
              </a:ext>
            </a:extLst>
          </p:cNvPr>
          <p:cNvSpPr>
            <a:spLocks noChangeArrowheads="1"/>
          </p:cNvSpPr>
          <p:nvPr/>
        </p:nvSpPr>
        <p:spPr bwMode="auto">
          <a:xfrm>
            <a:off x="624247" y="6624811"/>
            <a:ext cx="8176168" cy="138499"/>
          </a:xfrm>
          <a:prstGeom prst="rect">
            <a:avLst/>
          </a:prstGeom>
          <a:noFill/>
          <a:ln w="9525" algn="ctr">
            <a:noFill/>
            <a:miter lim="800000"/>
            <a:headEnd type="none" w="lg" len="lg"/>
            <a:tailEnd type="none" w="lg" len="lg"/>
          </a:ln>
        </p:spPr>
        <p:txBody>
          <a:bodyPr vert="horz" wrap="square" lIns="0" tIns="0" rIns="0" bIns="0" anchor="b" anchorCtr="0">
            <a:spAutoFit/>
          </a:bodyPr>
          <a:lstStyle/>
          <a:p>
            <a:pPr>
              <a:lnSpc>
                <a:spcPct val="90000"/>
              </a:lnSpc>
            </a:pPr>
            <a:r>
              <a:rPr lang="en-US" sz="1000">
                <a:solidFill>
                  <a:schemeClr val="bg1">
                    <a:lumMod val="50000"/>
                  </a:schemeClr>
                </a:solidFill>
                <a:latin typeface="Trebuchet MS" panose="020B0603020202020204" pitchFamily="34" charset="0"/>
                <a:cs typeface="Arial" pitchFamily="34" charset="0"/>
              </a:rPr>
              <a:t>Source: Press Search</a:t>
            </a:r>
          </a:p>
        </p:txBody>
      </p:sp>
    </p:spTree>
    <p:custDataLst>
      <p:tags r:id="rId1"/>
    </p:custDataLst>
    <p:extLst>
      <p:ext uri="{BB962C8B-B14F-4D97-AF65-F5344CB8AC3E}">
        <p14:creationId xmlns:p14="http://schemas.microsoft.com/office/powerpoint/2010/main" val="250915743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sp>
        <p:nvSpPr>
          <p:cNvPr id="94" name="TextBox 93">
            <a:extLst>
              <a:ext uri="{FF2B5EF4-FFF2-40B4-BE49-F238E27FC236}">
                <a16:creationId xmlns:a16="http://schemas.microsoft.com/office/drawing/2014/main" id="{303843DF-C3F6-7C48-985A-918B2A87D688}"/>
              </a:ext>
            </a:extLst>
          </p:cNvPr>
          <p:cNvSpPr txBox="1"/>
          <p:nvPr/>
        </p:nvSpPr>
        <p:spPr>
          <a:xfrm>
            <a:off x="78617" y="5925607"/>
            <a:ext cx="6512154" cy="215444"/>
          </a:xfrm>
          <a:prstGeom prst="rect">
            <a:avLst/>
          </a:prstGeom>
          <a:noFill/>
          <a:ln>
            <a:noFill/>
          </a:ln>
        </p:spPr>
        <p:txBody>
          <a:bodyPr wrap="square" rtlCol="0">
            <a:spAutoFit/>
          </a:bodyPr>
          <a:lstStyle/>
          <a:p>
            <a:r>
              <a:rPr lang="en-US" sz="800"/>
              <a:t>1. Statista 2. Bain Analysis. 3. </a:t>
            </a:r>
            <a:r>
              <a:rPr lang="en-US" sz="800" err="1"/>
              <a:t>iPAC</a:t>
            </a:r>
            <a:r>
              <a:rPr lang="en-US" sz="800"/>
              <a:t> Analysis 4. Bain Analysis 5. Press Analysis</a:t>
            </a:r>
          </a:p>
        </p:txBody>
      </p:sp>
      <p:sp>
        <p:nvSpPr>
          <p:cNvPr id="18" name="object 2">
            <a:extLst>
              <a:ext uri="{FF2B5EF4-FFF2-40B4-BE49-F238E27FC236}">
                <a16:creationId xmlns:a16="http://schemas.microsoft.com/office/drawing/2014/main" id="{7D5AB1CA-5932-1B40-A12A-F9B3A71EDF91}"/>
              </a:ext>
            </a:extLst>
          </p:cNvPr>
          <p:cNvSpPr/>
          <p:nvPr/>
        </p:nvSpPr>
        <p:spPr>
          <a:xfrm>
            <a:off x="592359" y="354378"/>
            <a:ext cx="6732270" cy="4724400"/>
          </a:xfrm>
          <a:custGeom>
            <a:avLst/>
            <a:gdLst/>
            <a:ahLst/>
            <a:cxnLst/>
            <a:rect l="l" t="t" r="r" b="b"/>
            <a:pathLst>
              <a:path w="6732270" h="4724400">
                <a:moveTo>
                  <a:pt x="6732003" y="0"/>
                </a:moveTo>
                <a:lnTo>
                  <a:pt x="0" y="0"/>
                </a:lnTo>
                <a:lnTo>
                  <a:pt x="0" y="4724400"/>
                </a:lnTo>
                <a:lnTo>
                  <a:pt x="6732003" y="4724400"/>
                </a:lnTo>
                <a:lnTo>
                  <a:pt x="6732003" y="0"/>
                </a:lnTo>
                <a:close/>
              </a:path>
            </a:pathLst>
          </a:custGeom>
          <a:solidFill>
            <a:srgbClr val="F1F4F7"/>
          </a:solidFill>
        </p:spPr>
        <p:txBody>
          <a:bodyPr wrap="square" lIns="0" tIns="0" rIns="0" bIns="0" rtlCol="0"/>
          <a:lstStyle/>
          <a:p>
            <a:endParaRPr/>
          </a:p>
        </p:txBody>
      </p:sp>
      <p:sp>
        <p:nvSpPr>
          <p:cNvPr id="19" name="object 4">
            <a:extLst>
              <a:ext uri="{FF2B5EF4-FFF2-40B4-BE49-F238E27FC236}">
                <a16:creationId xmlns:a16="http://schemas.microsoft.com/office/drawing/2014/main" id="{5BBEE251-1DDA-DC4C-8C91-389468CCEE3C}"/>
              </a:ext>
            </a:extLst>
          </p:cNvPr>
          <p:cNvSpPr txBox="1"/>
          <p:nvPr/>
        </p:nvSpPr>
        <p:spPr>
          <a:xfrm>
            <a:off x="579656" y="6117983"/>
            <a:ext cx="67945" cy="116839"/>
          </a:xfrm>
          <a:prstGeom prst="rect">
            <a:avLst/>
          </a:prstGeom>
        </p:spPr>
        <p:txBody>
          <a:bodyPr vert="horz" wrap="square" lIns="0" tIns="12700" rIns="0" bIns="0" rtlCol="0">
            <a:spAutoFit/>
          </a:bodyPr>
          <a:lstStyle/>
          <a:p>
            <a:pPr marL="12700">
              <a:lnSpc>
                <a:spcPct val="100000"/>
              </a:lnSpc>
              <a:spcBef>
                <a:spcPts val="100"/>
              </a:spcBef>
            </a:pPr>
            <a:r>
              <a:rPr sz="600" spc="-5">
                <a:solidFill>
                  <a:srgbClr val="4D4D4F"/>
                </a:solidFill>
                <a:latin typeface="Arial MT"/>
                <a:cs typeface="Arial MT"/>
              </a:rPr>
              <a:t>6</a:t>
            </a:r>
            <a:endParaRPr sz="600">
              <a:latin typeface="Arial MT"/>
              <a:cs typeface="Arial MT"/>
            </a:endParaRPr>
          </a:p>
        </p:txBody>
      </p:sp>
      <p:sp>
        <p:nvSpPr>
          <p:cNvPr id="20" name="object 5">
            <a:extLst>
              <a:ext uri="{FF2B5EF4-FFF2-40B4-BE49-F238E27FC236}">
                <a16:creationId xmlns:a16="http://schemas.microsoft.com/office/drawing/2014/main" id="{69BDE5CF-EBD0-234F-9AAF-B69F5C6D68AC}"/>
              </a:ext>
            </a:extLst>
          </p:cNvPr>
          <p:cNvSpPr txBox="1"/>
          <p:nvPr/>
        </p:nvSpPr>
        <p:spPr>
          <a:xfrm>
            <a:off x="837417" y="6117983"/>
            <a:ext cx="1287145" cy="116839"/>
          </a:xfrm>
          <a:prstGeom prst="rect">
            <a:avLst/>
          </a:prstGeom>
        </p:spPr>
        <p:txBody>
          <a:bodyPr vert="horz" wrap="square" lIns="0" tIns="12700" rIns="0" bIns="0" rtlCol="0">
            <a:spAutoFit/>
          </a:bodyPr>
          <a:lstStyle/>
          <a:p>
            <a:pPr marL="12700">
              <a:lnSpc>
                <a:spcPct val="100000"/>
              </a:lnSpc>
              <a:spcBef>
                <a:spcPts val="100"/>
              </a:spcBef>
            </a:pPr>
            <a:r>
              <a:rPr sz="600" spc="-25">
                <a:solidFill>
                  <a:srgbClr val="4D4D4F"/>
                </a:solidFill>
                <a:latin typeface="Arial MT"/>
                <a:cs typeface="Arial MT"/>
              </a:rPr>
              <a:t>The</a:t>
            </a:r>
            <a:r>
              <a:rPr sz="600" spc="-10">
                <a:solidFill>
                  <a:srgbClr val="4D4D4F"/>
                </a:solidFill>
                <a:latin typeface="Arial MT"/>
                <a:cs typeface="Arial MT"/>
              </a:rPr>
              <a:t> </a:t>
            </a:r>
            <a:r>
              <a:rPr sz="600" spc="-20">
                <a:solidFill>
                  <a:srgbClr val="4D4D4F"/>
                </a:solidFill>
                <a:latin typeface="Arial MT"/>
                <a:cs typeface="Arial MT"/>
              </a:rPr>
              <a:t>Future</a:t>
            </a:r>
            <a:r>
              <a:rPr sz="600" spc="-10">
                <a:solidFill>
                  <a:srgbClr val="4D4D4F"/>
                </a:solidFill>
                <a:latin typeface="Arial MT"/>
                <a:cs typeface="Arial MT"/>
              </a:rPr>
              <a:t> of the</a:t>
            </a:r>
            <a:r>
              <a:rPr sz="600" spc="-5">
                <a:solidFill>
                  <a:srgbClr val="4D4D4F"/>
                </a:solidFill>
                <a:latin typeface="Arial MT"/>
                <a:cs typeface="Arial MT"/>
              </a:rPr>
              <a:t> </a:t>
            </a:r>
            <a:r>
              <a:rPr sz="600" spc="-10">
                <a:solidFill>
                  <a:srgbClr val="4D4D4F"/>
                </a:solidFill>
                <a:latin typeface="Arial MT"/>
                <a:cs typeface="Arial MT"/>
              </a:rPr>
              <a:t>Last-Mile Ecosystem</a:t>
            </a:r>
            <a:endParaRPr sz="600">
              <a:latin typeface="Arial MT"/>
              <a:cs typeface="Arial MT"/>
            </a:endParaRPr>
          </a:p>
        </p:txBody>
      </p:sp>
      <p:sp>
        <p:nvSpPr>
          <p:cNvPr id="21" name="object 8">
            <a:extLst>
              <a:ext uri="{FF2B5EF4-FFF2-40B4-BE49-F238E27FC236}">
                <a16:creationId xmlns:a16="http://schemas.microsoft.com/office/drawing/2014/main" id="{1F979735-6E61-E24D-8F60-B35534D88F14}"/>
              </a:ext>
            </a:extLst>
          </p:cNvPr>
          <p:cNvSpPr txBox="1"/>
          <p:nvPr/>
        </p:nvSpPr>
        <p:spPr>
          <a:xfrm>
            <a:off x="708536" y="544877"/>
            <a:ext cx="4921250" cy="309880"/>
          </a:xfrm>
          <a:prstGeom prst="rect">
            <a:avLst/>
          </a:prstGeom>
        </p:spPr>
        <p:txBody>
          <a:bodyPr vert="horz" wrap="square" lIns="0" tIns="12700" rIns="0" bIns="0" rtlCol="0">
            <a:spAutoFit/>
          </a:bodyPr>
          <a:lstStyle/>
          <a:p>
            <a:pPr marL="12700">
              <a:lnSpc>
                <a:spcPts val="880"/>
              </a:lnSpc>
              <a:spcBef>
                <a:spcPts val="100"/>
              </a:spcBef>
            </a:pPr>
            <a:r>
              <a:rPr sz="800" spc="-20">
                <a:solidFill>
                  <a:srgbClr val="0F1E43"/>
                </a:solidFill>
                <a:latin typeface="Arial MT"/>
                <a:cs typeface="Arial MT"/>
              </a:rPr>
              <a:t>FIGURE</a:t>
            </a:r>
            <a:r>
              <a:rPr sz="800" spc="10">
                <a:solidFill>
                  <a:srgbClr val="0F1E43"/>
                </a:solidFill>
                <a:latin typeface="Arial MT"/>
                <a:cs typeface="Arial MT"/>
              </a:rPr>
              <a:t> </a:t>
            </a:r>
            <a:r>
              <a:rPr sz="800" spc="30">
                <a:solidFill>
                  <a:srgbClr val="0F1E43"/>
                </a:solidFill>
                <a:latin typeface="Arial MT"/>
                <a:cs typeface="Arial MT"/>
              </a:rPr>
              <a:t>1:</a:t>
            </a:r>
            <a:endParaRPr sz="800">
              <a:latin typeface="Arial MT"/>
              <a:cs typeface="Arial MT"/>
            </a:endParaRPr>
          </a:p>
          <a:p>
            <a:pPr marL="12700">
              <a:lnSpc>
                <a:spcPts val="1360"/>
              </a:lnSpc>
            </a:pPr>
            <a:r>
              <a:rPr sz="1200" spc="-5">
                <a:solidFill>
                  <a:srgbClr val="00539B"/>
                </a:solidFill>
                <a:latin typeface="Arial MT"/>
                <a:cs typeface="Arial MT"/>
              </a:rPr>
              <a:t>There</a:t>
            </a:r>
            <a:r>
              <a:rPr sz="1200" spc="5">
                <a:solidFill>
                  <a:srgbClr val="00539B"/>
                </a:solidFill>
                <a:latin typeface="Arial MT"/>
                <a:cs typeface="Arial MT"/>
              </a:rPr>
              <a:t> </a:t>
            </a:r>
            <a:r>
              <a:rPr sz="1200" spc="10">
                <a:solidFill>
                  <a:srgbClr val="00539B"/>
                </a:solidFill>
                <a:latin typeface="Arial MT"/>
                <a:cs typeface="Arial MT"/>
              </a:rPr>
              <a:t>has never </a:t>
            </a:r>
            <a:r>
              <a:rPr sz="1200" spc="20">
                <a:solidFill>
                  <a:srgbClr val="00539B"/>
                </a:solidFill>
                <a:latin typeface="Arial MT"/>
                <a:cs typeface="Arial MT"/>
              </a:rPr>
              <a:t>been</a:t>
            </a:r>
            <a:r>
              <a:rPr sz="1200" spc="5">
                <a:solidFill>
                  <a:srgbClr val="00539B"/>
                </a:solidFill>
                <a:latin typeface="Arial MT"/>
                <a:cs typeface="Arial MT"/>
              </a:rPr>
              <a:t> </a:t>
            </a:r>
            <a:r>
              <a:rPr sz="1200" spc="-5">
                <a:solidFill>
                  <a:srgbClr val="00539B"/>
                </a:solidFill>
                <a:latin typeface="Arial MT"/>
                <a:cs typeface="Arial MT"/>
              </a:rPr>
              <a:t>a</a:t>
            </a:r>
            <a:r>
              <a:rPr sz="1200" spc="10">
                <a:solidFill>
                  <a:srgbClr val="00539B"/>
                </a:solidFill>
                <a:latin typeface="Arial MT"/>
                <a:cs typeface="Arial MT"/>
              </a:rPr>
              <a:t> </a:t>
            </a:r>
            <a:r>
              <a:rPr sz="1200" spc="30">
                <a:solidFill>
                  <a:srgbClr val="00539B"/>
                </a:solidFill>
                <a:latin typeface="Arial MT"/>
                <a:cs typeface="Arial MT"/>
              </a:rPr>
              <a:t>time</a:t>
            </a:r>
            <a:r>
              <a:rPr sz="1200" spc="10">
                <a:solidFill>
                  <a:srgbClr val="00539B"/>
                </a:solidFill>
                <a:latin typeface="Arial MT"/>
                <a:cs typeface="Arial MT"/>
              </a:rPr>
              <a:t> </a:t>
            </a:r>
            <a:r>
              <a:rPr sz="1200" spc="40">
                <a:solidFill>
                  <a:srgbClr val="00539B"/>
                </a:solidFill>
                <a:latin typeface="Arial MT"/>
                <a:cs typeface="Arial MT"/>
              </a:rPr>
              <a:t>of</a:t>
            </a:r>
            <a:r>
              <a:rPr sz="1200" spc="5">
                <a:solidFill>
                  <a:srgbClr val="00539B"/>
                </a:solidFill>
                <a:latin typeface="Arial MT"/>
                <a:cs typeface="Arial MT"/>
              </a:rPr>
              <a:t> </a:t>
            </a:r>
            <a:r>
              <a:rPr sz="1200" spc="15">
                <a:solidFill>
                  <a:srgbClr val="00539B"/>
                </a:solidFill>
                <a:latin typeface="Arial MT"/>
                <a:cs typeface="Arial MT"/>
              </a:rPr>
              <a:t>greater</a:t>
            </a:r>
            <a:r>
              <a:rPr sz="1200" spc="10">
                <a:solidFill>
                  <a:srgbClr val="00539B"/>
                </a:solidFill>
                <a:latin typeface="Arial MT"/>
                <a:cs typeface="Arial MT"/>
              </a:rPr>
              <a:t> </a:t>
            </a:r>
            <a:r>
              <a:rPr sz="1200" spc="30">
                <a:solidFill>
                  <a:srgbClr val="00539B"/>
                </a:solidFill>
                <a:latin typeface="Arial MT"/>
                <a:cs typeface="Arial MT"/>
              </a:rPr>
              <a:t>demand</a:t>
            </a:r>
            <a:r>
              <a:rPr sz="1200" spc="10">
                <a:solidFill>
                  <a:srgbClr val="00539B"/>
                </a:solidFill>
                <a:latin typeface="Arial MT"/>
                <a:cs typeface="Arial MT"/>
              </a:rPr>
              <a:t> </a:t>
            </a:r>
            <a:r>
              <a:rPr sz="1200" spc="35">
                <a:solidFill>
                  <a:srgbClr val="00539B"/>
                </a:solidFill>
                <a:latin typeface="Arial MT"/>
                <a:cs typeface="Arial MT"/>
              </a:rPr>
              <a:t>for</a:t>
            </a:r>
            <a:r>
              <a:rPr sz="1200" spc="5">
                <a:solidFill>
                  <a:srgbClr val="00539B"/>
                </a:solidFill>
                <a:latin typeface="Arial MT"/>
                <a:cs typeface="Arial MT"/>
              </a:rPr>
              <a:t> </a:t>
            </a:r>
            <a:r>
              <a:rPr sz="1200" spc="25">
                <a:solidFill>
                  <a:srgbClr val="00539B"/>
                </a:solidFill>
                <a:latin typeface="Arial MT"/>
                <a:cs typeface="Arial MT"/>
              </a:rPr>
              <a:t>last-mile</a:t>
            </a:r>
            <a:r>
              <a:rPr sz="1200" spc="10">
                <a:solidFill>
                  <a:srgbClr val="00539B"/>
                </a:solidFill>
                <a:latin typeface="Arial MT"/>
                <a:cs typeface="Arial MT"/>
              </a:rPr>
              <a:t> </a:t>
            </a:r>
            <a:r>
              <a:rPr sz="1200" spc="35">
                <a:solidFill>
                  <a:srgbClr val="00539B"/>
                </a:solidFill>
                <a:latin typeface="Arial MT"/>
                <a:cs typeface="Arial MT"/>
              </a:rPr>
              <a:t>transport</a:t>
            </a:r>
            <a:endParaRPr sz="1200">
              <a:latin typeface="Arial MT"/>
              <a:cs typeface="Arial MT"/>
            </a:endParaRPr>
          </a:p>
        </p:txBody>
      </p:sp>
      <p:sp>
        <p:nvSpPr>
          <p:cNvPr id="22" name="object 9">
            <a:extLst>
              <a:ext uri="{FF2B5EF4-FFF2-40B4-BE49-F238E27FC236}">
                <a16:creationId xmlns:a16="http://schemas.microsoft.com/office/drawing/2014/main" id="{F205459B-8E0F-1441-8CB2-D1D69864E79C}"/>
              </a:ext>
            </a:extLst>
          </p:cNvPr>
          <p:cNvSpPr/>
          <p:nvPr/>
        </p:nvSpPr>
        <p:spPr>
          <a:xfrm>
            <a:off x="5944376" y="4100177"/>
            <a:ext cx="1524000" cy="1524000"/>
          </a:xfrm>
          <a:custGeom>
            <a:avLst/>
            <a:gdLst/>
            <a:ahLst/>
            <a:cxnLst/>
            <a:rect l="l" t="t" r="r" b="b"/>
            <a:pathLst>
              <a:path w="1524000" h="1524000">
                <a:moveTo>
                  <a:pt x="761987" y="0"/>
                </a:moveTo>
                <a:lnTo>
                  <a:pt x="713797" y="1499"/>
                </a:lnTo>
                <a:lnTo>
                  <a:pt x="666404" y="5937"/>
                </a:lnTo>
                <a:lnTo>
                  <a:pt x="619896" y="13224"/>
                </a:lnTo>
                <a:lnTo>
                  <a:pt x="574364" y="23272"/>
                </a:lnTo>
                <a:lnTo>
                  <a:pt x="529896" y="35990"/>
                </a:lnTo>
                <a:lnTo>
                  <a:pt x="486581" y="51291"/>
                </a:lnTo>
                <a:lnTo>
                  <a:pt x="444510" y="69084"/>
                </a:lnTo>
                <a:lnTo>
                  <a:pt x="403770" y="89280"/>
                </a:lnTo>
                <a:lnTo>
                  <a:pt x="364452" y="111790"/>
                </a:lnTo>
                <a:lnTo>
                  <a:pt x="326644" y="136525"/>
                </a:lnTo>
                <a:lnTo>
                  <a:pt x="290437" y="163395"/>
                </a:lnTo>
                <a:lnTo>
                  <a:pt x="255918" y="192311"/>
                </a:lnTo>
                <a:lnTo>
                  <a:pt x="223178" y="223185"/>
                </a:lnTo>
                <a:lnTo>
                  <a:pt x="192306" y="255925"/>
                </a:lnTo>
                <a:lnTo>
                  <a:pt x="163390" y="290445"/>
                </a:lnTo>
                <a:lnTo>
                  <a:pt x="136521" y="326653"/>
                </a:lnTo>
                <a:lnTo>
                  <a:pt x="111787" y="364461"/>
                </a:lnTo>
                <a:lnTo>
                  <a:pt x="89277" y="403780"/>
                </a:lnTo>
                <a:lnTo>
                  <a:pt x="69082" y="444520"/>
                </a:lnTo>
                <a:lnTo>
                  <a:pt x="51289" y="486592"/>
                </a:lnTo>
                <a:lnTo>
                  <a:pt x="35989" y="529907"/>
                </a:lnTo>
                <a:lnTo>
                  <a:pt x="23271" y="574376"/>
                </a:lnTo>
                <a:lnTo>
                  <a:pt x="13224" y="619908"/>
                </a:lnTo>
                <a:lnTo>
                  <a:pt x="5936" y="666416"/>
                </a:lnTo>
                <a:lnTo>
                  <a:pt x="1499" y="713810"/>
                </a:lnTo>
                <a:lnTo>
                  <a:pt x="0" y="762000"/>
                </a:lnTo>
                <a:lnTo>
                  <a:pt x="1499" y="810189"/>
                </a:lnTo>
                <a:lnTo>
                  <a:pt x="5936" y="857583"/>
                </a:lnTo>
                <a:lnTo>
                  <a:pt x="13224" y="904091"/>
                </a:lnTo>
                <a:lnTo>
                  <a:pt x="23271" y="949623"/>
                </a:lnTo>
                <a:lnTo>
                  <a:pt x="35989" y="994092"/>
                </a:lnTo>
                <a:lnTo>
                  <a:pt x="51289" y="1037407"/>
                </a:lnTo>
                <a:lnTo>
                  <a:pt x="69082" y="1079479"/>
                </a:lnTo>
                <a:lnTo>
                  <a:pt x="89277" y="1120219"/>
                </a:lnTo>
                <a:lnTo>
                  <a:pt x="111787" y="1159538"/>
                </a:lnTo>
                <a:lnTo>
                  <a:pt x="136521" y="1197346"/>
                </a:lnTo>
                <a:lnTo>
                  <a:pt x="163390" y="1233554"/>
                </a:lnTo>
                <a:lnTo>
                  <a:pt x="192306" y="1268074"/>
                </a:lnTo>
                <a:lnTo>
                  <a:pt x="223178" y="1300814"/>
                </a:lnTo>
                <a:lnTo>
                  <a:pt x="255918" y="1331688"/>
                </a:lnTo>
                <a:lnTo>
                  <a:pt x="290437" y="1360604"/>
                </a:lnTo>
                <a:lnTo>
                  <a:pt x="326644" y="1387474"/>
                </a:lnTo>
                <a:lnTo>
                  <a:pt x="364452" y="1412209"/>
                </a:lnTo>
                <a:lnTo>
                  <a:pt x="403770" y="1434719"/>
                </a:lnTo>
                <a:lnTo>
                  <a:pt x="444510" y="1454915"/>
                </a:lnTo>
                <a:lnTo>
                  <a:pt x="486581" y="1472708"/>
                </a:lnTo>
                <a:lnTo>
                  <a:pt x="529896" y="1488009"/>
                </a:lnTo>
                <a:lnTo>
                  <a:pt x="574364" y="1500727"/>
                </a:lnTo>
                <a:lnTo>
                  <a:pt x="619896" y="1510775"/>
                </a:lnTo>
                <a:lnTo>
                  <a:pt x="666404" y="1518062"/>
                </a:lnTo>
                <a:lnTo>
                  <a:pt x="713797" y="1522500"/>
                </a:lnTo>
                <a:lnTo>
                  <a:pt x="761987" y="1524000"/>
                </a:lnTo>
                <a:lnTo>
                  <a:pt x="810177" y="1522500"/>
                </a:lnTo>
                <a:lnTo>
                  <a:pt x="857570" y="1518062"/>
                </a:lnTo>
                <a:lnTo>
                  <a:pt x="904078" y="1510775"/>
                </a:lnTo>
                <a:lnTo>
                  <a:pt x="949610" y="1500727"/>
                </a:lnTo>
                <a:lnTo>
                  <a:pt x="994078" y="1488009"/>
                </a:lnTo>
                <a:lnTo>
                  <a:pt x="1037392" y="1472708"/>
                </a:lnTo>
                <a:lnTo>
                  <a:pt x="1079464" y="1454915"/>
                </a:lnTo>
                <a:lnTo>
                  <a:pt x="1120203" y="1434719"/>
                </a:lnTo>
                <a:lnTo>
                  <a:pt x="1159522" y="1412209"/>
                </a:lnTo>
                <a:lnTo>
                  <a:pt x="1197329" y="1387474"/>
                </a:lnTo>
                <a:lnTo>
                  <a:pt x="1233537" y="1360604"/>
                </a:lnTo>
                <a:lnTo>
                  <a:pt x="1268055" y="1331688"/>
                </a:lnTo>
                <a:lnTo>
                  <a:pt x="1300795" y="1300814"/>
                </a:lnTo>
                <a:lnTo>
                  <a:pt x="1331668" y="1268074"/>
                </a:lnTo>
                <a:lnTo>
                  <a:pt x="1360584" y="1233554"/>
                </a:lnTo>
                <a:lnTo>
                  <a:pt x="1387453" y="1197346"/>
                </a:lnTo>
                <a:lnTo>
                  <a:pt x="1412187" y="1159538"/>
                </a:lnTo>
                <a:lnTo>
                  <a:pt x="1434697" y="1120219"/>
                </a:lnTo>
                <a:lnTo>
                  <a:pt x="1454892" y="1079479"/>
                </a:lnTo>
                <a:lnTo>
                  <a:pt x="1472684" y="1037407"/>
                </a:lnTo>
                <a:lnTo>
                  <a:pt x="1487984" y="994092"/>
                </a:lnTo>
                <a:lnTo>
                  <a:pt x="1500703" y="949623"/>
                </a:lnTo>
                <a:lnTo>
                  <a:pt x="1510750" y="904091"/>
                </a:lnTo>
                <a:lnTo>
                  <a:pt x="1518037" y="857583"/>
                </a:lnTo>
                <a:lnTo>
                  <a:pt x="1522475" y="810189"/>
                </a:lnTo>
                <a:lnTo>
                  <a:pt x="1523974" y="762000"/>
                </a:lnTo>
                <a:lnTo>
                  <a:pt x="1522475" y="713810"/>
                </a:lnTo>
                <a:lnTo>
                  <a:pt x="1518037" y="666416"/>
                </a:lnTo>
                <a:lnTo>
                  <a:pt x="1510750" y="619908"/>
                </a:lnTo>
                <a:lnTo>
                  <a:pt x="1500703" y="574376"/>
                </a:lnTo>
                <a:lnTo>
                  <a:pt x="1487984" y="529907"/>
                </a:lnTo>
                <a:lnTo>
                  <a:pt x="1472684" y="486592"/>
                </a:lnTo>
                <a:lnTo>
                  <a:pt x="1454892" y="444520"/>
                </a:lnTo>
                <a:lnTo>
                  <a:pt x="1434697" y="403780"/>
                </a:lnTo>
                <a:lnTo>
                  <a:pt x="1412187" y="364461"/>
                </a:lnTo>
                <a:lnTo>
                  <a:pt x="1387453" y="326653"/>
                </a:lnTo>
                <a:lnTo>
                  <a:pt x="1360584" y="290445"/>
                </a:lnTo>
                <a:lnTo>
                  <a:pt x="1331668" y="255925"/>
                </a:lnTo>
                <a:lnTo>
                  <a:pt x="1300795" y="223185"/>
                </a:lnTo>
                <a:lnTo>
                  <a:pt x="1268055" y="192311"/>
                </a:lnTo>
                <a:lnTo>
                  <a:pt x="1233537" y="163395"/>
                </a:lnTo>
                <a:lnTo>
                  <a:pt x="1197329" y="136525"/>
                </a:lnTo>
                <a:lnTo>
                  <a:pt x="1159522" y="111790"/>
                </a:lnTo>
                <a:lnTo>
                  <a:pt x="1120203" y="89280"/>
                </a:lnTo>
                <a:lnTo>
                  <a:pt x="1079464" y="69084"/>
                </a:lnTo>
                <a:lnTo>
                  <a:pt x="1037392" y="51291"/>
                </a:lnTo>
                <a:lnTo>
                  <a:pt x="994078" y="35990"/>
                </a:lnTo>
                <a:lnTo>
                  <a:pt x="949610" y="23272"/>
                </a:lnTo>
                <a:lnTo>
                  <a:pt x="904078" y="13224"/>
                </a:lnTo>
                <a:lnTo>
                  <a:pt x="857570" y="5937"/>
                </a:lnTo>
                <a:lnTo>
                  <a:pt x="810177" y="1499"/>
                </a:lnTo>
                <a:lnTo>
                  <a:pt x="761987" y="0"/>
                </a:lnTo>
                <a:close/>
              </a:path>
            </a:pathLst>
          </a:custGeom>
          <a:solidFill>
            <a:srgbClr val="0F1E43"/>
          </a:solidFill>
        </p:spPr>
        <p:txBody>
          <a:bodyPr wrap="square" lIns="0" tIns="0" rIns="0" bIns="0" rtlCol="0"/>
          <a:lstStyle/>
          <a:p>
            <a:endParaRPr/>
          </a:p>
        </p:txBody>
      </p:sp>
      <p:sp>
        <p:nvSpPr>
          <p:cNvPr id="23" name="object 10">
            <a:extLst>
              <a:ext uri="{FF2B5EF4-FFF2-40B4-BE49-F238E27FC236}">
                <a16:creationId xmlns:a16="http://schemas.microsoft.com/office/drawing/2014/main" id="{A64662A4-D3EC-A34B-99A8-50BD47DE10A8}"/>
              </a:ext>
            </a:extLst>
          </p:cNvPr>
          <p:cNvSpPr txBox="1"/>
          <p:nvPr/>
        </p:nvSpPr>
        <p:spPr>
          <a:xfrm>
            <a:off x="6338631" y="4390558"/>
            <a:ext cx="723265" cy="421640"/>
          </a:xfrm>
          <a:prstGeom prst="rect">
            <a:avLst/>
          </a:prstGeom>
        </p:spPr>
        <p:txBody>
          <a:bodyPr vert="horz" wrap="square" lIns="0" tIns="12700" rIns="0" bIns="0" rtlCol="0">
            <a:spAutoFit/>
          </a:bodyPr>
          <a:lstStyle/>
          <a:p>
            <a:pPr marL="12700">
              <a:lnSpc>
                <a:spcPct val="100000"/>
              </a:lnSpc>
              <a:spcBef>
                <a:spcPts val="100"/>
              </a:spcBef>
            </a:pPr>
            <a:r>
              <a:rPr sz="2600" spc="95">
                <a:solidFill>
                  <a:srgbClr val="FFFFFF"/>
                </a:solidFill>
                <a:latin typeface="Arial MT"/>
                <a:cs typeface="Arial MT"/>
              </a:rPr>
              <a:t>78%</a:t>
            </a:r>
            <a:endParaRPr sz="2600">
              <a:latin typeface="Arial MT"/>
              <a:cs typeface="Arial MT"/>
            </a:endParaRPr>
          </a:p>
        </p:txBody>
      </p:sp>
      <p:sp>
        <p:nvSpPr>
          <p:cNvPr id="24" name="object 11">
            <a:extLst>
              <a:ext uri="{FF2B5EF4-FFF2-40B4-BE49-F238E27FC236}">
                <a16:creationId xmlns:a16="http://schemas.microsoft.com/office/drawing/2014/main" id="{886334F4-4603-A944-A61C-D1563C78B3B4}"/>
              </a:ext>
            </a:extLst>
          </p:cNvPr>
          <p:cNvSpPr txBox="1"/>
          <p:nvPr/>
        </p:nvSpPr>
        <p:spPr>
          <a:xfrm>
            <a:off x="6062806" y="4782158"/>
            <a:ext cx="1274445" cy="482600"/>
          </a:xfrm>
          <a:prstGeom prst="rect">
            <a:avLst/>
          </a:prstGeom>
        </p:spPr>
        <p:txBody>
          <a:bodyPr vert="horz" wrap="square" lIns="0" tIns="12700" rIns="0" bIns="0" rtlCol="0">
            <a:spAutoFit/>
          </a:bodyPr>
          <a:lstStyle/>
          <a:p>
            <a:pPr marL="12700" marR="5080" indent="206375">
              <a:lnSpc>
                <a:spcPct val="100000"/>
              </a:lnSpc>
              <a:spcBef>
                <a:spcPts val="100"/>
              </a:spcBef>
            </a:pPr>
            <a:r>
              <a:rPr sz="1000" spc="-5">
                <a:solidFill>
                  <a:srgbClr val="FFFFFF"/>
                </a:solidFill>
                <a:latin typeface="Arial MT"/>
                <a:cs typeface="Arial MT"/>
              </a:rPr>
              <a:t>growth </a:t>
            </a:r>
            <a:r>
              <a:rPr sz="1000" spc="-15">
                <a:solidFill>
                  <a:srgbClr val="FFFFFF"/>
                </a:solidFill>
                <a:latin typeface="Arial MT"/>
                <a:cs typeface="Arial MT"/>
              </a:rPr>
              <a:t>through </a:t>
            </a:r>
            <a:r>
              <a:rPr sz="1000" spc="-10">
                <a:solidFill>
                  <a:srgbClr val="FFFFFF"/>
                </a:solidFill>
                <a:latin typeface="Arial MT"/>
                <a:cs typeface="Arial MT"/>
              </a:rPr>
              <a:t> </a:t>
            </a:r>
            <a:r>
              <a:rPr sz="1000" spc="-5">
                <a:solidFill>
                  <a:srgbClr val="FFFFFF"/>
                </a:solidFill>
                <a:latin typeface="Arial MT"/>
                <a:cs typeface="Arial MT"/>
              </a:rPr>
              <a:t>2030</a:t>
            </a:r>
            <a:r>
              <a:rPr sz="1000" spc="-10">
                <a:solidFill>
                  <a:srgbClr val="FFFFFF"/>
                </a:solidFill>
                <a:latin typeface="Arial MT"/>
                <a:cs typeface="Arial MT"/>
              </a:rPr>
              <a:t> </a:t>
            </a:r>
            <a:r>
              <a:rPr sz="1000" spc="-30">
                <a:solidFill>
                  <a:srgbClr val="FFFFFF"/>
                </a:solidFill>
                <a:latin typeface="Arial MT"/>
                <a:cs typeface="Arial MT"/>
              </a:rPr>
              <a:t>in</a:t>
            </a:r>
            <a:r>
              <a:rPr sz="1000" spc="-5">
                <a:solidFill>
                  <a:srgbClr val="FFFFFF"/>
                </a:solidFill>
                <a:latin typeface="Arial MT"/>
                <a:cs typeface="Arial MT"/>
              </a:rPr>
              <a:t> </a:t>
            </a:r>
            <a:r>
              <a:rPr sz="1000" spc="-20">
                <a:solidFill>
                  <a:srgbClr val="FFFFFF"/>
                </a:solidFill>
                <a:latin typeface="Arial MT"/>
                <a:cs typeface="Arial MT"/>
              </a:rPr>
              <a:t>urban</a:t>
            </a:r>
            <a:r>
              <a:rPr sz="1000" spc="-10">
                <a:solidFill>
                  <a:srgbClr val="FFFFFF"/>
                </a:solidFill>
                <a:latin typeface="Arial MT"/>
                <a:cs typeface="Arial MT"/>
              </a:rPr>
              <a:t> </a:t>
            </a:r>
            <a:r>
              <a:rPr sz="1000" spc="-20">
                <a:solidFill>
                  <a:srgbClr val="FFFFFF"/>
                </a:solidFill>
                <a:latin typeface="Arial MT"/>
                <a:cs typeface="Arial MT"/>
              </a:rPr>
              <a:t>last-mile</a:t>
            </a:r>
            <a:endParaRPr sz="1000">
              <a:latin typeface="Arial MT"/>
              <a:cs typeface="Arial MT"/>
            </a:endParaRPr>
          </a:p>
          <a:p>
            <a:pPr marL="386080">
              <a:lnSpc>
                <a:spcPct val="100000"/>
              </a:lnSpc>
            </a:pPr>
            <a:r>
              <a:rPr sz="1000" spc="-30">
                <a:solidFill>
                  <a:srgbClr val="FFFFFF"/>
                </a:solidFill>
                <a:latin typeface="Arial MT"/>
                <a:cs typeface="Arial MT"/>
              </a:rPr>
              <a:t>deliveries</a:t>
            </a:r>
            <a:endParaRPr sz="1000">
              <a:latin typeface="Arial MT"/>
              <a:cs typeface="Arial MT"/>
            </a:endParaRPr>
          </a:p>
        </p:txBody>
      </p:sp>
      <p:grpSp>
        <p:nvGrpSpPr>
          <p:cNvPr id="25" name="object 12">
            <a:extLst>
              <a:ext uri="{FF2B5EF4-FFF2-40B4-BE49-F238E27FC236}">
                <a16:creationId xmlns:a16="http://schemas.microsoft.com/office/drawing/2014/main" id="{17E6F4E1-D971-F54C-A534-7F193D9BBA7B}"/>
              </a:ext>
            </a:extLst>
          </p:cNvPr>
          <p:cNvGrpSpPr/>
          <p:nvPr/>
        </p:nvGrpSpPr>
        <p:grpSpPr>
          <a:xfrm>
            <a:off x="742361" y="1176059"/>
            <a:ext cx="715010" cy="629920"/>
            <a:chOff x="474004" y="5337585"/>
            <a:chExt cx="715010" cy="629920"/>
          </a:xfrm>
        </p:grpSpPr>
        <p:sp>
          <p:nvSpPr>
            <p:cNvPr id="26" name="object 13">
              <a:extLst>
                <a:ext uri="{FF2B5EF4-FFF2-40B4-BE49-F238E27FC236}">
                  <a16:creationId xmlns:a16="http://schemas.microsoft.com/office/drawing/2014/main" id="{3F0C3AFD-D0CE-F549-BB22-92584FBADF3E}"/>
                </a:ext>
              </a:extLst>
            </p:cNvPr>
            <p:cNvSpPr/>
            <p:nvPr/>
          </p:nvSpPr>
          <p:spPr>
            <a:xfrm>
              <a:off x="633155" y="5556904"/>
              <a:ext cx="303530" cy="403225"/>
            </a:xfrm>
            <a:custGeom>
              <a:avLst/>
              <a:gdLst/>
              <a:ahLst/>
              <a:cxnLst/>
              <a:rect l="l" t="t" r="r" b="b"/>
              <a:pathLst>
                <a:path w="303530" h="403225">
                  <a:moveTo>
                    <a:pt x="0" y="402780"/>
                  </a:moveTo>
                  <a:lnTo>
                    <a:pt x="0" y="0"/>
                  </a:lnTo>
                  <a:lnTo>
                    <a:pt x="303301" y="0"/>
                  </a:lnTo>
                  <a:lnTo>
                    <a:pt x="303301" y="402780"/>
                  </a:lnTo>
                </a:path>
                <a:path w="303530" h="403225">
                  <a:moveTo>
                    <a:pt x="0" y="402780"/>
                  </a:moveTo>
                  <a:lnTo>
                    <a:pt x="0" y="0"/>
                  </a:lnTo>
                  <a:lnTo>
                    <a:pt x="303301" y="0"/>
                  </a:lnTo>
                  <a:lnTo>
                    <a:pt x="303301" y="402780"/>
                  </a:lnTo>
                </a:path>
              </a:pathLst>
            </a:custGeom>
            <a:ln w="14998">
              <a:solidFill>
                <a:srgbClr val="00539B"/>
              </a:solidFill>
            </a:ln>
          </p:spPr>
          <p:txBody>
            <a:bodyPr wrap="square" lIns="0" tIns="0" rIns="0" bIns="0" rtlCol="0"/>
            <a:lstStyle/>
            <a:p>
              <a:endParaRPr/>
            </a:p>
          </p:txBody>
        </p:sp>
        <p:sp>
          <p:nvSpPr>
            <p:cNvPr id="27" name="object 14">
              <a:extLst>
                <a:ext uri="{FF2B5EF4-FFF2-40B4-BE49-F238E27FC236}">
                  <a16:creationId xmlns:a16="http://schemas.microsoft.com/office/drawing/2014/main" id="{9540FBA1-B04C-ED47-8EB2-B684B1C37687}"/>
                </a:ext>
              </a:extLst>
            </p:cNvPr>
            <p:cNvSpPr/>
            <p:nvPr/>
          </p:nvSpPr>
          <p:spPr>
            <a:xfrm>
              <a:off x="481503" y="5758300"/>
              <a:ext cx="151765" cy="201930"/>
            </a:xfrm>
            <a:custGeom>
              <a:avLst/>
              <a:gdLst/>
              <a:ahLst/>
              <a:cxnLst/>
              <a:rect l="l" t="t" r="r" b="b"/>
              <a:pathLst>
                <a:path w="151765" h="201929">
                  <a:moveTo>
                    <a:pt x="0" y="201383"/>
                  </a:moveTo>
                  <a:lnTo>
                    <a:pt x="0" y="0"/>
                  </a:lnTo>
                  <a:lnTo>
                    <a:pt x="151650" y="0"/>
                  </a:lnTo>
                </a:path>
              </a:pathLst>
            </a:custGeom>
            <a:ln w="14998">
              <a:solidFill>
                <a:srgbClr val="00539B"/>
              </a:solidFill>
            </a:ln>
          </p:spPr>
          <p:txBody>
            <a:bodyPr wrap="square" lIns="0" tIns="0" rIns="0" bIns="0" rtlCol="0"/>
            <a:lstStyle/>
            <a:p>
              <a:endParaRPr/>
            </a:p>
          </p:txBody>
        </p:sp>
        <p:sp>
          <p:nvSpPr>
            <p:cNvPr id="28" name="object 15">
              <a:extLst>
                <a:ext uri="{FF2B5EF4-FFF2-40B4-BE49-F238E27FC236}">
                  <a16:creationId xmlns:a16="http://schemas.microsoft.com/office/drawing/2014/main" id="{CC66B29A-6926-A549-901E-8B182BC95B80}"/>
                </a:ext>
              </a:extLst>
            </p:cNvPr>
            <p:cNvSpPr/>
            <p:nvPr/>
          </p:nvSpPr>
          <p:spPr>
            <a:xfrm>
              <a:off x="877722" y="5345084"/>
              <a:ext cx="303530" cy="614680"/>
            </a:xfrm>
            <a:custGeom>
              <a:avLst/>
              <a:gdLst/>
              <a:ahLst/>
              <a:cxnLst/>
              <a:rect l="l" t="t" r="r" b="b"/>
              <a:pathLst>
                <a:path w="303530" h="614679">
                  <a:moveTo>
                    <a:pt x="0" y="216852"/>
                  </a:moveTo>
                  <a:lnTo>
                    <a:pt x="0" y="0"/>
                  </a:lnTo>
                  <a:lnTo>
                    <a:pt x="303301" y="211823"/>
                  </a:lnTo>
                  <a:lnTo>
                    <a:pt x="303301" y="614603"/>
                  </a:lnTo>
                </a:path>
              </a:pathLst>
            </a:custGeom>
            <a:ln w="14998">
              <a:solidFill>
                <a:srgbClr val="00539B"/>
              </a:solidFill>
            </a:ln>
          </p:spPr>
          <p:txBody>
            <a:bodyPr wrap="square" lIns="0" tIns="0" rIns="0" bIns="0" rtlCol="0"/>
            <a:lstStyle/>
            <a:p>
              <a:endParaRPr/>
            </a:p>
          </p:txBody>
        </p:sp>
        <p:sp>
          <p:nvSpPr>
            <p:cNvPr id="29" name="object 16">
              <a:extLst>
                <a:ext uri="{FF2B5EF4-FFF2-40B4-BE49-F238E27FC236}">
                  <a16:creationId xmlns:a16="http://schemas.microsoft.com/office/drawing/2014/main" id="{C9D1EA22-A8B9-B744-8FB3-23ED7E58B9C8}"/>
                </a:ext>
              </a:extLst>
            </p:cNvPr>
            <p:cNvSpPr/>
            <p:nvPr/>
          </p:nvSpPr>
          <p:spPr>
            <a:xfrm>
              <a:off x="1017982" y="5556910"/>
              <a:ext cx="0" cy="403225"/>
            </a:xfrm>
            <a:custGeom>
              <a:avLst/>
              <a:gdLst/>
              <a:ahLst/>
              <a:cxnLst/>
              <a:rect l="l" t="t" r="r" b="b"/>
              <a:pathLst>
                <a:path h="403225">
                  <a:moveTo>
                    <a:pt x="0" y="0"/>
                  </a:moveTo>
                  <a:lnTo>
                    <a:pt x="0" y="402780"/>
                  </a:lnTo>
                </a:path>
              </a:pathLst>
            </a:custGeom>
            <a:ln w="14998">
              <a:solidFill>
                <a:srgbClr val="00539B"/>
              </a:solidFill>
            </a:ln>
          </p:spPr>
          <p:txBody>
            <a:bodyPr wrap="square" lIns="0" tIns="0" rIns="0" bIns="0" rtlCol="0"/>
            <a:lstStyle/>
            <a:p>
              <a:endParaRPr/>
            </a:p>
          </p:txBody>
        </p:sp>
        <p:sp>
          <p:nvSpPr>
            <p:cNvPr id="30" name="object 17">
              <a:extLst>
                <a:ext uri="{FF2B5EF4-FFF2-40B4-BE49-F238E27FC236}">
                  <a16:creationId xmlns:a16="http://schemas.microsoft.com/office/drawing/2014/main" id="{3B5EBBEB-28C9-5D45-AB24-3A4A455EAC6D}"/>
                </a:ext>
              </a:extLst>
            </p:cNvPr>
            <p:cNvSpPr/>
            <p:nvPr/>
          </p:nvSpPr>
          <p:spPr>
            <a:xfrm>
              <a:off x="685812" y="5719939"/>
              <a:ext cx="192405" cy="0"/>
            </a:xfrm>
            <a:custGeom>
              <a:avLst/>
              <a:gdLst/>
              <a:ahLst/>
              <a:cxnLst/>
              <a:rect l="l" t="t" r="r" b="b"/>
              <a:pathLst>
                <a:path w="192405">
                  <a:moveTo>
                    <a:pt x="191909" y="0"/>
                  </a:moveTo>
                  <a:lnTo>
                    <a:pt x="0" y="0"/>
                  </a:lnTo>
                </a:path>
              </a:pathLst>
            </a:custGeom>
            <a:ln w="14998">
              <a:solidFill>
                <a:srgbClr val="00539B"/>
              </a:solidFill>
            </a:ln>
          </p:spPr>
          <p:txBody>
            <a:bodyPr wrap="square" lIns="0" tIns="0" rIns="0" bIns="0" rtlCol="0"/>
            <a:lstStyle/>
            <a:p>
              <a:endParaRPr/>
            </a:p>
          </p:txBody>
        </p:sp>
        <p:sp>
          <p:nvSpPr>
            <p:cNvPr id="31" name="object 18">
              <a:extLst>
                <a:ext uri="{FF2B5EF4-FFF2-40B4-BE49-F238E27FC236}">
                  <a16:creationId xmlns:a16="http://schemas.microsoft.com/office/drawing/2014/main" id="{5BDC2BE2-0181-D74B-A84F-CA8555DFD0A2}"/>
                </a:ext>
              </a:extLst>
            </p:cNvPr>
            <p:cNvSpPr/>
            <p:nvPr/>
          </p:nvSpPr>
          <p:spPr>
            <a:xfrm>
              <a:off x="691908" y="5638425"/>
              <a:ext cx="186055" cy="0"/>
            </a:xfrm>
            <a:custGeom>
              <a:avLst/>
              <a:gdLst/>
              <a:ahLst/>
              <a:cxnLst/>
              <a:rect l="l" t="t" r="r" b="b"/>
              <a:pathLst>
                <a:path w="186055">
                  <a:moveTo>
                    <a:pt x="185813" y="0"/>
                  </a:moveTo>
                  <a:lnTo>
                    <a:pt x="0" y="0"/>
                  </a:lnTo>
                </a:path>
              </a:pathLst>
            </a:custGeom>
            <a:ln w="14998">
              <a:solidFill>
                <a:srgbClr val="00539B"/>
              </a:solidFill>
            </a:ln>
          </p:spPr>
          <p:txBody>
            <a:bodyPr wrap="square" lIns="0" tIns="0" rIns="0" bIns="0" rtlCol="0"/>
            <a:lstStyle/>
            <a:p>
              <a:endParaRPr/>
            </a:p>
          </p:txBody>
        </p:sp>
        <p:sp>
          <p:nvSpPr>
            <p:cNvPr id="32" name="object 19">
              <a:extLst>
                <a:ext uri="{FF2B5EF4-FFF2-40B4-BE49-F238E27FC236}">
                  <a16:creationId xmlns:a16="http://schemas.microsoft.com/office/drawing/2014/main" id="{4DD18984-B912-694D-ABD0-9E8F7F921F3B}"/>
                </a:ext>
              </a:extLst>
            </p:cNvPr>
            <p:cNvSpPr/>
            <p:nvPr/>
          </p:nvSpPr>
          <p:spPr>
            <a:xfrm>
              <a:off x="1099505" y="5556910"/>
              <a:ext cx="0" cy="403225"/>
            </a:xfrm>
            <a:custGeom>
              <a:avLst/>
              <a:gdLst/>
              <a:ahLst/>
              <a:cxnLst/>
              <a:rect l="l" t="t" r="r" b="b"/>
              <a:pathLst>
                <a:path h="403225">
                  <a:moveTo>
                    <a:pt x="0" y="0"/>
                  </a:moveTo>
                  <a:lnTo>
                    <a:pt x="0" y="402780"/>
                  </a:lnTo>
                </a:path>
              </a:pathLst>
            </a:custGeom>
            <a:ln w="14998">
              <a:solidFill>
                <a:srgbClr val="00539B"/>
              </a:solidFill>
            </a:ln>
          </p:spPr>
          <p:txBody>
            <a:bodyPr wrap="square" lIns="0" tIns="0" rIns="0" bIns="0" rtlCol="0"/>
            <a:lstStyle/>
            <a:p>
              <a:endParaRPr/>
            </a:p>
          </p:txBody>
        </p:sp>
      </p:grpSp>
      <p:grpSp>
        <p:nvGrpSpPr>
          <p:cNvPr id="33" name="object 20">
            <a:extLst>
              <a:ext uri="{FF2B5EF4-FFF2-40B4-BE49-F238E27FC236}">
                <a16:creationId xmlns:a16="http://schemas.microsoft.com/office/drawing/2014/main" id="{EA17EBEE-FEDD-4F4C-A5C3-B974C4093F58}"/>
              </a:ext>
            </a:extLst>
          </p:cNvPr>
          <p:cNvGrpSpPr/>
          <p:nvPr/>
        </p:nvGrpSpPr>
        <p:grpSpPr>
          <a:xfrm>
            <a:off x="1899631" y="1233800"/>
            <a:ext cx="419100" cy="527685"/>
            <a:chOff x="1631274" y="5395326"/>
            <a:chExt cx="419100" cy="527685"/>
          </a:xfrm>
        </p:grpSpPr>
        <p:pic>
          <p:nvPicPr>
            <p:cNvPr id="34" name="object 21">
              <a:extLst>
                <a:ext uri="{FF2B5EF4-FFF2-40B4-BE49-F238E27FC236}">
                  <a16:creationId xmlns:a16="http://schemas.microsoft.com/office/drawing/2014/main" id="{A7E63D14-1DBB-994A-B72F-A36ED685804A}"/>
                </a:ext>
              </a:extLst>
            </p:cNvPr>
            <p:cNvPicPr/>
            <p:nvPr/>
          </p:nvPicPr>
          <p:blipFill>
            <a:blip r:embed="rId2" cstate="print"/>
            <a:stretch>
              <a:fillRect/>
            </a:stretch>
          </p:blipFill>
          <p:spPr>
            <a:xfrm>
              <a:off x="1979146" y="5509883"/>
              <a:ext cx="71018" cy="206349"/>
            </a:xfrm>
            <a:prstGeom prst="rect">
              <a:avLst/>
            </a:prstGeom>
          </p:spPr>
        </p:pic>
        <p:sp>
          <p:nvSpPr>
            <p:cNvPr id="35" name="object 22">
              <a:extLst>
                <a:ext uri="{FF2B5EF4-FFF2-40B4-BE49-F238E27FC236}">
                  <a16:creationId xmlns:a16="http://schemas.microsoft.com/office/drawing/2014/main" id="{ECC0AA6B-C716-394F-95A4-BA01E97FB8BE}"/>
                </a:ext>
              </a:extLst>
            </p:cNvPr>
            <p:cNvSpPr/>
            <p:nvPr/>
          </p:nvSpPr>
          <p:spPr>
            <a:xfrm>
              <a:off x="1901866" y="5514646"/>
              <a:ext cx="45085" cy="43180"/>
            </a:xfrm>
            <a:custGeom>
              <a:avLst/>
              <a:gdLst/>
              <a:ahLst/>
              <a:cxnLst/>
              <a:rect l="l" t="t" r="r" b="b"/>
              <a:pathLst>
                <a:path w="45085" h="43179">
                  <a:moveTo>
                    <a:pt x="44424" y="0"/>
                  </a:moveTo>
                  <a:lnTo>
                    <a:pt x="44911" y="18512"/>
                  </a:lnTo>
                  <a:lnTo>
                    <a:pt x="44462" y="28322"/>
                  </a:lnTo>
                  <a:lnTo>
                    <a:pt x="42527" y="32705"/>
                  </a:lnTo>
                  <a:lnTo>
                    <a:pt x="38557" y="34937"/>
                  </a:lnTo>
                  <a:lnTo>
                    <a:pt x="21462" y="34937"/>
                  </a:lnTo>
                  <a:lnTo>
                    <a:pt x="13525" y="34937"/>
                  </a:lnTo>
                  <a:lnTo>
                    <a:pt x="6134" y="37782"/>
                  </a:lnTo>
                  <a:lnTo>
                    <a:pt x="0" y="42646"/>
                  </a:lnTo>
                </a:path>
              </a:pathLst>
            </a:custGeom>
            <a:ln w="9525">
              <a:solidFill>
                <a:srgbClr val="00539B"/>
              </a:solidFill>
            </a:ln>
          </p:spPr>
          <p:txBody>
            <a:bodyPr wrap="square" lIns="0" tIns="0" rIns="0" bIns="0" rtlCol="0"/>
            <a:lstStyle/>
            <a:p>
              <a:endParaRPr/>
            </a:p>
          </p:txBody>
        </p:sp>
        <p:sp>
          <p:nvSpPr>
            <p:cNvPr id="36" name="object 23">
              <a:extLst>
                <a:ext uri="{FF2B5EF4-FFF2-40B4-BE49-F238E27FC236}">
                  <a16:creationId xmlns:a16="http://schemas.microsoft.com/office/drawing/2014/main" id="{795A46C6-9584-A14B-91B2-4E82D200D027}"/>
                </a:ext>
              </a:extLst>
            </p:cNvPr>
            <p:cNvSpPr/>
            <p:nvPr/>
          </p:nvSpPr>
          <p:spPr>
            <a:xfrm>
              <a:off x="1910253" y="5606275"/>
              <a:ext cx="109855" cy="311785"/>
            </a:xfrm>
            <a:custGeom>
              <a:avLst/>
              <a:gdLst/>
              <a:ahLst/>
              <a:cxnLst/>
              <a:rect l="l" t="t" r="r" b="b"/>
              <a:pathLst>
                <a:path w="109855" h="311785">
                  <a:moveTo>
                    <a:pt x="0" y="101066"/>
                  </a:moveTo>
                  <a:lnTo>
                    <a:pt x="0" y="164096"/>
                  </a:lnTo>
                </a:path>
                <a:path w="109855" h="311785">
                  <a:moveTo>
                    <a:pt x="0" y="238417"/>
                  </a:moveTo>
                  <a:lnTo>
                    <a:pt x="0" y="288632"/>
                  </a:lnTo>
                  <a:lnTo>
                    <a:pt x="1794" y="297509"/>
                  </a:lnTo>
                  <a:lnTo>
                    <a:pt x="6686" y="304755"/>
                  </a:lnTo>
                  <a:lnTo>
                    <a:pt x="13941" y="309639"/>
                  </a:lnTo>
                  <a:lnTo>
                    <a:pt x="22821" y="311429"/>
                  </a:lnTo>
                  <a:lnTo>
                    <a:pt x="31702" y="309639"/>
                  </a:lnTo>
                  <a:lnTo>
                    <a:pt x="38957" y="304755"/>
                  </a:lnTo>
                  <a:lnTo>
                    <a:pt x="43849" y="297509"/>
                  </a:lnTo>
                  <a:lnTo>
                    <a:pt x="45643" y="288632"/>
                  </a:lnTo>
                  <a:lnTo>
                    <a:pt x="45643" y="146481"/>
                  </a:lnTo>
                  <a:lnTo>
                    <a:pt x="45643" y="141376"/>
                  </a:lnTo>
                  <a:lnTo>
                    <a:pt x="49771" y="137248"/>
                  </a:lnTo>
                  <a:lnTo>
                    <a:pt x="54864" y="137248"/>
                  </a:lnTo>
                  <a:lnTo>
                    <a:pt x="59982" y="137248"/>
                  </a:lnTo>
                  <a:lnTo>
                    <a:pt x="64109" y="141376"/>
                  </a:lnTo>
                  <a:lnTo>
                    <a:pt x="64109" y="146481"/>
                  </a:lnTo>
                  <a:lnTo>
                    <a:pt x="64109" y="288632"/>
                  </a:lnTo>
                  <a:lnTo>
                    <a:pt x="65903" y="297509"/>
                  </a:lnTo>
                  <a:lnTo>
                    <a:pt x="70796" y="304755"/>
                  </a:lnTo>
                  <a:lnTo>
                    <a:pt x="78050" y="309639"/>
                  </a:lnTo>
                  <a:lnTo>
                    <a:pt x="86931" y="311429"/>
                  </a:lnTo>
                  <a:lnTo>
                    <a:pt x="95810" y="309639"/>
                  </a:lnTo>
                  <a:lnTo>
                    <a:pt x="103060" y="304755"/>
                  </a:lnTo>
                  <a:lnTo>
                    <a:pt x="107948" y="297509"/>
                  </a:lnTo>
                  <a:lnTo>
                    <a:pt x="109740" y="288632"/>
                  </a:lnTo>
                  <a:lnTo>
                    <a:pt x="109766" y="105194"/>
                  </a:lnTo>
                  <a:lnTo>
                    <a:pt x="109766" y="0"/>
                  </a:lnTo>
                </a:path>
              </a:pathLst>
            </a:custGeom>
            <a:ln w="9525">
              <a:solidFill>
                <a:srgbClr val="00539B"/>
              </a:solidFill>
            </a:ln>
          </p:spPr>
          <p:txBody>
            <a:bodyPr wrap="square" lIns="0" tIns="0" rIns="0" bIns="0" rtlCol="0"/>
            <a:lstStyle/>
            <a:p>
              <a:endParaRPr/>
            </a:p>
          </p:txBody>
        </p:sp>
        <p:pic>
          <p:nvPicPr>
            <p:cNvPr id="37" name="object 24">
              <a:extLst>
                <a:ext uri="{FF2B5EF4-FFF2-40B4-BE49-F238E27FC236}">
                  <a16:creationId xmlns:a16="http://schemas.microsoft.com/office/drawing/2014/main" id="{84552562-6362-B241-BC76-8222B1E02DD8}"/>
                </a:ext>
              </a:extLst>
            </p:cNvPr>
            <p:cNvPicPr/>
            <p:nvPr/>
          </p:nvPicPr>
          <p:blipFill>
            <a:blip r:embed="rId3" cstate="print"/>
            <a:stretch>
              <a:fillRect/>
            </a:stretch>
          </p:blipFill>
          <p:spPr>
            <a:xfrm>
              <a:off x="1905478" y="5395328"/>
              <a:ext cx="119303" cy="128066"/>
            </a:xfrm>
            <a:prstGeom prst="rect">
              <a:avLst/>
            </a:prstGeom>
          </p:spPr>
        </p:pic>
        <p:sp>
          <p:nvSpPr>
            <p:cNvPr id="38" name="object 25">
              <a:extLst>
                <a:ext uri="{FF2B5EF4-FFF2-40B4-BE49-F238E27FC236}">
                  <a16:creationId xmlns:a16="http://schemas.microsoft.com/office/drawing/2014/main" id="{21B6FFD8-7235-FB46-8EA9-1682E352A45C}"/>
                </a:ext>
              </a:extLst>
            </p:cNvPr>
            <p:cNvSpPr/>
            <p:nvPr/>
          </p:nvSpPr>
          <p:spPr>
            <a:xfrm>
              <a:off x="1915562" y="5701996"/>
              <a:ext cx="104775" cy="0"/>
            </a:xfrm>
            <a:custGeom>
              <a:avLst/>
              <a:gdLst/>
              <a:ahLst/>
              <a:cxnLst/>
              <a:rect l="l" t="t" r="r" b="b"/>
              <a:pathLst>
                <a:path w="104775">
                  <a:moveTo>
                    <a:pt x="0" y="0"/>
                  </a:moveTo>
                  <a:lnTo>
                    <a:pt x="104457" y="0"/>
                  </a:lnTo>
                </a:path>
              </a:pathLst>
            </a:custGeom>
            <a:ln w="9525">
              <a:solidFill>
                <a:srgbClr val="00539B"/>
              </a:solidFill>
            </a:ln>
          </p:spPr>
          <p:txBody>
            <a:bodyPr wrap="square" lIns="0" tIns="0" rIns="0" bIns="0" rtlCol="0"/>
            <a:lstStyle/>
            <a:p>
              <a:endParaRPr/>
            </a:p>
          </p:txBody>
        </p:sp>
        <p:sp>
          <p:nvSpPr>
            <p:cNvPr id="39" name="object 26">
              <a:extLst>
                <a:ext uri="{FF2B5EF4-FFF2-40B4-BE49-F238E27FC236}">
                  <a16:creationId xmlns:a16="http://schemas.microsoft.com/office/drawing/2014/main" id="{5F42C817-26D5-004F-815B-8ECCA0DAF4D6}"/>
                </a:ext>
              </a:extLst>
            </p:cNvPr>
            <p:cNvSpPr/>
            <p:nvPr/>
          </p:nvSpPr>
          <p:spPr>
            <a:xfrm>
              <a:off x="1859368" y="5516117"/>
              <a:ext cx="61594" cy="196215"/>
            </a:xfrm>
            <a:custGeom>
              <a:avLst/>
              <a:gdLst/>
              <a:ahLst/>
              <a:cxnLst/>
              <a:rect l="l" t="t" r="r" b="b"/>
              <a:pathLst>
                <a:path w="61594" h="196214">
                  <a:moveTo>
                    <a:pt x="38037" y="196024"/>
                  </a:moveTo>
                  <a:lnTo>
                    <a:pt x="47152" y="193501"/>
                  </a:lnTo>
                  <a:lnTo>
                    <a:pt x="54528" y="187994"/>
                  </a:lnTo>
                  <a:lnTo>
                    <a:pt x="59464" y="180197"/>
                  </a:lnTo>
                  <a:lnTo>
                    <a:pt x="61265" y="170802"/>
                  </a:lnTo>
                  <a:lnTo>
                    <a:pt x="61265" y="90043"/>
                  </a:lnTo>
                  <a:lnTo>
                    <a:pt x="61265" y="79959"/>
                  </a:lnTo>
                  <a:lnTo>
                    <a:pt x="58253" y="62389"/>
                  </a:lnTo>
                  <a:lnTo>
                    <a:pt x="50041" y="48042"/>
                  </a:lnTo>
                  <a:lnTo>
                    <a:pt x="37862" y="38370"/>
                  </a:lnTo>
                  <a:lnTo>
                    <a:pt x="22949" y="34823"/>
                  </a:lnTo>
                  <a:lnTo>
                    <a:pt x="5906" y="34823"/>
                  </a:lnTo>
                  <a:lnTo>
                    <a:pt x="2092" y="28117"/>
                  </a:lnTo>
                  <a:lnTo>
                    <a:pt x="402" y="16287"/>
                  </a:lnTo>
                  <a:lnTo>
                    <a:pt x="0" y="5019"/>
                  </a:lnTo>
                  <a:lnTo>
                    <a:pt x="51" y="0"/>
                  </a:lnTo>
                </a:path>
              </a:pathLst>
            </a:custGeom>
            <a:ln w="9525">
              <a:solidFill>
                <a:srgbClr val="00539B"/>
              </a:solidFill>
            </a:ln>
          </p:spPr>
          <p:txBody>
            <a:bodyPr wrap="square" lIns="0" tIns="0" rIns="0" bIns="0" rtlCol="0"/>
            <a:lstStyle/>
            <a:p>
              <a:endParaRPr/>
            </a:p>
          </p:txBody>
        </p:sp>
        <p:pic>
          <p:nvPicPr>
            <p:cNvPr id="40" name="object 27">
              <a:extLst>
                <a:ext uri="{FF2B5EF4-FFF2-40B4-BE49-F238E27FC236}">
                  <a16:creationId xmlns:a16="http://schemas.microsoft.com/office/drawing/2014/main" id="{7589E74F-7FA4-8C46-91C9-81ABA5BAC793}"/>
                </a:ext>
              </a:extLst>
            </p:cNvPr>
            <p:cNvPicPr/>
            <p:nvPr/>
          </p:nvPicPr>
          <p:blipFill>
            <a:blip r:embed="rId4" cstate="print"/>
            <a:stretch>
              <a:fillRect/>
            </a:stretch>
          </p:blipFill>
          <p:spPr>
            <a:xfrm>
              <a:off x="1631274" y="5509890"/>
              <a:ext cx="71447" cy="206349"/>
            </a:xfrm>
            <a:prstGeom prst="rect">
              <a:avLst/>
            </a:prstGeom>
          </p:spPr>
        </p:pic>
        <p:sp>
          <p:nvSpPr>
            <p:cNvPr id="41" name="object 28">
              <a:extLst>
                <a:ext uri="{FF2B5EF4-FFF2-40B4-BE49-F238E27FC236}">
                  <a16:creationId xmlns:a16="http://schemas.microsoft.com/office/drawing/2014/main" id="{3B114549-FF89-D740-BC0E-B4F12C56B165}"/>
                </a:ext>
              </a:extLst>
            </p:cNvPr>
            <p:cNvSpPr/>
            <p:nvPr/>
          </p:nvSpPr>
          <p:spPr>
            <a:xfrm>
              <a:off x="1735107" y="5514652"/>
              <a:ext cx="45085" cy="43180"/>
            </a:xfrm>
            <a:custGeom>
              <a:avLst/>
              <a:gdLst/>
              <a:ahLst/>
              <a:cxnLst/>
              <a:rect l="l" t="t" r="r" b="b"/>
              <a:pathLst>
                <a:path w="45085" h="43179">
                  <a:moveTo>
                    <a:pt x="44477" y="42646"/>
                  </a:moveTo>
                  <a:lnTo>
                    <a:pt x="38330" y="37782"/>
                  </a:lnTo>
                  <a:lnTo>
                    <a:pt x="30952" y="34937"/>
                  </a:lnTo>
                  <a:lnTo>
                    <a:pt x="23001" y="34937"/>
                  </a:lnTo>
                  <a:lnTo>
                    <a:pt x="5920" y="34937"/>
                  </a:lnTo>
                  <a:lnTo>
                    <a:pt x="2094" y="28214"/>
                  </a:lnTo>
                  <a:lnTo>
                    <a:pt x="400" y="16344"/>
                  </a:lnTo>
                  <a:lnTo>
                    <a:pt x="0" y="5037"/>
                  </a:lnTo>
                  <a:lnTo>
                    <a:pt x="52" y="0"/>
                  </a:lnTo>
                </a:path>
              </a:pathLst>
            </a:custGeom>
            <a:ln w="9524">
              <a:solidFill>
                <a:srgbClr val="00539B"/>
              </a:solidFill>
            </a:ln>
          </p:spPr>
          <p:txBody>
            <a:bodyPr wrap="square" lIns="0" tIns="0" rIns="0" bIns="0" rtlCol="0"/>
            <a:lstStyle/>
            <a:p>
              <a:endParaRPr/>
            </a:p>
          </p:txBody>
        </p:sp>
        <p:sp>
          <p:nvSpPr>
            <p:cNvPr id="42" name="object 29">
              <a:extLst>
                <a:ext uri="{FF2B5EF4-FFF2-40B4-BE49-F238E27FC236}">
                  <a16:creationId xmlns:a16="http://schemas.microsoft.com/office/drawing/2014/main" id="{7A9773EA-34FC-9041-9D77-B2D1052BA8AC}"/>
                </a:ext>
              </a:extLst>
            </p:cNvPr>
            <p:cNvSpPr/>
            <p:nvPr/>
          </p:nvSpPr>
          <p:spPr>
            <a:xfrm>
              <a:off x="1661434" y="5400088"/>
              <a:ext cx="109855" cy="518159"/>
            </a:xfrm>
            <a:custGeom>
              <a:avLst/>
              <a:gdLst/>
              <a:ahLst/>
              <a:cxnLst/>
              <a:rect l="l" t="t" r="r" b="b"/>
              <a:pathLst>
                <a:path w="109855" h="518160">
                  <a:moveTo>
                    <a:pt x="109753" y="370281"/>
                  </a:moveTo>
                  <a:lnTo>
                    <a:pt x="109753" y="307251"/>
                  </a:lnTo>
                </a:path>
                <a:path w="109855" h="518160">
                  <a:moveTo>
                    <a:pt x="0" y="206184"/>
                  </a:moveTo>
                  <a:lnTo>
                    <a:pt x="0" y="311378"/>
                  </a:lnTo>
                  <a:lnTo>
                    <a:pt x="12" y="494817"/>
                  </a:lnTo>
                  <a:lnTo>
                    <a:pt x="1806" y="503696"/>
                  </a:lnTo>
                  <a:lnTo>
                    <a:pt x="6699" y="510946"/>
                  </a:lnTo>
                  <a:lnTo>
                    <a:pt x="13953" y="515834"/>
                  </a:lnTo>
                  <a:lnTo>
                    <a:pt x="22834" y="517626"/>
                  </a:lnTo>
                  <a:lnTo>
                    <a:pt x="31713" y="515834"/>
                  </a:lnTo>
                  <a:lnTo>
                    <a:pt x="38963" y="510946"/>
                  </a:lnTo>
                  <a:lnTo>
                    <a:pt x="43851" y="503696"/>
                  </a:lnTo>
                  <a:lnTo>
                    <a:pt x="45643" y="494817"/>
                  </a:lnTo>
                  <a:lnTo>
                    <a:pt x="45643" y="352666"/>
                  </a:lnTo>
                  <a:lnTo>
                    <a:pt x="45643" y="347560"/>
                  </a:lnTo>
                  <a:lnTo>
                    <a:pt x="49783" y="343433"/>
                  </a:lnTo>
                  <a:lnTo>
                    <a:pt x="54889" y="343433"/>
                  </a:lnTo>
                  <a:lnTo>
                    <a:pt x="59994" y="343433"/>
                  </a:lnTo>
                  <a:lnTo>
                    <a:pt x="64122" y="347560"/>
                  </a:lnTo>
                  <a:lnTo>
                    <a:pt x="64122" y="352666"/>
                  </a:lnTo>
                  <a:lnTo>
                    <a:pt x="64122" y="494817"/>
                  </a:lnTo>
                  <a:lnTo>
                    <a:pt x="65916" y="503696"/>
                  </a:lnTo>
                  <a:lnTo>
                    <a:pt x="70808" y="510946"/>
                  </a:lnTo>
                  <a:lnTo>
                    <a:pt x="78063" y="515834"/>
                  </a:lnTo>
                  <a:lnTo>
                    <a:pt x="86944" y="517626"/>
                  </a:lnTo>
                  <a:lnTo>
                    <a:pt x="95823" y="515834"/>
                  </a:lnTo>
                  <a:lnTo>
                    <a:pt x="103073" y="510946"/>
                  </a:lnTo>
                  <a:lnTo>
                    <a:pt x="107961" y="503696"/>
                  </a:lnTo>
                  <a:lnTo>
                    <a:pt x="109753" y="494817"/>
                  </a:lnTo>
                  <a:lnTo>
                    <a:pt x="109753" y="444614"/>
                  </a:lnTo>
                </a:path>
                <a:path w="109855" h="518160">
                  <a:moveTo>
                    <a:pt x="8305" y="53759"/>
                  </a:moveTo>
                  <a:lnTo>
                    <a:pt x="8305" y="46558"/>
                  </a:lnTo>
                  <a:lnTo>
                    <a:pt x="11966" y="28444"/>
                  </a:lnTo>
                  <a:lnTo>
                    <a:pt x="21951" y="13644"/>
                  </a:lnTo>
                  <a:lnTo>
                    <a:pt x="36766" y="3661"/>
                  </a:lnTo>
                  <a:lnTo>
                    <a:pt x="54914" y="0"/>
                  </a:lnTo>
                  <a:lnTo>
                    <a:pt x="73024" y="3661"/>
                  </a:lnTo>
                  <a:lnTo>
                    <a:pt x="87815" y="13644"/>
                  </a:lnTo>
                  <a:lnTo>
                    <a:pt x="97789" y="28444"/>
                  </a:lnTo>
                  <a:lnTo>
                    <a:pt x="101447" y="46558"/>
                  </a:lnTo>
                  <a:lnTo>
                    <a:pt x="101447" y="53759"/>
                  </a:lnTo>
                  <a:lnTo>
                    <a:pt x="106044" y="53759"/>
                  </a:lnTo>
                  <a:lnTo>
                    <a:pt x="109778" y="57467"/>
                  </a:lnTo>
                  <a:lnTo>
                    <a:pt x="109778" y="62052"/>
                  </a:lnTo>
                  <a:lnTo>
                    <a:pt x="109778" y="66598"/>
                  </a:lnTo>
                  <a:lnTo>
                    <a:pt x="106044" y="70307"/>
                  </a:lnTo>
                  <a:lnTo>
                    <a:pt x="101447" y="70307"/>
                  </a:lnTo>
                  <a:lnTo>
                    <a:pt x="101447" y="71958"/>
                  </a:lnTo>
                  <a:lnTo>
                    <a:pt x="79453" y="111538"/>
                  </a:lnTo>
                  <a:lnTo>
                    <a:pt x="58318" y="118541"/>
                  </a:lnTo>
                  <a:lnTo>
                    <a:pt x="54914" y="118541"/>
                  </a:lnTo>
                  <a:lnTo>
                    <a:pt x="51422" y="118541"/>
                  </a:lnTo>
                  <a:lnTo>
                    <a:pt x="11512" y="88859"/>
                  </a:lnTo>
                  <a:lnTo>
                    <a:pt x="8420" y="73533"/>
                  </a:lnTo>
                  <a:lnTo>
                    <a:pt x="8305" y="73177"/>
                  </a:lnTo>
                  <a:lnTo>
                    <a:pt x="8305" y="70815"/>
                  </a:lnTo>
                  <a:lnTo>
                    <a:pt x="8369" y="70307"/>
                  </a:lnTo>
                  <a:lnTo>
                    <a:pt x="3708" y="70307"/>
                  </a:lnTo>
                  <a:lnTo>
                    <a:pt x="0" y="66598"/>
                  </a:lnTo>
                  <a:lnTo>
                    <a:pt x="0" y="62052"/>
                  </a:lnTo>
                  <a:lnTo>
                    <a:pt x="0" y="57467"/>
                  </a:lnTo>
                  <a:lnTo>
                    <a:pt x="3708" y="53759"/>
                  </a:lnTo>
                  <a:lnTo>
                    <a:pt x="8305" y="53759"/>
                  </a:lnTo>
                  <a:close/>
                </a:path>
              </a:pathLst>
            </a:custGeom>
            <a:ln w="9525">
              <a:solidFill>
                <a:srgbClr val="00539B"/>
              </a:solidFill>
            </a:ln>
          </p:spPr>
          <p:txBody>
            <a:bodyPr wrap="square" lIns="0" tIns="0" rIns="0" bIns="0" rtlCol="0"/>
            <a:lstStyle/>
            <a:p>
              <a:endParaRPr/>
            </a:p>
          </p:txBody>
        </p:sp>
        <p:sp>
          <p:nvSpPr>
            <p:cNvPr id="43" name="object 30">
              <a:extLst>
                <a:ext uri="{FF2B5EF4-FFF2-40B4-BE49-F238E27FC236}">
                  <a16:creationId xmlns:a16="http://schemas.microsoft.com/office/drawing/2014/main" id="{968E640C-D1E3-6542-B652-86EA3EE3D1A1}"/>
                </a:ext>
              </a:extLst>
            </p:cNvPr>
            <p:cNvSpPr/>
            <p:nvPr/>
          </p:nvSpPr>
          <p:spPr>
            <a:xfrm>
              <a:off x="1661434" y="5701996"/>
              <a:ext cx="104775" cy="0"/>
            </a:xfrm>
            <a:custGeom>
              <a:avLst/>
              <a:gdLst/>
              <a:ahLst/>
              <a:cxnLst/>
              <a:rect l="l" t="t" r="r" b="b"/>
              <a:pathLst>
                <a:path w="104775">
                  <a:moveTo>
                    <a:pt x="104457" y="0"/>
                  </a:moveTo>
                  <a:lnTo>
                    <a:pt x="0" y="0"/>
                  </a:lnTo>
                </a:path>
              </a:pathLst>
            </a:custGeom>
            <a:ln w="9525">
              <a:solidFill>
                <a:srgbClr val="00539B"/>
              </a:solidFill>
            </a:ln>
          </p:spPr>
          <p:txBody>
            <a:bodyPr wrap="square" lIns="0" tIns="0" rIns="0" bIns="0" rtlCol="0"/>
            <a:lstStyle/>
            <a:p>
              <a:endParaRPr/>
            </a:p>
          </p:txBody>
        </p:sp>
        <p:sp>
          <p:nvSpPr>
            <p:cNvPr id="44" name="object 31">
              <a:extLst>
                <a:ext uri="{FF2B5EF4-FFF2-40B4-BE49-F238E27FC236}">
                  <a16:creationId xmlns:a16="http://schemas.microsoft.com/office/drawing/2014/main" id="{07715FA8-B4E2-F74D-9D49-633FA174EB89}"/>
                </a:ext>
              </a:extLst>
            </p:cNvPr>
            <p:cNvSpPr/>
            <p:nvPr/>
          </p:nvSpPr>
          <p:spPr>
            <a:xfrm>
              <a:off x="1760677" y="5516117"/>
              <a:ext cx="62230" cy="196215"/>
            </a:xfrm>
            <a:custGeom>
              <a:avLst/>
              <a:gdLst/>
              <a:ahLst/>
              <a:cxnLst/>
              <a:rect l="l" t="t" r="r" b="b"/>
              <a:pathLst>
                <a:path w="62230" h="196214">
                  <a:moveTo>
                    <a:pt x="61213" y="0"/>
                  </a:moveTo>
                  <a:lnTo>
                    <a:pt x="61694" y="18446"/>
                  </a:lnTo>
                  <a:lnTo>
                    <a:pt x="61244" y="28222"/>
                  </a:lnTo>
                  <a:lnTo>
                    <a:pt x="59315" y="32593"/>
                  </a:lnTo>
                  <a:lnTo>
                    <a:pt x="55359" y="34823"/>
                  </a:lnTo>
                  <a:lnTo>
                    <a:pt x="38328" y="34823"/>
                  </a:lnTo>
                  <a:lnTo>
                    <a:pt x="23413" y="38370"/>
                  </a:lnTo>
                  <a:lnTo>
                    <a:pt x="11229" y="48042"/>
                  </a:lnTo>
                  <a:lnTo>
                    <a:pt x="3013" y="62389"/>
                  </a:lnTo>
                  <a:lnTo>
                    <a:pt x="0" y="79959"/>
                  </a:lnTo>
                  <a:lnTo>
                    <a:pt x="0" y="90043"/>
                  </a:lnTo>
                  <a:lnTo>
                    <a:pt x="0" y="170802"/>
                  </a:lnTo>
                  <a:lnTo>
                    <a:pt x="1800" y="180199"/>
                  </a:lnTo>
                  <a:lnTo>
                    <a:pt x="6737" y="187999"/>
                  </a:lnTo>
                  <a:lnTo>
                    <a:pt x="14112" y="193506"/>
                  </a:lnTo>
                  <a:lnTo>
                    <a:pt x="23228" y="196024"/>
                  </a:lnTo>
                </a:path>
              </a:pathLst>
            </a:custGeom>
            <a:ln w="9524">
              <a:solidFill>
                <a:srgbClr val="00539B"/>
              </a:solidFill>
            </a:ln>
          </p:spPr>
          <p:txBody>
            <a:bodyPr wrap="square" lIns="0" tIns="0" rIns="0" bIns="0" rtlCol="0"/>
            <a:lstStyle/>
            <a:p>
              <a:endParaRPr/>
            </a:p>
          </p:txBody>
        </p:sp>
        <p:sp>
          <p:nvSpPr>
            <p:cNvPr id="45" name="object 32">
              <a:extLst>
                <a:ext uri="{FF2B5EF4-FFF2-40B4-BE49-F238E27FC236}">
                  <a16:creationId xmlns:a16="http://schemas.microsoft.com/office/drawing/2014/main" id="{2D4CC901-60B7-794A-AEE9-F8C3DD2B657C}"/>
                </a:ext>
              </a:extLst>
            </p:cNvPr>
            <p:cNvSpPr/>
            <p:nvPr/>
          </p:nvSpPr>
          <p:spPr>
            <a:xfrm>
              <a:off x="1785957" y="5401987"/>
              <a:ext cx="109855" cy="516255"/>
            </a:xfrm>
            <a:custGeom>
              <a:avLst/>
              <a:gdLst/>
              <a:ahLst/>
              <a:cxnLst/>
              <a:rect l="l" t="t" r="r" b="b"/>
              <a:pathLst>
                <a:path w="109855" h="516254">
                  <a:moveTo>
                    <a:pt x="25" y="205422"/>
                  </a:moveTo>
                  <a:lnTo>
                    <a:pt x="25" y="300799"/>
                  </a:lnTo>
                </a:path>
                <a:path w="109855" h="516254">
                  <a:moveTo>
                    <a:pt x="25" y="442709"/>
                  </a:moveTo>
                  <a:lnTo>
                    <a:pt x="25" y="492988"/>
                  </a:lnTo>
                  <a:lnTo>
                    <a:pt x="1811" y="501839"/>
                  </a:lnTo>
                  <a:lnTo>
                    <a:pt x="6681" y="509065"/>
                  </a:lnTo>
                  <a:lnTo>
                    <a:pt x="13907" y="513935"/>
                  </a:lnTo>
                  <a:lnTo>
                    <a:pt x="22758" y="515721"/>
                  </a:lnTo>
                  <a:lnTo>
                    <a:pt x="31603" y="513935"/>
                  </a:lnTo>
                  <a:lnTo>
                    <a:pt x="38830" y="509065"/>
                  </a:lnTo>
                  <a:lnTo>
                    <a:pt x="43703" y="501839"/>
                  </a:lnTo>
                  <a:lnTo>
                    <a:pt x="45491" y="492988"/>
                  </a:lnTo>
                  <a:lnTo>
                    <a:pt x="45491" y="442709"/>
                  </a:lnTo>
                </a:path>
                <a:path w="109855" h="516254">
                  <a:moveTo>
                    <a:pt x="63893" y="442709"/>
                  </a:moveTo>
                  <a:lnTo>
                    <a:pt x="63893" y="492988"/>
                  </a:lnTo>
                  <a:lnTo>
                    <a:pt x="65679" y="501839"/>
                  </a:lnTo>
                  <a:lnTo>
                    <a:pt x="70550" y="509065"/>
                  </a:lnTo>
                  <a:lnTo>
                    <a:pt x="77775" y="513935"/>
                  </a:lnTo>
                  <a:lnTo>
                    <a:pt x="86626" y="515721"/>
                  </a:lnTo>
                  <a:lnTo>
                    <a:pt x="95477" y="513935"/>
                  </a:lnTo>
                  <a:lnTo>
                    <a:pt x="102703" y="509065"/>
                  </a:lnTo>
                  <a:lnTo>
                    <a:pt x="107573" y="501839"/>
                  </a:lnTo>
                  <a:lnTo>
                    <a:pt x="109359" y="492988"/>
                  </a:lnTo>
                  <a:lnTo>
                    <a:pt x="109359" y="442709"/>
                  </a:lnTo>
                </a:path>
                <a:path w="109855" h="516254">
                  <a:moveTo>
                    <a:pt x="109372" y="300799"/>
                  </a:moveTo>
                  <a:lnTo>
                    <a:pt x="109372" y="205422"/>
                  </a:lnTo>
                </a:path>
                <a:path w="109855" h="516254">
                  <a:moveTo>
                    <a:pt x="109372" y="61823"/>
                  </a:moveTo>
                  <a:lnTo>
                    <a:pt x="109372" y="66357"/>
                  </a:lnTo>
                  <a:lnTo>
                    <a:pt x="105676" y="70040"/>
                  </a:lnTo>
                  <a:lnTo>
                    <a:pt x="101104" y="70040"/>
                  </a:lnTo>
                  <a:lnTo>
                    <a:pt x="101104" y="70561"/>
                  </a:lnTo>
                  <a:lnTo>
                    <a:pt x="101104" y="71120"/>
                  </a:lnTo>
                  <a:lnTo>
                    <a:pt x="101104" y="71691"/>
                  </a:lnTo>
                  <a:lnTo>
                    <a:pt x="101104" y="72085"/>
                  </a:lnTo>
                  <a:lnTo>
                    <a:pt x="101104" y="72491"/>
                  </a:lnTo>
                  <a:lnTo>
                    <a:pt x="101104" y="72898"/>
                  </a:lnTo>
                  <a:lnTo>
                    <a:pt x="100990" y="73253"/>
                  </a:lnTo>
                  <a:lnTo>
                    <a:pt x="78857" y="111313"/>
                  </a:lnTo>
                  <a:lnTo>
                    <a:pt x="58140" y="118097"/>
                  </a:lnTo>
                  <a:lnTo>
                    <a:pt x="54660" y="118097"/>
                  </a:lnTo>
                  <a:lnTo>
                    <a:pt x="51269" y="118097"/>
                  </a:lnTo>
                  <a:lnTo>
                    <a:pt x="11057" y="87488"/>
                  </a:lnTo>
                  <a:lnTo>
                    <a:pt x="8305" y="71691"/>
                  </a:lnTo>
                  <a:lnTo>
                    <a:pt x="8305" y="70040"/>
                  </a:lnTo>
                  <a:lnTo>
                    <a:pt x="3721" y="70040"/>
                  </a:lnTo>
                  <a:lnTo>
                    <a:pt x="0" y="66357"/>
                  </a:lnTo>
                  <a:lnTo>
                    <a:pt x="0" y="61823"/>
                  </a:lnTo>
                  <a:lnTo>
                    <a:pt x="0" y="57251"/>
                  </a:lnTo>
                  <a:lnTo>
                    <a:pt x="3721" y="53555"/>
                  </a:lnTo>
                  <a:lnTo>
                    <a:pt x="8305" y="53555"/>
                  </a:lnTo>
                  <a:lnTo>
                    <a:pt x="8305" y="46380"/>
                  </a:lnTo>
                  <a:lnTo>
                    <a:pt x="11948" y="28332"/>
                  </a:lnTo>
                  <a:lnTo>
                    <a:pt x="21882" y="13589"/>
                  </a:lnTo>
                  <a:lnTo>
                    <a:pt x="36616" y="3646"/>
                  </a:lnTo>
                  <a:lnTo>
                    <a:pt x="54660" y="0"/>
                  </a:lnTo>
                  <a:lnTo>
                    <a:pt x="72740" y="3646"/>
                  </a:lnTo>
                  <a:lnTo>
                    <a:pt x="87503" y="13589"/>
                  </a:lnTo>
                  <a:lnTo>
                    <a:pt x="97455" y="28332"/>
                  </a:lnTo>
                  <a:lnTo>
                    <a:pt x="101104" y="46380"/>
                  </a:lnTo>
                  <a:lnTo>
                    <a:pt x="101104" y="53555"/>
                  </a:lnTo>
                  <a:lnTo>
                    <a:pt x="105676" y="53555"/>
                  </a:lnTo>
                  <a:lnTo>
                    <a:pt x="109372" y="57251"/>
                  </a:lnTo>
                  <a:lnTo>
                    <a:pt x="109372" y="61823"/>
                  </a:lnTo>
                  <a:close/>
                </a:path>
              </a:pathLst>
            </a:custGeom>
            <a:ln w="9525">
              <a:solidFill>
                <a:srgbClr val="00539B"/>
              </a:solidFill>
            </a:ln>
          </p:spPr>
          <p:txBody>
            <a:bodyPr wrap="square" lIns="0" tIns="0" rIns="0" bIns="0" rtlCol="0"/>
            <a:lstStyle/>
            <a:p>
              <a:endParaRPr/>
            </a:p>
          </p:txBody>
        </p:sp>
        <p:sp>
          <p:nvSpPr>
            <p:cNvPr id="46" name="object 33">
              <a:extLst>
                <a:ext uri="{FF2B5EF4-FFF2-40B4-BE49-F238E27FC236}">
                  <a16:creationId xmlns:a16="http://schemas.microsoft.com/office/drawing/2014/main" id="{DA3FFBCB-5EE3-6F4C-8B8D-D6035DAA32F3}"/>
                </a:ext>
              </a:extLst>
            </p:cNvPr>
            <p:cNvSpPr/>
            <p:nvPr/>
          </p:nvSpPr>
          <p:spPr>
            <a:xfrm>
              <a:off x="1755410" y="5702788"/>
              <a:ext cx="170815" cy="142240"/>
            </a:xfrm>
            <a:custGeom>
              <a:avLst/>
              <a:gdLst/>
              <a:ahLst/>
              <a:cxnLst/>
              <a:rect l="l" t="t" r="r" b="b"/>
              <a:pathLst>
                <a:path w="170814" h="142239">
                  <a:moveTo>
                    <a:pt x="85242" y="141909"/>
                  </a:moveTo>
                  <a:lnTo>
                    <a:pt x="163982" y="141909"/>
                  </a:lnTo>
                  <a:lnTo>
                    <a:pt x="167716" y="141909"/>
                  </a:lnTo>
                  <a:lnTo>
                    <a:pt x="170497" y="138455"/>
                  </a:lnTo>
                  <a:lnTo>
                    <a:pt x="169684" y="134797"/>
                  </a:lnTo>
                  <a:lnTo>
                    <a:pt x="139928" y="0"/>
                  </a:lnTo>
                  <a:lnTo>
                    <a:pt x="85242" y="0"/>
                  </a:lnTo>
                  <a:lnTo>
                    <a:pt x="30568" y="0"/>
                  </a:lnTo>
                  <a:lnTo>
                    <a:pt x="812" y="134797"/>
                  </a:lnTo>
                  <a:lnTo>
                    <a:pt x="0" y="138455"/>
                  </a:lnTo>
                  <a:lnTo>
                    <a:pt x="2781" y="141909"/>
                  </a:lnTo>
                  <a:lnTo>
                    <a:pt x="6515" y="141909"/>
                  </a:lnTo>
                  <a:lnTo>
                    <a:pt x="85242" y="141909"/>
                  </a:lnTo>
                  <a:close/>
                </a:path>
              </a:pathLst>
            </a:custGeom>
            <a:ln w="9525">
              <a:solidFill>
                <a:srgbClr val="00539B"/>
              </a:solidFill>
            </a:ln>
          </p:spPr>
          <p:txBody>
            <a:bodyPr wrap="square" lIns="0" tIns="0" rIns="0" bIns="0" rtlCol="0"/>
            <a:lstStyle/>
            <a:p>
              <a:endParaRPr/>
            </a:p>
          </p:txBody>
        </p:sp>
      </p:grpSp>
      <p:grpSp>
        <p:nvGrpSpPr>
          <p:cNvPr id="47" name="object 34">
            <a:extLst>
              <a:ext uri="{FF2B5EF4-FFF2-40B4-BE49-F238E27FC236}">
                <a16:creationId xmlns:a16="http://schemas.microsoft.com/office/drawing/2014/main" id="{11C50BEC-CFF3-CA40-8125-20D652EC77AC}"/>
              </a:ext>
            </a:extLst>
          </p:cNvPr>
          <p:cNvGrpSpPr/>
          <p:nvPr/>
        </p:nvGrpSpPr>
        <p:grpSpPr>
          <a:xfrm>
            <a:off x="3031935" y="1234225"/>
            <a:ext cx="591185" cy="525780"/>
            <a:chOff x="2763578" y="5395751"/>
            <a:chExt cx="591185" cy="525780"/>
          </a:xfrm>
        </p:grpSpPr>
        <p:sp>
          <p:nvSpPr>
            <p:cNvPr id="48" name="object 35">
              <a:extLst>
                <a:ext uri="{FF2B5EF4-FFF2-40B4-BE49-F238E27FC236}">
                  <a16:creationId xmlns:a16="http://schemas.microsoft.com/office/drawing/2014/main" id="{01196899-54CF-CF47-9C5B-D57EA6E4680E}"/>
                </a:ext>
              </a:extLst>
            </p:cNvPr>
            <p:cNvSpPr/>
            <p:nvPr/>
          </p:nvSpPr>
          <p:spPr>
            <a:xfrm>
              <a:off x="2768340" y="5659052"/>
              <a:ext cx="257810" cy="257810"/>
            </a:xfrm>
            <a:custGeom>
              <a:avLst/>
              <a:gdLst/>
              <a:ahLst/>
              <a:cxnLst/>
              <a:rect l="l" t="t" r="r" b="b"/>
              <a:pathLst>
                <a:path w="257810" h="257810">
                  <a:moveTo>
                    <a:pt x="257606" y="257606"/>
                  </a:moveTo>
                  <a:lnTo>
                    <a:pt x="0" y="257606"/>
                  </a:lnTo>
                  <a:lnTo>
                    <a:pt x="0" y="0"/>
                  </a:lnTo>
                  <a:lnTo>
                    <a:pt x="257606" y="0"/>
                  </a:lnTo>
                  <a:lnTo>
                    <a:pt x="257606" y="257606"/>
                  </a:lnTo>
                  <a:close/>
                </a:path>
              </a:pathLst>
            </a:custGeom>
            <a:ln w="9525">
              <a:solidFill>
                <a:srgbClr val="00539B"/>
              </a:solidFill>
            </a:ln>
          </p:spPr>
          <p:txBody>
            <a:bodyPr wrap="square" lIns="0" tIns="0" rIns="0" bIns="0" rtlCol="0"/>
            <a:lstStyle/>
            <a:p>
              <a:endParaRPr/>
            </a:p>
          </p:txBody>
        </p:sp>
        <p:sp>
          <p:nvSpPr>
            <p:cNvPr id="49" name="object 36">
              <a:extLst>
                <a:ext uri="{FF2B5EF4-FFF2-40B4-BE49-F238E27FC236}">
                  <a16:creationId xmlns:a16="http://schemas.microsoft.com/office/drawing/2014/main" id="{27DB3BC6-CF08-E649-A562-78C86AD67796}"/>
                </a:ext>
              </a:extLst>
            </p:cNvPr>
            <p:cNvSpPr/>
            <p:nvPr/>
          </p:nvSpPr>
          <p:spPr>
            <a:xfrm>
              <a:off x="2845937" y="5751864"/>
              <a:ext cx="180340" cy="108585"/>
            </a:xfrm>
            <a:custGeom>
              <a:avLst/>
              <a:gdLst/>
              <a:ahLst/>
              <a:cxnLst/>
              <a:rect l="l" t="t" r="r" b="b"/>
              <a:pathLst>
                <a:path w="180339" h="108585">
                  <a:moveTo>
                    <a:pt x="0" y="108000"/>
                  </a:moveTo>
                  <a:lnTo>
                    <a:pt x="180009" y="108000"/>
                  </a:lnTo>
                  <a:lnTo>
                    <a:pt x="180009" y="0"/>
                  </a:lnTo>
                  <a:lnTo>
                    <a:pt x="0" y="0"/>
                  </a:lnTo>
                  <a:lnTo>
                    <a:pt x="0" y="108000"/>
                  </a:lnTo>
                  <a:close/>
                </a:path>
              </a:pathLst>
            </a:custGeom>
            <a:ln w="9525">
              <a:solidFill>
                <a:srgbClr val="00539B"/>
              </a:solidFill>
            </a:ln>
          </p:spPr>
          <p:txBody>
            <a:bodyPr wrap="square" lIns="0" tIns="0" rIns="0" bIns="0" rtlCol="0"/>
            <a:lstStyle/>
            <a:p>
              <a:endParaRPr/>
            </a:p>
          </p:txBody>
        </p:sp>
        <p:sp>
          <p:nvSpPr>
            <p:cNvPr id="50" name="object 37">
              <a:extLst>
                <a:ext uri="{FF2B5EF4-FFF2-40B4-BE49-F238E27FC236}">
                  <a16:creationId xmlns:a16="http://schemas.microsoft.com/office/drawing/2014/main" id="{4CB2333C-85EC-A547-A321-9E2F553C3A4F}"/>
                </a:ext>
              </a:extLst>
            </p:cNvPr>
            <p:cNvSpPr/>
            <p:nvPr/>
          </p:nvSpPr>
          <p:spPr>
            <a:xfrm>
              <a:off x="2768343" y="5695077"/>
              <a:ext cx="257810" cy="0"/>
            </a:xfrm>
            <a:custGeom>
              <a:avLst/>
              <a:gdLst/>
              <a:ahLst/>
              <a:cxnLst/>
              <a:rect l="l" t="t" r="r" b="b"/>
              <a:pathLst>
                <a:path w="257810">
                  <a:moveTo>
                    <a:pt x="0" y="0"/>
                  </a:moveTo>
                  <a:lnTo>
                    <a:pt x="257606" y="0"/>
                  </a:lnTo>
                </a:path>
              </a:pathLst>
            </a:custGeom>
            <a:ln w="9525">
              <a:solidFill>
                <a:srgbClr val="00539B"/>
              </a:solidFill>
            </a:ln>
          </p:spPr>
          <p:txBody>
            <a:bodyPr wrap="square" lIns="0" tIns="0" rIns="0" bIns="0" rtlCol="0"/>
            <a:lstStyle/>
            <a:p>
              <a:endParaRPr/>
            </a:p>
          </p:txBody>
        </p:sp>
        <p:sp>
          <p:nvSpPr>
            <p:cNvPr id="51" name="object 38">
              <a:extLst>
                <a:ext uri="{FF2B5EF4-FFF2-40B4-BE49-F238E27FC236}">
                  <a16:creationId xmlns:a16="http://schemas.microsoft.com/office/drawing/2014/main" id="{1F826E58-615B-7A42-9E76-6202034A33A6}"/>
                </a:ext>
              </a:extLst>
            </p:cNvPr>
            <p:cNvSpPr/>
            <p:nvPr/>
          </p:nvSpPr>
          <p:spPr>
            <a:xfrm>
              <a:off x="3118807" y="5440489"/>
              <a:ext cx="106680" cy="0"/>
            </a:xfrm>
            <a:custGeom>
              <a:avLst/>
              <a:gdLst/>
              <a:ahLst/>
              <a:cxnLst/>
              <a:rect l="l" t="t" r="r" b="b"/>
              <a:pathLst>
                <a:path w="106680">
                  <a:moveTo>
                    <a:pt x="0" y="0"/>
                  </a:moveTo>
                  <a:lnTo>
                    <a:pt x="106629" y="0"/>
                  </a:lnTo>
                </a:path>
              </a:pathLst>
            </a:custGeom>
            <a:ln w="9525">
              <a:solidFill>
                <a:srgbClr val="00539B"/>
              </a:solidFill>
            </a:ln>
          </p:spPr>
          <p:txBody>
            <a:bodyPr wrap="square" lIns="0" tIns="0" rIns="0" bIns="0" rtlCol="0"/>
            <a:lstStyle/>
            <a:p>
              <a:endParaRPr/>
            </a:p>
          </p:txBody>
        </p:sp>
        <p:sp>
          <p:nvSpPr>
            <p:cNvPr id="52" name="object 39">
              <a:extLst>
                <a:ext uri="{FF2B5EF4-FFF2-40B4-BE49-F238E27FC236}">
                  <a16:creationId xmlns:a16="http://schemas.microsoft.com/office/drawing/2014/main" id="{7677B81D-7229-AD47-9ED8-9ACA0B137B14}"/>
                </a:ext>
              </a:extLst>
            </p:cNvPr>
            <p:cNvSpPr/>
            <p:nvPr/>
          </p:nvSpPr>
          <p:spPr>
            <a:xfrm>
              <a:off x="3056658" y="5400513"/>
              <a:ext cx="293370" cy="516255"/>
            </a:xfrm>
            <a:custGeom>
              <a:avLst/>
              <a:gdLst/>
              <a:ahLst/>
              <a:cxnLst/>
              <a:rect l="l" t="t" r="r" b="b"/>
              <a:pathLst>
                <a:path w="293370" h="516254">
                  <a:moveTo>
                    <a:pt x="0" y="156235"/>
                  </a:moveTo>
                  <a:lnTo>
                    <a:pt x="62153" y="39979"/>
                  </a:lnTo>
                  <a:lnTo>
                    <a:pt x="62153" y="0"/>
                  </a:lnTo>
                  <a:lnTo>
                    <a:pt x="230911" y="0"/>
                  </a:lnTo>
                  <a:lnTo>
                    <a:pt x="230911" y="39979"/>
                  </a:lnTo>
                  <a:lnTo>
                    <a:pt x="293052" y="156235"/>
                  </a:lnTo>
                  <a:lnTo>
                    <a:pt x="293052" y="516140"/>
                  </a:lnTo>
                  <a:lnTo>
                    <a:pt x="0" y="516140"/>
                  </a:lnTo>
                  <a:lnTo>
                    <a:pt x="0" y="156235"/>
                  </a:lnTo>
                  <a:lnTo>
                    <a:pt x="168770" y="156235"/>
                  </a:lnTo>
                  <a:lnTo>
                    <a:pt x="230911" y="39979"/>
                  </a:lnTo>
                </a:path>
              </a:pathLst>
            </a:custGeom>
            <a:ln w="9525">
              <a:solidFill>
                <a:srgbClr val="00539B"/>
              </a:solidFill>
            </a:ln>
          </p:spPr>
          <p:txBody>
            <a:bodyPr wrap="square" lIns="0" tIns="0" rIns="0" bIns="0" rtlCol="0"/>
            <a:lstStyle/>
            <a:p>
              <a:endParaRPr/>
            </a:p>
          </p:txBody>
        </p:sp>
        <p:sp>
          <p:nvSpPr>
            <p:cNvPr id="53" name="object 40">
              <a:extLst>
                <a:ext uri="{FF2B5EF4-FFF2-40B4-BE49-F238E27FC236}">
                  <a16:creationId xmlns:a16="http://schemas.microsoft.com/office/drawing/2014/main" id="{FE80F0A3-544E-E04E-9EA8-6BE481A2E68C}"/>
                </a:ext>
              </a:extLst>
            </p:cNvPr>
            <p:cNvSpPr/>
            <p:nvPr/>
          </p:nvSpPr>
          <p:spPr>
            <a:xfrm>
              <a:off x="3225424" y="5556749"/>
              <a:ext cx="62230" cy="0"/>
            </a:xfrm>
            <a:custGeom>
              <a:avLst/>
              <a:gdLst/>
              <a:ahLst/>
              <a:cxnLst/>
              <a:rect l="l" t="t" r="r" b="b"/>
              <a:pathLst>
                <a:path w="62229">
                  <a:moveTo>
                    <a:pt x="62141" y="0"/>
                  </a:moveTo>
                  <a:lnTo>
                    <a:pt x="0" y="0"/>
                  </a:lnTo>
                </a:path>
              </a:pathLst>
            </a:custGeom>
            <a:ln w="9525">
              <a:solidFill>
                <a:srgbClr val="00539B"/>
              </a:solidFill>
            </a:ln>
          </p:spPr>
          <p:txBody>
            <a:bodyPr wrap="square" lIns="0" tIns="0" rIns="0" bIns="0" rtlCol="0"/>
            <a:lstStyle/>
            <a:p>
              <a:endParaRPr/>
            </a:p>
          </p:txBody>
        </p:sp>
        <p:sp>
          <p:nvSpPr>
            <p:cNvPr id="54" name="object 41">
              <a:extLst>
                <a:ext uri="{FF2B5EF4-FFF2-40B4-BE49-F238E27FC236}">
                  <a16:creationId xmlns:a16="http://schemas.microsoft.com/office/drawing/2014/main" id="{783B7CE8-EC18-514F-8328-0A794D3AED2F}"/>
                </a:ext>
              </a:extLst>
            </p:cNvPr>
            <p:cNvSpPr/>
            <p:nvPr/>
          </p:nvSpPr>
          <p:spPr>
            <a:xfrm>
              <a:off x="3225429" y="5556749"/>
              <a:ext cx="0" cy="360680"/>
            </a:xfrm>
            <a:custGeom>
              <a:avLst/>
              <a:gdLst/>
              <a:ahLst/>
              <a:cxnLst/>
              <a:rect l="l" t="t" r="r" b="b"/>
              <a:pathLst>
                <a:path h="360679">
                  <a:moveTo>
                    <a:pt x="0" y="0"/>
                  </a:moveTo>
                  <a:lnTo>
                    <a:pt x="0" y="360540"/>
                  </a:lnTo>
                </a:path>
              </a:pathLst>
            </a:custGeom>
            <a:ln w="9525">
              <a:solidFill>
                <a:srgbClr val="00539B"/>
              </a:solidFill>
            </a:ln>
          </p:spPr>
          <p:txBody>
            <a:bodyPr wrap="square" lIns="0" tIns="0" rIns="0" bIns="0" rtlCol="0"/>
            <a:lstStyle/>
            <a:p>
              <a:endParaRPr/>
            </a:p>
          </p:txBody>
        </p:sp>
        <p:pic>
          <p:nvPicPr>
            <p:cNvPr id="55" name="object 42">
              <a:extLst>
                <a:ext uri="{FF2B5EF4-FFF2-40B4-BE49-F238E27FC236}">
                  <a16:creationId xmlns:a16="http://schemas.microsoft.com/office/drawing/2014/main" id="{F5A33CD4-1FE5-1545-91AF-FC9BBA36C749}"/>
                </a:ext>
              </a:extLst>
            </p:cNvPr>
            <p:cNvPicPr/>
            <p:nvPr/>
          </p:nvPicPr>
          <p:blipFill>
            <a:blip r:embed="rId5" cstate="print"/>
            <a:stretch>
              <a:fillRect/>
            </a:stretch>
          </p:blipFill>
          <p:spPr>
            <a:xfrm>
              <a:off x="2784375" y="5437821"/>
              <a:ext cx="225526" cy="225526"/>
            </a:xfrm>
            <a:prstGeom prst="rect">
              <a:avLst/>
            </a:prstGeom>
          </p:spPr>
        </p:pic>
      </p:grpSp>
      <p:grpSp>
        <p:nvGrpSpPr>
          <p:cNvPr id="56" name="object 43">
            <a:extLst>
              <a:ext uri="{FF2B5EF4-FFF2-40B4-BE49-F238E27FC236}">
                <a16:creationId xmlns:a16="http://schemas.microsoft.com/office/drawing/2014/main" id="{3736130E-840D-7D49-B8CC-C9B7E0942418}"/>
              </a:ext>
            </a:extLst>
          </p:cNvPr>
          <p:cNvGrpSpPr/>
          <p:nvPr/>
        </p:nvGrpSpPr>
        <p:grpSpPr>
          <a:xfrm>
            <a:off x="4172397" y="1232672"/>
            <a:ext cx="639445" cy="529590"/>
            <a:chOff x="3904040" y="5394198"/>
            <a:chExt cx="639445" cy="529590"/>
          </a:xfrm>
        </p:grpSpPr>
        <p:sp>
          <p:nvSpPr>
            <p:cNvPr id="57" name="object 44">
              <a:extLst>
                <a:ext uri="{FF2B5EF4-FFF2-40B4-BE49-F238E27FC236}">
                  <a16:creationId xmlns:a16="http://schemas.microsoft.com/office/drawing/2014/main" id="{FFE055A9-A3ED-644F-AB3E-21D5917F9442}"/>
                </a:ext>
              </a:extLst>
            </p:cNvPr>
            <p:cNvSpPr/>
            <p:nvPr/>
          </p:nvSpPr>
          <p:spPr>
            <a:xfrm>
              <a:off x="3908803" y="5449158"/>
              <a:ext cx="528955" cy="469900"/>
            </a:xfrm>
            <a:custGeom>
              <a:avLst/>
              <a:gdLst/>
              <a:ahLst/>
              <a:cxnLst/>
              <a:rect l="l" t="t" r="r" b="b"/>
              <a:pathLst>
                <a:path w="528954" h="469900">
                  <a:moveTo>
                    <a:pt x="528383" y="177037"/>
                  </a:moveTo>
                  <a:lnTo>
                    <a:pt x="528383" y="440321"/>
                  </a:lnTo>
                  <a:lnTo>
                    <a:pt x="526078" y="451756"/>
                  </a:lnTo>
                  <a:lnTo>
                    <a:pt x="519790" y="461089"/>
                  </a:lnTo>
                  <a:lnTo>
                    <a:pt x="510461" y="467378"/>
                  </a:lnTo>
                  <a:lnTo>
                    <a:pt x="499033" y="469684"/>
                  </a:lnTo>
                  <a:lnTo>
                    <a:pt x="29349" y="469684"/>
                  </a:lnTo>
                  <a:lnTo>
                    <a:pt x="17921" y="467378"/>
                  </a:lnTo>
                  <a:lnTo>
                    <a:pt x="8593" y="461089"/>
                  </a:lnTo>
                  <a:lnTo>
                    <a:pt x="2305" y="451756"/>
                  </a:lnTo>
                  <a:lnTo>
                    <a:pt x="0" y="440321"/>
                  </a:lnTo>
                  <a:lnTo>
                    <a:pt x="0" y="29362"/>
                  </a:lnTo>
                  <a:lnTo>
                    <a:pt x="2305" y="17932"/>
                  </a:lnTo>
                  <a:lnTo>
                    <a:pt x="8593" y="8599"/>
                  </a:lnTo>
                  <a:lnTo>
                    <a:pt x="17921" y="2307"/>
                  </a:lnTo>
                  <a:lnTo>
                    <a:pt x="29349" y="0"/>
                  </a:lnTo>
                  <a:lnTo>
                    <a:pt x="461187" y="0"/>
                  </a:lnTo>
                </a:path>
              </a:pathLst>
            </a:custGeom>
            <a:ln w="9525">
              <a:solidFill>
                <a:srgbClr val="00539B"/>
              </a:solidFill>
            </a:ln>
          </p:spPr>
          <p:txBody>
            <a:bodyPr wrap="square" lIns="0" tIns="0" rIns="0" bIns="0" rtlCol="0"/>
            <a:lstStyle/>
            <a:p>
              <a:endParaRPr/>
            </a:p>
          </p:txBody>
        </p:sp>
        <p:sp>
          <p:nvSpPr>
            <p:cNvPr id="58" name="object 45">
              <a:extLst>
                <a:ext uri="{FF2B5EF4-FFF2-40B4-BE49-F238E27FC236}">
                  <a16:creationId xmlns:a16="http://schemas.microsoft.com/office/drawing/2014/main" id="{A32E0283-7EC0-3843-8673-7F1CE7D0F5B5}"/>
                </a:ext>
              </a:extLst>
            </p:cNvPr>
            <p:cNvSpPr/>
            <p:nvPr/>
          </p:nvSpPr>
          <p:spPr>
            <a:xfrm>
              <a:off x="4128475" y="5449160"/>
              <a:ext cx="88265" cy="117475"/>
            </a:xfrm>
            <a:custGeom>
              <a:avLst/>
              <a:gdLst/>
              <a:ahLst/>
              <a:cxnLst/>
              <a:rect l="l" t="t" r="r" b="b"/>
              <a:pathLst>
                <a:path w="88264" h="117475">
                  <a:moveTo>
                    <a:pt x="88074" y="117424"/>
                  </a:moveTo>
                  <a:lnTo>
                    <a:pt x="0" y="117424"/>
                  </a:lnTo>
                  <a:lnTo>
                    <a:pt x="0" y="0"/>
                  </a:lnTo>
                  <a:lnTo>
                    <a:pt x="88074" y="0"/>
                  </a:lnTo>
                  <a:lnTo>
                    <a:pt x="88074" y="117424"/>
                  </a:lnTo>
                  <a:close/>
                </a:path>
              </a:pathLst>
            </a:custGeom>
            <a:ln w="9525">
              <a:solidFill>
                <a:srgbClr val="00539B"/>
              </a:solidFill>
            </a:ln>
          </p:spPr>
          <p:txBody>
            <a:bodyPr wrap="square" lIns="0" tIns="0" rIns="0" bIns="0" rtlCol="0"/>
            <a:lstStyle/>
            <a:p>
              <a:endParaRPr/>
            </a:p>
          </p:txBody>
        </p:sp>
        <p:sp>
          <p:nvSpPr>
            <p:cNvPr id="59" name="object 46">
              <a:extLst>
                <a:ext uri="{FF2B5EF4-FFF2-40B4-BE49-F238E27FC236}">
                  <a16:creationId xmlns:a16="http://schemas.microsoft.com/office/drawing/2014/main" id="{51B50C2C-C03A-3F4C-ACEC-ABF13FFB7E50}"/>
                </a:ext>
              </a:extLst>
            </p:cNvPr>
            <p:cNvSpPr/>
            <p:nvPr/>
          </p:nvSpPr>
          <p:spPr>
            <a:xfrm>
              <a:off x="4382865" y="5836639"/>
              <a:ext cx="0" cy="51435"/>
            </a:xfrm>
            <a:custGeom>
              <a:avLst/>
              <a:gdLst/>
              <a:ahLst/>
              <a:cxnLst/>
              <a:rect l="l" t="t" r="r" b="b"/>
              <a:pathLst>
                <a:path h="51435">
                  <a:moveTo>
                    <a:pt x="0" y="0"/>
                  </a:moveTo>
                  <a:lnTo>
                    <a:pt x="0" y="51295"/>
                  </a:lnTo>
                </a:path>
              </a:pathLst>
            </a:custGeom>
            <a:ln w="9525">
              <a:solidFill>
                <a:srgbClr val="00539B"/>
              </a:solidFill>
            </a:ln>
          </p:spPr>
          <p:txBody>
            <a:bodyPr wrap="square" lIns="0" tIns="0" rIns="0" bIns="0" rtlCol="0"/>
            <a:lstStyle/>
            <a:p>
              <a:endParaRPr/>
            </a:p>
          </p:txBody>
        </p:sp>
        <p:sp>
          <p:nvSpPr>
            <p:cNvPr id="60" name="object 47">
              <a:extLst>
                <a:ext uri="{FF2B5EF4-FFF2-40B4-BE49-F238E27FC236}">
                  <a16:creationId xmlns:a16="http://schemas.microsoft.com/office/drawing/2014/main" id="{7D65FC87-243E-3145-98FF-27B59DA5C3F1}"/>
                </a:ext>
              </a:extLst>
            </p:cNvPr>
            <p:cNvSpPr/>
            <p:nvPr/>
          </p:nvSpPr>
          <p:spPr>
            <a:xfrm>
              <a:off x="4359450" y="5836635"/>
              <a:ext cx="46990" cy="23495"/>
            </a:xfrm>
            <a:custGeom>
              <a:avLst/>
              <a:gdLst/>
              <a:ahLst/>
              <a:cxnLst/>
              <a:rect l="l" t="t" r="r" b="b"/>
              <a:pathLst>
                <a:path w="46989" h="23495">
                  <a:moveTo>
                    <a:pt x="0" y="23418"/>
                  </a:moveTo>
                  <a:lnTo>
                    <a:pt x="23418" y="0"/>
                  </a:lnTo>
                  <a:lnTo>
                    <a:pt x="46837" y="23418"/>
                  </a:lnTo>
                </a:path>
              </a:pathLst>
            </a:custGeom>
            <a:ln w="9525">
              <a:solidFill>
                <a:srgbClr val="00539B"/>
              </a:solidFill>
            </a:ln>
          </p:spPr>
          <p:txBody>
            <a:bodyPr wrap="square" lIns="0" tIns="0" rIns="0" bIns="0" rtlCol="0"/>
            <a:lstStyle/>
            <a:p>
              <a:endParaRPr/>
            </a:p>
          </p:txBody>
        </p:sp>
        <p:sp>
          <p:nvSpPr>
            <p:cNvPr id="61" name="object 48">
              <a:extLst>
                <a:ext uri="{FF2B5EF4-FFF2-40B4-BE49-F238E27FC236}">
                  <a16:creationId xmlns:a16="http://schemas.microsoft.com/office/drawing/2014/main" id="{F9EBA885-3EE7-9447-A5AD-7CDE9C66B46B}"/>
                </a:ext>
              </a:extLst>
            </p:cNvPr>
            <p:cNvSpPr/>
            <p:nvPr/>
          </p:nvSpPr>
          <p:spPr>
            <a:xfrm>
              <a:off x="4322105" y="5836639"/>
              <a:ext cx="0" cy="51435"/>
            </a:xfrm>
            <a:custGeom>
              <a:avLst/>
              <a:gdLst/>
              <a:ahLst/>
              <a:cxnLst/>
              <a:rect l="l" t="t" r="r" b="b"/>
              <a:pathLst>
                <a:path h="51435">
                  <a:moveTo>
                    <a:pt x="0" y="0"/>
                  </a:moveTo>
                  <a:lnTo>
                    <a:pt x="0" y="51295"/>
                  </a:lnTo>
                </a:path>
              </a:pathLst>
            </a:custGeom>
            <a:ln w="9525">
              <a:solidFill>
                <a:srgbClr val="00539B"/>
              </a:solidFill>
            </a:ln>
          </p:spPr>
          <p:txBody>
            <a:bodyPr wrap="square" lIns="0" tIns="0" rIns="0" bIns="0" rtlCol="0"/>
            <a:lstStyle/>
            <a:p>
              <a:endParaRPr/>
            </a:p>
          </p:txBody>
        </p:sp>
        <p:sp>
          <p:nvSpPr>
            <p:cNvPr id="62" name="object 49">
              <a:extLst>
                <a:ext uri="{FF2B5EF4-FFF2-40B4-BE49-F238E27FC236}">
                  <a16:creationId xmlns:a16="http://schemas.microsoft.com/office/drawing/2014/main" id="{E0B3FBA6-B5E3-A349-B995-9EC3C86B768A}"/>
                </a:ext>
              </a:extLst>
            </p:cNvPr>
            <p:cNvSpPr/>
            <p:nvPr/>
          </p:nvSpPr>
          <p:spPr>
            <a:xfrm>
              <a:off x="4298690" y="5836635"/>
              <a:ext cx="46990" cy="23495"/>
            </a:xfrm>
            <a:custGeom>
              <a:avLst/>
              <a:gdLst/>
              <a:ahLst/>
              <a:cxnLst/>
              <a:rect l="l" t="t" r="r" b="b"/>
              <a:pathLst>
                <a:path w="46989" h="23495">
                  <a:moveTo>
                    <a:pt x="0" y="23418"/>
                  </a:moveTo>
                  <a:lnTo>
                    <a:pt x="23418" y="0"/>
                  </a:lnTo>
                  <a:lnTo>
                    <a:pt x="46837" y="23418"/>
                  </a:lnTo>
                </a:path>
              </a:pathLst>
            </a:custGeom>
            <a:ln w="9525">
              <a:solidFill>
                <a:srgbClr val="00539B"/>
              </a:solidFill>
            </a:ln>
          </p:spPr>
          <p:txBody>
            <a:bodyPr wrap="square" lIns="0" tIns="0" rIns="0" bIns="0" rtlCol="0"/>
            <a:lstStyle/>
            <a:p>
              <a:endParaRPr/>
            </a:p>
          </p:txBody>
        </p:sp>
        <p:sp>
          <p:nvSpPr>
            <p:cNvPr id="63" name="object 50">
              <a:extLst>
                <a:ext uri="{FF2B5EF4-FFF2-40B4-BE49-F238E27FC236}">
                  <a16:creationId xmlns:a16="http://schemas.microsoft.com/office/drawing/2014/main" id="{0DCFB2A3-C608-6843-ADCA-541DCA216069}"/>
                </a:ext>
              </a:extLst>
            </p:cNvPr>
            <p:cNvSpPr/>
            <p:nvPr/>
          </p:nvSpPr>
          <p:spPr>
            <a:xfrm>
              <a:off x="3957204" y="5684003"/>
              <a:ext cx="126364" cy="0"/>
            </a:xfrm>
            <a:custGeom>
              <a:avLst/>
              <a:gdLst/>
              <a:ahLst/>
              <a:cxnLst/>
              <a:rect l="l" t="t" r="r" b="b"/>
              <a:pathLst>
                <a:path w="126364">
                  <a:moveTo>
                    <a:pt x="0" y="0"/>
                  </a:moveTo>
                  <a:lnTo>
                    <a:pt x="126199" y="0"/>
                  </a:lnTo>
                </a:path>
              </a:pathLst>
            </a:custGeom>
            <a:ln w="9525">
              <a:solidFill>
                <a:srgbClr val="00539B"/>
              </a:solidFill>
            </a:ln>
          </p:spPr>
          <p:txBody>
            <a:bodyPr wrap="square" lIns="0" tIns="0" rIns="0" bIns="0" rtlCol="0"/>
            <a:lstStyle/>
            <a:p>
              <a:endParaRPr/>
            </a:p>
          </p:txBody>
        </p:sp>
        <p:sp>
          <p:nvSpPr>
            <p:cNvPr id="64" name="object 51">
              <a:extLst>
                <a:ext uri="{FF2B5EF4-FFF2-40B4-BE49-F238E27FC236}">
                  <a16:creationId xmlns:a16="http://schemas.microsoft.com/office/drawing/2014/main" id="{67639201-A15A-4D4B-A423-BE1C879B7F11}"/>
                </a:ext>
              </a:extLst>
            </p:cNvPr>
            <p:cNvSpPr/>
            <p:nvPr/>
          </p:nvSpPr>
          <p:spPr>
            <a:xfrm>
              <a:off x="3957204" y="5710495"/>
              <a:ext cx="63500" cy="0"/>
            </a:xfrm>
            <a:custGeom>
              <a:avLst/>
              <a:gdLst/>
              <a:ahLst/>
              <a:cxnLst/>
              <a:rect l="l" t="t" r="r" b="b"/>
              <a:pathLst>
                <a:path w="63500">
                  <a:moveTo>
                    <a:pt x="0" y="0"/>
                  </a:moveTo>
                  <a:lnTo>
                    <a:pt x="63106" y="0"/>
                  </a:lnTo>
                </a:path>
              </a:pathLst>
            </a:custGeom>
            <a:ln w="9525">
              <a:solidFill>
                <a:srgbClr val="00539B"/>
              </a:solidFill>
            </a:ln>
          </p:spPr>
          <p:txBody>
            <a:bodyPr wrap="square" lIns="0" tIns="0" rIns="0" bIns="0" rtlCol="0"/>
            <a:lstStyle/>
            <a:p>
              <a:endParaRPr/>
            </a:p>
          </p:txBody>
        </p:sp>
        <p:pic>
          <p:nvPicPr>
            <p:cNvPr id="65" name="object 52">
              <a:extLst>
                <a:ext uri="{FF2B5EF4-FFF2-40B4-BE49-F238E27FC236}">
                  <a16:creationId xmlns:a16="http://schemas.microsoft.com/office/drawing/2014/main" id="{FE9BF9F9-6423-784C-90AF-36CA92CE7EA8}"/>
                </a:ext>
              </a:extLst>
            </p:cNvPr>
            <p:cNvPicPr/>
            <p:nvPr/>
          </p:nvPicPr>
          <p:blipFill>
            <a:blip r:embed="rId6" cstate="print"/>
            <a:stretch>
              <a:fillRect/>
            </a:stretch>
          </p:blipFill>
          <p:spPr>
            <a:xfrm>
              <a:off x="4331163" y="5394198"/>
              <a:ext cx="212064" cy="236758"/>
            </a:xfrm>
            <a:prstGeom prst="rect">
              <a:avLst/>
            </a:prstGeom>
          </p:spPr>
        </p:pic>
      </p:grpSp>
      <p:grpSp>
        <p:nvGrpSpPr>
          <p:cNvPr id="66" name="object 53">
            <a:extLst>
              <a:ext uri="{FF2B5EF4-FFF2-40B4-BE49-F238E27FC236}">
                <a16:creationId xmlns:a16="http://schemas.microsoft.com/office/drawing/2014/main" id="{9ADC66DF-F516-604B-9912-5BC82B4C3765}"/>
              </a:ext>
            </a:extLst>
          </p:cNvPr>
          <p:cNvGrpSpPr/>
          <p:nvPr/>
        </p:nvGrpSpPr>
        <p:grpSpPr>
          <a:xfrm>
            <a:off x="5452814" y="1207682"/>
            <a:ext cx="780415" cy="536575"/>
            <a:chOff x="5184457" y="5369208"/>
            <a:chExt cx="780415" cy="536575"/>
          </a:xfrm>
        </p:grpSpPr>
        <p:sp>
          <p:nvSpPr>
            <p:cNvPr id="67" name="object 54">
              <a:extLst>
                <a:ext uri="{FF2B5EF4-FFF2-40B4-BE49-F238E27FC236}">
                  <a16:creationId xmlns:a16="http://schemas.microsoft.com/office/drawing/2014/main" id="{5227B667-579A-CD46-A002-9655578D6BC5}"/>
                </a:ext>
              </a:extLst>
            </p:cNvPr>
            <p:cNvSpPr/>
            <p:nvPr/>
          </p:nvSpPr>
          <p:spPr>
            <a:xfrm>
              <a:off x="5394910" y="5486826"/>
              <a:ext cx="401320" cy="365125"/>
            </a:xfrm>
            <a:custGeom>
              <a:avLst/>
              <a:gdLst/>
              <a:ahLst/>
              <a:cxnLst/>
              <a:rect l="l" t="t" r="r" b="b"/>
              <a:pathLst>
                <a:path w="401320" h="365125">
                  <a:moveTo>
                    <a:pt x="23888" y="365048"/>
                  </a:moveTo>
                  <a:lnTo>
                    <a:pt x="0" y="365048"/>
                  </a:lnTo>
                  <a:lnTo>
                    <a:pt x="0" y="0"/>
                  </a:lnTo>
                  <a:lnTo>
                    <a:pt x="401218" y="0"/>
                  </a:lnTo>
                  <a:lnTo>
                    <a:pt x="401218" y="365048"/>
                  </a:lnTo>
                  <a:lnTo>
                    <a:pt x="121170" y="365048"/>
                  </a:lnTo>
                </a:path>
              </a:pathLst>
            </a:custGeom>
            <a:ln w="9753">
              <a:solidFill>
                <a:srgbClr val="00539B"/>
              </a:solidFill>
            </a:ln>
          </p:spPr>
          <p:txBody>
            <a:bodyPr wrap="square" lIns="0" tIns="0" rIns="0" bIns="0" rtlCol="0"/>
            <a:lstStyle/>
            <a:p>
              <a:endParaRPr/>
            </a:p>
          </p:txBody>
        </p:sp>
        <p:sp>
          <p:nvSpPr>
            <p:cNvPr id="68" name="object 55">
              <a:extLst>
                <a:ext uri="{FF2B5EF4-FFF2-40B4-BE49-F238E27FC236}">
                  <a16:creationId xmlns:a16="http://schemas.microsoft.com/office/drawing/2014/main" id="{71EC05E3-BFC4-0045-8B76-072437BFD26D}"/>
                </a:ext>
              </a:extLst>
            </p:cNvPr>
            <p:cNvSpPr/>
            <p:nvPr/>
          </p:nvSpPr>
          <p:spPr>
            <a:xfrm>
              <a:off x="5796137" y="5851875"/>
              <a:ext cx="23495" cy="0"/>
            </a:xfrm>
            <a:custGeom>
              <a:avLst/>
              <a:gdLst/>
              <a:ahLst/>
              <a:cxnLst/>
              <a:rect l="l" t="t" r="r" b="b"/>
              <a:pathLst>
                <a:path w="23495">
                  <a:moveTo>
                    <a:pt x="0" y="0"/>
                  </a:moveTo>
                  <a:lnTo>
                    <a:pt x="22898" y="0"/>
                  </a:lnTo>
                </a:path>
              </a:pathLst>
            </a:custGeom>
            <a:ln w="9753">
              <a:solidFill>
                <a:srgbClr val="00539B"/>
              </a:solidFill>
            </a:ln>
          </p:spPr>
          <p:txBody>
            <a:bodyPr wrap="square" lIns="0" tIns="0" rIns="0" bIns="0" rtlCol="0"/>
            <a:lstStyle/>
            <a:p>
              <a:endParaRPr/>
            </a:p>
          </p:txBody>
        </p:sp>
        <p:sp>
          <p:nvSpPr>
            <p:cNvPr id="69" name="object 56">
              <a:extLst>
                <a:ext uri="{FF2B5EF4-FFF2-40B4-BE49-F238E27FC236}">
                  <a16:creationId xmlns:a16="http://schemas.microsoft.com/office/drawing/2014/main" id="{69E50325-E671-1048-8112-75E3EC8856DC}"/>
                </a:ext>
              </a:extLst>
            </p:cNvPr>
            <p:cNvSpPr/>
            <p:nvPr/>
          </p:nvSpPr>
          <p:spPr>
            <a:xfrm>
              <a:off x="5915836" y="5696491"/>
              <a:ext cx="44450" cy="155575"/>
            </a:xfrm>
            <a:custGeom>
              <a:avLst/>
              <a:gdLst/>
              <a:ahLst/>
              <a:cxnLst/>
              <a:rect l="l" t="t" r="r" b="b"/>
              <a:pathLst>
                <a:path w="44450" h="155575">
                  <a:moveTo>
                    <a:pt x="0" y="155384"/>
                  </a:moveTo>
                  <a:lnTo>
                    <a:pt x="16522" y="155384"/>
                  </a:lnTo>
                  <a:lnTo>
                    <a:pt x="43916" y="130721"/>
                  </a:lnTo>
                  <a:lnTo>
                    <a:pt x="43916" y="0"/>
                  </a:lnTo>
                </a:path>
              </a:pathLst>
            </a:custGeom>
            <a:ln w="9753">
              <a:solidFill>
                <a:srgbClr val="00539B"/>
              </a:solidFill>
            </a:ln>
          </p:spPr>
          <p:txBody>
            <a:bodyPr wrap="square" lIns="0" tIns="0" rIns="0" bIns="0" rtlCol="0"/>
            <a:lstStyle/>
            <a:p>
              <a:endParaRPr/>
            </a:p>
          </p:txBody>
        </p:sp>
        <p:sp>
          <p:nvSpPr>
            <p:cNvPr id="70" name="object 57">
              <a:extLst>
                <a:ext uri="{FF2B5EF4-FFF2-40B4-BE49-F238E27FC236}">
                  <a16:creationId xmlns:a16="http://schemas.microsoft.com/office/drawing/2014/main" id="{7DC9F187-7336-E047-A061-3AA3A9678F66}"/>
                </a:ext>
              </a:extLst>
            </p:cNvPr>
            <p:cNvSpPr/>
            <p:nvPr/>
          </p:nvSpPr>
          <p:spPr>
            <a:xfrm>
              <a:off x="5796130" y="5569418"/>
              <a:ext cx="163830" cy="228600"/>
            </a:xfrm>
            <a:custGeom>
              <a:avLst/>
              <a:gdLst/>
              <a:ahLst/>
              <a:cxnLst/>
              <a:rect l="l" t="t" r="r" b="b"/>
              <a:pathLst>
                <a:path w="163829" h="228600">
                  <a:moveTo>
                    <a:pt x="96062" y="0"/>
                  </a:moveTo>
                  <a:lnTo>
                    <a:pt x="0" y="0"/>
                  </a:lnTo>
                  <a:lnTo>
                    <a:pt x="0" y="127063"/>
                  </a:lnTo>
                  <a:lnTo>
                    <a:pt x="96215" y="127063"/>
                  </a:lnTo>
                  <a:lnTo>
                    <a:pt x="132384" y="228180"/>
                  </a:lnTo>
                  <a:lnTo>
                    <a:pt x="163626" y="228180"/>
                  </a:lnTo>
                  <a:lnTo>
                    <a:pt x="163626" y="67576"/>
                  </a:lnTo>
                  <a:lnTo>
                    <a:pt x="158317" y="41271"/>
                  </a:lnTo>
                  <a:lnTo>
                    <a:pt x="143837" y="19791"/>
                  </a:lnTo>
                  <a:lnTo>
                    <a:pt x="122360" y="5309"/>
                  </a:lnTo>
                  <a:lnTo>
                    <a:pt x="96062" y="0"/>
                  </a:lnTo>
                  <a:close/>
                </a:path>
              </a:pathLst>
            </a:custGeom>
            <a:ln w="9753">
              <a:solidFill>
                <a:srgbClr val="00539B"/>
              </a:solidFill>
            </a:ln>
          </p:spPr>
          <p:txBody>
            <a:bodyPr wrap="square" lIns="0" tIns="0" rIns="0" bIns="0" rtlCol="0"/>
            <a:lstStyle/>
            <a:p>
              <a:endParaRPr/>
            </a:p>
          </p:txBody>
        </p:sp>
        <p:sp>
          <p:nvSpPr>
            <p:cNvPr id="71" name="object 58">
              <a:extLst>
                <a:ext uri="{FF2B5EF4-FFF2-40B4-BE49-F238E27FC236}">
                  <a16:creationId xmlns:a16="http://schemas.microsoft.com/office/drawing/2014/main" id="{6860D01F-0D7D-CF4F-A94F-106CA92523F9}"/>
                </a:ext>
              </a:extLst>
            </p:cNvPr>
            <p:cNvSpPr/>
            <p:nvPr/>
          </p:nvSpPr>
          <p:spPr>
            <a:xfrm>
              <a:off x="5821634" y="5747186"/>
              <a:ext cx="31750" cy="0"/>
            </a:xfrm>
            <a:custGeom>
              <a:avLst/>
              <a:gdLst/>
              <a:ahLst/>
              <a:cxnLst/>
              <a:rect l="l" t="t" r="r" b="b"/>
              <a:pathLst>
                <a:path w="31750">
                  <a:moveTo>
                    <a:pt x="0" y="0"/>
                  </a:moveTo>
                  <a:lnTo>
                    <a:pt x="31229" y="0"/>
                  </a:lnTo>
                </a:path>
              </a:pathLst>
            </a:custGeom>
            <a:ln w="9753">
              <a:solidFill>
                <a:srgbClr val="00539B"/>
              </a:solidFill>
            </a:ln>
          </p:spPr>
          <p:txBody>
            <a:bodyPr wrap="square" lIns="0" tIns="0" rIns="0" bIns="0" rtlCol="0"/>
            <a:lstStyle/>
            <a:p>
              <a:endParaRPr/>
            </a:p>
          </p:txBody>
        </p:sp>
        <p:pic>
          <p:nvPicPr>
            <p:cNvPr id="72" name="object 59">
              <a:extLst>
                <a:ext uri="{FF2B5EF4-FFF2-40B4-BE49-F238E27FC236}">
                  <a16:creationId xmlns:a16="http://schemas.microsoft.com/office/drawing/2014/main" id="{002F0151-EB36-6A48-81D4-552332585FAE}"/>
                </a:ext>
              </a:extLst>
            </p:cNvPr>
            <p:cNvPicPr/>
            <p:nvPr/>
          </p:nvPicPr>
          <p:blipFill>
            <a:blip r:embed="rId7" cstate="print"/>
            <a:stretch>
              <a:fillRect/>
            </a:stretch>
          </p:blipFill>
          <p:spPr>
            <a:xfrm>
              <a:off x="5413927" y="5798357"/>
              <a:ext cx="107035" cy="107035"/>
            </a:xfrm>
            <a:prstGeom prst="rect">
              <a:avLst/>
            </a:prstGeom>
          </p:spPr>
        </p:pic>
        <p:sp>
          <p:nvSpPr>
            <p:cNvPr id="73" name="object 60">
              <a:extLst>
                <a:ext uri="{FF2B5EF4-FFF2-40B4-BE49-F238E27FC236}">
                  <a16:creationId xmlns:a16="http://schemas.microsoft.com/office/drawing/2014/main" id="{1B115D7D-01D9-D04F-8DB4-46A0E212C7D0}"/>
                </a:ext>
              </a:extLst>
            </p:cNvPr>
            <p:cNvSpPr/>
            <p:nvPr/>
          </p:nvSpPr>
          <p:spPr>
            <a:xfrm>
              <a:off x="5818554" y="5803234"/>
              <a:ext cx="97790" cy="97790"/>
            </a:xfrm>
            <a:custGeom>
              <a:avLst/>
              <a:gdLst/>
              <a:ahLst/>
              <a:cxnLst/>
              <a:rect l="l" t="t" r="r" b="b"/>
              <a:pathLst>
                <a:path w="97789" h="97789">
                  <a:moveTo>
                    <a:pt x="97282" y="48640"/>
                  </a:moveTo>
                  <a:lnTo>
                    <a:pt x="93459" y="67572"/>
                  </a:lnTo>
                  <a:lnTo>
                    <a:pt x="83034" y="83034"/>
                  </a:lnTo>
                  <a:lnTo>
                    <a:pt x="67572" y="93459"/>
                  </a:lnTo>
                  <a:lnTo>
                    <a:pt x="48641" y="97281"/>
                  </a:lnTo>
                  <a:lnTo>
                    <a:pt x="29703" y="93459"/>
                  </a:lnTo>
                  <a:lnTo>
                    <a:pt x="14243" y="83034"/>
                  </a:lnTo>
                  <a:lnTo>
                    <a:pt x="3821" y="67572"/>
                  </a:lnTo>
                  <a:lnTo>
                    <a:pt x="0" y="48640"/>
                  </a:lnTo>
                  <a:lnTo>
                    <a:pt x="3821" y="29709"/>
                  </a:lnTo>
                  <a:lnTo>
                    <a:pt x="14243" y="14247"/>
                  </a:lnTo>
                  <a:lnTo>
                    <a:pt x="29703" y="3822"/>
                  </a:lnTo>
                  <a:lnTo>
                    <a:pt x="48641" y="0"/>
                  </a:lnTo>
                  <a:lnTo>
                    <a:pt x="67572" y="3822"/>
                  </a:lnTo>
                  <a:lnTo>
                    <a:pt x="83034" y="14247"/>
                  </a:lnTo>
                  <a:lnTo>
                    <a:pt x="93459" y="29709"/>
                  </a:lnTo>
                  <a:lnTo>
                    <a:pt x="97282" y="48640"/>
                  </a:lnTo>
                  <a:close/>
                </a:path>
              </a:pathLst>
            </a:custGeom>
            <a:ln w="9753">
              <a:solidFill>
                <a:srgbClr val="00539B"/>
              </a:solidFill>
            </a:ln>
          </p:spPr>
          <p:txBody>
            <a:bodyPr wrap="square" lIns="0" tIns="0" rIns="0" bIns="0" rtlCol="0"/>
            <a:lstStyle/>
            <a:p>
              <a:endParaRPr/>
            </a:p>
          </p:txBody>
        </p:sp>
        <p:sp>
          <p:nvSpPr>
            <p:cNvPr id="74" name="object 61">
              <a:extLst>
                <a:ext uri="{FF2B5EF4-FFF2-40B4-BE49-F238E27FC236}">
                  <a16:creationId xmlns:a16="http://schemas.microsoft.com/office/drawing/2014/main" id="{BF373061-9DDA-6D41-90F3-3F3B560A11EA}"/>
                </a:ext>
              </a:extLst>
            </p:cNvPr>
            <p:cNvSpPr/>
            <p:nvPr/>
          </p:nvSpPr>
          <p:spPr>
            <a:xfrm>
              <a:off x="5248916" y="5571010"/>
              <a:ext cx="146050" cy="250825"/>
            </a:xfrm>
            <a:custGeom>
              <a:avLst/>
              <a:gdLst/>
              <a:ahLst/>
              <a:cxnLst/>
              <a:rect l="l" t="t" r="r" b="b"/>
              <a:pathLst>
                <a:path w="146050" h="250825">
                  <a:moveTo>
                    <a:pt x="145999" y="250355"/>
                  </a:moveTo>
                  <a:lnTo>
                    <a:pt x="53949" y="250355"/>
                  </a:lnTo>
                  <a:lnTo>
                    <a:pt x="32950" y="246117"/>
                  </a:lnTo>
                  <a:lnTo>
                    <a:pt x="15801" y="234559"/>
                  </a:lnTo>
                  <a:lnTo>
                    <a:pt x="4239" y="217415"/>
                  </a:lnTo>
                  <a:lnTo>
                    <a:pt x="0" y="196418"/>
                  </a:lnTo>
                  <a:lnTo>
                    <a:pt x="0" y="0"/>
                  </a:lnTo>
                </a:path>
              </a:pathLst>
            </a:custGeom>
            <a:ln w="9753">
              <a:solidFill>
                <a:srgbClr val="00539B"/>
              </a:solidFill>
            </a:ln>
          </p:spPr>
          <p:txBody>
            <a:bodyPr wrap="square" lIns="0" tIns="0" rIns="0" bIns="0" rtlCol="0"/>
            <a:lstStyle/>
            <a:p>
              <a:endParaRPr/>
            </a:p>
          </p:txBody>
        </p:sp>
        <p:pic>
          <p:nvPicPr>
            <p:cNvPr id="75" name="object 62">
              <a:extLst>
                <a:ext uri="{FF2B5EF4-FFF2-40B4-BE49-F238E27FC236}">
                  <a16:creationId xmlns:a16="http://schemas.microsoft.com/office/drawing/2014/main" id="{1BFD46DA-DB9E-4046-B555-E2436A81FB69}"/>
                </a:ext>
              </a:extLst>
            </p:cNvPr>
            <p:cNvPicPr/>
            <p:nvPr/>
          </p:nvPicPr>
          <p:blipFill>
            <a:blip r:embed="rId8" cstate="print"/>
            <a:stretch>
              <a:fillRect/>
            </a:stretch>
          </p:blipFill>
          <p:spPr>
            <a:xfrm>
              <a:off x="5184457" y="5369208"/>
              <a:ext cx="128930" cy="206674"/>
            </a:xfrm>
            <a:prstGeom prst="rect">
              <a:avLst/>
            </a:prstGeom>
          </p:spPr>
        </p:pic>
      </p:grpSp>
      <p:sp>
        <p:nvSpPr>
          <p:cNvPr id="76" name="object 63">
            <a:extLst>
              <a:ext uri="{FF2B5EF4-FFF2-40B4-BE49-F238E27FC236}">
                <a16:creationId xmlns:a16="http://schemas.microsoft.com/office/drawing/2014/main" id="{580194AC-F868-894D-B449-F037A82FD249}"/>
              </a:ext>
            </a:extLst>
          </p:cNvPr>
          <p:cNvSpPr txBox="1"/>
          <p:nvPr/>
        </p:nvSpPr>
        <p:spPr>
          <a:xfrm>
            <a:off x="711650" y="1865677"/>
            <a:ext cx="917575" cy="208279"/>
          </a:xfrm>
          <a:prstGeom prst="rect">
            <a:avLst/>
          </a:prstGeom>
        </p:spPr>
        <p:txBody>
          <a:bodyPr vert="horz" wrap="square" lIns="0" tIns="12700" rIns="0" bIns="0" rtlCol="0">
            <a:spAutoFit/>
          </a:bodyPr>
          <a:lstStyle/>
          <a:p>
            <a:pPr marL="12700">
              <a:lnSpc>
                <a:spcPct val="100000"/>
              </a:lnSpc>
              <a:spcBef>
                <a:spcPts val="100"/>
              </a:spcBef>
            </a:pPr>
            <a:r>
              <a:rPr sz="1200" spc="20">
                <a:solidFill>
                  <a:srgbClr val="00539B"/>
                </a:solidFill>
                <a:latin typeface="Arial MT"/>
                <a:cs typeface="Arial MT"/>
              </a:rPr>
              <a:t>Urbanization</a:t>
            </a:r>
            <a:endParaRPr sz="1200">
              <a:latin typeface="Arial MT"/>
              <a:cs typeface="Arial MT"/>
            </a:endParaRPr>
          </a:p>
        </p:txBody>
      </p:sp>
      <p:sp>
        <p:nvSpPr>
          <p:cNvPr id="77" name="object 64">
            <a:extLst>
              <a:ext uri="{FF2B5EF4-FFF2-40B4-BE49-F238E27FC236}">
                <a16:creationId xmlns:a16="http://schemas.microsoft.com/office/drawing/2014/main" id="{04624394-B438-1F45-8D70-34B6BB4F9D86}"/>
              </a:ext>
            </a:extLst>
          </p:cNvPr>
          <p:cNvSpPr txBox="1"/>
          <p:nvPr/>
        </p:nvSpPr>
        <p:spPr>
          <a:xfrm>
            <a:off x="1856766" y="1865677"/>
            <a:ext cx="793750" cy="208279"/>
          </a:xfrm>
          <a:prstGeom prst="rect">
            <a:avLst/>
          </a:prstGeom>
        </p:spPr>
        <p:txBody>
          <a:bodyPr vert="horz" wrap="square" lIns="0" tIns="12700" rIns="0" bIns="0" rtlCol="0">
            <a:spAutoFit/>
          </a:bodyPr>
          <a:lstStyle/>
          <a:p>
            <a:pPr marL="12700">
              <a:lnSpc>
                <a:spcPct val="100000"/>
              </a:lnSpc>
              <a:spcBef>
                <a:spcPts val="100"/>
              </a:spcBef>
            </a:pPr>
            <a:r>
              <a:rPr sz="1200" spc="25">
                <a:solidFill>
                  <a:srgbClr val="00539B"/>
                </a:solidFill>
                <a:latin typeface="Arial MT"/>
                <a:cs typeface="Arial MT"/>
              </a:rPr>
              <a:t>Customers</a:t>
            </a:r>
            <a:endParaRPr sz="1200">
              <a:latin typeface="Arial MT"/>
              <a:cs typeface="Arial MT"/>
            </a:endParaRPr>
          </a:p>
        </p:txBody>
      </p:sp>
      <p:sp>
        <p:nvSpPr>
          <p:cNvPr id="78" name="object 65">
            <a:extLst>
              <a:ext uri="{FF2B5EF4-FFF2-40B4-BE49-F238E27FC236}">
                <a16:creationId xmlns:a16="http://schemas.microsoft.com/office/drawing/2014/main" id="{F6EC1534-0985-8E43-BD73-F29B2DC44450}"/>
              </a:ext>
            </a:extLst>
          </p:cNvPr>
          <p:cNvSpPr txBox="1"/>
          <p:nvPr/>
        </p:nvSpPr>
        <p:spPr>
          <a:xfrm>
            <a:off x="3001882" y="1865677"/>
            <a:ext cx="663575" cy="208279"/>
          </a:xfrm>
          <a:prstGeom prst="rect">
            <a:avLst/>
          </a:prstGeom>
        </p:spPr>
        <p:txBody>
          <a:bodyPr vert="horz" wrap="square" lIns="0" tIns="12700" rIns="0" bIns="0" rtlCol="0">
            <a:spAutoFit/>
          </a:bodyPr>
          <a:lstStyle/>
          <a:p>
            <a:pPr marL="12700">
              <a:lnSpc>
                <a:spcPct val="100000"/>
              </a:lnSpc>
              <a:spcBef>
                <a:spcPts val="100"/>
              </a:spcBef>
            </a:pPr>
            <a:r>
              <a:rPr sz="1200" spc="15">
                <a:solidFill>
                  <a:srgbClr val="00539B"/>
                </a:solidFill>
                <a:latin typeface="Arial MT"/>
                <a:cs typeface="Arial MT"/>
              </a:rPr>
              <a:t>P</a:t>
            </a:r>
            <a:r>
              <a:rPr sz="1200" spc="-20">
                <a:solidFill>
                  <a:srgbClr val="00539B"/>
                </a:solidFill>
                <a:latin typeface="Arial MT"/>
                <a:cs typeface="Arial MT"/>
              </a:rPr>
              <a:t>r</a:t>
            </a:r>
            <a:r>
              <a:rPr sz="1200" spc="45">
                <a:solidFill>
                  <a:srgbClr val="00539B"/>
                </a:solidFill>
                <a:latin typeface="Arial MT"/>
                <a:cs typeface="Arial MT"/>
              </a:rPr>
              <a:t>oducts</a:t>
            </a:r>
            <a:endParaRPr sz="1200">
              <a:latin typeface="Arial MT"/>
              <a:cs typeface="Arial MT"/>
            </a:endParaRPr>
          </a:p>
        </p:txBody>
      </p:sp>
      <p:sp>
        <p:nvSpPr>
          <p:cNvPr id="79" name="object 66">
            <a:extLst>
              <a:ext uri="{FF2B5EF4-FFF2-40B4-BE49-F238E27FC236}">
                <a16:creationId xmlns:a16="http://schemas.microsoft.com/office/drawing/2014/main" id="{599E267D-ABA7-034A-9BCB-A23113E08362}"/>
              </a:ext>
            </a:extLst>
          </p:cNvPr>
          <p:cNvSpPr txBox="1"/>
          <p:nvPr/>
        </p:nvSpPr>
        <p:spPr>
          <a:xfrm>
            <a:off x="4146997" y="1865677"/>
            <a:ext cx="2110740" cy="208279"/>
          </a:xfrm>
          <a:prstGeom prst="rect">
            <a:avLst/>
          </a:prstGeom>
        </p:spPr>
        <p:txBody>
          <a:bodyPr vert="horz" wrap="square" lIns="0" tIns="12700" rIns="0" bIns="0" rtlCol="0">
            <a:spAutoFit/>
          </a:bodyPr>
          <a:lstStyle/>
          <a:p>
            <a:pPr marL="12700">
              <a:lnSpc>
                <a:spcPct val="100000"/>
              </a:lnSpc>
              <a:spcBef>
                <a:spcPts val="100"/>
              </a:spcBef>
              <a:tabLst>
                <a:tab pos="1292225" algn="l"/>
              </a:tabLst>
            </a:pPr>
            <a:r>
              <a:rPr sz="1200" spc="10">
                <a:solidFill>
                  <a:srgbClr val="00539B"/>
                </a:solidFill>
                <a:latin typeface="Arial MT"/>
                <a:cs typeface="Arial MT"/>
              </a:rPr>
              <a:t>Delivery	Technology</a:t>
            </a:r>
            <a:endParaRPr sz="1200">
              <a:latin typeface="Arial MT"/>
              <a:cs typeface="Arial MT"/>
            </a:endParaRPr>
          </a:p>
        </p:txBody>
      </p:sp>
      <p:sp>
        <p:nvSpPr>
          <p:cNvPr id="80" name="object 67">
            <a:extLst>
              <a:ext uri="{FF2B5EF4-FFF2-40B4-BE49-F238E27FC236}">
                <a16:creationId xmlns:a16="http://schemas.microsoft.com/office/drawing/2014/main" id="{9A46C7FC-CC5A-C64D-A0CB-5E96B998264D}"/>
              </a:ext>
            </a:extLst>
          </p:cNvPr>
          <p:cNvSpPr txBox="1"/>
          <p:nvPr/>
        </p:nvSpPr>
        <p:spPr>
          <a:xfrm>
            <a:off x="711650" y="2221277"/>
            <a:ext cx="828040" cy="609600"/>
          </a:xfrm>
          <a:prstGeom prst="rect">
            <a:avLst/>
          </a:prstGeom>
        </p:spPr>
        <p:txBody>
          <a:bodyPr vert="horz" wrap="square" lIns="0" tIns="12700" rIns="0" bIns="0" rtlCol="0">
            <a:spAutoFit/>
          </a:bodyPr>
          <a:lstStyle/>
          <a:p>
            <a:pPr marL="12700">
              <a:lnSpc>
                <a:spcPts val="2300"/>
              </a:lnSpc>
              <a:spcBef>
                <a:spcPts val="100"/>
              </a:spcBef>
            </a:pPr>
            <a:r>
              <a:rPr sz="2000" spc="-5">
                <a:solidFill>
                  <a:srgbClr val="2C3354"/>
                </a:solidFill>
                <a:latin typeface="Arial MT"/>
                <a:cs typeface="Arial MT"/>
              </a:rPr>
              <a:t>60%</a:t>
            </a:r>
            <a:endParaRPr sz="2000">
              <a:latin typeface="Arial MT"/>
              <a:cs typeface="Arial MT"/>
            </a:endParaRPr>
          </a:p>
          <a:p>
            <a:pPr marL="12700">
              <a:lnSpc>
                <a:spcPts val="1100"/>
              </a:lnSpc>
            </a:pPr>
            <a:r>
              <a:rPr sz="1000" spc="-15">
                <a:solidFill>
                  <a:srgbClr val="4D4D4F"/>
                </a:solidFill>
                <a:latin typeface="Arial MT"/>
                <a:cs typeface="Arial MT"/>
              </a:rPr>
              <a:t>people</a:t>
            </a:r>
            <a:r>
              <a:rPr sz="1000" spc="-30">
                <a:solidFill>
                  <a:srgbClr val="4D4D4F"/>
                </a:solidFill>
                <a:latin typeface="Arial MT"/>
                <a:cs typeface="Arial MT"/>
              </a:rPr>
              <a:t> living in</a:t>
            </a:r>
            <a:endParaRPr sz="1000">
              <a:latin typeface="Arial MT"/>
              <a:cs typeface="Arial MT"/>
            </a:endParaRPr>
          </a:p>
          <a:p>
            <a:pPr marL="12700">
              <a:lnSpc>
                <a:spcPct val="100000"/>
              </a:lnSpc>
            </a:pPr>
            <a:r>
              <a:rPr sz="1000" spc="-20">
                <a:solidFill>
                  <a:srgbClr val="4D4D4F"/>
                </a:solidFill>
                <a:latin typeface="Arial MT"/>
                <a:cs typeface="Arial MT"/>
              </a:rPr>
              <a:t>cities </a:t>
            </a:r>
            <a:r>
              <a:rPr sz="1000" spc="-30">
                <a:solidFill>
                  <a:srgbClr val="4D4D4F"/>
                </a:solidFill>
                <a:latin typeface="Arial MT"/>
                <a:cs typeface="Arial MT"/>
              </a:rPr>
              <a:t>in</a:t>
            </a:r>
            <a:r>
              <a:rPr sz="1000" spc="-15">
                <a:solidFill>
                  <a:srgbClr val="4D4D4F"/>
                </a:solidFill>
                <a:latin typeface="Arial MT"/>
                <a:cs typeface="Arial MT"/>
              </a:rPr>
              <a:t> </a:t>
            </a:r>
            <a:r>
              <a:rPr sz="1000" spc="-5">
                <a:solidFill>
                  <a:srgbClr val="4D4D4F"/>
                </a:solidFill>
                <a:latin typeface="Arial MT"/>
                <a:cs typeface="Arial MT"/>
              </a:rPr>
              <a:t>2030</a:t>
            </a:r>
            <a:endParaRPr sz="1000">
              <a:latin typeface="Arial MT"/>
              <a:cs typeface="Arial MT"/>
            </a:endParaRPr>
          </a:p>
        </p:txBody>
      </p:sp>
      <p:sp>
        <p:nvSpPr>
          <p:cNvPr id="81" name="object 68">
            <a:extLst>
              <a:ext uri="{FF2B5EF4-FFF2-40B4-BE49-F238E27FC236}">
                <a16:creationId xmlns:a16="http://schemas.microsoft.com/office/drawing/2014/main" id="{321D2EA6-1F79-6E46-A6FF-94BC94405265}"/>
              </a:ext>
            </a:extLst>
          </p:cNvPr>
          <p:cNvSpPr txBox="1"/>
          <p:nvPr/>
        </p:nvSpPr>
        <p:spPr>
          <a:xfrm>
            <a:off x="1856766" y="2221277"/>
            <a:ext cx="941069" cy="762000"/>
          </a:xfrm>
          <a:prstGeom prst="rect">
            <a:avLst/>
          </a:prstGeom>
        </p:spPr>
        <p:txBody>
          <a:bodyPr vert="horz" wrap="square" lIns="0" tIns="12700" rIns="0" bIns="0" rtlCol="0">
            <a:spAutoFit/>
          </a:bodyPr>
          <a:lstStyle/>
          <a:p>
            <a:pPr marL="12700">
              <a:lnSpc>
                <a:spcPts val="2300"/>
              </a:lnSpc>
              <a:spcBef>
                <a:spcPts val="100"/>
              </a:spcBef>
            </a:pPr>
            <a:r>
              <a:rPr sz="2000" spc="-5">
                <a:solidFill>
                  <a:srgbClr val="2C3354"/>
                </a:solidFill>
                <a:latin typeface="Arial MT"/>
                <a:cs typeface="Arial MT"/>
              </a:rPr>
              <a:t>2.1bn</a:t>
            </a:r>
            <a:endParaRPr sz="2000">
              <a:latin typeface="Arial MT"/>
              <a:cs typeface="Arial MT"/>
            </a:endParaRPr>
          </a:p>
          <a:p>
            <a:pPr marL="12700">
              <a:lnSpc>
                <a:spcPts val="1100"/>
              </a:lnSpc>
            </a:pPr>
            <a:r>
              <a:rPr sz="1000" spc="-15">
                <a:solidFill>
                  <a:srgbClr val="4D4D4F"/>
                </a:solidFill>
                <a:latin typeface="Arial MT"/>
                <a:cs typeface="Arial MT"/>
              </a:rPr>
              <a:t>people</a:t>
            </a:r>
            <a:r>
              <a:rPr sz="1000" spc="-50">
                <a:solidFill>
                  <a:srgbClr val="4D4D4F"/>
                </a:solidFill>
                <a:latin typeface="Arial MT"/>
                <a:cs typeface="Arial MT"/>
              </a:rPr>
              <a:t> </a:t>
            </a:r>
            <a:r>
              <a:rPr sz="1000" spc="-10">
                <a:solidFill>
                  <a:srgbClr val="4D4D4F"/>
                </a:solidFill>
                <a:latin typeface="Arial MT"/>
                <a:cs typeface="Arial MT"/>
              </a:rPr>
              <a:t>expected</a:t>
            </a:r>
            <a:endParaRPr sz="1000">
              <a:latin typeface="Arial MT"/>
              <a:cs typeface="Arial MT"/>
            </a:endParaRPr>
          </a:p>
          <a:p>
            <a:pPr marL="12700" marR="115570">
              <a:lnSpc>
                <a:spcPct val="100000"/>
              </a:lnSpc>
            </a:pPr>
            <a:r>
              <a:rPr sz="1000" spc="5">
                <a:solidFill>
                  <a:srgbClr val="4D4D4F"/>
                </a:solidFill>
                <a:latin typeface="Arial MT"/>
                <a:cs typeface="Arial MT"/>
              </a:rPr>
              <a:t>to </a:t>
            </a:r>
            <a:r>
              <a:rPr sz="1000" spc="-15">
                <a:solidFill>
                  <a:srgbClr val="4D4D4F"/>
                </a:solidFill>
                <a:latin typeface="Arial MT"/>
                <a:cs typeface="Arial MT"/>
              </a:rPr>
              <a:t>buy </a:t>
            </a:r>
            <a:r>
              <a:rPr sz="1000" spc="-5">
                <a:solidFill>
                  <a:srgbClr val="4D4D4F"/>
                </a:solidFill>
                <a:latin typeface="Arial MT"/>
                <a:cs typeface="Arial MT"/>
              </a:rPr>
              <a:t>goods </a:t>
            </a:r>
            <a:r>
              <a:rPr sz="1000">
                <a:solidFill>
                  <a:srgbClr val="4D4D4F"/>
                </a:solidFill>
                <a:latin typeface="Arial MT"/>
                <a:cs typeface="Arial MT"/>
              </a:rPr>
              <a:t> </a:t>
            </a:r>
            <a:r>
              <a:rPr sz="1000" spc="-25">
                <a:solidFill>
                  <a:srgbClr val="4D4D4F"/>
                </a:solidFill>
                <a:latin typeface="Arial MT"/>
                <a:cs typeface="Arial MT"/>
              </a:rPr>
              <a:t>online</a:t>
            </a:r>
            <a:r>
              <a:rPr sz="1000" spc="-40">
                <a:solidFill>
                  <a:srgbClr val="4D4D4F"/>
                </a:solidFill>
                <a:latin typeface="Arial MT"/>
                <a:cs typeface="Arial MT"/>
              </a:rPr>
              <a:t> </a:t>
            </a:r>
            <a:r>
              <a:rPr sz="1000" spc="-10">
                <a:solidFill>
                  <a:srgbClr val="4D4D4F"/>
                </a:solidFill>
                <a:latin typeface="Arial MT"/>
                <a:cs typeface="Arial MT"/>
              </a:rPr>
              <a:t>by</a:t>
            </a:r>
            <a:r>
              <a:rPr sz="1000" spc="-40">
                <a:solidFill>
                  <a:srgbClr val="4D4D4F"/>
                </a:solidFill>
                <a:latin typeface="Arial MT"/>
                <a:cs typeface="Arial MT"/>
              </a:rPr>
              <a:t> </a:t>
            </a:r>
            <a:r>
              <a:rPr sz="1000" spc="-5">
                <a:solidFill>
                  <a:srgbClr val="4D4D4F"/>
                </a:solidFill>
                <a:latin typeface="Arial MT"/>
                <a:cs typeface="Arial MT"/>
              </a:rPr>
              <a:t>2021</a:t>
            </a:r>
            <a:endParaRPr sz="1000">
              <a:latin typeface="Arial MT"/>
              <a:cs typeface="Arial MT"/>
            </a:endParaRPr>
          </a:p>
        </p:txBody>
      </p:sp>
      <p:sp>
        <p:nvSpPr>
          <p:cNvPr id="82" name="object 69">
            <a:extLst>
              <a:ext uri="{FF2B5EF4-FFF2-40B4-BE49-F238E27FC236}">
                <a16:creationId xmlns:a16="http://schemas.microsoft.com/office/drawing/2014/main" id="{FAB661FD-3279-E44B-84AD-4C80416E671C}"/>
              </a:ext>
            </a:extLst>
          </p:cNvPr>
          <p:cNvSpPr txBox="1"/>
          <p:nvPr/>
        </p:nvSpPr>
        <p:spPr>
          <a:xfrm>
            <a:off x="4146997" y="2500676"/>
            <a:ext cx="568960" cy="330200"/>
          </a:xfrm>
          <a:prstGeom prst="rect">
            <a:avLst/>
          </a:prstGeom>
        </p:spPr>
        <p:txBody>
          <a:bodyPr vert="horz" wrap="square" lIns="0" tIns="12700" rIns="0" bIns="0" rtlCol="0">
            <a:spAutoFit/>
          </a:bodyPr>
          <a:lstStyle/>
          <a:p>
            <a:pPr marL="12700" marR="5080">
              <a:lnSpc>
                <a:spcPct val="100000"/>
              </a:lnSpc>
              <a:spcBef>
                <a:spcPts val="100"/>
              </a:spcBef>
            </a:pPr>
            <a:r>
              <a:rPr sz="1000" spc="-5">
                <a:solidFill>
                  <a:srgbClr val="4D4D4F"/>
                </a:solidFill>
                <a:latin typeface="Arial MT"/>
                <a:cs typeface="Arial MT"/>
              </a:rPr>
              <a:t>growth </a:t>
            </a:r>
            <a:r>
              <a:rPr sz="1000" spc="-30">
                <a:solidFill>
                  <a:srgbClr val="4D4D4F"/>
                </a:solidFill>
                <a:latin typeface="Arial MT"/>
                <a:cs typeface="Arial MT"/>
              </a:rPr>
              <a:t>in </a:t>
            </a:r>
            <a:r>
              <a:rPr sz="1000" spc="-265">
                <a:solidFill>
                  <a:srgbClr val="4D4D4F"/>
                </a:solidFill>
                <a:latin typeface="Arial MT"/>
                <a:cs typeface="Arial MT"/>
              </a:rPr>
              <a:t> </a:t>
            </a:r>
            <a:r>
              <a:rPr sz="1000" spc="-15">
                <a:solidFill>
                  <a:srgbClr val="4D4D4F"/>
                </a:solidFill>
                <a:latin typeface="Arial MT"/>
                <a:cs typeface="Arial MT"/>
              </a:rPr>
              <a:t>same-day</a:t>
            </a:r>
            <a:endParaRPr sz="1000">
              <a:latin typeface="Arial MT"/>
              <a:cs typeface="Arial MT"/>
            </a:endParaRPr>
          </a:p>
        </p:txBody>
      </p:sp>
      <p:sp>
        <p:nvSpPr>
          <p:cNvPr id="83" name="object 70">
            <a:extLst>
              <a:ext uri="{FF2B5EF4-FFF2-40B4-BE49-F238E27FC236}">
                <a16:creationId xmlns:a16="http://schemas.microsoft.com/office/drawing/2014/main" id="{6EAC6452-B690-0045-952B-FF9F6DE5E19C}"/>
              </a:ext>
            </a:extLst>
          </p:cNvPr>
          <p:cNvSpPr txBox="1"/>
          <p:nvPr/>
        </p:nvSpPr>
        <p:spPr>
          <a:xfrm>
            <a:off x="4146997" y="2221277"/>
            <a:ext cx="2223770" cy="330200"/>
          </a:xfrm>
          <a:prstGeom prst="rect">
            <a:avLst/>
          </a:prstGeom>
        </p:spPr>
        <p:txBody>
          <a:bodyPr vert="horz" wrap="square" lIns="0" tIns="12700" rIns="0" bIns="0" rtlCol="0">
            <a:spAutoFit/>
          </a:bodyPr>
          <a:lstStyle/>
          <a:p>
            <a:pPr marL="12700">
              <a:lnSpc>
                <a:spcPct val="100000"/>
              </a:lnSpc>
              <a:spcBef>
                <a:spcPts val="100"/>
              </a:spcBef>
              <a:tabLst>
                <a:tab pos="1292225" algn="l"/>
              </a:tabLst>
            </a:pPr>
            <a:r>
              <a:rPr sz="2000" spc="-20">
                <a:solidFill>
                  <a:srgbClr val="2C3354"/>
                </a:solidFill>
                <a:latin typeface="Arial MT"/>
                <a:cs typeface="Arial MT"/>
              </a:rPr>
              <a:t>20%–40%	14–35%</a:t>
            </a:r>
            <a:endParaRPr sz="2000">
              <a:latin typeface="Arial MT"/>
              <a:cs typeface="Arial MT"/>
            </a:endParaRPr>
          </a:p>
        </p:txBody>
      </p:sp>
      <p:sp>
        <p:nvSpPr>
          <p:cNvPr id="84" name="object 71">
            <a:extLst>
              <a:ext uri="{FF2B5EF4-FFF2-40B4-BE49-F238E27FC236}">
                <a16:creationId xmlns:a16="http://schemas.microsoft.com/office/drawing/2014/main" id="{DD52CB4B-F09F-C247-A77F-179AD0E0EDBC}"/>
              </a:ext>
            </a:extLst>
          </p:cNvPr>
          <p:cNvSpPr txBox="1"/>
          <p:nvPr/>
        </p:nvSpPr>
        <p:spPr>
          <a:xfrm>
            <a:off x="5427113" y="2500676"/>
            <a:ext cx="974090" cy="482600"/>
          </a:xfrm>
          <a:prstGeom prst="rect">
            <a:avLst/>
          </a:prstGeom>
        </p:spPr>
        <p:txBody>
          <a:bodyPr vert="horz" wrap="square" lIns="0" tIns="12700" rIns="0" bIns="0" rtlCol="0">
            <a:spAutoFit/>
          </a:bodyPr>
          <a:lstStyle/>
          <a:p>
            <a:pPr marL="12700" marR="5080">
              <a:lnSpc>
                <a:spcPct val="100000"/>
              </a:lnSpc>
              <a:spcBef>
                <a:spcPts val="100"/>
              </a:spcBef>
            </a:pPr>
            <a:r>
              <a:rPr sz="1000" spc="-60">
                <a:solidFill>
                  <a:srgbClr val="4D4D4F"/>
                </a:solidFill>
                <a:latin typeface="Arial MT"/>
                <a:cs typeface="Arial MT"/>
              </a:rPr>
              <a:t>xEV </a:t>
            </a:r>
            <a:r>
              <a:rPr sz="1000" spc="-30">
                <a:solidFill>
                  <a:srgbClr val="4D4D4F"/>
                </a:solidFill>
                <a:latin typeface="Arial MT"/>
                <a:cs typeface="Arial MT"/>
              </a:rPr>
              <a:t>sha</a:t>
            </a:r>
            <a:r>
              <a:rPr sz="1000" spc="-40">
                <a:solidFill>
                  <a:srgbClr val="4D4D4F"/>
                </a:solidFill>
                <a:latin typeface="Arial MT"/>
                <a:cs typeface="Arial MT"/>
              </a:rPr>
              <a:t>re</a:t>
            </a:r>
            <a:r>
              <a:rPr sz="1000">
                <a:solidFill>
                  <a:srgbClr val="4D4D4F"/>
                </a:solidFill>
                <a:latin typeface="Arial MT"/>
                <a:cs typeface="Arial MT"/>
              </a:rPr>
              <a:t> </a:t>
            </a:r>
            <a:r>
              <a:rPr sz="1000" spc="-10">
                <a:solidFill>
                  <a:srgbClr val="4D4D4F"/>
                </a:solidFill>
                <a:latin typeface="Arial MT"/>
                <a:cs typeface="Arial MT"/>
              </a:rPr>
              <a:t>of</a:t>
            </a:r>
            <a:r>
              <a:rPr sz="1000">
                <a:solidFill>
                  <a:srgbClr val="4D4D4F"/>
                </a:solidFill>
                <a:latin typeface="Arial MT"/>
                <a:cs typeface="Arial MT"/>
              </a:rPr>
              <a:t> </a:t>
            </a:r>
            <a:r>
              <a:rPr sz="1000" spc="-10">
                <a:solidFill>
                  <a:srgbClr val="4D4D4F"/>
                </a:solidFill>
                <a:latin typeface="Arial MT"/>
                <a:cs typeface="Arial MT"/>
              </a:rPr>
              <a:t>new  </a:t>
            </a:r>
            <a:r>
              <a:rPr sz="1000" spc="-15">
                <a:solidFill>
                  <a:srgbClr val="4D4D4F"/>
                </a:solidFill>
                <a:latin typeface="Arial MT"/>
                <a:cs typeface="Arial MT"/>
              </a:rPr>
              <a:t>car</a:t>
            </a:r>
            <a:r>
              <a:rPr sz="1000" spc="-20">
                <a:solidFill>
                  <a:srgbClr val="4D4D4F"/>
                </a:solidFill>
                <a:latin typeface="Arial MT"/>
                <a:cs typeface="Arial MT"/>
              </a:rPr>
              <a:t> </a:t>
            </a:r>
            <a:r>
              <a:rPr sz="1000" spc="-30">
                <a:solidFill>
                  <a:srgbClr val="4D4D4F"/>
                </a:solidFill>
                <a:latin typeface="Arial MT"/>
                <a:cs typeface="Arial MT"/>
              </a:rPr>
              <a:t>sales</a:t>
            </a:r>
            <a:r>
              <a:rPr sz="1000" spc="-15">
                <a:solidFill>
                  <a:srgbClr val="4D4D4F"/>
                </a:solidFill>
                <a:latin typeface="Arial MT"/>
                <a:cs typeface="Arial MT"/>
              </a:rPr>
              <a:t> </a:t>
            </a:r>
            <a:r>
              <a:rPr sz="1000" spc="-20">
                <a:solidFill>
                  <a:srgbClr val="4D4D4F"/>
                </a:solidFill>
                <a:latin typeface="Arial MT"/>
                <a:cs typeface="Arial MT"/>
              </a:rPr>
              <a:t>across </a:t>
            </a:r>
            <a:r>
              <a:rPr sz="1000" spc="-15">
                <a:solidFill>
                  <a:srgbClr val="4D4D4F"/>
                </a:solidFill>
                <a:latin typeface="Arial MT"/>
                <a:cs typeface="Arial MT"/>
              </a:rPr>
              <a:t> </a:t>
            </a:r>
            <a:r>
              <a:rPr sz="1000" spc="-25">
                <a:solidFill>
                  <a:srgbClr val="4D4D4F"/>
                </a:solidFill>
                <a:latin typeface="Arial MT"/>
                <a:cs typeface="Arial MT"/>
              </a:rPr>
              <a:t>regions</a:t>
            </a:r>
            <a:r>
              <a:rPr sz="1000" spc="-15">
                <a:solidFill>
                  <a:srgbClr val="4D4D4F"/>
                </a:solidFill>
                <a:latin typeface="Arial MT"/>
                <a:cs typeface="Arial MT"/>
              </a:rPr>
              <a:t> </a:t>
            </a:r>
            <a:r>
              <a:rPr sz="1000" spc="-10">
                <a:solidFill>
                  <a:srgbClr val="4D4D4F"/>
                </a:solidFill>
                <a:latin typeface="Arial MT"/>
                <a:cs typeface="Arial MT"/>
              </a:rPr>
              <a:t>by</a:t>
            </a:r>
            <a:r>
              <a:rPr sz="1000" spc="-15">
                <a:solidFill>
                  <a:srgbClr val="4D4D4F"/>
                </a:solidFill>
                <a:latin typeface="Arial MT"/>
                <a:cs typeface="Arial MT"/>
              </a:rPr>
              <a:t> </a:t>
            </a:r>
            <a:r>
              <a:rPr sz="1000" spc="-5">
                <a:solidFill>
                  <a:srgbClr val="4D4D4F"/>
                </a:solidFill>
                <a:latin typeface="Arial MT"/>
                <a:cs typeface="Arial MT"/>
              </a:rPr>
              <a:t>2030</a:t>
            </a:r>
            <a:endParaRPr sz="1000">
              <a:latin typeface="Arial MT"/>
              <a:cs typeface="Arial MT"/>
            </a:endParaRPr>
          </a:p>
        </p:txBody>
      </p:sp>
      <p:sp>
        <p:nvSpPr>
          <p:cNvPr id="85" name="object 72">
            <a:extLst>
              <a:ext uri="{FF2B5EF4-FFF2-40B4-BE49-F238E27FC236}">
                <a16:creationId xmlns:a16="http://schemas.microsoft.com/office/drawing/2014/main" id="{B227B8F4-C804-B54C-9EA5-67EDBECDB476}"/>
              </a:ext>
            </a:extLst>
          </p:cNvPr>
          <p:cNvSpPr txBox="1"/>
          <p:nvPr/>
        </p:nvSpPr>
        <p:spPr>
          <a:xfrm>
            <a:off x="3001882" y="2221277"/>
            <a:ext cx="962025" cy="762000"/>
          </a:xfrm>
          <a:prstGeom prst="rect">
            <a:avLst/>
          </a:prstGeom>
        </p:spPr>
        <p:txBody>
          <a:bodyPr vert="horz" wrap="square" lIns="0" tIns="12700" rIns="0" bIns="0" rtlCol="0">
            <a:spAutoFit/>
          </a:bodyPr>
          <a:lstStyle/>
          <a:p>
            <a:pPr marL="12700">
              <a:lnSpc>
                <a:spcPts val="2300"/>
              </a:lnSpc>
              <a:spcBef>
                <a:spcPts val="100"/>
              </a:spcBef>
            </a:pPr>
            <a:r>
              <a:rPr sz="2000" spc="-5">
                <a:solidFill>
                  <a:srgbClr val="2C3354"/>
                </a:solidFill>
                <a:latin typeface="Arial MT"/>
                <a:cs typeface="Arial MT"/>
              </a:rPr>
              <a:t>10%</a:t>
            </a:r>
            <a:endParaRPr sz="2000">
              <a:latin typeface="Arial MT"/>
              <a:cs typeface="Arial MT"/>
            </a:endParaRPr>
          </a:p>
          <a:p>
            <a:pPr marL="12700">
              <a:lnSpc>
                <a:spcPts val="1100"/>
              </a:lnSpc>
            </a:pPr>
            <a:r>
              <a:rPr sz="1000" spc="-15">
                <a:solidFill>
                  <a:srgbClr val="2C3354"/>
                </a:solidFill>
                <a:latin typeface="Arial MT"/>
                <a:cs typeface="Arial MT"/>
              </a:rPr>
              <a:t>per </a:t>
            </a:r>
            <a:r>
              <a:rPr sz="1000" spc="-20">
                <a:solidFill>
                  <a:srgbClr val="2C3354"/>
                </a:solidFill>
                <a:latin typeface="Arial MT"/>
                <a:cs typeface="Arial MT"/>
              </a:rPr>
              <a:t>annum</a:t>
            </a:r>
            <a:endParaRPr sz="1000">
              <a:latin typeface="Arial MT"/>
              <a:cs typeface="Arial MT"/>
            </a:endParaRPr>
          </a:p>
          <a:p>
            <a:pPr marL="12700" marR="5080">
              <a:lnSpc>
                <a:spcPct val="100000"/>
              </a:lnSpc>
            </a:pPr>
            <a:r>
              <a:rPr sz="1000" spc="-5">
                <a:solidFill>
                  <a:srgbClr val="4D4D4F"/>
                </a:solidFill>
                <a:latin typeface="Arial MT"/>
                <a:cs typeface="Arial MT"/>
              </a:rPr>
              <a:t>e-g</a:t>
            </a:r>
            <a:r>
              <a:rPr sz="1000" spc="-40">
                <a:solidFill>
                  <a:srgbClr val="4D4D4F"/>
                </a:solidFill>
                <a:latin typeface="Arial MT"/>
                <a:cs typeface="Arial MT"/>
              </a:rPr>
              <a:t>r</a:t>
            </a:r>
            <a:r>
              <a:rPr sz="1000" spc="-15">
                <a:solidFill>
                  <a:srgbClr val="4D4D4F"/>
                </a:solidFill>
                <a:latin typeface="Arial MT"/>
                <a:cs typeface="Arial MT"/>
              </a:rPr>
              <a:t>ocery</a:t>
            </a:r>
            <a:r>
              <a:rPr sz="1000">
                <a:solidFill>
                  <a:srgbClr val="4D4D4F"/>
                </a:solidFill>
                <a:latin typeface="Arial MT"/>
                <a:cs typeface="Arial MT"/>
              </a:rPr>
              <a:t> </a:t>
            </a:r>
            <a:r>
              <a:rPr sz="1000" spc="-15">
                <a:solidFill>
                  <a:srgbClr val="4D4D4F"/>
                </a:solidFill>
                <a:latin typeface="Arial MT"/>
                <a:cs typeface="Arial MT"/>
              </a:rPr>
              <a:t>g</a:t>
            </a:r>
            <a:r>
              <a:rPr sz="1000" spc="-30">
                <a:solidFill>
                  <a:srgbClr val="4D4D4F"/>
                </a:solidFill>
                <a:latin typeface="Arial MT"/>
                <a:cs typeface="Arial MT"/>
              </a:rPr>
              <a:t>r</a:t>
            </a:r>
            <a:r>
              <a:rPr sz="1000">
                <a:solidFill>
                  <a:srgbClr val="4D4D4F"/>
                </a:solidFill>
                <a:latin typeface="Arial MT"/>
                <a:cs typeface="Arial MT"/>
              </a:rPr>
              <a:t>owth  </a:t>
            </a:r>
            <a:r>
              <a:rPr sz="1000" spc="-10">
                <a:solidFill>
                  <a:srgbClr val="4D4D4F"/>
                </a:solidFill>
                <a:latin typeface="Arial MT"/>
                <a:cs typeface="Arial MT"/>
              </a:rPr>
              <a:t>worldwide</a:t>
            </a:r>
            <a:endParaRPr sz="1000">
              <a:latin typeface="Arial MT"/>
              <a:cs typeface="Arial MT"/>
            </a:endParaRPr>
          </a:p>
        </p:txBody>
      </p:sp>
      <p:sp>
        <p:nvSpPr>
          <p:cNvPr id="86" name="object 73">
            <a:extLst>
              <a:ext uri="{FF2B5EF4-FFF2-40B4-BE49-F238E27FC236}">
                <a16:creationId xmlns:a16="http://schemas.microsoft.com/office/drawing/2014/main" id="{67E86DBA-DD74-994B-9E1B-788A1E33BD9F}"/>
              </a:ext>
            </a:extLst>
          </p:cNvPr>
          <p:cNvSpPr txBox="1"/>
          <p:nvPr/>
        </p:nvSpPr>
        <p:spPr>
          <a:xfrm>
            <a:off x="4146997" y="3288076"/>
            <a:ext cx="832485" cy="762000"/>
          </a:xfrm>
          <a:prstGeom prst="rect">
            <a:avLst/>
          </a:prstGeom>
        </p:spPr>
        <p:txBody>
          <a:bodyPr vert="horz" wrap="square" lIns="0" tIns="12700" rIns="0" bIns="0" rtlCol="0">
            <a:spAutoFit/>
          </a:bodyPr>
          <a:lstStyle/>
          <a:p>
            <a:pPr marL="12700">
              <a:lnSpc>
                <a:spcPts val="2300"/>
              </a:lnSpc>
              <a:spcBef>
                <a:spcPts val="100"/>
              </a:spcBef>
            </a:pPr>
            <a:r>
              <a:rPr sz="2000" spc="-5">
                <a:solidFill>
                  <a:srgbClr val="2C3354"/>
                </a:solidFill>
                <a:latin typeface="Arial MT"/>
                <a:cs typeface="Arial MT"/>
              </a:rPr>
              <a:t>10%</a:t>
            </a:r>
            <a:endParaRPr sz="2000">
              <a:latin typeface="Arial MT"/>
              <a:cs typeface="Arial MT"/>
            </a:endParaRPr>
          </a:p>
          <a:p>
            <a:pPr marL="12700">
              <a:lnSpc>
                <a:spcPts val="1100"/>
              </a:lnSpc>
            </a:pPr>
            <a:r>
              <a:rPr sz="1000" spc="-15">
                <a:solidFill>
                  <a:srgbClr val="2C3354"/>
                </a:solidFill>
                <a:latin typeface="Arial MT"/>
                <a:cs typeface="Arial MT"/>
              </a:rPr>
              <a:t>per </a:t>
            </a:r>
            <a:r>
              <a:rPr sz="1000" spc="-20">
                <a:solidFill>
                  <a:srgbClr val="2C3354"/>
                </a:solidFill>
                <a:latin typeface="Arial MT"/>
                <a:cs typeface="Arial MT"/>
              </a:rPr>
              <a:t>annum</a:t>
            </a:r>
            <a:endParaRPr sz="1000">
              <a:latin typeface="Arial MT"/>
              <a:cs typeface="Arial MT"/>
            </a:endParaRPr>
          </a:p>
          <a:p>
            <a:pPr marL="12700" marR="5080">
              <a:lnSpc>
                <a:spcPct val="100000"/>
              </a:lnSpc>
            </a:pPr>
            <a:r>
              <a:rPr sz="1000" spc="-5">
                <a:solidFill>
                  <a:srgbClr val="4D4D4F"/>
                </a:solidFill>
                <a:latin typeface="Arial MT"/>
                <a:cs typeface="Arial MT"/>
              </a:rPr>
              <a:t>growth </a:t>
            </a:r>
            <a:r>
              <a:rPr sz="1000" spc="-30">
                <a:solidFill>
                  <a:srgbClr val="4D4D4F"/>
                </a:solidFill>
                <a:latin typeface="Arial MT"/>
                <a:cs typeface="Arial MT"/>
              </a:rPr>
              <a:t>in </a:t>
            </a:r>
            <a:r>
              <a:rPr sz="1000" spc="-25">
                <a:solidFill>
                  <a:srgbClr val="4D4D4F"/>
                </a:solidFill>
                <a:latin typeface="Arial MT"/>
                <a:cs typeface="Arial MT"/>
              </a:rPr>
              <a:t> </a:t>
            </a:r>
            <a:r>
              <a:rPr sz="1000" spc="-15">
                <a:solidFill>
                  <a:srgbClr val="4D4D4F"/>
                </a:solidFill>
                <a:latin typeface="Arial MT"/>
                <a:cs typeface="Arial MT"/>
              </a:rPr>
              <a:t>instant</a:t>
            </a:r>
            <a:r>
              <a:rPr sz="1000">
                <a:solidFill>
                  <a:srgbClr val="4D4D4F"/>
                </a:solidFill>
                <a:latin typeface="Arial MT"/>
                <a:cs typeface="Arial MT"/>
              </a:rPr>
              <a:t> </a:t>
            </a:r>
            <a:r>
              <a:rPr sz="1000" spc="-30">
                <a:solidFill>
                  <a:srgbClr val="4D4D4F"/>
                </a:solidFill>
                <a:latin typeface="Arial MT"/>
                <a:cs typeface="Arial MT"/>
              </a:rPr>
              <a:t>delivery</a:t>
            </a:r>
            <a:endParaRPr sz="1000">
              <a:latin typeface="Arial MT"/>
              <a:cs typeface="Arial MT"/>
            </a:endParaRPr>
          </a:p>
        </p:txBody>
      </p:sp>
      <p:sp>
        <p:nvSpPr>
          <p:cNvPr id="87" name="object 74">
            <a:extLst>
              <a:ext uri="{FF2B5EF4-FFF2-40B4-BE49-F238E27FC236}">
                <a16:creationId xmlns:a16="http://schemas.microsoft.com/office/drawing/2014/main" id="{BD8F56BF-AC8B-4F42-B703-6BCDB24D7890}"/>
              </a:ext>
            </a:extLst>
          </p:cNvPr>
          <p:cNvSpPr txBox="1"/>
          <p:nvPr/>
        </p:nvSpPr>
        <p:spPr>
          <a:xfrm>
            <a:off x="711650" y="3288076"/>
            <a:ext cx="943610" cy="762000"/>
          </a:xfrm>
          <a:prstGeom prst="rect">
            <a:avLst/>
          </a:prstGeom>
        </p:spPr>
        <p:txBody>
          <a:bodyPr vert="horz" wrap="square" lIns="0" tIns="12700" rIns="0" bIns="0" rtlCol="0">
            <a:spAutoFit/>
          </a:bodyPr>
          <a:lstStyle/>
          <a:p>
            <a:pPr marL="12700">
              <a:lnSpc>
                <a:spcPts val="2300"/>
              </a:lnSpc>
              <a:spcBef>
                <a:spcPts val="100"/>
              </a:spcBef>
            </a:pPr>
            <a:r>
              <a:rPr sz="2000" spc="-20">
                <a:solidFill>
                  <a:srgbClr val="2C3354"/>
                </a:solidFill>
                <a:latin typeface="Arial MT"/>
                <a:cs typeface="Arial MT"/>
              </a:rPr>
              <a:t>20–35%</a:t>
            </a:r>
            <a:endParaRPr sz="2000">
              <a:latin typeface="Arial MT"/>
              <a:cs typeface="Arial MT"/>
            </a:endParaRPr>
          </a:p>
          <a:p>
            <a:pPr marL="12700">
              <a:lnSpc>
                <a:spcPts val="1100"/>
              </a:lnSpc>
            </a:pPr>
            <a:r>
              <a:rPr sz="1000" spc="-10">
                <a:solidFill>
                  <a:srgbClr val="4D4D4F"/>
                </a:solidFill>
                <a:latin typeface="Arial MT"/>
                <a:cs typeface="Arial MT"/>
              </a:rPr>
              <a:t>congestion</a:t>
            </a:r>
            <a:endParaRPr sz="1000">
              <a:latin typeface="Arial MT"/>
              <a:cs typeface="Arial MT"/>
            </a:endParaRPr>
          </a:p>
          <a:p>
            <a:pPr marL="12700" marR="320040">
              <a:lnSpc>
                <a:spcPct val="100000"/>
              </a:lnSpc>
            </a:pPr>
            <a:r>
              <a:rPr sz="1000" spc="-30">
                <a:solidFill>
                  <a:srgbClr val="4D4D4F"/>
                </a:solidFill>
                <a:latin typeface="Arial MT"/>
                <a:cs typeface="Arial MT"/>
              </a:rPr>
              <a:t>increase </a:t>
            </a:r>
            <a:r>
              <a:rPr sz="1000" spc="-25">
                <a:solidFill>
                  <a:srgbClr val="4D4D4F"/>
                </a:solidFill>
                <a:latin typeface="Arial MT"/>
                <a:cs typeface="Arial MT"/>
              </a:rPr>
              <a:t> </a:t>
            </a:r>
            <a:r>
              <a:rPr sz="1000" spc="-20">
                <a:solidFill>
                  <a:srgbClr val="4D4D4F"/>
                </a:solidFill>
                <a:latin typeface="Arial MT"/>
                <a:cs typeface="Arial MT"/>
              </a:rPr>
              <a:t>since</a:t>
            </a:r>
            <a:r>
              <a:rPr sz="1000">
                <a:solidFill>
                  <a:srgbClr val="4D4D4F"/>
                </a:solidFill>
                <a:latin typeface="Arial MT"/>
                <a:cs typeface="Arial MT"/>
              </a:rPr>
              <a:t> </a:t>
            </a:r>
            <a:r>
              <a:rPr sz="1000" spc="-5">
                <a:solidFill>
                  <a:srgbClr val="4D4D4F"/>
                </a:solidFill>
                <a:latin typeface="Arial MT"/>
                <a:cs typeface="Arial MT"/>
              </a:rPr>
              <a:t>2010</a:t>
            </a:r>
            <a:endParaRPr sz="1000">
              <a:latin typeface="Arial MT"/>
              <a:cs typeface="Arial MT"/>
            </a:endParaRPr>
          </a:p>
        </p:txBody>
      </p:sp>
      <p:sp>
        <p:nvSpPr>
          <p:cNvPr id="88" name="object 75">
            <a:extLst>
              <a:ext uri="{FF2B5EF4-FFF2-40B4-BE49-F238E27FC236}">
                <a16:creationId xmlns:a16="http://schemas.microsoft.com/office/drawing/2014/main" id="{7CDF1621-A7AB-8D4F-82AA-50310BE7CBEE}"/>
              </a:ext>
            </a:extLst>
          </p:cNvPr>
          <p:cNvSpPr txBox="1"/>
          <p:nvPr/>
        </p:nvSpPr>
        <p:spPr>
          <a:xfrm>
            <a:off x="1856766" y="3288076"/>
            <a:ext cx="969010" cy="609600"/>
          </a:xfrm>
          <a:prstGeom prst="rect">
            <a:avLst/>
          </a:prstGeom>
        </p:spPr>
        <p:txBody>
          <a:bodyPr vert="horz" wrap="square" lIns="0" tIns="12700" rIns="0" bIns="0" rtlCol="0">
            <a:spAutoFit/>
          </a:bodyPr>
          <a:lstStyle/>
          <a:p>
            <a:pPr marL="12700">
              <a:lnSpc>
                <a:spcPts val="2300"/>
              </a:lnSpc>
              <a:spcBef>
                <a:spcPts val="100"/>
              </a:spcBef>
            </a:pPr>
            <a:r>
              <a:rPr sz="2000" spc="-5">
                <a:solidFill>
                  <a:srgbClr val="2C3354"/>
                </a:solidFill>
                <a:latin typeface="Arial MT"/>
                <a:cs typeface="Arial MT"/>
              </a:rPr>
              <a:t>20%</a:t>
            </a:r>
            <a:endParaRPr sz="2000">
              <a:latin typeface="Arial MT"/>
              <a:cs typeface="Arial MT"/>
            </a:endParaRPr>
          </a:p>
          <a:p>
            <a:pPr marL="12700">
              <a:lnSpc>
                <a:spcPts val="1100"/>
              </a:lnSpc>
            </a:pPr>
            <a:r>
              <a:rPr sz="1000" spc="-25">
                <a:solidFill>
                  <a:srgbClr val="4D4D4F"/>
                </a:solidFill>
                <a:latin typeface="Arial MT"/>
                <a:cs typeface="Arial MT"/>
              </a:rPr>
              <a:t>online</a:t>
            </a:r>
            <a:r>
              <a:rPr sz="1000" spc="-30">
                <a:solidFill>
                  <a:srgbClr val="4D4D4F"/>
                </a:solidFill>
                <a:latin typeface="Arial MT"/>
                <a:cs typeface="Arial MT"/>
              </a:rPr>
              <a:t> retail</a:t>
            </a:r>
            <a:r>
              <a:rPr sz="1000" spc="-25">
                <a:solidFill>
                  <a:srgbClr val="4D4D4F"/>
                </a:solidFill>
                <a:latin typeface="Arial MT"/>
                <a:cs typeface="Arial MT"/>
              </a:rPr>
              <a:t> </a:t>
            </a:r>
            <a:r>
              <a:rPr sz="1000" spc="-35">
                <a:solidFill>
                  <a:srgbClr val="4D4D4F"/>
                </a:solidFill>
                <a:latin typeface="Arial MT"/>
                <a:cs typeface="Arial MT"/>
              </a:rPr>
              <a:t>share</a:t>
            </a:r>
            <a:endParaRPr sz="1000">
              <a:latin typeface="Arial MT"/>
              <a:cs typeface="Arial MT"/>
            </a:endParaRPr>
          </a:p>
          <a:p>
            <a:pPr marL="12700">
              <a:lnSpc>
                <a:spcPct val="100000"/>
              </a:lnSpc>
            </a:pPr>
            <a:r>
              <a:rPr sz="1000" spc="-10">
                <a:solidFill>
                  <a:srgbClr val="4D4D4F"/>
                </a:solidFill>
                <a:latin typeface="Arial MT"/>
                <a:cs typeface="Arial MT"/>
              </a:rPr>
              <a:t>by</a:t>
            </a:r>
            <a:r>
              <a:rPr sz="1000" spc="-40">
                <a:solidFill>
                  <a:srgbClr val="4D4D4F"/>
                </a:solidFill>
                <a:latin typeface="Arial MT"/>
                <a:cs typeface="Arial MT"/>
              </a:rPr>
              <a:t> </a:t>
            </a:r>
            <a:r>
              <a:rPr sz="1000" spc="-5">
                <a:solidFill>
                  <a:srgbClr val="4D4D4F"/>
                </a:solidFill>
                <a:latin typeface="Arial MT"/>
                <a:cs typeface="Arial MT"/>
              </a:rPr>
              <a:t>2023</a:t>
            </a:r>
            <a:endParaRPr sz="1000">
              <a:latin typeface="Arial MT"/>
              <a:cs typeface="Arial MT"/>
            </a:endParaRPr>
          </a:p>
        </p:txBody>
      </p:sp>
      <p:sp>
        <p:nvSpPr>
          <p:cNvPr id="89" name="object 76">
            <a:extLst>
              <a:ext uri="{FF2B5EF4-FFF2-40B4-BE49-F238E27FC236}">
                <a16:creationId xmlns:a16="http://schemas.microsoft.com/office/drawing/2014/main" id="{0258C2FC-678D-D84C-99F3-628AC663E58C}"/>
              </a:ext>
            </a:extLst>
          </p:cNvPr>
          <p:cNvSpPr txBox="1"/>
          <p:nvPr/>
        </p:nvSpPr>
        <p:spPr>
          <a:xfrm>
            <a:off x="3001882" y="3288076"/>
            <a:ext cx="957580" cy="762000"/>
          </a:xfrm>
          <a:prstGeom prst="rect">
            <a:avLst/>
          </a:prstGeom>
        </p:spPr>
        <p:txBody>
          <a:bodyPr vert="horz" wrap="square" lIns="0" tIns="12700" rIns="0" bIns="0" rtlCol="0">
            <a:spAutoFit/>
          </a:bodyPr>
          <a:lstStyle/>
          <a:p>
            <a:pPr marL="12700">
              <a:lnSpc>
                <a:spcPts val="2300"/>
              </a:lnSpc>
              <a:spcBef>
                <a:spcPts val="100"/>
              </a:spcBef>
            </a:pPr>
            <a:r>
              <a:rPr sz="2000" spc="-5">
                <a:solidFill>
                  <a:srgbClr val="2C3354"/>
                </a:solidFill>
                <a:latin typeface="Arial MT"/>
                <a:cs typeface="Arial MT"/>
              </a:rPr>
              <a:t>32%</a:t>
            </a:r>
            <a:endParaRPr sz="2000">
              <a:latin typeface="Arial MT"/>
              <a:cs typeface="Arial MT"/>
            </a:endParaRPr>
          </a:p>
          <a:p>
            <a:pPr marL="12700">
              <a:lnSpc>
                <a:spcPts val="1100"/>
              </a:lnSpc>
            </a:pPr>
            <a:r>
              <a:rPr sz="1000" spc="-10">
                <a:solidFill>
                  <a:srgbClr val="4D4D4F"/>
                </a:solidFill>
                <a:latin typeface="Arial MT"/>
                <a:cs typeface="Arial MT"/>
              </a:rPr>
              <a:t>of</a:t>
            </a:r>
            <a:r>
              <a:rPr sz="1000" spc="-30">
                <a:solidFill>
                  <a:srgbClr val="4D4D4F"/>
                </a:solidFill>
                <a:latin typeface="Arial MT"/>
                <a:cs typeface="Arial MT"/>
              </a:rPr>
              <a:t> </a:t>
            </a:r>
            <a:r>
              <a:rPr sz="1000" spc="-20">
                <a:solidFill>
                  <a:srgbClr val="4D4D4F"/>
                </a:solidFill>
                <a:latin typeface="Arial MT"/>
                <a:cs typeface="Arial MT"/>
              </a:rPr>
              <a:t>furniture</a:t>
            </a:r>
            <a:r>
              <a:rPr sz="1000" spc="-30">
                <a:solidFill>
                  <a:srgbClr val="4D4D4F"/>
                </a:solidFill>
                <a:latin typeface="Arial MT"/>
                <a:cs typeface="Arial MT"/>
              </a:rPr>
              <a:t> </a:t>
            </a:r>
            <a:r>
              <a:rPr sz="1000" spc="-10">
                <a:solidFill>
                  <a:srgbClr val="4D4D4F"/>
                </a:solidFill>
                <a:latin typeface="Arial MT"/>
                <a:cs typeface="Arial MT"/>
              </a:rPr>
              <a:t>sold</a:t>
            </a:r>
            <a:endParaRPr sz="1000">
              <a:latin typeface="Arial MT"/>
              <a:cs typeface="Arial MT"/>
            </a:endParaRPr>
          </a:p>
          <a:p>
            <a:pPr marL="12700" marR="5080">
              <a:lnSpc>
                <a:spcPct val="100000"/>
              </a:lnSpc>
            </a:pPr>
            <a:r>
              <a:rPr sz="1000" spc="-25">
                <a:solidFill>
                  <a:srgbClr val="4D4D4F"/>
                </a:solidFill>
                <a:latin typeface="Arial MT"/>
                <a:cs typeface="Arial MT"/>
              </a:rPr>
              <a:t>online </a:t>
            </a:r>
            <a:r>
              <a:rPr sz="1000" spc="-10">
                <a:solidFill>
                  <a:srgbClr val="4D4D4F"/>
                </a:solidFill>
                <a:latin typeface="Arial MT"/>
                <a:cs typeface="Arial MT"/>
              </a:rPr>
              <a:t>by</a:t>
            </a:r>
            <a:r>
              <a:rPr sz="1000" spc="-25">
                <a:solidFill>
                  <a:srgbClr val="4D4D4F"/>
                </a:solidFill>
                <a:latin typeface="Arial MT"/>
                <a:cs typeface="Arial MT"/>
              </a:rPr>
              <a:t> </a:t>
            </a:r>
            <a:r>
              <a:rPr sz="1000" spc="-5">
                <a:solidFill>
                  <a:srgbClr val="4D4D4F"/>
                </a:solidFill>
                <a:latin typeface="Arial MT"/>
                <a:cs typeface="Arial MT"/>
              </a:rPr>
              <a:t>2023</a:t>
            </a:r>
            <a:r>
              <a:rPr sz="1000" spc="-25">
                <a:solidFill>
                  <a:srgbClr val="4D4D4F"/>
                </a:solidFill>
                <a:latin typeface="Arial MT"/>
                <a:cs typeface="Arial MT"/>
              </a:rPr>
              <a:t> </a:t>
            </a:r>
            <a:r>
              <a:rPr sz="1000" spc="-30">
                <a:solidFill>
                  <a:srgbClr val="4D4D4F"/>
                </a:solidFill>
                <a:latin typeface="Arial MT"/>
                <a:cs typeface="Arial MT"/>
              </a:rPr>
              <a:t>in </a:t>
            </a:r>
            <a:r>
              <a:rPr sz="1000" spc="-270">
                <a:solidFill>
                  <a:srgbClr val="4D4D4F"/>
                </a:solidFill>
                <a:latin typeface="Arial MT"/>
                <a:cs typeface="Arial MT"/>
              </a:rPr>
              <a:t> </a:t>
            </a:r>
            <a:r>
              <a:rPr sz="1000" spc="-15">
                <a:solidFill>
                  <a:srgbClr val="4D4D4F"/>
                </a:solidFill>
                <a:latin typeface="Arial MT"/>
                <a:cs typeface="Arial MT"/>
              </a:rPr>
              <a:t>the</a:t>
            </a:r>
            <a:r>
              <a:rPr sz="1000" spc="-10">
                <a:solidFill>
                  <a:srgbClr val="4D4D4F"/>
                </a:solidFill>
                <a:latin typeface="Arial MT"/>
                <a:cs typeface="Arial MT"/>
              </a:rPr>
              <a:t> </a:t>
            </a:r>
            <a:r>
              <a:rPr sz="1000" spc="-40">
                <a:solidFill>
                  <a:srgbClr val="4D4D4F"/>
                </a:solidFill>
                <a:latin typeface="Arial MT"/>
                <a:cs typeface="Arial MT"/>
              </a:rPr>
              <a:t>US</a:t>
            </a:r>
            <a:endParaRPr sz="1000">
              <a:latin typeface="Arial MT"/>
              <a:cs typeface="Arial MT"/>
            </a:endParaRPr>
          </a:p>
        </p:txBody>
      </p:sp>
      <p:sp>
        <p:nvSpPr>
          <p:cNvPr id="90" name="object 77">
            <a:extLst>
              <a:ext uri="{FF2B5EF4-FFF2-40B4-BE49-F238E27FC236}">
                <a16:creationId xmlns:a16="http://schemas.microsoft.com/office/drawing/2014/main" id="{949EA49B-6138-4B40-8C49-BD8D7E32ABF9}"/>
              </a:ext>
            </a:extLst>
          </p:cNvPr>
          <p:cNvSpPr txBox="1"/>
          <p:nvPr/>
        </p:nvSpPr>
        <p:spPr>
          <a:xfrm>
            <a:off x="5427113" y="3288076"/>
            <a:ext cx="872490" cy="1066800"/>
          </a:xfrm>
          <a:prstGeom prst="rect">
            <a:avLst/>
          </a:prstGeom>
        </p:spPr>
        <p:txBody>
          <a:bodyPr vert="horz" wrap="square" lIns="0" tIns="12700" rIns="0" bIns="0" rtlCol="0">
            <a:spAutoFit/>
          </a:bodyPr>
          <a:lstStyle/>
          <a:p>
            <a:pPr marL="12700">
              <a:lnSpc>
                <a:spcPts val="2300"/>
              </a:lnSpc>
              <a:spcBef>
                <a:spcPts val="100"/>
              </a:spcBef>
            </a:pPr>
            <a:r>
              <a:rPr sz="2000" spc="-5">
                <a:solidFill>
                  <a:srgbClr val="2C3354"/>
                </a:solidFill>
                <a:latin typeface="Arial MT"/>
                <a:cs typeface="Arial MT"/>
              </a:rPr>
              <a:t>2024</a:t>
            </a:r>
            <a:endParaRPr sz="2000">
              <a:latin typeface="Arial MT"/>
              <a:cs typeface="Arial MT"/>
            </a:endParaRPr>
          </a:p>
          <a:p>
            <a:pPr marL="12700">
              <a:lnSpc>
                <a:spcPts val="1100"/>
              </a:lnSpc>
            </a:pPr>
            <a:r>
              <a:rPr sz="1000" spc="-35">
                <a:solidFill>
                  <a:srgbClr val="4D4D4F"/>
                </a:solidFill>
                <a:latin typeface="Arial MT"/>
                <a:cs typeface="Arial MT"/>
              </a:rPr>
              <a:t>year</a:t>
            </a:r>
            <a:r>
              <a:rPr sz="1000" spc="-25">
                <a:solidFill>
                  <a:srgbClr val="4D4D4F"/>
                </a:solidFill>
                <a:latin typeface="Arial MT"/>
                <a:cs typeface="Arial MT"/>
              </a:rPr>
              <a:t> </a:t>
            </a:r>
            <a:r>
              <a:rPr sz="1000" spc="-30">
                <a:solidFill>
                  <a:srgbClr val="4D4D4F"/>
                </a:solidFill>
                <a:latin typeface="Arial MT"/>
                <a:cs typeface="Arial MT"/>
              </a:rPr>
              <a:t>in</a:t>
            </a:r>
            <a:r>
              <a:rPr sz="1000" spc="-25">
                <a:solidFill>
                  <a:srgbClr val="4D4D4F"/>
                </a:solidFill>
                <a:latin typeface="Arial MT"/>
                <a:cs typeface="Arial MT"/>
              </a:rPr>
              <a:t> </a:t>
            </a:r>
            <a:r>
              <a:rPr sz="1000" spc="-10">
                <a:solidFill>
                  <a:srgbClr val="4D4D4F"/>
                </a:solidFill>
                <a:latin typeface="Arial MT"/>
                <a:cs typeface="Arial MT"/>
              </a:rPr>
              <a:t>which</a:t>
            </a:r>
            <a:endParaRPr sz="1000">
              <a:latin typeface="Arial MT"/>
              <a:cs typeface="Arial MT"/>
            </a:endParaRPr>
          </a:p>
          <a:p>
            <a:pPr marL="12700" marR="5080">
              <a:lnSpc>
                <a:spcPct val="100000"/>
              </a:lnSpc>
            </a:pPr>
            <a:r>
              <a:rPr sz="1000" spc="-5">
                <a:solidFill>
                  <a:srgbClr val="4D4D4F"/>
                </a:solidFill>
                <a:latin typeface="Arial MT"/>
                <a:cs typeface="Arial MT"/>
              </a:rPr>
              <a:t>most</a:t>
            </a:r>
            <a:r>
              <a:rPr sz="1000" spc="-35">
                <a:solidFill>
                  <a:srgbClr val="4D4D4F"/>
                </a:solidFill>
                <a:latin typeface="Arial MT"/>
                <a:cs typeface="Arial MT"/>
              </a:rPr>
              <a:t> OEMs</a:t>
            </a:r>
            <a:r>
              <a:rPr sz="1000" spc="-30">
                <a:solidFill>
                  <a:srgbClr val="4D4D4F"/>
                </a:solidFill>
                <a:latin typeface="Arial MT"/>
                <a:cs typeface="Arial MT"/>
              </a:rPr>
              <a:t> </a:t>
            </a:r>
            <a:r>
              <a:rPr sz="1000" spc="-25">
                <a:solidFill>
                  <a:srgbClr val="4D4D4F"/>
                </a:solidFill>
                <a:latin typeface="Arial MT"/>
                <a:cs typeface="Arial MT"/>
              </a:rPr>
              <a:t>will </a:t>
            </a:r>
            <a:r>
              <a:rPr sz="1000" spc="-265">
                <a:solidFill>
                  <a:srgbClr val="4D4D4F"/>
                </a:solidFill>
                <a:latin typeface="Arial MT"/>
                <a:cs typeface="Arial MT"/>
              </a:rPr>
              <a:t> </a:t>
            </a:r>
            <a:r>
              <a:rPr sz="1000" spc="-35">
                <a:solidFill>
                  <a:srgbClr val="4D4D4F"/>
                </a:solidFill>
                <a:latin typeface="Arial MT"/>
                <a:cs typeface="Arial MT"/>
              </a:rPr>
              <a:t>release</a:t>
            </a:r>
            <a:r>
              <a:rPr sz="1000" spc="-15">
                <a:solidFill>
                  <a:srgbClr val="4D4D4F"/>
                </a:solidFill>
                <a:latin typeface="Arial MT"/>
                <a:cs typeface="Arial MT"/>
              </a:rPr>
              <a:t> </a:t>
            </a:r>
            <a:r>
              <a:rPr sz="1000" spc="5">
                <a:solidFill>
                  <a:srgbClr val="4D4D4F"/>
                </a:solidFill>
                <a:latin typeface="Arial MT"/>
                <a:cs typeface="Arial MT"/>
              </a:rPr>
              <a:t>L4/5 </a:t>
            </a:r>
            <a:r>
              <a:rPr sz="1000" spc="10">
                <a:solidFill>
                  <a:srgbClr val="4D4D4F"/>
                </a:solidFill>
                <a:latin typeface="Arial MT"/>
                <a:cs typeface="Arial MT"/>
              </a:rPr>
              <a:t> </a:t>
            </a:r>
            <a:r>
              <a:rPr sz="1000" spc="-10">
                <a:solidFill>
                  <a:srgbClr val="4D4D4F"/>
                </a:solidFill>
                <a:latin typeface="Arial MT"/>
                <a:cs typeface="Arial MT"/>
              </a:rPr>
              <a:t>autonomous </a:t>
            </a:r>
            <a:r>
              <a:rPr sz="1000" spc="-5">
                <a:solidFill>
                  <a:srgbClr val="4D4D4F"/>
                </a:solidFill>
                <a:latin typeface="Arial MT"/>
                <a:cs typeface="Arial MT"/>
              </a:rPr>
              <a:t> </a:t>
            </a:r>
            <a:r>
              <a:rPr sz="1000" spc="-30">
                <a:solidFill>
                  <a:srgbClr val="4D4D4F"/>
                </a:solidFill>
                <a:latin typeface="Arial MT"/>
                <a:cs typeface="Arial MT"/>
              </a:rPr>
              <a:t>vehicles</a:t>
            </a:r>
            <a:endParaRPr sz="1000">
              <a:latin typeface="Arial MT"/>
              <a:cs typeface="Arial MT"/>
            </a:endParaRPr>
          </a:p>
        </p:txBody>
      </p:sp>
      <p:sp>
        <p:nvSpPr>
          <p:cNvPr id="91" name="object 78">
            <a:extLst>
              <a:ext uri="{FF2B5EF4-FFF2-40B4-BE49-F238E27FC236}">
                <a16:creationId xmlns:a16="http://schemas.microsoft.com/office/drawing/2014/main" id="{1767C75A-64B9-EA46-94D0-15569C82632E}"/>
              </a:ext>
            </a:extLst>
          </p:cNvPr>
          <p:cNvSpPr/>
          <p:nvPr/>
        </p:nvSpPr>
        <p:spPr>
          <a:xfrm>
            <a:off x="1801930" y="1928475"/>
            <a:ext cx="0" cy="2846070"/>
          </a:xfrm>
          <a:custGeom>
            <a:avLst/>
            <a:gdLst/>
            <a:ahLst/>
            <a:cxnLst/>
            <a:rect l="l" t="t" r="r" b="b"/>
            <a:pathLst>
              <a:path h="2846070">
                <a:moveTo>
                  <a:pt x="0" y="0"/>
                </a:moveTo>
                <a:lnTo>
                  <a:pt x="0" y="2845498"/>
                </a:lnTo>
              </a:path>
            </a:pathLst>
          </a:custGeom>
          <a:ln w="6350">
            <a:solidFill>
              <a:srgbClr val="939598"/>
            </a:solidFill>
          </a:ln>
        </p:spPr>
        <p:txBody>
          <a:bodyPr wrap="square" lIns="0" tIns="0" rIns="0" bIns="0" rtlCol="0"/>
          <a:lstStyle/>
          <a:p>
            <a:endParaRPr/>
          </a:p>
        </p:txBody>
      </p:sp>
      <p:sp>
        <p:nvSpPr>
          <p:cNvPr id="92" name="object 79">
            <a:extLst>
              <a:ext uri="{FF2B5EF4-FFF2-40B4-BE49-F238E27FC236}">
                <a16:creationId xmlns:a16="http://schemas.microsoft.com/office/drawing/2014/main" id="{D264E9B3-3127-C64E-B13C-3D7D6DAC2AB0}"/>
              </a:ext>
            </a:extLst>
          </p:cNvPr>
          <p:cNvSpPr/>
          <p:nvPr/>
        </p:nvSpPr>
        <p:spPr>
          <a:xfrm>
            <a:off x="2944733" y="1928475"/>
            <a:ext cx="0" cy="2846070"/>
          </a:xfrm>
          <a:custGeom>
            <a:avLst/>
            <a:gdLst/>
            <a:ahLst/>
            <a:cxnLst/>
            <a:rect l="l" t="t" r="r" b="b"/>
            <a:pathLst>
              <a:path h="2846070">
                <a:moveTo>
                  <a:pt x="0" y="0"/>
                </a:moveTo>
                <a:lnTo>
                  <a:pt x="0" y="2845498"/>
                </a:lnTo>
              </a:path>
            </a:pathLst>
          </a:custGeom>
          <a:ln w="6350">
            <a:solidFill>
              <a:srgbClr val="939598"/>
            </a:solidFill>
          </a:ln>
        </p:spPr>
        <p:txBody>
          <a:bodyPr wrap="square" lIns="0" tIns="0" rIns="0" bIns="0" rtlCol="0"/>
          <a:lstStyle/>
          <a:p>
            <a:endParaRPr/>
          </a:p>
        </p:txBody>
      </p:sp>
      <p:sp>
        <p:nvSpPr>
          <p:cNvPr id="93" name="object 80">
            <a:extLst>
              <a:ext uri="{FF2B5EF4-FFF2-40B4-BE49-F238E27FC236}">
                <a16:creationId xmlns:a16="http://schemas.microsoft.com/office/drawing/2014/main" id="{A309DF82-8474-464B-809D-AC1FD225341E}"/>
              </a:ext>
            </a:extLst>
          </p:cNvPr>
          <p:cNvSpPr/>
          <p:nvPr/>
        </p:nvSpPr>
        <p:spPr>
          <a:xfrm>
            <a:off x="4090574" y="1928475"/>
            <a:ext cx="0" cy="2846070"/>
          </a:xfrm>
          <a:custGeom>
            <a:avLst/>
            <a:gdLst/>
            <a:ahLst/>
            <a:cxnLst/>
            <a:rect l="l" t="t" r="r" b="b"/>
            <a:pathLst>
              <a:path h="2846070">
                <a:moveTo>
                  <a:pt x="0" y="0"/>
                </a:moveTo>
                <a:lnTo>
                  <a:pt x="0" y="2845498"/>
                </a:lnTo>
              </a:path>
            </a:pathLst>
          </a:custGeom>
          <a:ln w="6350">
            <a:solidFill>
              <a:srgbClr val="939598"/>
            </a:solidFill>
          </a:ln>
        </p:spPr>
        <p:txBody>
          <a:bodyPr wrap="square" lIns="0" tIns="0" rIns="0" bIns="0" rtlCol="0"/>
          <a:lstStyle/>
          <a:p>
            <a:endParaRPr/>
          </a:p>
        </p:txBody>
      </p:sp>
      <p:sp>
        <p:nvSpPr>
          <p:cNvPr id="95" name="object 81">
            <a:extLst>
              <a:ext uri="{FF2B5EF4-FFF2-40B4-BE49-F238E27FC236}">
                <a16:creationId xmlns:a16="http://schemas.microsoft.com/office/drawing/2014/main" id="{B7D43F3D-FE58-844D-9409-3B7C8DF25FFE}"/>
              </a:ext>
            </a:extLst>
          </p:cNvPr>
          <p:cNvSpPr/>
          <p:nvPr/>
        </p:nvSpPr>
        <p:spPr>
          <a:xfrm>
            <a:off x="5370690" y="1928475"/>
            <a:ext cx="0" cy="2846070"/>
          </a:xfrm>
          <a:custGeom>
            <a:avLst/>
            <a:gdLst/>
            <a:ahLst/>
            <a:cxnLst/>
            <a:rect l="l" t="t" r="r" b="b"/>
            <a:pathLst>
              <a:path h="2846070">
                <a:moveTo>
                  <a:pt x="0" y="0"/>
                </a:moveTo>
                <a:lnTo>
                  <a:pt x="0" y="2845498"/>
                </a:lnTo>
              </a:path>
            </a:pathLst>
          </a:custGeom>
          <a:ln w="6350">
            <a:solidFill>
              <a:srgbClr val="939598"/>
            </a:solidFill>
          </a:ln>
        </p:spPr>
        <p:txBody>
          <a:bodyPr wrap="square" lIns="0" tIns="0" rIns="0" bIns="0" rtlCol="0"/>
          <a:lstStyle/>
          <a:p>
            <a:endParaRPr/>
          </a:p>
        </p:txBody>
      </p:sp>
    </p:spTree>
    <p:extLst>
      <p:ext uri="{BB962C8B-B14F-4D97-AF65-F5344CB8AC3E}">
        <p14:creationId xmlns:p14="http://schemas.microsoft.com/office/powerpoint/2010/main" val="342956086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sp>
        <p:nvSpPr>
          <p:cNvPr id="94" name="TextBox 93">
            <a:extLst>
              <a:ext uri="{FF2B5EF4-FFF2-40B4-BE49-F238E27FC236}">
                <a16:creationId xmlns:a16="http://schemas.microsoft.com/office/drawing/2014/main" id="{303843DF-C3F6-7C48-985A-918B2A87D688}"/>
              </a:ext>
            </a:extLst>
          </p:cNvPr>
          <p:cNvSpPr txBox="1"/>
          <p:nvPr/>
        </p:nvSpPr>
        <p:spPr>
          <a:xfrm>
            <a:off x="78617" y="5925607"/>
            <a:ext cx="6512154" cy="215444"/>
          </a:xfrm>
          <a:prstGeom prst="rect">
            <a:avLst/>
          </a:prstGeom>
          <a:noFill/>
          <a:ln>
            <a:noFill/>
          </a:ln>
        </p:spPr>
        <p:txBody>
          <a:bodyPr wrap="square" rtlCol="0">
            <a:spAutoFit/>
          </a:bodyPr>
          <a:lstStyle/>
          <a:p>
            <a:r>
              <a:rPr lang="en-US" sz="800"/>
              <a:t>1. Statista 2. Bain Analysis. 3. </a:t>
            </a:r>
            <a:r>
              <a:rPr lang="en-US" sz="800" err="1"/>
              <a:t>iPAC</a:t>
            </a:r>
            <a:r>
              <a:rPr lang="en-US" sz="800"/>
              <a:t> Analysis 4. Bain Analysis 5. Press Analysis</a:t>
            </a:r>
          </a:p>
        </p:txBody>
      </p:sp>
      <p:sp>
        <p:nvSpPr>
          <p:cNvPr id="19" name="object 4">
            <a:extLst>
              <a:ext uri="{FF2B5EF4-FFF2-40B4-BE49-F238E27FC236}">
                <a16:creationId xmlns:a16="http://schemas.microsoft.com/office/drawing/2014/main" id="{5BBEE251-1DDA-DC4C-8C91-389468CCEE3C}"/>
              </a:ext>
            </a:extLst>
          </p:cNvPr>
          <p:cNvSpPr txBox="1"/>
          <p:nvPr/>
        </p:nvSpPr>
        <p:spPr>
          <a:xfrm>
            <a:off x="579656" y="6117983"/>
            <a:ext cx="67945" cy="116839"/>
          </a:xfrm>
          <a:prstGeom prst="rect">
            <a:avLst/>
          </a:prstGeom>
        </p:spPr>
        <p:txBody>
          <a:bodyPr vert="horz" wrap="square" lIns="0" tIns="12700" rIns="0" bIns="0" rtlCol="0">
            <a:spAutoFit/>
          </a:bodyPr>
          <a:lstStyle/>
          <a:p>
            <a:pPr marL="12700">
              <a:lnSpc>
                <a:spcPct val="100000"/>
              </a:lnSpc>
              <a:spcBef>
                <a:spcPts val="100"/>
              </a:spcBef>
            </a:pPr>
            <a:r>
              <a:rPr sz="600" spc="-5">
                <a:solidFill>
                  <a:srgbClr val="4D4D4F"/>
                </a:solidFill>
                <a:latin typeface="Arial MT"/>
                <a:cs typeface="Arial MT"/>
              </a:rPr>
              <a:t>6</a:t>
            </a:r>
            <a:endParaRPr sz="600">
              <a:latin typeface="Arial MT"/>
              <a:cs typeface="Arial MT"/>
            </a:endParaRPr>
          </a:p>
        </p:txBody>
      </p:sp>
      <p:sp>
        <p:nvSpPr>
          <p:cNvPr id="20" name="object 5">
            <a:extLst>
              <a:ext uri="{FF2B5EF4-FFF2-40B4-BE49-F238E27FC236}">
                <a16:creationId xmlns:a16="http://schemas.microsoft.com/office/drawing/2014/main" id="{69BDE5CF-EBD0-234F-9AAF-B69F5C6D68AC}"/>
              </a:ext>
            </a:extLst>
          </p:cNvPr>
          <p:cNvSpPr txBox="1"/>
          <p:nvPr/>
        </p:nvSpPr>
        <p:spPr>
          <a:xfrm>
            <a:off x="837417" y="6117983"/>
            <a:ext cx="1287145" cy="116839"/>
          </a:xfrm>
          <a:prstGeom prst="rect">
            <a:avLst/>
          </a:prstGeom>
        </p:spPr>
        <p:txBody>
          <a:bodyPr vert="horz" wrap="square" lIns="0" tIns="12700" rIns="0" bIns="0" rtlCol="0">
            <a:spAutoFit/>
          </a:bodyPr>
          <a:lstStyle/>
          <a:p>
            <a:pPr marL="12700">
              <a:lnSpc>
                <a:spcPct val="100000"/>
              </a:lnSpc>
              <a:spcBef>
                <a:spcPts val="100"/>
              </a:spcBef>
            </a:pPr>
            <a:r>
              <a:rPr sz="600" spc="-25">
                <a:solidFill>
                  <a:srgbClr val="4D4D4F"/>
                </a:solidFill>
                <a:latin typeface="Arial MT"/>
                <a:cs typeface="Arial MT"/>
              </a:rPr>
              <a:t>The</a:t>
            </a:r>
            <a:r>
              <a:rPr sz="600" spc="-10">
                <a:solidFill>
                  <a:srgbClr val="4D4D4F"/>
                </a:solidFill>
                <a:latin typeface="Arial MT"/>
                <a:cs typeface="Arial MT"/>
              </a:rPr>
              <a:t> </a:t>
            </a:r>
            <a:r>
              <a:rPr sz="600" spc="-20">
                <a:solidFill>
                  <a:srgbClr val="4D4D4F"/>
                </a:solidFill>
                <a:latin typeface="Arial MT"/>
                <a:cs typeface="Arial MT"/>
              </a:rPr>
              <a:t>Future</a:t>
            </a:r>
            <a:r>
              <a:rPr sz="600" spc="-10">
                <a:solidFill>
                  <a:srgbClr val="4D4D4F"/>
                </a:solidFill>
                <a:latin typeface="Arial MT"/>
                <a:cs typeface="Arial MT"/>
              </a:rPr>
              <a:t> of the</a:t>
            </a:r>
            <a:r>
              <a:rPr sz="600" spc="-5">
                <a:solidFill>
                  <a:srgbClr val="4D4D4F"/>
                </a:solidFill>
                <a:latin typeface="Arial MT"/>
                <a:cs typeface="Arial MT"/>
              </a:rPr>
              <a:t> </a:t>
            </a:r>
            <a:r>
              <a:rPr sz="600" spc="-10">
                <a:solidFill>
                  <a:srgbClr val="4D4D4F"/>
                </a:solidFill>
                <a:latin typeface="Arial MT"/>
                <a:cs typeface="Arial MT"/>
              </a:rPr>
              <a:t>Last-Mile Ecosystem</a:t>
            </a:r>
            <a:endParaRPr sz="600">
              <a:latin typeface="Arial MT"/>
              <a:cs typeface="Arial MT"/>
            </a:endParaRPr>
          </a:p>
        </p:txBody>
      </p:sp>
      <p:grpSp>
        <p:nvGrpSpPr>
          <p:cNvPr id="96" name="object 2">
            <a:extLst>
              <a:ext uri="{FF2B5EF4-FFF2-40B4-BE49-F238E27FC236}">
                <a16:creationId xmlns:a16="http://schemas.microsoft.com/office/drawing/2014/main" id="{8EDE80CB-BA43-FA49-84A6-5E805DBAF143}"/>
              </a:ext>
            </a:extLst>
          </p:cNvPr>
          <p:cNvGrpSpPr/>
          <p:nvPr/>
        </p:nvGrpSpPr>
        <p:grpSpPr>
          <a:xfrm>
            <a:off x="451952" y="1084746"/>
            <a:ext cx="6732270" cy="3657600"/>
            <a:chOff x="324002" y="6344704"/>
            <a:chExt cx="6732270" cy="3657600"/>
          </a:xfrm>
        </p:grpSpPr>
        <p:sp>
          <p:nvSpPr>
            <p:cNvPr id="97" name="object 3">
              <a:extLst>
                <a:ext uri="{FF2B5EF4-FFF2-40B4-BE49-F238E27FC236}">
                  <a16:creationId xmlns:a16="http://schemas.microsoft.com/office/drawing/2014/main" id="{E9743C16-6780-0A45-8073-304C48AB916D}"/>
                </a:ext>
              </a:extLst>
            </p:cNvPr>
            <p:cNvSpPr/>
            <p:nvPr/>
          </p:nvSpPr>
          <p:spPr>
            <a:xfrm>
              <a:off x="324002" y="6344704"/>
              <a:ext cx="6732270" cy="3657600"/>
            </a:xfrm>
            <a:custGeom>
              <a:avLst/>
              <a:gdLst/>
              <a:ahLst/>
              <a:cxnLst/>
              <a:rect l="l" t="t" r="r" b="b"/>
              <a:pathLst>
                <a:path w="6732270" h="3657600">
                  <a:moveTo>
                    <a:pt x="6732003" y="0"/>
                  </a:moveTo>
                  <a:lnTo>
                    <a:pt x="0" y="0"/>
                  </a:lnTo>
                  <a:lnTo>
                    <a:pt x="0" y="3657600"/>
                  </a:lnTo>
                  <a:lnTo>
                    <a:pt x="6732003" y="3657600"/>
                  </a:lnTo>
                  <a:lnTo>
                    <a:pt x="6732003" y="0"/>
                  </a:lnTo>
                  <a:close/>
                </a:path>
              </a:pathLst>
            </a:custGeom>
            <a:solidFill>
              <a:srgbClr val="F1F4F7"/>
            </a:solidFill>
          </p:spPr>
          <p:txBody>
            <a:bodyPr wrap="square" lIns="0" tIns="0" rIns="0" bIns="0" rtlCol="0"/>
            <a:lstStyle/>
            <a:p>
              <a:endParaRPr/>
            </a:p>
          </p:txBody>
        </p:sp>
        <p:sp>
          <p:nvSpPr>
            <p:cNvPr id="98" name="object 4">
              <a:extLst>
                <a:ext uri="{FF2B5EF4-FFF2-40B4-BE49-F238E27FC236}">
                  <a16:creationId xmlns:a16="http://schemas.microsoft.com/office/drawing/2014/main" id="{056A1619-8675-5444-8A94-814F0C24389E}"/>
                </a:ext>
              </a:extLst>
            </p:cNvPr>
            <p:cNvSpPr/>
            <p:nvPr/>
          </p:nvSpPr>
          <p:spPr>
            <a:xfrm>
              <a:off x="4850778" y="8646820"/>
              <a:ext cx="1452880" cy="784860"/>
            </a:xfrm>
            <a:custGeom>
              <a:avLst/>
              <a:gdLst/>
              <a:ahLst/>
              <a:cxnLst/>
              <a:rect l="l" t="t" r="r" b="b"/>
              <a:pathLst>
                <a:path w="1452879" h="784859">
                  <a:moveTo>
                    <a:pt x="604304" y="0"/>
                  </a:moveTo>
                  <a:lnTo>
                    <a:pt x="0" y="0"/>
                  </a:lnTo>
                  <a:lnTo>
                    <a:pt x="0" y="784529"/>
                  </a:lnTo>
                  <a:lnTo>
                    <a:pt x="604304" y="784529"/>
                  </a:lnTo>
                  <a:lnTo>
                    <a:pt x="604304" y="0"/>
                  </a:lnTo>
                  <a:close/>
                </a:path>
                <a:path w="1452879" h="784859">
                  <a:moveTo>
                    <a:pt x="1452448" y="42405"/>
                  </a:moveTo>
                  <a:lnTo>
                    <a:pt x="848144" y="42405"/>
                  </a:lnTo>
                  <a:lnTo>
                    <a:pt x="848144" y="784529"/>
                  </a:lnTo>
                  <a:lnTo>
                    <a:pt x="1452448" y="784529"/>
                  </a:lnTo>
                  <a:lnTo>
                    <a:pt x="1452448" y="42405"/>
                  </a:lnTo>
                  <a:close/>
                </a:path>
              </a:pathLst>
            </a:custGeom>
            <a:solidFill>
              <a:srgbClr val="3777BC"/>
            </a:solidFill>
          </p:spPr>
          <p:txBody>
            <a:bodyPr wrap="square" lIns="0" tIns="0" rIns="0" bIns="0" rtlCol="0"/>
            <a:lstStyle/>
            <a:p>
              <a:endParaRPr/>
            </a:p>
          </p:txBody>
        </p:sp>
        <p:sp>
          <p:nvSpPr>
            <p:cNvPr id="99" name="object 5">
              <a:extLst>
                <a:ext uri="{FF2B5EF4-FFF2-40B4-BE49-F238E27FC236}">
                  <a16:creationId xmlns:a16="http://schemas.microsoft.com/office/drawing/2014/main" id="{7091116D-9A53-9D49-90FA-83C5B35009E2}"/>
                </a:ext>
              </a:extLst>
            </p:cNvPr>
            <p:cNvSpPr/>
            <p:nvPr/>
          </p:nvSpPr>
          <p:spPr>
            <a:xfrm>
              <a:off x="4850778" y="8519604"/>
              <a:ext cx="1452880" cy="170180"/>
            </a:xfrm>
            <a:custGeom>
              <a:avLst/>
              <a:gdLst/>
              <a:ahLst/>
              <a:cxnLst/>
              <a:rect l="l" t="t" r="r" b="b"/>
              <a:pathLst>
                <a:path w="1452879" h="170179">
                  <a:moveTo>
                    <a:pt x="604304" y="0"/>
                  </a:moveTo>
                  <a:lnTo>
                    <a:pt x="0" y="0"/>
                  </a:lnTo>
                  <a:lnTo>
                    <a:pt x="0" y="127215"/>
                  </a:lnTo>
                  <a:lnTo>
                    <a:pt x="604304" y="127215"/>
                  </a:lnTo>
                  <a:lnTo>
                    <a:pt x="604304" y="0"/>
                  </a:lnTo>
                  <a:close/>
                </a:path>
                <a:path w="1452879" h="170179">
                  <a:moveTo>
                    <a:pt x="1452448" y="0"/>
                  </a:moveTo>
                  <a:lnTo>
                    <a:pt x="848144" y="0"/>
                  </a:lnTo>
                  <a:lnTo>
                    <a:pt x="848144" y="169633"/>
                  </a:lnTo>
                  <a:lnTo>
                    <a:pt x="1452448" y="169633"/>
                  </a:lnTo>
                  <a:lnTo>
                    <a:pt x="1452448" y="0"/>
                  </a:lnTo>
                  <a:close/>
                </a:path>
              </a:pathLst>
            </a:custGeom>
            <a:solidFill>
              <a:srgbClr val="0F1E43"/>
            </a:solidFill>
          </p:spPr>
          <p:txBody>
            <a:bodyPr wrap="square" lIns="0" tIns="0" rIns="0" bIns="0" rtlCol="0"/>
            <a:lstStyle/>
            <a:p>
              <a:endParaRPr/>
            </a:p>
          </p:txBody>
        </p:sp>
        <p:sp>
          <p:nvSpPr>
            <p:cNvPr id="100" name="object 6">
              <a:extLst>
                <a:ext uri="{FF2B5EF4-FFF2-40B4-BE49-F238E27FC236}">
                  <a16:creationId xmlns:a16="http://schemas.microsoft.com/office/drawing/2014/main" id="{DA1EBF67-B5FD-D848-80DC-6701F5328AB6}"/>
                </a:ext>
              </a:extLst>
            </p:cNvPr>
            <p:cNvSpPr/>
            <p:nvPr/>
          </p:nvSpPr>
          <p:spPr>
            <a:xfrm>
              <a:off x="1081481" y="8451735"/>
              <a:ext cx="1442085" cy="986155"/>
            </a:xfrm>
            <a:custGeom>
              <a:avLst/>
              <a:gdLst/>
              <a:ahLst/>
              <a:cxnLst/>
              <a:rect l="l" t="t" r="r" b="b"/>
              <a:pathLst>
                <a:path w="1442085" h="986154">
                  <a:moveTo>
                    <a:pt x="604304" y="222643"/>
                  </a:moveTo>
                  <a:lnTo>
                    <a:pt x="0" y="222643"/>
                  </a:lnTo>
                  <a:lnTo>
                    <a:pt x="0" y="985964"/>
                  </a:lnTo>
                  <a:lnTo>
                    <a:pt x="604304" y="985964"/>
                  </a:lnTo>
                  <a:lnTo>
                    <a:pt x="604304" y="222643"/>
                  </a:lnTo>
                  <a:close/>
                </a:path>
                <a:path w="1442085" h="986154">
                  <a:moveTo>
                    <a:pt x="1441843" y="0"/>
                  </a:moveTo>
                  <a:lnTo>
                    <a:pt x="837539" y="0"/>
                  </a:lnTo>
                  <a:lnTo>
                    <a:pt x="837539" y="985964"/>
                  </a:lnTo>
                  <a:lnTo>
                    <a:pt x="1441843" y="985964"/>
                  </a:lnTo>
                  <a:lnTo>
                    <a:pt x="1441843" y="0"/>
                  </a:lnTo>
                  <a:close/>
                </a:path>
              </a:pathLst>
            </a:custGeom>
            <a:solidFill>
              <a:srgbClr val="3777BC"/>
            </a:solidFill>
          </p:spPr>
          <p:txBody>
            <a:bodyPr wrap="square" lIns="0" tIns="0" rIns="0" bIns="0" rtlCol="0"/>
            <a:lstStyle/>
            <a:p>
              <a:endParaRPr/>
            </a:p>
          </p:txBody>
        </p:sp>
        <p:sp>
          <p:nvSpPr>
            <p:cNvPr id="101" name="object 7">
              <a:extLst>
                <a:ext uri="{FF2B5EF4-FFF2-40B4-BE49-F238E27FC236}">
                  <a16:creationId xmlns:a16="http://schemas.microsoft.com/office/drawing/2014/main" id="{7E297833-64AB-9C4D-BEA6-3EE8F25249AB}"/>
                </a:ext>
              </a:extLst>
            </p:cNvPr>
            <p:cNvSpPr/>
            <p:nvPr/>
          </p:nvSpPr>
          <p:spPr>
            <a:xfrm>
              <a:off x="1081481" y="8229104"/>
              <a:ext cx="1442085" cy="445770"/>
            </a:xfrm>
            <a:custGeom>
              <a:avLst/>
              <a:gdLst/>
              <a:ahLst/>
              <a:cxnLst/>
              <a:rect l="l" t="t" r="r" b="b"/>
              <a:pathLst>
                <a:path w="1442085" h="445770">
                  <a:moveTo>
                    <a:pt x="604304" y="318058"/>
                  </a:moveTo>
                  <a:lnTo>
                    <a:pt x="0" y="318058"/>
                  </a:lnTo>
                  <a:lnTo>
                    <a:pt x="0" y="445274"/>
                  </a:lnTo>
                  <a:lnTo>
                    <a:pt x="604304" y="445274"/>
                  </a:lnTo>
                  <a:lnTo>
                    <a:pt x="604304" y="318058"/>
                  </a:lnTo>
                  <a:close/>
                </a:path>
                <a:path w="1442085" h="445770">
                  <a:moveTo>
                    <a:pt x="1441843" y="0"/>
                  </a:moveTo>
                  <a:lnTo>
                    <a:pt x="837539" y="0"/>
                  </a:lnTo>
                  <a:lnTo>
                    <a:pt x="837539" y="222631"/>
                  </a:lnTo>
                  <a:lnTo>
                    <a:pt x="1441843" y="222631"/>
                  </a:lnTo>
                  <a:lnTo>
                    <a:pt x="1441843" y="0"/>
                  </a:lnTo>
                  <a:close/>
                </a:path>
              </a:pathLst>
            </a:custGeom>
            <a:solidFill>
              <a:srgbClr val="0F1E43"/>
            </a:solidFill>
          </p:spPr>
          <p:txBody>
            <a:bodyPr wrap="square" lIns="0" tIns="0" rIns="0" bIns="0" rtlCol="0"/>
            <a:lstStyle/>
            <a:p>
              <a:endParaRPr/>
            </a:p>
          </p:txBody>
        </p:sp>
        <p:sp>
          <p:nvSpPr>
            <p:cNvPr id="102" name="object 8">
              <a:extLst>
                <a:ext uri="{FF2B5EF4-FFF2-40B4-BE49-F238E27FC236}">
                  <a16:creationId xmlns:a16="http://schemas.microsoft.com/office/drawing/2014/main" id="{62674858-128E-1749-9269-D43570BE1109}"/>
                </a:ext>
              </a:extLst>
            </p:cNvPr>
            <p:cNvSpPr/>
            <p:nvPr/>
          </p:nvSpPr>
          <p:spPr>
            <a:xfrm>
              <a:off x="2974378" y="8445385"/>
              <a:ext cx="1442085" cy="986155"/>
            </a:xfrm>
            <a:custGeom>
              <a:avLst/>
              <a:gdLst/>
              <a:ahLst/>
              <a:cxnLst/>
              <a:rect l="l" t="t" r="r" b="b"/>
              <a:pathLst>
                <a:path w="1442085" h="986154">
                  <a:moveTo>
                    <a:pt x="593699" y="190842"/>
                  </a:moveTo>
                  <a:lnTo>
                    <a:pt x="0" y="190842"/>
                  </a:lnTo>
                  <a:lnTo>
                    <a:pt x="0" y="985977"/>
                  </a:lnTo>
                  <a:lnTo>
                    <a:pt x="593699" y="985977"/>
                  </a:lnTo>
                  <a:lnTo>
                    <a:pt x="593699" y="190842"/>
                  </a:lnTo>
                  <a:close/>
                </a:path>
                <a:path w="1442085" h="986154">
                  <a:moveTo>
                    <a:pt x="1441843" y="0"/>
                  </a:moveTo>
                  <a:lnTo>
                    <a:pt x="837539" y="0"/>
                  </a:lnTo>
                  <a:lnTo>
                    <a:pt x="837539" y="985964"/>
                  </a:lnTo>
                  <a:lnTo>
                    <a:pt x="1441843" y="985964"/>
                  </a:lnTo>
                  <a:lnTo>
                    <a:pt x="1441843" y="0"/>
                  </a:lnTo>
                  <a:close/>
                </a:path>
              </a:pathLst>
            </a:custGeom>
            <a:solidFill>
              <a:srgbClr val="3777BC"/>
            </a:solidFill>
          </p:spPr>
          <p:txBody>
            <a:bodyPr wrap="square" lIns="0" tIns="0" rIns="0" bIns="0" rtlCol="0"/>
            <a:lstStyle/>
            <a:p>
              <a:endParaRPr/>
            </a:p>
          </p:txBody>
        </p:sp>
        <p:sp>
          <p:nvSpPr>
            <p:cNvPr id="103" name="object 9">
              <a:extLst>
                <a:ext uri="{FF2B5EF4-FFF2-40B4-BE49-F238E27FC236}">
                  <a16:creationId xmlns:a16="http://schemas.microsoft.com/office/drawing/2014/main" id="{CD75E790-695C-B146-A61D-A1A8E06DE2A8}"/>
                </a:ext>
              </a:extLst>
            </p:cNvPr>
            <p:cNvSpPr/>
            <p:nvPr/>
          </p:nvSpPr>
          <p:spPr>
            <a:xfrm>
              <a:off x="2974378" y="8222754"/>
              <a:ext cx="1442085" cy="414020"/>
            </a:xfrm>
            <a:custGeom>
              <a:avLst/>
              <a:gdLst/>
              <a:ahLst/>
              <a:cxnLst/>
              <a:rect l="l" t="t" r="r" b="b"/>
              <a:pathLst>
                <a:path w="1442085" h="414020">
                  <a:moveTo>
                    <a:pt x="593699" y="286245"/>
                  </a:moveTo>
                  <a:lnTo>
                    <a:pt x="0" y="286245"/>
                  </a:lnTo>
                  <a:lnTo>
                    <a:pt x="0" y="413461"/>
                  </a:lnTo>
                  <a:lnTo>
                    <a:pt x="593699" y="413461"/>
                  </a:lnTo>
                  <a:lnTo>
                    <a:pt x="593699" y="286245"/>
                  </a:lnTo>
                  <a:close/>
                </a:path>
                <a:path w="1442085" h="414020">
                  <a:moveTo>
                    <a:pt x="1441843" y="0"/>
                  </a:moveTo>
                  <a:lnTo>
                    <a:pt x="837539" y="0"/>
                  </a:lnTo>
                  <a:lnTo>
                    <a:pt x="837539" y="222631"/>
                  </a:lnTo>
                  <a:lnTo>
                    <a:pt x="1441843" y="222631"/>
                  </a:lnTo>
                  <a:lnTo>
                    <a:pt x="1441843" y="0"/>
                  </a:lnTo>
                  <a:close/>
                </a:path>
              </a:pathLst>
            </a:custGeom>
            <a:solidFill>
              <a:srgbClr val="0F1E43"/>
            </a:solidFill>
          </p:spPr>
          <p:txBody>
            <a:bodyPr wrap="square" lIns="0" tIns="0" rIns="0" bIns="0" rtlCol="0"/>
            <a:lstStyle/>
            <a:p>
              <a:endParaRPr/>
            </a:p>
          </p:txBody>
        </p:sp>
        <p:sp>
          <p:nvSpPr>
            <p:cNvPr id="104" name="object 10">
              <a:extLst>
                <a:ext uri="{FF2B5EF4-FFF2-40B4-BE49-F238E27FC236}">
                  <a16:creationId xmlns:a16="http://schemas.microsoft.com/office/drawing/2014/main" id="{D03E2F25-FD97-DE44-9022-0AD8750D4C03}"/>
                </a:ext>
              </a:extLst>
            </p:cNvPr>
            <p:cNvSpPr/>
            <p:nvPr/>
          </p:nvSpPr>
          <p:spPr>
            <a:xfrm>
              <a:off x="992399" y="9431354"/>
              <a:ext cx="1620520" cy="0"/>
            </a:xfrm>
            <a:custGeom>
              <a:avLst/>
              <a:gdLst/>
              <a:ahLst/>
              <a:cxnLst/>
              <a:rect l="l" t="t" r="r" b="b"/>
              <a:pathLst>
                <a:path w="1620520">
                  <a:moveTo>
                    <a:pt x="0" y="0"/>
                  </a:moveTo>
                  <a:lnTo>
                    <a:pt x="1619999" y="0"/>
                  </a:lnTo>
                </a:path>
              </a:pathLst>
            </a:custGeom>
            <a:ln w="12700">
              <a:solidFill>
                <a:srgbClr val="939598"/>
              </a:solidFill>
            </a:ln>
          </p:spPr>
          <p:txBody>
            <a:bodyPr wrap="square" lIns="0" tIns="0" rIns="0" bIns="0" rtlCol="0"/>
            <a:lstStyle/>
            <a:p>
              <a:endParaRPr/>
            </a:p>
          </p:txBody>
        </p:sp>
        <p:sp>
          <p:nvSpPr>
            <p:cNvPr id="105" name="object 11">
              <a:extLst>
                <a:ext uri="{FF2B5EF4-FFF2-40B4-BE49-F238E27FC236}">
                  <a16:creationId xmlns:a16="http://schemas.microsoft.com/office/drawing/2014/main" id="{EDD102EA-2921-E247-9197-4FC97D447F46}"/>
                </a:ext>
              </a:extLst>
            </p:cNvPr>
            <p:cNvSpPr/>
            <p:nvPr/>
          </p:nvSpPr>
          <p:spPr>
            <a:xfrm>
              <a:off x="2885300" y="9431354"/>
              <a:ext cx="1620520" cy="0"/>
            </a:xfrm>
            <a:custGeom>
              <a:avLst/>
              <a:gdLst/>
              <a:ahLst/>
              <a:cxnLst/>
              <a:rect l="l" t="t" r="r" b="b"/>
              <a:pathLst>
                <a:path w="1620520">
                  <a:moveTo>
                    <a:pt x="0" y="0"/>
                  </a:moveTo>
                  <a:lnTo>
                    <a:pt x="1619999" y="0"/>
                  </a:lnTo>
                </a:path>
              </a:pathLst>
            </a:custGeom>
            <a:ln w="12700">
              <a:solidFill>
                <a:srgbClr val="939598"/>
              </a:solidFill>
            </a:ln>
          </p:spPr>
          <p:txBody>
            <a:bodyPr wrap="square" lIns="0" tIns="0" rIns="0" bIns="0" rtlCol="0"/>
            <a:lstStyle/>
            <a:p>
              <a:endParaRPr/>
            </a:p>
          </p:txBody>
        </p:sp>
        <p:sp>
          <p:nvSpPr>
            <p:cNvPr id="106" name="object 12">
              <a:extLst>
                <a:ext uri="{FF2B5EF4-FFF2-40B4-BE49-F238E27FC236}">
                  <a16:creationId xmlns:a16="http://schemas.microsoft.com/office/drawing/2014/main" id="{AEBC737F-B1BD-9A4E-82AF-548DF0F6B1F6}"/>
                </a:ext>
              </a:extLst>
            </p:cNvPr>
            <p:cNvSpPr/>
            <p:nvPr/>
          </p:nvSpPr>
          <p:spPr>
            <a:xfrm>
              <a:off x="4767000" y="9431354"/>
              <a:ext cx="1620520" cy="0"/>
            </a:xfrm>
            <a:custGeom>
              <a:avLst/>
              <a:gdLst/>
              <a:ahLst/>
              <a:cxnLst/>
              <a:rect l="l" t="t" r="r" b="b"/>
              <a:pathLst>
                <a:path w="1620520">
                  <a:moveTo>
                    <a:pt x="0" y="0"/>
                  </a:moveTo>
                  <a:lnTo>
                    <a:pt x="1619999" y="0"/>
                  </a:lnTo>
                </a:path>
              </a:pathLst>
            </a:custGeom>
            <a:ln w="12700">
              <a:solidFill>
                <a:srgbClr val="939598"/>
              </a:solidFill>
            </a:ln>
          </p:spPr>
          <p:txBody>
            <a:bodyPr wrap="square" lIns="0" tIns="0" rIns="0" bIns="0" rtlCol="0"/>
            <a:lstStyle/>
            <a:p>
              <a:endParaRPr/>
            </a:p>
          </p:txBody>
        </p:sp>
        <p:sp>
          <p:nvSpPr>
            <p:cNvPr id="107" name="object 13">
              <a:extLst>
                <a:ext uri="{FF2B5EF4-FFF2-40B4-BE49-F238E27FC236}">
                  <a16:creationId xmlns:a16="http://schemas.microsoft.com/office/drawing/2014/main" id="{A4918B30-9238-C547-A103-C1023B9690B7}"/>
                </a:ext>
              </a:extLst>
            </p:cNvPr>
            <p:cNvSpPr/>
            <p:nvPr/>
          </p:nvSpPr>
          <p:spPr>
            <a:xfrm>
              <a:off x="5452025" y="8452369"/>
              <a:ext cx="0" cy="33655"/>
            </a:xfrm>
            <a:custGeom>
              <a:avLst/>
              <a:gdLst/>
              <a:ahLst/>
              <a:cxnLst/>
              <a:rect l="l" t="t" r="r" b="b"/>
              <a:pathLst>
                <a:path h="33654">
                  <a:moveTo>
                    <a:pt x="0" y="33616"/>
                  </a:moveTo>
                  <a:lnTo>
                    <a:pt x="0" y="0"/>
                  </a:lnTo>
                </a:path>
              </a:pathLst>
            </a:custGeom>
            <a:ln w="6350">
              <a:solidFill>
                <a:srgbClr val="939598"/>
              </a:solidFill>
              <a:prstDash val="sysDot"/>
            </a:ln>
          </p:spPr>
          <p:txBody>
            <a:bodyPr wrap="square" lIns="0" tIns="0" rIns="0" bIns="0" rtlCol="0"/>
            <a:lstStyle/>
            <a:p>
              <a:endParaRPr/>
            </a:p>
          </p:txBody>
        </p:sp>
        <p:sp>
          <p:nvSpPr>
            <p:cNvPr id="108" name="object 14">
              <a:extLst>
                <a:ext uri="{FF2B5EF4-FFF2-40B4-BE49-F238E27FC236}">
                  <a16:creationId xmlns:a16="http://schemas.microsoft.com/office/drawing/2014/main" id="{31DCDE79-2D41-294A-B335-A65047AF5979}"/>
                </a:ext>
              </a:extLst>
            </p:cNvPr>
            <p:cNvSpPr/>
            <p:nvPr/>
          </p:nvSpPr>
          <p:spPr>
            <a:xfrm>
              <a:off x="4878870" y="8429957"/>
              <a:ext cx="535940" cy="0"/>
            </a:xfrm>
            <a:custGeom>
              <a:avLst/>
              <a:gdLst/>
              <a:ahLst/>
              <a:cxnLst/>
              <a:rect l="l" t="t" r="r" b="b"/>
              <a:pathLst>
                <a:path w="535939">
                  <a:moveTo>
                    <a:pt x="535774" y="0"/>
                  </a:moveTo>
                  <a:lnTo>
                    <a:pt x="0" y="0"/>
                  </a:lnTo>
                </a:path>
              </a:pathLst>
            </a:custGeom>
            <a:ln w="6350">
              <a:solidFill>
                <a:srgbClr val="939598"/>
              </a:solidFill>
              <a:prstDash val="sysDot"/>
            </a:ln>
          </p:spPr>
          <p:txBody>
            <a:bodyPr wrap="square" lIns="0" tIns="0" rIns="0" bIns="0" rtlCol="0"/>
            <a:lstStyle/>
            <a:p>
              <a:endParaRPr/>
            </a:p>
          </p:txBody>
        </p:sp>
        <p:sp>
          <p:nvSpPr>
            <p:cNvPr id="109" name="object 15">
              <a:extLst>
                <a:ext uri="{FF2B5EF4-FFF2-40B4-BE49-F238E27FC236}">
                  <a16:creationId xmlns:a16="http://schemas.microsoft.com/office/drawing/2014/main" id="{A463C2F5-B845-C84A-AA52-E8BDEFC4096F}"/>
                </a:ext>
              </a:extLst>
            </p:cNvPr>
            <p:cNvSpPr/>
            <p:nvPr/>
          </p:nvSpPr>
          <p:spPr>
            <a:xfrm>
              <a:off x="4853956" y="8463574"/>
              <a:ext cx="0" cy="33655"/>
            </a:xfrm>
            <a:custGeom>
              <a:avLst/>
              <a:gdLst/>
              <a:ahLst/>
              <a:cxnLst/>
              <a:rect l="l" t="t" r="r" b="b"/>
              <a:pathLst>
                <a:path h="33654">
                  <a:moveTo>
                    <a:pt x="0" y="0"/>
                  </a:moveTo>
                  <a:lnTo>
                    <a:pt x="0" y="33616"/>
                  </a:lnTo>
                </a:path>
              </a:pathLst>
            </a:custGeom>
            <a:ln w="6350">
              <a:solidFill>
                <a:srgbClr val="939598"/>
              </a:solidFill>
              <a:prstDash val="sysDot"/>
            </a:ln>
          </p:spPr>
          <p:txBody>
            <a:bodyPr wrap="square" lIns="0" tIns="0" rIns="0" bIns="0" rtlCol="0"/>
            <a:lstStyle/>
            <a:p>
              <a:endParaRPr/>
            </a:p>
          </p:txBody>
        </p:sp>
        <p:sp>
          <p:nvSpPr>
            <p:cNvPr id="110" name="object 16">
              <a:extLst>
                <a:ext uri="{FF2B5EF4-FFF2-40B4-BE49-F238E27FC236}">
                  <a16:creationId xmlns:a16="http://schemas.microsoft.com/office/drawing/2014/main" id="{5CF6A362-07D3-1B49-AF6A-1AB0D4AFD14A}"/>
                </a:ext>
              </a:extLst>
            </p:cNvPr>
            <p:cNvSpPr/>
            <p:nvPr/>
          </p:nvSpPr>
          <p:spPr>
            <a:xfrm>
              <a:off x="5452025" y="8508407"/>
              <a:ext cx="0" cy="11430"/>
            </a:xfrm>
            <a:custGeom>
              <a:avLst/>
              <a:gdLst/>
              <a:ahLst/>
              <a:cxnLst/>
              <a:rect l="l" t="t" r="r" b="b"/>
              <a:pathLst>
                <a:path h="11429">
                  <a:moveTo>
                    <a:pt x="-3175" y="5600"/>
                  </a:moveTo>
                  <a:lnTo>
                    <a:pt x="3175" y="5600"/>
                  </a:lnTo>
                </a:path>
              </a:pathLst>
            </a:custGeom>
            <a:ln w="11201">
              <a:solidFill>
                <a:srgbClr val="939598"/>
              </a:solidFill>
            </a:ln>
          </p:spPr>
          <p:txBody>
            <a:bodyPr wrap="square" lIns="0" tIns="0" rIns="0" bIns="0" rtlCol="0"/>
            <a:lstStyle/>
            <a:p>
              <a:endParaRPr/>
            </a:p>
          </p:txBody>
        </p:sp>
        <p:sp>
          <p:nvSpPr>
            <p:cNvPr id="111" name="object 17">
              <a:extLst>
                <a:ext uri="{FF2B5EF4-FFF2-40B4-BE49-F238E27FC236}">
                  <a16:creationId xmlns:a16="http://schemas.microsoft.com/office/drawing/2014/main" id="{6CF06749-0DE7-7E40-B8D1-8340B220DB1F}"/>
                </a:ext>
              </a:extLst>
            </p:cNvPr>
            <p:cNvSpPr/>
            <p:nvPr/>
          </p:nvSpPr>
          <p:spPr>
            <a:xfrm>
              <a:off x="4853956" y="8429959"/>
              <a:ext cx="598170" cy="11430"/>
            </a:xfrm>
            <a:custGeom>
              <a:avLst/>
              <a:gdLst/>
              <a:ahLst/>
              <a:cxnLst/>
              <a:rect l="l" t="t" r="r" b="b"/>
              <a:pathLst>
                <a:path w="598170" h="11429">
                  <a:moveTo>
                    <a:pt x="598068" y="11201"/>
                  </a:moveTo>
                  <a:lnTo>
                    <a:pt x="598068" y="0"/>
                  </a:lnTo>
                  <a:lnTo>
                    <a:pt x="585609" y="0"/>
                  </a:lnTo>
                </a:path>
                <a:path w="598170" h="11429">
                  <a:moveTo>
                    <a:pt x="12458" y="0"/>
                  </a:moveTo>
                  <a:lnTo>
                    <a:pt x="0" y="0"/>
                  </a:lnTo>
                  <a:lnTo>
                    <a:pt x="0" y="11201"/>
                  </a:lnTo>
                </a:path>
              </a:pathLst>
            </a:custGeom>
            <a:ln w="6350">
              <a:solidFill>
                <a:srgbClr val="939598"/>
              </a:solidFill>
            </a:ln>
          </p:spPr>
          <p:txBody>
            <a:bodyPr wrap="square" lIns="0" tIns="0" rIns="0" bIns="0" rtlCol="0"/>
            <a:lstStyle/>
            <a:p>
              <a:endParaRPr/>
            </a:p>
          </p:txBody>
        </p:sp>
        <p:sp>
          <p:nvSpPr>
            <p:cNvPr id="112" name="object 18">
              <a:extLst>
                <a:ext uri="{FF2B5EF4-FFF2-40B4-BE49-F238E27FC236}">
                  <a16:creationId xmlns:a16="http://schemas.microsoft.com/office/drawing/2014/main" id="{D2EC6EE9-ACAF-4643-B927-1D01D0EE86B4}"/>
                </a:ext>
              </a:extLst>
            </p:cNvPr>
            <p:cNvSpPr/>
            <p:nvPr/>
          </p:nvSpPr>
          <p:spPr>
            <a:xfrm>
              <a:off x="4853956" y="8508407"/>
              <a:ext cx="0" cy="11430"/>
            </a:xfrm>
            <a:custGeom>
              <a:avLst/>
              <a:gdLst/>
              <a:ahLst/>
              <a:cxnLst/>
              <a:rect l="l" t="t" r="r" b="b"/>
              <a:pathLst>
                <a:path h="11429">
                  <a:moveTo>
                    <a:pt x="-3175" y="5600"/>
                  </a:moveTo>
                  <a:lnTo>
                    <a:pt x="3175" y="5600"/>
                  </a:lnTo>
                </a:path>
              </a:pathLst>
            </a:custGeom>
            <a:ln w="11201">
              <a:solidFill>
                <a:srgbClr val="939598"/>
              </a:solidFill>
            </a:ln>
          </p:spPr>
          <p:txBody>
            <a:bodyPr wrap="square" lIns="0" tIns="0" rIns="0" bIns="0" rtlCol="0"/>
            <a:lstStyle/>
            <a:p>
              <a:endParaRPr/>
            </a:p>
          </p:txBody>
        </p:sp>
        <p:sp>
          <p:nvSpPr>
            <p:cNvPr id="113" name="object 19">
              <a:extLst>
                <a:ext uri="{FF2B5EF4-FFF2-40B4-BE49-F238E27FC236}">
                  <a16:creationId xmlns:a16="http://schemas.microsoft.com/office/drawing/2014/main" id="{9A838138-C4EF-BB42-B579-9B889C4102F1}"/>
                </a:ext>
              </a:extLst>
            </p:cNvPr>
            <p:cNvSpPr/>
            <p:nvPr/>
          </p:nvSpPr>
          <p:spPr>
            <a:xfrm>
              <a:off x="6300043" y="8256367"/>
              <a:ext cx="0" cy="227965"/>
            </a:xfrm>
            <a:custGeom>
              <a:avLst/>
              <a:gdLst/>
              <a:ahLst/>
              <a:cxnLst/>
              <a:rect l="l" t="t" r="r" b="b"/>
              <a:pathLst>
                <a:path h="227965">
                  <a:moveTo>
                    <a:pt x="0" y="227342"/>
                  </a:moveTo>
                  <a:lnTo>
                    <a:pt x="0" y="0"/>
                  </a:lnTo>
                </a:path>
              </a:pathLst>
            </a:custGeom>
            <a:ln w="6350">
              <a:solidFill>
                <a:srgbClr val="939598"/>
              </a:solidFill>
              <a:prstDash val="sysDot"/>
            </a:ln>
          </p:spPr>
          <p:txBody>
            <a:bodyPr wrap="square" lIns="0" tIns="0" rIns="0" bIns="0" rtlCol="0"/>
            <a:lstStyle/>
            <a:p>
              <a:endParaRPr/>
            </a:p>
          </p:txBody>
        </p:sp>
        <p:sp>
          <p:nvSpPr>
            <p:cNvPr id="114" name="object 20">
              <a:extLst>
                <a:ext uri="{FF2B5EF4-FFF2-40B4-BE49-F238E27FC236}">
                  <a16:creationId xmlns:a16="http://schemas.microsoft.com/office/drawing/2014/main" id="{210153CD-EA86-4D43-A37F-1753AD32DE71}"/>
                </a:ext>
              </a:extLst>
            </p:cNvPr>
            <p:cNvSpPr/>
            <p:nvPr/>
          </p:nvSpPr>
          <p:spPr>
            <a:xfrm>
              <a:off x="5726889" y="8232432"/>
              <a:ext cx="535940" cy="0"/>
            </a:xfrm>
            <a:custGeom>
              <a:avLst/>
              <a:gdLst/>
              <a:ahLst/>
              <a:cxnLst/>
              <a:rect l="l" t="t" r="r" b="b"/>
              <a:pathLst>
                <a:path w="535939">
                  <a:moveTo>
                    <a:pt x="535774" y="0"/>
                  </a:moveTo>
                  <a:lnTo>
                    <a:pt x="0" y="0"/>
                  </a:lnTo>
                </a:path>
              </a:pathLst>
            </a:custGeom>
            <a:ln w="6350">
              <a:solidFill>
                <a:srgbClr val="939598"/>
              </a:solidFill>
              <a:prstDash val="sysDot"/>
            </a:ln>
          </p:spPr>
          <p:txBody>
            <a:bodyPr wrap="square" lIns="0" tIns="0" rIns="0" bIns="0" rtlCol="0"/>
            <a:lstStyle/>
            <a:p>
              <a:endParaRPr/>
            </a:p>
          </p:txBody>
        </p:sp>
        <p:sp>
          <p:nvSpPr>
            <p:cNvPr id="115" name="object 21">
              <a:extLst>
                <a:ext uri="{FF2B5EF4-FFF2-40B4-BE49-F238E27FC236}">
                  <a16:creationId xmlns:a16="http://schemas.microsoft.com/office/drawing/2014/main" id="{4C61C81B-768A-C34D-B540-6915F3BFE401}"/>
                </a:ext>
              </a:extLst>
            </p:cNvPr>
            <p:cNvSpPr/>
            <p:nvPr/>
          </p:nvSpPr>
          <p:spPr>
            <a:xfrm>
              <a:off x="5701974" y="8268331"/>
              <a:ext cx="0" cy="227965"/>
            </a:xfrm>
            <a:custGeom>
              <a:avLst/>
              <a:gdLst/>
              <a:ahLst/>
              <a:cxnLst/>
              <a:rect l="l" t="t" r="r" b="b"/>
              <a:pathLst>
                <a:path h="227965">
                  <a:moveTo>
                    <a:pt x="0" y="0"/>
                  </a:moveTo>
                  <a:lnTo>
                    <a:pt x="0" y="227342"/>
                  </a:lnTo>
                </a:path>
              </a:pathLst>
            </a:custGeom>
            <a:ln w="6350">
              <a:solidFill>
                <a:srgbClr val="939598"/>
              </a:solidFill>
              <a:prstDash val="sysDot"/>
            </a:ln>
          </p:spPr>
          <p:txBody>
            <a:bodyPr wrap="square" lIns="0" tIns="0" rIns="0" bIns="0" rtlCol="0"/>
            <a:lstStyle/>
            <a:p>
              <a:endParaRPr/>
            </a:p>
          </p:txBody>
        </p:sp>
        <p:sp>
          <p:nvSpPr>
            <p:cNvPr id="116" name="object 22">
              <a:extLst>
                <a:ext uri="{FF2B5EF4-FFF2-40B4-BE49-F238E27FC236}">
                  <a16:creationId xmlns:a16="http://schemas.microsoft.com/office/drawing/2014/main" id="{A8316848-BF90-C340-9760-FF28E3952F33}"/>
                </a:ext>
              </a:extLst>
            </p:cNvPr>
            <p:cNvSpPr/>
            <p:nvPr/>
          </p:nvSpPr>
          <p:spPr>
            <a:xfrm>
              <a:off x="6300043" y="8507645"/>
              <a:ext cx="0" cy="12065"/>
            </a:xfrm>
            <a:custGeom>
              <a:avLst/>
              <a:gdLst/>
              <a:ahLst/>
              <a:cxnLst/>
              <a:rect l="l" t="t" r="r" b="b"/>
              <a:pathLst>
                <a:path h="12065">
                  <a:moveTo>
                    <a:pt x="-3175" y="5981"/>
                  </a:moveTo>
                  <a:lnTo>
                    <a:pt x="3175" y="5981"/>
                  </a:lnTo>
                </a:path>
              </a:pathLst>
            </a:custGeom>
            <a:ln w="11963">
              <a:solidFill>
                <a:srgbClr val="939598"/>
              </a:solidFill>
            </a:ln>
          </p:spPr>
          <p:txBody>
            <a:bodyPr wrap="square" lIns="0" tIns="0" rIns="0" bIns="0" rtlCol="0"/>
            <a:lstStyle/>
            <a:p>
              <a:endParaRPr/>
            </a:p>
          </p:txBody>
        </p:sp>
        <p:sp>
          <p:nvSpPr>
            <p:cNvPr id="117" name="object 23">
              <a:extLst>
                <a:ext uri="{FF2B5EF4-FFF2-40B4-BE49-F238E27FC236}">
                  <a16:creationId xmlns:a16="http://schemas.microsoft.com/office/drawing/2014/main" id="{1D15E1F0-2A0D-BE41-83CF-CCC97F47A72E}"/>
                </a:ext>
              </a:extLst>
            </p:cNvPr>
            <p:cNvSpPr/>
            <p:nvPr/>
          </p:nvSpPr>
          <p:spPr>
            <a:xfrm>
              <a:off x="5701974" y="8232436"/>
              <a:ext cx="598170" cy="12065"/>
            </a:xfrm>
            <a:custGeom>
              <a:avLst/>
              <a:gdLst/>
              <a:ahLst/>
              <a:cxnLst/>
              <a:rect l="l" t="t" r="r" b="b"/>
              <a:pathLst>
                <a:path w="598170" h="12065">
                  <a:moveTo>
                    <a:pt x="598068" y="11963"/>
                  </a:moveTo>
                  <a:lnTo>
                    <a:pt x="598068" y="0"/>
                  </a:lnTo>
                  <a:lnTo>
                    <a:pt x="585609" y="0"/>
                  </a:lnTo>
                </a:path>
                <a:path w="598170" h="12065">
                  <a:moveTo>
                    <a:pt x="12458" y="0"/>
                  </a:moveTo>
                  <a:lnTo>
                    <a:pt x="0" y="0"/>
                  </a:lnTo>
                  <a:lnTo>
                    <a:pt x="0" y="11963"/>
                  </a:lnTo>
                </a:path>
              </a:pathLst>
            </a:custGeom>
            <a:ln w="6350">
              <a:solidFill>
                <a:srgbClr val="939598"/>
              </a:solidFill>
            </a:ln>
          </p:spPr>
          <p:txBody>
            <a:bodyPr wrap="square" lIns="0" tIns="0" rIns="0" bIns="0" rtlCol="0"/>
            <a:lstStyle/>
            <a:p>
              <a:endParaRPr/>
            </a:p>
          </p:txBody>
        </p:sp>
        <p:sp>
          <p:nvSpPr>
            <p:cNvPr id="118" name="object 24">
              <a:extLst>
                <a:ext uri="{FF2B5EF4-FFF2-40B4-BE49-F238E27FC236}">
                  <a16:creationId xmlns:a16="http://schemas.microsoft.com/office/drawing/2014/main" id="{3A04170B-F0C7-CC44-9FD1-4361CDF9EAF4}"/>
                </a:ext>
              </a:extLst>
            </p:cNvPr>
            <p:cNvSpPr/>
            <p:nvPr/>
          </p:nvSpPr>
          <p:spPr>
            <a:xfrm>
              <a:off x="5701974" y="8507645"/>
              <a:ext cx="0" cy="12065"/>
            </a:xfrm>
            <a:custGeom>
              <a:avLst/>
              <a:gdLst/>
              <a:ahLst/>
              <a:cxnLst/>
              <a:rect l="l" t="t" r="r" b="b"/>
              <a:pathLst>
                <a:path h="12065">
                  <a:moveTo>
                    <a:pt x="-3175" y="5981"/>
                  </a:moveTo>
                  <a:lnTo>
                    <a:pt x="3175" y="5981"/>
                  </a:lnTo>
                </a:path>
              </a:pathLst>
            </a:custGeom>
            <a:ln w="11963">
              <a:solidFill>
                <a:srgbClr val="939598"/>
              </a:solidFill>
            </a:ln>
          </p:spPr>
          <p:txBody>
            <a:bodyPr wrap="square" lIns="0" tIns="0" rIns="0" bIns="0" rtlCol="0"/>
            <a:lstStyle/>
            <a:p>
              <a:endParaRPr/>
            </a:p>
          </p:txBody>
        </p:sp>
      </p:grpSp>
      <p:sp>
        <p:nvSpPr>
          <p:cNvPr id="119" name="object 28">
            <a:extLst>
              <a:ext uri="{FF2B5EF4-FFF2-40B4-BE49-F238E27FC236}">
                <a16:creationId xmlns:a16="http://schemas.microsoft.com/office/drawing/2014/main" id="{D733E961-923A-6243-96FE-CE28E85DC1D1}"/>
              </a:ext>
            </a:extLst>
          </p:cNvPr>
          <p:cNvSpPr txBox="1"/>
          <p:nvPr/>
        </p:nvSpPr>
        <p:spPr>
          <a:xfrm>
            <a:off x="586949" y="1275244"/>
            <a:ext cx="1755775" cy="309880"/>
          </a:xfrm>
          <a:prstGeom prst="rect">
            <a:avLst/>
          </a:prstGeom>
        </p:spPr>
        <p:txBody>
          <a:bodyPr vert="horz" wrap="square" lIns="0" tIns="12700" rIns="0" bIns="0" rtlCol="0">
            <a:spAutoFit/>
          </a:bodyPr>
          <a:lstStyle/>
          <a:p>
            <a:pPr>
              <a:lnSpc>
                <a:spcPts val="880"/>
              </a:lnSpc>
              <a:spcBef>
                <a:spcPts val="100"/>
              </a:spcBef>
            </a:pPr>
            <a:r>
              <a:rPr sz="800" spc="-20">
                <a:solidFill>
                  <a:srgbClr val="0F1E43"/>
                </a:solidFill>
                <a:latin typeface="Arial MT"/>
                <a:cs typeface="Arial MT"/>
              </a:rPr>
              <a:t>FIGURE</a:t>
            </a:r>
            <a:r>
              <a:rPr sz="800" spc="10">
                <a:solidFill>
                  <a:srgbClr val="0F1E43"/>
                </a:solidFill>
                <a:latin typeface="Arial MT"/>
                <a:cs typeface="Arial MT"/>
              </a:rPr>
              <a:t> </a:t>
            </a:r>
            <a:r>
              <a:rPr sz="800" spc="30">
                <a:solidFill>
                  <a:srgbClr val="0F1E43"/>
                </a:solidFill>
                <a:latin typeface="Arial MT"/>
                <a:cs typeface="Arial MT"/>
              </a:rPr>
              <a:t>6:</a:t>
            </a:r>
            <a:endParaRPr sz="800">
              <a:latin typeface="Arial MT"/>
              <a:cs typeface="Arial MT"/>
            </a:endParaRPr>
          </a:p>
          <a:p>
            <a:pPr>
              <a:lnSpc>
                <a:spcPts val="1360"/>
              </a:lnSpc>
            </a:pPr>
            <a:r>
              <a:rPr sz="1200" spc="-5">
                <a:solidFill>
                  <a:srgbClr val="00539B"/>
                </a:solidFill>
                <a:latin typeface="Arial MT"/>
                <a:cs typeface="Arial MT"/>
              </a:rPr>
              <a:t>2030</a:t>
            </a:r>
            <a:r>
              <a:rPr sz="1200" spc="-20">
                <a:solidFill>
                  <a:srgbClr val="00539B"/>
                </a:solidFill>
                <a:latin typeface="Arial MT"/>
                <a:cs typeface="Arial MT"/>
              </a:rPr>
              <a:t> </a:t>
            </a:r>
            <a:r>
              <a:rPr sz="1200" spc="20">
                <a:solidFill>
                  <a:srgbClr val="00539B"/>
                </a:solidFill>
                <a:latin typeface="Arial MT"/>
                <a:cs typeface="Arial MT"/>
              </a:rPr>
              <a:t>base</a:t>
            </a:r>
            <a:r>
              <a:rPr sz="1200" spc="-20">
                <a:solidFill>
                  <a:srgbClr val="00539B"/>
                </a:solidFill>
                <a:latin typeface="Arial MT"/>
                <a:cs typeface="Arial MT"/>
              </a:rPr>
              <a:t> </a:t>
            </a:r>
            <a:r>
              <a:rPr sz="1200" spc="20">
                <a:solidFill>
                  <a:srgbClr val="00539B"/>
                </a:solidFill>
                <a:latin typeface="Arial MT"/>
                <a:cs typeface="Arial MT"/>
              </a:rPr>
              <a:t>case</a:t>
            </a:r>
            <a:r>
              <a:rPr sz="1200" spc="-20">
                <a:solidFill>
                  <a:srgbClr val="00539B"/>
                </a:solidFill>
                <a:latin typeface="Arial MT"/>
                <a:cs typeface="Arial MT"/>
              </a:rPr>
              <a:t> </a:t>
            </a:r>
            <a:r>
              <a:rPr sz="1200" spc="25">
                <a:solidFill>
                  <a:srgbClr val="00539B"/>
                </a:solidFill>
                <a:latin typeface="Arial MT"/>
                <a:cs typeface="Arial MT"/>
              </a:rPr>
              <a:t>scenario</a:t>
            </a:r>
            <a:endParaRPr sz="1200">
              <a:latin typeface="Arial MT"/>
              <a:cs typeface="Arial MT"/>
            </a:endParaRPr>
          </a:p>
        </p:txBody>
      </p:sp>
      <p:sp>
        <p:nvSpPr>
          <p:cNvPr id="120" name="object 32">
            <a:extLst>
              <a:ext uri="{FF2B5EF4-FFF2-40B4-BE49-F238E27FC236}">
                <a16:creationId xmlns:a16="http://schemas.microsoft.com/office/drawing/2014/main" id="{D5D823E5-0EA6-DA47-BABC-AF41A3DC4316}"/>
              </a:ext>
            </a:extLst>
          </p:cNvPr>
          <p:cNvSpPr txBox="1"/>
          <p:nvPr/>
        </p:nvSpPr>
        <p:spPr>
          <a:xfrm>
            <a:off x="586949" y="4117915"/>
            <a:ext cx="1609090" cy="520065"/>
          </a:xfrm>
          <a:prstGeom prst="rect">
            <a:avLst/>
          </a:prstGeom>
        </p:spPr>
        <p:txBody>
          <a:bodyPr vert="horz" wrap="square" lIns="0" tIns="78105" rIns="0" bIns="0" rtlCol="0">
            <a:spAutoFit/>
          </a:bodyPr>
          <a:lstStyle/>
          <a:p>
            <a:pPr marL="810260">
              <a:lnSpc>
                <a:spcPct val="100000"/>
              </a:lnSpc>
              <a:spcBef>
                <a:spcPts val="615"/>
              </a:spcBef>
            </a:pPr>
            <a:r>
              <a:rPr sz="800" spc="-5">
                <a:solidFill>
                  <a:srgbClr val="4D4D4F"/>
                </a:solidFill>
                <a:latin typeface="Arial MT"/>
                <a:cs typeface="Arial MT"/>
              </a:rPr>
              <a:t>2019</a:t>
            </a:r>
            <a:endParaRPr sz="800">
              <a:latin typeface="Arial MT"/>
              <a:cs typeface="Arial MT"/>
            </a:endParaRPr>
          </a:p>
          <a:p>
            <a:pPr marR="5080">
              <a:lnSpc>
                <a:spcPct val="133700"/>
              </a:lnSpc>
              <a:spcBef>
                <a:spcPts val="170"/>
              </a:spcBef>
            </a:pPr>
            <a:r>
              <a:rPr sz="700" spc="-30">
                <a:solidFill>
                  <a:srgbClr val="4D4D4F"/>
                </a:solidFill>
                <a:latin typeface="Arial MT"/>
                <a:cs typeface="Arial MT"/>
              </a:rPr>
              <a:t>*</a:t>
            </a:r>
            <a:r>
              <a:rPr sz="700">
                <a:solidFill>
                  <a:srgbClr val="4D4D4F"/>
                </a:solidFill>
                <a:latin typeface="Arial MT"/>
                <a:cs typeface="Arial MT"/>
              </a:rPr>
              <a:t> </a:t>
            </a:r>
            <a:r>
              <a:rPr sz="700" spc="-25">
                <a:solidFill>
                  <a:srgbClr val="4D4D4F"/>
                </a:solidFill>
                <a:latin typeface="Arial MT"/>
                <a:cs typeface="Arial MT"/>
              </a:rPr>
              <a:t>Average</a:t>
            </a:r>
            <a:r>
              <a:rPr sz="700" spc="5">
                <a:solidFill>
                  <a:srgbClr val="4D4D4F"/>
                </a:solidFill>
                <a:latin typeface="Arial MT"/>
                <a:cs typeface="Arial MT"/>
              </a:rPr>
              <a:t> </a:t>
            </a:r>
            <a:r>
              <a:rPr sz="700" spc="-5">
                <a:solidFill>
                  <a:srgbClr val="4D4D4F"/>
                </a:solidFill>
                <a:latin typeface="Arial MT"/>
                <a:cs typeface="Arial MT"/>
              </a:rPr>
              <a:t>commute</a:t>
            </a:r>
            <a:r>
              <a:rPr sz="700">
                <a:solidFill>
                  <a:srgbClr val="4D4D4F"/>
                </a:solidFill>
                <a:latin typeface="Arial MT"/>
                <a:cs typeface="Arial MT"/>
              </a:rPr>
              <a:t> </a:t>
            </a:r>
            <a:r>
              <a:rPr sz="700" spc="-10">
                <a:solidFill>
                  <a:srgbClr val="4D4D4F"/>
                </a:solidFill>
                <a:latin typeface="Arial MT"/>
                <a:cs typeface="Arial MT"/>
              </a:rPr>
              <a:t>for</a:t>
            </a:r>
            <a:r>
              <a:rPr sz="700" spc="5">
                <a:solidFill>
                  <a:srgbClr val="4D4D4F"/>
                </a:solidFill>
                <a:latin typeface="Arial MT"/>
                <a:cs typeface="Arial MT"/>
              </a:rPr>
              <a:t> </a:t>
            </a:r>
            <a:r>
              <a:rPr sz="700" spc="-20">
                <a:solidFill>
                  <a:srgbClr val="4D4D4F"/>
                </a:solidFill>
                <a:latin typeface="Arial MT"/>
                <a:cs typeface="Arial MT"/>
              </a:rPr>
              <a:t>representative</a:t>
            </a:r>
            <a:r>
              <a:rPr sz="700">
                <a:solidFill>
                  <a:srgbClr val="4D4D4F"/>
                </a:solidFill>
                <a:latin typeface="Arial MT"/>
                <a:cs typeface="Arial MT"/>
              </a:rPr>
              <a:t> </a:t>
            </a:r>
            <a:r>
              <a:rPr sz="700" spc="-10">
                <a:solidFill>
                  <a:srgbClr val="4D4D4F"/>
                </a:solidFill>
                <a:latin typeface="Arial MT"/>
                <a:cs typeface="Arial MT"/>
              </a:rPr>
              <a:t>city </a:t>
            </a:r>
            <a:r>
              <a:rPr sz="700" spc="-175">
                <a:solidFill>
                  <a:srgbClr val="4D4D4F"/>
                </a:solidFill>
                <a:latin typeface="Arial MT"/>
                <a:cs typeface="Arial MT"/>
              </a:rPr>
              <a:t> </a:t>
            </a:r>
            <a:r>
              <a:rPr sz="700" spc="-30">
                <a:solidFill>
                  <a:srgbClr val="4D4D4F"/>
                </a:solidFill>
                <a:latin typeface="Arial MT"/>
                <a:cs typeface="Arial MT"/>
              </a:rPr>
              <a:t>NOTE:</a:t>
            </a:r>
            <a:r>
              <a:rPr sz="700" spc="-5">
                <a:solidFill>
                  <a:srgbClr val="4D4D4F"/>
                </a:solidFill>
                <a:latin typeface="Arial MT"/>
                <a:cs typeface="Arial MT"/>
              </a:rPr>
              <a:t> </a:t>
            </a:r>
            <a:r>
              <a:rPr sz="700" spc="-40">
                <a:solidFill>
                  <a:srgbClr val="4D4D4F"/>
                </a:solidFill>
                <a:latin typeface="Arial MT"/>
                <a:cs typeface="Arial MT"/>
              </a:rPr>
              <a:t>Top</a:t>
            </a:r>
            <a:r>
              <a:rPr sz="700">
                <a:solidFill>
                  <a:srgbClr val="4D4D4F"/>
                </a:solidFill>
                <a:latin typeface="Arial MT"/>
                <a:cs typeface="Arial MT"/>
              </a:rPr>
              <a:t> </a:t>
            </a:r>
            <a:r>
              <a:rPr sz="700" spc="-5">
                <a:solidFill>
                  <a:srgbClr val="4D4D4F"/>
                </a:solidFill>
                <a:latin typeface="Arial MT"/>
                <a:cs typeface="Arial MT"/>
              </a:rPr>
              <a:t>100</a:t>
            </a:r>
            <a:r>
              <a:rPr sz="700">
                <a:solidFill>
                  <a:srgbClr val="4D4D4F"/>
                </a:solidFill>
                <a:latin typeface="Arial MT"/>
                <a:cs typeface="Arial MT"/>
              </a:rPr>
              <a:t> </a:t>
            </a:r>
            <a:r>
              <a:rPr sz="700" spc="-15">
                <a:solidFill>
                  <a:srgbClr val="4D4D4F"/>
                </a:solidFill>
                <a:latin typeface="Arial MT"/>
                <a:cs typeface="Arial MT"/>
              </a:rPr>
              <a:t>cities</a:t>
            </a:r>
            <a:r>
              <a:rPr sz="700">
                <a:solidFill>
                  <a:srgbClr val="4D4D4F"/>
                </a:solidFill>
                <a:latin typeface="Arial MT"/>
                <a:cs typeface="Arial MT"/>
              </a:rPr>
              <a:t> </a:t>
            </a:r>
            <a:r>
              <a:rPr sz="700" spc="-15">
                <a:solidFill>
                  <a:srgbClr val="4D4D4F"/>
                </a:solidFill>
                <a:latin typeface="Arial MT"/>
                <a:cs typeface="Arial MT"/>
              </a:rPr>
              <a:t>globally</a:t>
            </a:r>
            <a:r>
              <a:rPr sz="700">
                <a:solidFill>
                  <a:srgbClr val="4D4D4F"/>
                </a:solidFill>
                <a:latin typeface="Arial MT"/>
                <a:cs typeface="Arial MT"/>
              </a:rPr>
              <a:t> </a:t>
            </a:r>
            <a:r>
              <a:rPr sz="700" spc="-15">
                <a:solidFill>
                  <a:srgbClr val="4D4D4F"/>
                </a:solidFill>
                <a:latin typeface="Arial MT"/>
                <a:cs typeface="Arial MT"/>
              </a:rPr>
              <a:t>only.</a:t>
            </a:r>
            <a:endParaRPr sz="700">
              <a:latin typeface="Arial MT"/>
              <a:cs typeface="Arial MT"/>
            </a:endParaRPr>
          </a:p>
        </p:txBody>
      </p:sp>
      <p:sp>
        <p:nvSpPr>
          <p:cNvPr id="121" name="object 33">
            <a:extLst>
              <a:ext uri="{FF2B5EF4-FFF2-40B4-BE49-F238E27FC236}">
                <a16:creationId xmlns:a16="http://schemas.microsoft.com/office/drawing/2014/main" id="{1C5D7199-70A1-0845-A5E2-B3A7B068D594}"/>
              </a:ext>
            </a:extLst>
          </p:cNvPr>
          <p:cNvSpPr txBox="1"/>
          <p:nvPr/>
        </p:nvSpPr>
        <p:spPr>
          <a:xfrm>
            <a:off x="809879" y="3758045"/>
            <a:ext cx="340360" cy="135935"/>
          </a:xfrm>
          <a:prstGeom prst="rect">
            <a:avLst/>
          </a:prstGeom>
        </p:spPr>
        <p:txBody>
          <a:bodyPr vert="horz" wrap="square" lIns="0" tIns="12700" rIns="0" bIns="0" rtlCol="0">
            <a:spAutoFit/>
          </a:bodyPr>
          <a:lstStyle/>
          <a:p>
            <a:pPr>
              <a:lnSpc>
                <a:spcPct val="100000"/>
              </a:lnSpc>
              <a:spcBef>
                <a:spcPts val="100"/>
              </a:spcBef>
            </a:pPr>
            <a:r>
              <a:rPr sz="800">
                <a:solidFill>
                  <a:srgbClr val="3777BC"/>
                </a:solidFill>
                <a:latin typeface="Arial MT"/>
                <a:cs typeface="Arial MT"/>
              </a:rPr>
              <a:t>F</a:t>
            </a:r>
            <a:r>
              <a:rPr sz="800" spc="-15">
                <a:solidFill>
                  <a:srgbClr val="3777BC"/>
                </a:solidFill>
                <a:latin typeface="Arial MT"/>
                <a:cs typeface="Arial MT"/>
              </a:rPr>
              <a:t>r</a:t>
            </a:r>
            <a:r>
              <a:rPr sz="800" spc="20">
                <a:solidFill>
                  <a:srgbClr val="3777BC"/>
                </a:solidFill>
                <a:latin typeface="Arial MT"/>
                <a:cs typeface="Arial MT"/>
              </a:rPr>
              <a:t>eight</a:t>
            </a:r>
            <a:endParaRPr sz="800">
              <a:latin typeface="Arial MT"/>
              <a:cs typeface="Arial MT"/>
            </a:endParaRPr>
          </a:p>
        </p:txBody>
      </p:sp>
      <p:sp>
        <p:nvSpPr>
          <p:cNvPr id="122" name="object 34">
            <a:extLst>
              <a:ext uri="{FF2B5EF4-FFF2-40B4-BE49-F238E27FC236}">
                <a16:creationId xmlns:a16="http://schemas.microsoft.com/office/drawing/2014/main" id="{E7B944CE-8191-E64E-810B-5316E523153B}"/>
              </a:ext>
            </a:extLst>
          </p:cNvPr>
          <p:cNvSpPr txBox="1"/>
          <p:nvPr/>
        </p:nvSpPr>
        <p:spPr>
          <a:xfrm>
            <a:off x="841777" y="3272763"/>
            <a:ext cx="308610" cy="135935"/>
          </a:xfrm>
          <a:prstGeom prst="rect">
            <a:avLst/>
          </a:prstGeom>
        </p:spPr>
        <p:txBody>
          <a:bodyPr vert="horz" wrap="square" lIns="0" tIns="12700" rIns="0" bIns="0" rtlCol="0">
            <a:spAutoFit/>
          </a:bodyPr>
          <a:lstStyle/>
          <a:p>
            <a:pPr>
              <a:lnSpc>
                <a:spcPct val="100000"/>
              </a:lnSpc>
              <a:spcBef>
                <a:spcPts val="100"/>
              </a:spcBef>
            </a:pPr>
            <a:r>
              <a:rPr sz="800" spc="5">
                <a:solidFill>
                  <a:srgbClr val="2C3354"/>
                </a:solidFill>
                <a:latin typeface="Arial MT"/>
                <a:cs typeface="Arial MT"/>
              </a:rPr>
              <a:t>Pa</a:t>
            </a:r>
            <a:r>
              <a:rPr sz="800" spc="-15">
                <a:solidFill>
                  <a:srgbClr val="2C3354"/>
                </a:solidFill>
                <a:latin typeface="Arial MT"/>
                <a:cs typeface="Arial MT"/>
              </a:rPr>
              <a:t>r</a:t>
            </a:r>
            <a:r>
              <a:rPr sz="800" spc="15">
                <a:solidFill>
                  <a:srgbClr val="2C3354"/>
                </a:solidFill>
                <a:latin typeface="Arial MT"/>
                <a:cs typeface="Arial MT"/>
              </a:rPr>
              <a:t>cel</a:t>
            </a:r>
            <a:endParaRPr sz="800">
              <a:latin typeface="Arial MT"/>
              <a:cs typeface="Arial MT"/>
            </a:endParaRPr>
          </a:p>
        </p:txBody>
      </p:sp>
      <p:sp>
        <p:nvSpPr>
          <p:cNvPr id="123" name="object 35">
            <a:extLst>
              <a:ext uri="{FF2B5EF4-FFF2-40B4-BE49-F238E27FC236}">
                <a16:creationId xmlns:a16="http://schemas.microsoft.com/office/drawing/2014/main" id="{4722F4DD-F0C8-294B-831B-762F7432F936}"/>
              </a:ext>
            </a:extLst>
          </p:cNvPr>
          <p:cNvSpPr txBox="1"/>
          <p:nvPr/>
        </p:nvSpPr>
        <p:spPr>
          <a:xfrm>
            <a:off x="1439579" y="3123056"/>
            <a:ext cx="154305" cy="135935"/>
          </a:xfrm>
          <a:prstGeom prst="rect">
            <a:avLst/>
          </a:prstGeom>
        </p:spPr>
        <p:txBody>
          <a:bodyPr vert="horz" wrap="square" lIns="0" tIns="12700" rIns="0" bIns="0" rtlCol="0">
            <a:spAutoFit/>
          </a:bodyPr>
          <a:lstStyle/>
          <a:p>
            <a:pPr>
              <a:lnSpc>
                <a:spcPct val="100000"/>
              </a:lnSpc>
              <a:spcBef>
                <a:spcPts val="100"/>
              </a:spcBef>
            </a:pPr>
            <a:r>
              <a:rPr sz="800">
                <a:solidFill>
                  <a:srgbClr val="4D4D4F"/>
                </a:solidFill>
                <a:latin typeface="Arial MT"/>
                <a:cs typeface="Arial MT"/>
              </a:rPr>
              <a:t>5.3</a:t>
            </a:r>
            <a:endParaRPr sz="800">
              <a:latin typeface="Arial MT"/>
              <a:cs typeface="Arial MT"/>
            </a:endParaRPr>
          </a:p>
        </p:txBody>
      </p:sp>
      <p:sp>
        <p:nvSpPr>
          <p:cNvPr id="124" name="object 36">
            <a:extLst>
              <a:ext uri="{FF2B5EF4-FFF2-40B4-BE49-F238E27FC236}">
                <a16:creationId xmlns:a16="http://schemas.microsoft.com/office/drawing/2014/main" id="{F1A16283-B6B5-DF4D-8CAC-6452823E49FC}"/>
              </a:ext>
            </a:extLst>
          </p:cNvPr>
          <p:cNvSpPr txBox="1"/>
          <p:nvPr/>
        </p:nvSpPr>
        <p:spPr>
          <a:xfrm>
            <a:off x="3284811" y="4183637"/>
            <a:ext cx="238760" cy="135935"/>
          </a:xfrm>
          <a:prstGeom prst="rect">
            <a:avLst/>
          </a:prstGeom>
        </p:spPr>
        <p:txBody>
          <a:bodyPr vert="horz" wrap="square" lIns="0" tIns="12700" rIns="0" bIns="0" rtlCol="0">
            <a:spAutoFit/>
          </a:bodyPr>
          <a:lstStyle/>
          <a:p>
            <a:pPr>
              <a:lnSpc>
                <a:spcPct val="100000"/>
              </a:lnSpc>
              <a:spcBef>
                <a:spcPts val="100"/>
              </a:spcBef>
            </a:pPr>
            <a:r>
              <a:rPr sz="800" spc="-5">
                <a:solidFill>
                  <a:srgbClr val="4D4D4F"/>
                </a:solidFill>
                <a:latin typeface="Arial MT"/>
                <a:cs typeface="Arial MT"/>
              </a:rPr>
              <a:t>2019</a:t>
            </a:r>
            <a:endParaRPr sz="800">
              <a:latin typeface="Arial MT"/>
              <a:cs typeface="Arial MT"/>
            </a:endParaRPr>
          </a:p>
        </p:txBody>
      </p:sp>
      <p:sp>
        <p:nvSpPr>
          <p:cNvPr id="125" name="object 37">
            <a:extLst>
              <a:ext uri="{FF2B5EF4-FFF2-40B4-BE49-F238E27FC236}">
                <a16:creationId xmlns:a16="http://schemas.microsoft.com/office/drawing/2014/main" id="{CE563DF4-B6D2-7349-B1CF-1EB7C731E827}"/>
              </a:ext>
            </a:extLst>
          </p:cNvPr>
          <p:cNvSpPr txBox="1"/>
          <p:nvPr/>
        </p:nvSpPr>
        <p:spPr>
          <a:xfrm>
            <a:off x="3341301" y="3081570"/>
            <a:ext cx="125730" cy="135935"/>
          </a:xfrm>
          <a:prstGeom prst="rect">
            <a:avLst/>
          </a:prstGeom>
        </p:spPr>
        <p:txBody>
          <a:bodyPr vert="horz" wrap="square" lIns="0" tIns="12700" rIns="0" bIns="0" rtlCol="0">
            <a:spAutoFit/>
          </a:bodyPr>
          <a:lstStyle/>
          <a:p>
            <a:pPr>
              <a:lnSpc>
                <a:spcPct val="100000"/>
              </a:lnSpc>
              <a:spcBef>
                <a:spcPts val="100"/>
              </a:spcBef>
            </a:pPr>
            <a:r>
              <a:rPr sz="800" spc="-5">
                <a:solidFill>
                  <a:srgbClr val="4D4D4F"/>
                </a:solidFill>
                <a:latin typeface="Arial MT"/>
                <a:cs typeface="Arial MT"/>
              </a:rPr>
              <a:t>19</a:t>
            </a:r>
            <a:endParaRPr sz="800">
              <a:latin typeface="Arial MT"/>
              <a:cs typeface="Arial MT"/>
            </a:endParaRPr>
          </a:p>
        </p:txBody>
      </p:sp>
      <p:sp>
        <p:nvSpPr>
          <p:cNvPr id="126" name="object 38">
            <a:extLst>
              <a:ext uri="{FF2B5EF4-FFF2-40B4-BE49-F238E27FC236}">
                <a16:creationId xmlns:a16="http://schemas.microsoft.com/office/drawing/2014/main" id="{B2649A50-F961-6E45-A791-AE1ADE34820E}"/>
              </a:ext>
            </a:extLst>
          </p:cNvPr>
          <p:cNvSpPr txBox="1"/>
          <p:nvPr/>
        </p:nvSpPr>
        <p:spPr>
          <a:xfrm>
            <a:off x="5177113" y="4183637"/>
            <a:ext cx="238760" cy="135935"/>
          </a:xfrm>
          <a:prstGeom prst="rect">
            <a:avLst/>
          </a:prstGeom>
        </p:spPr>
        <p:txBody>
          <a:bodyPr vert="horz" wrap="square" lIns="0" tIns="12700" rIns="0" bIns="0" rtlCol="0">
            <a:spAutoFit/>
          </a:bodyPr>
          <a:lstStyle/>
          <a:p>
            <a:pPr>
              <a:lnSpc>
                <a:spcPct val="100000"/>
              </a:lnSpc>
              <a:spcBef>
                <a:spcPts val="100"/>
              </a:spcBef>
            </a:pPr>
            <a:r>
              <a:rPr sz="800" spc="-5">
                <a:solidFill>
                  <a:srgbClr val="4D4D4F"/>
                </a:solidFill>
                <a:latin typeface="Arial MT"/>
                <a:cs typeface="Arial MT"/>
              </a:rPr>
              <a:t>2019</a:t>
            </a:r>
            <a:endParaRPr sz="800">
              <a:latin typeface="Arial MT"/>
              <a:cs typeface="Arial MT"/>
            </a:endParaRPr>
          </a:p>
        </p:txBody>
      </p:sp>
      <p:sp>
        <p:nvSpPr>
          <p:cNvPr id="127" name="object 39">
            <a:extLst>
              <a:ext uri="{FF2B5EF4-FFF2-40B4-BE49-F238E27FC236}">
                <a16:creationId xmlns:a16="http://schemas.microsoft.com/office/drawing/2014/main" id="{22AA9BE0-9D4D-1946-B19E-4469247AFD71}"/>
              </a:ext>
            </a:extLst>
          </p:cNvPr>
          <p:cNvSpPr txBox="1"/>
          <p:nvPr/>
        </p:nvSpPr>
        <p:spPr>
          <a:xfrm>
            <a:off x="2237529" y="4183637"/>
            <a:ext cx="238760" cy="135935"/>
          </a:xfrm>
          <a:prstGeom prst="rect">
            <a:avLst/>
          </a:prstGeom>
        </p:spPr>
        <p:txBody>
          <a:bodyPr vert="horz" wrap="square" lIns="0" tIns="12700" rIns="0" bIns="0" rtlCol="0">
            <a:spAutoFit/>
          </a:bodyPr>
          <a:lstStyle/>
          <a:p>
            <a:pPr>
              <a:lnSpc>
                <a:spcPct val="100000"/>
              </a:lnSpc>
              <a:spcBef>
                <a:spcPts val="100"/>
              </a:spcBef>
            </a:pPr>
            <a:r>
              <a:rPr sz="800" spc="-5">
                <a:solidFill>
                  <a:srgbClr val="4D4D4F"/>
                </a:solidFill>
                <a:latin typeface="Arial MT"/>
                <a:cs typeface="Arial MT"/>
              </a:rPr>
              <a:t>2030</a:t>
            </a:r>
            <a:endParaRPr sz="800">
              <a:latin typeface="Arial MT"/>
              <a:cs typeface="Arial MT"/>
            </a:endParaRPr>
          </a:p>
        </p:txBody>
      </p:sp>
      <p:sp>
        <p:nvSpPr>
          <p:cNvPr id="128" name="object 40">
            <a:extLst>
              <a:ext uri="{FF2B5EF4-FFF2-40B4-BE49-F238E27FC236}">
                <a16:creationId xmlns:a16="http://schemas.microsoft.com/office/drawing/2014/main" id="{0C346E32-FD02-F04F-8ADE-EB686A8F2789}"/>
              </a:ext>
            </a:extLst>
          </p:cNvPr>
          <p:cNvSpPr txBox="1"/>
          <p:nvPr/>
        </p:nvSpPr>
        <p:spPr>
          <a:xfrm>
            <a:off x="4125130" y="4183637"/>
            <a:ext cx="238760" cy="135935"/>
          </a:xfrm>
          <a:prstGeom prst="rect">
            <a:avLst/>
          </a:prstGeom>
        </p:spPr>
        <p:txBody>
          <a:bodyPr vert="horz" wrap="square" lIns="0" tIns="12700" rIns="0" bIns="0" rtlCol="0">
            <a:spAutoFit/>
          </a:bodyPr>
          <a:lstStyle/>
          <a:p>
            <a:pPr>
              <a:lnSpc>
                <a:spcPct val="100000"/>
              </a:lnSpc>
              <a:spcBef>
                <a:spcPts val="100"/>
              </a:spcBef>
            </a:pPr>
            <a:r>
              <a:rPr sz="800" spc="-5">
                <a:solidFill>
                  <a:srgbClr val="4D4D4F"/>
                </a:solidFill>
                <a:latin typeface="Arial MT"/>
                <a:cs typeface="Arial MT"/>
              </a:rPr>
              <a:t>2030</a:t>
            </a:r>
            <a:endParaRPr sz="800">
              <a:latin typeface="Arial MT"/>
              <a:cs typeface="Arial MT"/>
            </a:endParaRPr>
          </a:p>
        </p:txBody>
      </p:sp>
      <p:sp>
        <p:nvSpPr>
          <p:cNvPr id="129" name="object 41">
            <a:extLst>
              <a:ext uri="{FF2B5EF4-FFF2-40B4-BE49-F238E27FC236}">
                <a16:creationId xmlns:a16="http://schemas.microsoft.com/office/drawing/2014/main" id="{466C7184-B8B0-2E4F-9A2B-65F0CF5D3345}"/>
              </a:ext>
            </a:extLst>
          </p:cNvPr>
          <p:cNvSpPr txBox="1"/>
          <p:nvPr/>
        </p:nvSpPr>
        <p:spPr>
          <a:xfrm>
            <a:off x="6017430" y="4183637"/>
            <a:ext cx="238760" cy="135935"/>
          </a:xfrm>
          <a:prstGeom prst="rect">
            <a:avLst/>
          </a:prstGeom>
        </p:spPr>
        <p:txBody>
          <a:bodyPr vert="horz" wrap="square" lIns="0" tIns="12700" rIns="0" bIns="0" rtlCol="0">
            <a:spAutoFit/>
          </a:bodyPr>
          <a:lstStyle/>
          <a:p>
            <a:pPr>
              <a:lnSpc>
                <a:spcPct val="100000"/>
              </a:lnSpc>
              <a:spcBef>
                <a:spcPts val="100"/>
              </a:spcBef>
            </a:pPr>
            <a:r>
              <a:rPr sz="800" spc="-5">
                <a:solidFill>
                  <a:srgbClr val="4D4D4F"/>
                </a:solidFill>
                <a:latin typeface="Arial MT"/>
                <a:cs typeface="Arial MT"/>
              </a:rPr>
              <a:t>2030</a:t>
            </a:r>
            <a:endParaRPr sz="800">
              <a:latin typeface="Arial MT"/>
              <a:cs typeface="Arial MT"/>
            </a:endParaRPr>
          </a:p>
        </p:txBody>
      </p:sp>
      <p:grpSp>
        <p:nvGrpSpPr>
          <p:cNvPr id="130" name="object 42">
            <a:extLst>
              <a:ext uri="{FF2B5EF4-FFF2-40B4-BE49-F238E27FC236}">
                <a16:creationId xmlns:a16="http://schemas.microsoft.com/office/drawing/2014/main" id="{483E1A5C-D72F-864F-98D5-B39916B4C079}"/>
              </a:ext>
            </a:extLst>
          </p:cNvPr>
          <p:cNvGrpSpPr/>
          <p:nvPr/>
        </p:nvGrpSpPr>
        <p:grpSpPr>
          <a:xfrm>
            <a:off x="1780816" y="1664356"/>
            <a:ext cx="4083685" cy="322580"/>
            <a:chOff x="1652866" y="6924314"/>
            <a:chExt cx="4083685" cy="322580"/>
          </a:xfrm>
        </p:grpSpPr>
        <p:sp>
          <p:nvSpPr>
            <p:cNvPr id="131" name="object 43">
              <a:extLst>
                <a:ext uri="{FF2B5EF4-FFF2-40B4-BE49-F238E27FC236}">
                  <a16:creationId xmlns:a16="http://schemas.microsoft.com/office/drawing/2014/main" id="{B76BC57F-2C41-6344-9FAD-19CD8770DCA7}"/>
                </a:ext>
              </a:extLst>
            </p:cNvPr>
            <p:cNvSpPr/>
            <p:nvPr/>
          </p:nvSpPr>
          <p:spPr>
            <a:xfrm>
              <a:off x="3539156" y="7049451"/>
              <a:ext cx="302260" cy="172720"/>
            </a:xfrm>
            <a:custGeom>
              <a:avLst/>
              <a:gdLst/>
              <a:ahLst/>
              <a:cxnLst/>
              <a:rect l="l" t="t" r="r" b="b"/>
              <a:pathLst>
                <a:path w="302260" h="172720">
                  <a:moveTo>
                    <a:pt x="235305" y="172326"/>
                  </a:moveTo>
                  <a:lnTo>
                    <a:pt x="261167" y="167101"/>
                  </a:lnTo>
                  <a:lnTo>
                    <a:pt x="282265" y="152860"/>
                  </a:lnTo>
                  <a:lnTo>
                    <a:pt x="296479" y="131756"/>
                  </a:lnTo>
                  <a:lnTo>
                    <a:pt x="301688" y="105943"/>
                  </a:lnTo>
                  <a:lnTo>
                    <a:pt x="296479" y="80129"/>
                  </a:lnTo>
                  <a:lnTo>
                    <a:pt x="282265" y="59026"/>
                  </a:lnTo>
                  <a:lnTo>
                    <a:pt x="261167" y="44785"/>
                  </a:lnTo>
                  <a:lnTo>
                    <a:pt x="235305" y="39560"/>
                  </a:lnTo>
                  <a:lnTo>
                    <a:pt x="231330" y="39560"/>
                  </a:lnTo>
                  <a:lnTo>
                    <a:pt x="227457" y="39903"/>
                  </a:lnTo>
                  <a:lnTo>
                    <a:pt x="223710" y="40589"/>
                  </a:lnTo>
                  <a:lnTo>
                    <a:pt x="210257" y="23933"/>
                  </a:lnTo>
                  <a:lnTo>
                    <a:pt x="193098" y="11126"/>
                  </a:lnTo>
                  <a:lnTo>
                    <a:pt x="172998" y="2904"/>
                  </a:lnTo>
                  <a:lnTo>
                    <a:pt x="150723" y="0"/>
                  </a:lnTo>
                  <a:lnTo>
                    <a:pt x="117218" y="6766"/>
                  </a:lnTo>
                  <a:lnTo>
                    <a:pt x="89828" y="25225"/>
                  </a:lnTo>
                  <a:lnTo>
                    <a:pt x="71347" y="52613"/>
                  </a:lnTo>
                  <a:lnTo>
                    <a:pt x="64566" y="86169"/>
                  </a:lnTo>
                  <a:lnTo>
                    <a:pt x="64566" y="88214"/>
                  </a:lnTo>
                  <a:lnTo>
                    <a:pt x="64681" y="90144"/>
                  </a:lnTo>
                  <a:lnTo>
                    <a:pt x="64909" y="92189"/>
                  </a:lnTo>
                  <a:lnTo>
                    <a:pt x="58547" y="88328"/>
                  </a:lnTo>
                  <a:lnTo>
                    <a:pt x="51041" y="86169"/>
                  </a:lnTo>
                  <a:lnTo>
                    <a:pt x="43078" y="86169"/>
                  </a:lnTo>
                  <a:lnTo>
                    <a:pt x="26322" y="89544"/>
                  </a:lnTo>
                  <a:lnTo>
                    <a:pt x="12628" y="98759"/>
                  </a:lnTo>
                  <a:lnTo>
                    <a:pt x="3389" y="112449"/>
                  </a:lnTo>
                  <a:lnTo>
                    <a:pt x="0" y="129247"/>
                  </a:lnTo>
                  <a:lnTo>
                    <a:pt x="3389" y="146003"/>
                  </a:lnTo>
                  <a:lnTo>
                    <a:pt x="12628" y="159697"/>
                  </a:lnTo>
                  <a:lnTo>
                    <a:pt x="26322" y="168936"/>
                  </a:lnTo>
                  <a:lnTo>
                    <a:pt x="43078" y="172326"/>
                  </a:lnTo>
                  <a:lnTo>
                    <a:pt x="235305" y="172326"/>
                  </a:lnTo>
                  <a:close/>
                </a:path>
              </a:pathLst>
            </a:custGeom>
            <a:ln w="12700">
              <a:solidFill>
                <a:srgbClr val="00539B"/>
              </a:solidFill>
            </a:ln>
          </p:spPr>
          <p:txBody>
            <a:bodyPr wrap="square" lIns="0" tIns="0" rIns="0" bIns="0" rtlCol="0"/>
            <a:lstStyle/>
            <a:p>
              <a:endParaRPr/>
            </a:p>
          </p:txBody>
        </p:sp>
        <p:pic>
          <p:nvPicPr>
            <p:cNvPr id="132" name="object 44">
              <a:extLst>
                <a:ext uri="{FF2B5EF4-FFF2-40B4-BE49-F238E27FC236}">
                  <a16:creationId xmlns:a16="http://schemas.microsoft.com/office/drawing/2014/main" id="{1BE24B67-C545-E849-BB95-2F74B1213444}"/>
                </a:ext>
              </a:extLst>
            </p:cNvPr>
            <p:cNvPicPr/>
            <p:nvPr/>
          </p:nvPicPr>
          <p:blipFill>
            <a:blip r:embed="rId2" cstate="print"/>
            <a:stretch>
              <a:fillRect/>
            </a:stretch>
          </p:blipFill>
          <p:spPr>
            <a:xfrm>
              <a:off x="5421792" y="6924314"/>
              <a:ext cx="314722" cy="312380"/>
            </a:xfrm>
            <a:prstGeom prst="rect">
              <a:avLst/>
            </a:prstGeom>
          </p:spPr>
        </p:pic>
        <p:pic>
          <p:nvPicPr>
            <p:cNvPr id="133" name="object 45">
              <a:extLst>
                <a:ext uri="{FF2B5EF4-FFF2-40B4-BE49-F238E27FC236}">
                  <a16:creationId xmlns:a16="http://schemas.microsoft.com/office/drawing/2014/main" id="{2E581B7B-5396-7A42-8C8E-5F18306553F1}"/>
                </a:ext>
              </a:extLst>
            </p:cNvPr>
            <p:cNvPicPr/>
            <p:nvPr/>
          </p:nvPicPr>
          <p:blipFill>
            <a:blip r:embed="rId3" cstate="print"/>
            <a:stretch>
              <a:fillRect/>
            </a:stretch>
          </p:blipFill>
          <p:spPr>
            <a:xfrm>
              <a:off x="1652866" y="7024826"/>
              <a:ext cx="299065" cy="221576"/>
            </a:xfrm>
            <a:prstGeom prst="rect">
              <a:avLst/>
            </a:prstGeom>
          </p:spPr>
        </p:pic>
      </p:grpSp>
      <p:sp>
        <p:nvSpPr>
          <p:cNvPr id="134" name="object 46">
            <a:extLst>
              <a:ext uri="{FF2B5EF4-FFF2-40B4-BE49-F238E27FC236}">
                <a16:creationId xmlns:a16="http://schemas.microsoft.com/office/drawing/2014/main" id="{90DD1FD5-34B8-364E-91B9-007C423D42A2}"/>
              </a:ext>
            </a:extLst>
          </p:cNvPr>
          <p:cNvSpPr txBox="1"/>
          <p:nvPr/>
        </p:nvSpPr>
        <p:spPr>
          <a:xfrm>
            <a:off x="1340109" y="1977754"/>
            <a:ext cx="1472565" cy="970915"/>
          </a:xfrm>
          <a:prstGeom prst="rect">
            <a:avLst/>
          </a:prstGeom>
        </p:spPr>
        <p:txBody>
          <a:bodyPr vert="horz" wrap="square" lIns="0" tIns="49530" rIns="0" bIns="0" rtlCol="0">
            <a:spAutoFit/>
          </a:bodyPr>
          <a:lstStyle/>
          <a:p>
            <a:pPr marR="283845" algn="ctr">
              <a:lnSpc>
                <a:spcPct val="100000"/>
              </a:lnSpc>
              <a:spcBef>
                <a:spcPts val="390"/>
              </a:spcBef>
            </a:pPr>
            <a:r>
              <a:rPr sz="1200" spc="10">
                <a:solidFill>
                  <a:srgbClr val="0F1E43"/>
                </a:solidFill>
                <a:latin typeface="Arial MT"/>
                <a:cs typeface="Arial MT"/>
              </a:rPr>
              <a:t>Delivery</a:t>
            </a:r>
            <a:r>
              <a:rPr sz="1200" spc="-35">
                <a:solidFill>
                  <a:srgbClr val="0F1E43"/>
                </a:solidFill>
                <a:latin typeface="Arial MT"/>
                <a:cs typeface="Arial MT"/>
              </a:rPr>
              <a:t> </a:t>
            </a:r>
            <a:r>
              <a:rPr sz="1200" spc="20">
                <a:solidFill>
                  <a:srgbClr val="0F1E43"/>
                </a:solidFill>
                <a:latin typeface="Arial MT"/>
                <a:cs typeface="Arial MT"/>
              </a:rPr>
              <a:t>vehicles</a:t>
            </a:r>
            <a:endParaRPr sz="1200">
              <a:latin typeface="Arial MT"/>
              <a:cs typeface="Arial MT"/>
            </a:endParaRPr>
          </a:p>
          <a:p>
            <a:pPr marR="283845" algn="ctr">
              <a:lnSpc>
                <a:spcPct val="100000"/>
              </a:lnSpc>
              <a:spcBef>
                <a:spcPts val="245"/>
              </a:spcBef>
            </a:pPr>
            <a:r>
              <a:rPr sz="1000" spc="-25">
                <a:solidFill>
                  <a:srgbClr val="4D4D4F"/>
                </a:solidFill>
                <a:latin typeface="Arial MT"/>
                <a:cs typeface="Arial MT"/>
              </a:rPr>
              <a:t>Million</a:t>
            </a:r>
            <a:r>
              <a:rPr sz="1000" spc="-30">
                <a:solidFill>
                  <a:srgbClr val="4D4D4F"/>
                </a:solidFill>
                <a:latin typeface="Arial MT"/>
                <a:cs typeface="Arial MT"/>
              </a:rPr>
              <a:t> vehicles</a:t>
            </a:r>
            <a:endParaRPr sz="1000">
              <a:latin typeface="Arial MT"/>
              <a:cs typeface="Arial MT"/>
            </a:endParaRPr>
          </a:p>
          <a:p>
            <a:pPr marR="5080" algn="r">
              <a:lnSpc>
                <a:spcPct val="100000"/>
              </a:lnSpc>
              <a:spcBef>
                <a:spcPts val="1030"/>
              </a:spcBef>
            </a:pPr>
            <a:r>
              <a:rPr sz="1200">
                <a:solidFill>
                  <a:srgbClr val="00539B"/>
                </a:solidFill>
                <a:latin typeface="Arial MT"/>
                <a:cs typeface="Arial MT"/>
              </a:rPr>
              <a:t>+36%</a:t>
            </a:r>
            <a:endParaRPr sz="1200">
              <a:latin typeface="Arial MT"/>
              <a:cs typeface="Arial MT"/>
            </a:endParaRPr>
          </a:p>
          <a:p>
            <a:pPr marL="939165">
              <a:lnSpc>
                <a:spcPct val="100000"/>
              </a:lnSpc>
              <a:spcBef>
                <a:spcPts val="835"/>
              </a:spcBef>
            </a:pPr>
            <a:r>
              <a:rPr sz="800">
                <a:solidFill>
                  <a:srgbClr val="4D4D4F"/>
                </a:solidFill>
                <a:latin typeface="Arial MT"/>
                <a:cs typeface="Arial MT"/>
              </a:rPr>
              <a:t>7.2</a:t>
            </a:r>
            <a:endParaRPr sz="800">
              <a:latin typeface="Arial MT"/>
              <a:cs typeface="Arial MT"/>
            </a:endParaRPr>
          </a:p>
        </p:txBody>
      </p:sp>
      <p:sp>
        <p:nvSpPr>
          <p:cNvPr id="135" name="object 47">
            <a:extLst>
              <a:ext uri="{FF2B5EF4-FFF2-40B4-BE49-F238E27FC236}">
                <a16:creationId xmlns:a16="http://schemas.microsoft.com/office/drawing/2014/main" id="{C3654AD4-30A9-4B41-87AA-194064373C2C}"/>
              </a:ext>
            </a:extLst>
          </p:cNvPr>
          <p:cNvSpPr txBox="1"/>
          <p:nvPr/>
        </p:nvSpPr>
        <p:spPr>
          <a:xfrm>
            <a:off x="3295717" y="1975773"/>
            <a:ext cx="3319779" cy="1172845"/>
          </a:xfrm>
          <a:prstGeom prst="rect">
            <a:avLst/>
          </a:prstGeom>
        </p:spPr>
        <p:txBody>
          <a:bodyPr vert="horz" wrap="square" lIns="0" tIns="51435" rIns="0" bIns="0" rtlCol="0">
            <a:spAutoFit/>
          </a:bodyPr>
          <a:lstStyle/>
          <a:p>
            <a:pPr marL="168910">
              <a:lnSpc>
                <a:spcPct val="100000"/>
              </a:lnSpc>
              <a:spcBef>
                <a:spcPts val="405"/>
              </a:spcBef>
              <a:tabLst>
                <a:tab pos="2005330" algn="l"/>
              </a:tabLst>
            </a:pPr>
            <a:r>
              <a:rPr sz="1200" spc="15">
                <a:solidFill>
                  <a:srgbClr val="0F1E43"/>
                </a:solidFill>
                <a:latin typeface="Arial MT"/>
                <a:cs typeface="Arial MT"/>
              </a:rPr>
              <a:t>Emissions	</a:t>
            </a:r>
            <a:r>
              <a:rPr sz="1200" spc="25">
                <a:solidFill>
                  <a:srgbClr val="0F1E43"/>
                </a:solidFill>
                <a:latin typeface="Arial MT"/>
                <a:cs typeface="Arial MT"/>
              </a:rPr>
              <a:t>Congestion</a:t>
            </a:r>
            <a:endParaRPr sz="1200">
              <a:latin typeface="Arial MT"/>
              <a:cs typeface="Arial MT"/>
            </a:endParaRPr>
          </a:p>
          <a:p>
            <a:pPr marL="25400">
              <a:lnSpc>
                <a:spcPct val="100000"/>
              </a:lnSpc>
              <a:spcBef>
                <a:spcPts val="259"/>
              </a:spcBef>
              <a:tabLst>
                <a:tab pos="1635760" algn="l"/>
              </a:tabLst>
            </a:pPr>
            <a:r>
              <a:rPr sz="1000" spc="-25">
                <a:solidFill>
                  <a:srgbClr val="4D4D4F"/>
                </a:solidFill>
                <a:latin typeface="Arial MT"/>
                <a:cs typeface="Arial MT"/>
              </a:rPr>
              <a:t>Million</a:t>
            </a:r>
            <a:r>
              <a:rPr sz="1000" spc="5">
                <a:solidFill>
                  <a:srgbClr val="4D4D4F"/>
                </a:solidFill>
                <a:latin typeface="Arial MT"/>
                <a:cs typeface="Arial MT"/>
              </a:rPr>
              <a:t> </a:t>
            </a:r>
            <a:r>
              <a:rPr sz="1000" spc="-15">
                <a:solidFill>
                  <a:srgbClr val="4D4D4F"/>
                </a:solidFill>
                <a:latin typeface="Arial MT"/>
                <a:cs typeface="Arial MT"/>
              </a:rPr>
              <a:t>tonnes</a:t>
            </a:r>
            <a:r>
              <a:rPr sz="1000" spc="5">
                <a:solidFill>
                  <a:srgbClr val="4D4D4F"/>
                </a:solidFill>
                <a:latin typeface="Arial MT"/>
                <a:cs typeface="Arial MT"/>
              </a:rPr>
              <a:t> </a:t>
            </a:r>
            <a:r>
              <a:rPr sz="1000" spc="-15">
                <a:solidFill>
                  <a:srgbClr val="4D4D4F"/>
                </a:solidFill>
                <a:latin typeface="Arial MT"/>
                <a:cs typeface="Arial MT"/>
              </a:rPr>
              <a:t>CO</a:t>
            </a:r>
            <a:r>
              <a:rPr sz="550" spc="-15">
                <a:solidFill>
                  <a:srgbClr val="4D4D4F"/>
                </a:solidFill>
                <a:latin typeface="Arial MT"/>
                <a:cs typeface="Arial MT"/>
              </a:rPr>
              <a:t>2	</a:t>
            </a:r>
            <a:r>
              <a:rPr sz="1000" spc="-35">
                <a:solidFill>
                  <a:srgbClr val="4D4D4F"/>
                </a:solidFill>
                <a:latin typeface="Arial MT"/>
                <a:cs typeface="Arial MT"/>
              </a:rPr>
              <a:t>Average</a:t>
            </a:r>
            <a:r>
              <a:rPr sz="1000" spc="-5">
                <a:solidFill>
                  <a:srgbClr val="4D4D4F"/>
                </a:solidFill>
                <a:latin typeface="Arial MT"/>
                <a:cs typeface="Arial MT"/>
              </a:rPr>
              <a:t> </a:t>
            </a:r>
            <a:r>
              <a:rPr sz="1000" spc="-10">
                <a:solidFill>
                  <a:srgbClr val="4D4D4F"/>
                </a:solidFill>
                <a:latin typeface="Arial MT"/>
                <a:cs typeface="Arial MT"/>
              </a:rPr>
              <a:t>commute,*</a:t>
            </a:r>
            <a:r>
              <a:rPr sz="1000" spc="-5">
                <a:solidFill>
                  <a:srgbClr val="4D4D4F"/>
                </a:solidFill>
                <a:latin typeface="Arial MT"/>
                <a:cs typeface="Arial MT"/>
              </a:rPr>
              <a:t> </a:t>
            </a:r>
            <a:r>
              <a:rPr sz="1000" spc="-20">
                <a:solidFill>
                  <a:srgbClr val="4D4D4F"/>
                </a:solidFill>
                <a:latin typeface="Arial MT"/>
                <a:cs typeface="Arial MT"/>
              </a:rPr>
              <a:t>minutes</a:t>
            </a:r>
            <a:endParaRPr sz="1000">
              <a:latin typeface="Arial MT"/>
              <a:cs typeface="Arial MT"/>
            </a:endParaRPr>
          </a:p>
          <a:p>
            <a:pPr marL="1003300">
              <a:lnSpc>
                <a:spcPct val="100000"/>
              </a:lnSpc>
              <a:spcBef>
                <a:spcPts val="1015"/>
              </a:spcBef>
              <a:tabLst>
                <a:tab pos="2884170" algn="l"/>
              </a:tabLst>
            </a:pPr>
            <a:r>
              <a:rPr sz="1200" spc="5">
                <a:solidFill>
                  <a:srgbClr val="00539B"/>
                </a:solidFill>
                <a:latin typeface="Arial MT"/>
                <a:cs typeface="Arial MT"/>
              </a:rPr>
              <a:t>+6</a:t>
            </a:r>
            <a:r>
              <a:rPr sz="1200">
                <a:solidFill>
                  <a:srgbClr val="00539B"/>
                </a:solidFill>
                <a:latin typeface="Arial MT"/>
                <a:cs typeface="Arial MT"/>
              </a:rPr>
              <a:t> </a:t>
            </a:r>
            <a:r>
              <a:rPr sz="1200" spc="10">
                <a:solidFill>
                  <a:srgbClr val="00539B"/>
                </a:solidFill>
                <a:latin typeface="Arial MT"/>
                <a:cs typeface="Arial MT"/>
              </a:rPr>
              <a:t>Mt	</a:t>
            </a:r>
            <a:r>
              <a:rPr sz="1200">
                <a:solidFill>
                  <a:srgbClr val="00539B"/>
                </a:solidFill>
                <a:latin typeface="Arial MT"/>
                <a:cs typeface="Arial MT"/>
              </a:rPr>
              <a:t>+21%</a:t>
            </a:r>
            <a:endParaRPr sz="1200">
              <a:latin typeface="Arial MT"/>
              <a:cs typeface="Arial MT"/>
            </a:endParaRPr>
          </a:p>
          <a:p>
            <a:pPr marL="885825">
              <a:lnSpc>
                <a:spcPct val="100000"/>
              </a:lnSpc>
              <a:spcBef>
                <a:spcPts val="835"/>
              </a:spcBef>
              <a:tabLst>
                <a:tab pos="2778125" algn="l"/>
              </a:tabLst>
            </a:pPr>
            <a:r>
              <a:rPr sz="1200" spc="-7" baseline="6944">
                <a:solidFill>
                  <a:srgbClr val="4D4D4F"/>
                </a:solidFill>
                <a:latin typeface="Arial MT"/>
                <a:cs typeface="Arial MT"/>
              </a:rPr>
              <a:t>25	</a:t>
            </a:r>
            <a:r>
              <a:rPr sz="800" spc="-5">
                <a:solidFill>
                  <a:srgbClr val="4D4D4F"/>
                </a:solidFill>
                <a:latin typeface="Arial MT"/>
                <a:cs typeface="Arial MT"/>
              </a:rPr>
              <a:t>64</a:t>
            </a:r>
            <a:endParaRPr sz="800">
              <a:latin typeface="Arial MT"/>
              <a:cs typeface="Arial MT"/>
            </a:endParaRPr>
          </a:p>
          <a:p>
            <a:pPr marL="654050" algn="ctr">
              <a:lnSpc>
                <a:spcPct val="100000"/>
              </a:lnSpc>
              <a:spcBef>
                <a:spcPts val="620"/>
              </a:spcBef>
            </a:pPr>
            <a:r>
              <a:rPr sz="800" spc="-5">
                <a:solidFill>
                  <a:srgbClr val="4D4D4F"/>
                </a:solidFill>
                <a:latin typeface="Arial MT"/>
                <a:cs typeface="Arial MT"/>
              </a:rPr>
              <a:t>53</a:t>
            </a:r>
            <a:endParaRPr sz="800">
              <a:latin typeface="Arial MT"/>
              <a:cs typeface="Arial MT"/>
            </a:endParaRPr>
          </a:p>
        </p:txBody>
      </p:sp>
      <p:grpSp>
        <p:nvGrpSpPr>
          <p:cNvPr id="136" name="object 48">
            <a:extLst>
              <a:ext uri="{FF2B5EF4-FFF2-40B4-BE49-F238E27FC236}">
                <a16:creationId xmlns:a16="http://schemas.microsoft.com/office/drawing/2014/main" id="{21EDD1EE-589C-544C-AA2B-EE0983358092}"/>
              </a:ext>
            </a:extLst>
          </p:cNvPr>
          <p:cNvGrpSpPr/>
          <p:nvPr/>
        </p:nvGrpSpPr>
        <p:grpSpPr>
          <a:xfrm>
            <a:off x="1506841" y="2634844"/>
            <a:ext cx="4615815" cy="343535"/>
            <a:chOff x="1378891" y="7894802"/>
            <a:chExt cx="4615815" cy="343535"/>
          </a:xfrm>
        </p:grpSpPr>
        <p:sp>
          <p:nvSpPr>
            <p:cNvPr id="137" name="object 49">
              <a:extLst>
                <a:ext uri="{FF2B5EF4-FFF2-40B4-BE49-F238E27FC236}">
                  <a16:creationId xmlns:a16="http://schemas.microsoft.com/office/drawing/2014/main" id="{A2C8E4DF-77E6-5541-85CA-0BD9BD5B9A1D}"/>
                </a:ext>
              </a:extLst>
            </p:cNvPr>
            <p:cNvSpPr/>
            <p:nvPr/>
          </p:nvSpPr>
          <p:spPr>
            <a:xfrm>
              <a:off x="1382066" y="7917348"/>
              <a:ext cx="784860" cy="318135"/>
            </a:xfrm>
            <a:custGeom>
              <a:avLst/>
              <a:gdLst/>
              <a:ahLst/>
              <a:cxnLst/>
              <a:rect l="l" t="t" r="r" b="b"/>
              <a:pathLst>
                <a:path w="784860" h="318134">
                  <a:moveTo>
                    <a:pt x="0" y="317576"/>
                  </a:moveTo>
                  <a:lnTo>
                    <a:pt x="784796" y="0"/>
                  </a:lnTo>
                </a:path>
              </a:pathLst>
            </a:custGeom>
            <a:ln w="6350">
              <a:solidFill>
                <a:srgbClr val="4D4D4F"/>
              </a:solidFill>
            </a:ln>
          </p:spPr>
          <p:txBody>
            <a:bodyPr wrap="square" lIns="0" tIns="0" rIns="0" bIns="0" rtlCol="0"/>
            <a:lstStyle/>
            <a:p>
              <a:endParaRPr/>
            </a:p>
          </p:txBody>
        </p:sp>
        <p:sp>
          <p:nvSpPr>
            <p:cNvPr id="138" name="object 50">
              <a:extLst>
                <a:ext uri="{FF2B5EF4-FFF2-40B4-BE49-F238E27FC236}">
                  <a16:creationId xmlns:a16="http://schemas.microsoft.com/office/drawing/2014/main" id="{693F4BAA-6448-CB49-AB82-7E62F332557F}"/>
                </a:ext>
              </a:extLst>
            </p:cNvPr>
            <p:cNvSpPr/>
            <p:nvPr/>
          </p:nvSpPr>
          <p:spPr>
            <a:xfrm>
              <a:off x="2137125" y="7894802"/>
              <a:ext cx="85725" cy="57785"/>
            </a:xfrm>
            <a:custGeom>
              <a:avLst/>
              <a:gdLst/>
              <a:ahLst/>
              <a:cxnLst/>
              <a:rect l="l" t="t" r="r" b="b"/>
              <a:pathLst>
                <a:path w="85725" h="57784">
                  <a:moveTo>
                    <a:pt x="85432" y="0"/>
                  </a:moveTo>
                  <a:lnTo>
                    <a:pt x="0" y="3035"/>
                  </a:lnTo>
                  <a:lnTo>
                    <a:pt x="21932" y="57226"/>
                  </a:lnTo>
                  <a:lnTo>
                    <a:pt x="85432" y="0"/>
                  </a:lnTo>
                  <a:close/>
                </a:path>
              </a:pathLst>
            </a:custGeom>
            <a:solidFill>
              <a:srgbClr val="4D4D4F"/>
            </a:solidFill>
          </p:spPr>
          <p:txBody>
            <a:bodyPr wrap="square" lIns="0" tIns="0" rIns="0" bIns="0" rtlCol="0"/>
            <a:lstStyle/>
            <a:p>
              <a:endParaRPr/>
            </a:p>
          </p:txBody>
        </p:sp>
        <p:sp>
          <p:nvSpPr>
            <p:cNvPr id="139" name="object 51">
              <a:extLst>
                <a:ext uri="{FF2B5EF4-FFF2-40B4-BE49-F238E27FC236}">
                  <a16:creationId xmlns:a16="http://schemas.microsoft.com/office/drawing/2014/main" id="{C9ED2E81-CB66-D944-9A14-08E52141A8C2}"/>
                </a:ext>
              </a:extLst>
            </p:cNvPr>
            <p:cNvSpPr/>
            <p:nvPr/>
          </p:nvSpPr>
          <p:spPr>
            <a:xfrm>
              <a:off x="3269459" y="7916304"/>
              <a:ext cx="783590" cy="255904"/>
            </a:xfrm>
            <a:custGeom>
              <a:avLst/>
              <a:gdLst/>
              <a:ahLst/>
              <a:cxnLst/>
              <a:rect l="l" t="t" r="r" b="b"/>
              <a:pathLst>
                <a:path w="783589" h="255904">
                  <a:moveTo>
                    <a:pt x="0" y="255777"/>
                  </a:moveTo>
                  <a:lnTo>
                    <a:pt x="783577" y="0"/>
                  </a:lnTo>
                </a:path>
              </a:pathLst>
            </a:custGeom>
            <a:ln w="6349">
              <a:solidFill>
                <a:srgbClr val="4D4D4F"/>
              </a:solidFill>
            </a:ln>
          </p:spPr>
          <p:txBody>
            <a:bodyPr wrap="square" lIns="0" tIns="0" rIns="0" bIns="0" rtlCol="0"/>
            <a:lstStyle/>
            <a:p>
              <a:endParaRPr/>
            </a:p>
          </p:txBody>
        </p:sp>
        <p:sp>
          <p:nvSpPr>
            <p:cNvPr id="140" name="object 52">
              <a:extLst>
                <a:ext uri="{FF2B5EF4-FFF2-40B4-BE49-F238E27FC236}">
                  <a16:creationId xmlns:a16="http://schemas.microsoft.com/office/drawing/2014/main" id="{2A859907-E4DE-E14B-8BA6-1A856366FD33}"/>
                </a:ext>
              </a:extLst>
            </p:cNvPr>
            <p:cNvSpPr/>
            <p:nvPr/>
          </p:nvSpPr>
          <p:spPr>
            <a:xfrm>
              <a:off x="4024725" y="7894803"/>
              <a:ext cx="85725" cy="55880"/>
            </a:xfrm>
            <a:custGeom>
              <a:avLst/>
              <a:gdLst/>
              <a:ahLst/>
              <a:cxnLst/>
              <a:rect l="l" t="t" r="r" b="b"/>
              <a:pathLst>
                <a:path w="85725" h="55879">
                  <a:moveTo>
                    <a:pt x="0" y="0"/>
                  </a:moveTo>
                  <a:lnTo>
                    <a:pt x="18135" y="55575"/>
                  </a:lnTo>
                  <a:lnTo>
                    <a:pt x="85432" y="2857"/>
                  </a:lnTo>
                  <a:lnTo>
                    <a:pt x="0" y="0"/>
                  </a:lnTo>
                  <a:close/>
                </a:path>
              </a:pathLst>
            </a:custGeom>
            <a:solidFill>
              <a:srgbClr val="4D4D4F"/>
            </a:solidFill>
          </p:spPr>
          <p:txBody>
            <a:bodyPr wrap="square" lIns="0" tIns="0" rIns="0" bIns="0" rtlCol="0"/>
            <a:lstStyle/>
            <a:p>
              <a:endParaRPr/>
            </a:p>
          </p:txBody>
        </p:sp>
        <p:sp>
          <p:nvSpPr>
            <p:cNvPr id="141" name="object 53">
              <a:extLst>
                <a:ext uri="{FF2B5EF4-FFF2-40B4-BE49-F238E27FC236}">
                  <a16:creationId xmlns:a16="http://schemas.microsoft.com/office/drawing/2014/main" id="{DDFA7179-2F92-8640-BA4E-461CC63476CF}"/>
                </a:ext>
              </a:extLst>
            </p:cNvPr>
            <p:cNvSpPr/>
            <p:nvPr/>
          </p:nvSpPr>
          <p:spPr>
            <a:xfrm>
              <a:off x="5153976" y="7916304"/>
              <a:ext cx="783590" cy="255904"/>
            </a:xfrm>
            <a:custGeom>
              <a:avLst/>
              <a:gdLst/>
              <a:ahLst/>
              <a:cxnLst/>
              <a:rect l="l" t="t" r="r" b="b"/>
              <a:pathLst>
                <a:path w="783589" h="255904">
                  <a:moveTo>
                    <a:pt x="0" y="255777"/>
                  </a:moveTo>
                  <a:lnTo>
                    <a:pt x="783577" y="0"/>
                  </a:lnTo>
                </a:path>
              </a:pathLst>
            </a:custGeom>
            <a:ln w="6349">
              <a:solidFill>
                <a:srgbClr val="4D4D4F"/>
              </a:solidFill>
            </a:ln>
          </p:spPr>
          <p:txBody>
            <a:bodyPr wrap="square" lIns="0" tIns="0" rIns="0" bIns="0" rtlCol="0"/>
            <a:lstStyle/>
            <a:p>
              <a:endParaRPr/>
            </a:p>
          </p:txBody>
        </p:sp>
        <p:sp>
          <p:nvSpPr>
            <p:cNvPr id="142" name="object 54">
              <a:extLst>
                <a:ext uri="{FF2B5EF4-FFF2-40B4-BE49-F238E27FC236}">
                  <a16:creationId xmlns:a16="http://schemas.microsoft.com/office/drawing/2014/main" id="{4C5B4669-03F8-A546-BFBC-6CCE44BDCA4D}"/>
                </a:ext>
              </a:extLst>
            </p:cNvPr>
            <p:cNvSpPr/>
            <p:nvPr/>
          </p:nvSpPr>
          <p:spPr>
            <a:xfrm>
              <a:off x="5909241" y="7894803"/>
              <a:ext cx="85725" cy="55880"/>
            </a:xfrm>
            <a:custGeom>
              <a:avLst/>
              <a:gdLst/>
              <a:ahLst/>
              <a:cxnLst/>
              <a:rect l="l" t="t" r="r" b="b"/>
              <a:pathLst>
                <a:path w="85725" h="55879">
                  <a:moveTo>
                    <a:pt x="0" y="0"/>
                  </a:moveTo>
                  <a:lnTo>
                    <a:pt x="18135" y="55575"/>
                  </a:lnTo>
                  <a:lnTo>
                    <a:pt x="85432" y="2857"/>
                  </a:lnTo>
                  <a:lnTo>
                    <a:pt x="0" y="0"/>
                  </a:lnTo>
                  <a:close/>
                </a:path>
              </a:pathLst>
            </a:custGeom>
            <a:solidFill>
              <a:srgbClr val="4D4D4F"/>
            </a:solidFill>
          </p:spPr>
          <p:txBody>
            <a:bodyPr wrap="square" lIns="0" tIns="0" rIns="0" bIns="0" rtlCol="0"/>
            <a:lstStyle/>
            <a:p>
              <a:endParaRPr/>
            </a:p>
          </p:txBody>
        </p:sp>
      </p:grpSp>
      <p:sp>
        <p:nvSpPr>
          <p:cNvPr id="143" name="object 55">
            <a:extLst>
              <a:ext uri="{FF2B5EF4-FFF2-40B4-BE49-F238E27FC236}">
                <a16:creationId xmlns:a16="http://schemas.microsoft.com/office/drawing/2014/main" id="{274A0B60-6E76-FB49-821E-A9FE64B48A4F}"/>
              </a:ext>
            </a:extLst>
          </p:cNvPr>
          <p:cNvSpPr txBox="1"/>
          <p:nvPr/>
        </p:nvSpPr>
        <p:spPr>
          <a:xfrm>
            <a:off x="6503168" y="3028649"/>
            <a:ext cx="511175" cy="330200"/>
          </a:xfrm>
          <a:prstGeom prst="rect">
            <a:avLst/>
          </a:prstGeom>
        </p:spPr>
        <p:txBody>
          <a:bodyPr vert="horz" wrap="square" lIns="0" tIns="12700" rIns="0" bIns="0" rtlCol="0">
            <a:spAutoFit/>
          </a:bodyPr>
          <a:lstStyle/>
          <a:p>
            <a:pPr marR="5080">
              <a:lnSpc>
                <a:spcPct val="100000"/>
              </a:lnSpc>
              <a:spcBef>
                <a:spcPts val="100"/>
              </a:spcBef>
            </a:pPr>
            <a:r>
              <a:rPr sz="1000" spc="-15">
                <a:solidFill>
                  <a:srgbClr val="4D4D4F"/>
                </a:solidFill>
                <a:latin typeface="Arial MT"/>
                <a:cs typeface="Arial MT"/>
              </a:rPr>
              <a:t>Last-mile  </a:t>
            </a:r>
            <a:r>
              <a:rPr sz="1000" spc="-10">
                <a:solidFill>
                  <a:srgbClr val="4D4D4F"/>
                </a:solidFill>
                <a:latin typeface="Arial MT"/>
                <a:cs typeface="Arial MT"/>
              </a:rPr>
              <a:t>induced</a:t>
            </a:r>
            <a:endParaRPr sz="1000">
              <a:latin typeface="Arial MT"/>
              <a:cs typeface="Arial MT"/>
            </a:endParaRPr>
          </a:p>
        </p:txBody>
      </p:sp>
    </p:spTree>
    <p:extLst>
      <p:ext uri="{BB962C8B-B14F-4D97-AF65-F5344CB8AC3E}">
        <p14:creationId xmlns:p14="http://schemas.microsoft.com/office/powerpoint/2010/main" val="265242281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78617" y="121491"/>
            <a:ext cx="11972473" cy="627684"/>
          </a:xfrm>
        </p:spPr>
        <p:txBody>
          <a:bodyPr vert="horz" lIns="91440" tIns="45720" rIns="91440" bIns="45720" rtlCol="0" anchor="t">
            <a:noAutofit/>
          </a:bodyPr>
          <a:lstStyle/>
          <a:p>
            <a:pPr marL="0" indent="0">
              <a:buNone/>
            </a:pPr>
            <a:r>
              <a:rPr lang="en-US" sz="2000" err="1">
                <a:latin typeface="Calibri" panose="020F0502020204030204" pitchFamily="34" charset="0"/>
                <a:cs typeface="Calibri" panose="020F0502020204030204" pitchFamily="34" charset="0"/>
              </a:rPr>
              <a:t>EcoDeliver</a:t>
            </a:r>
            <a:r>
              <a:rPr lang="en-US" sz="2000">
                <a:latin typeface="Calibri" panose="020F0502020204030204" pitchFamily="34" charset="0"/>
                <a:cs typeface="Calibri" panose="020F0502020204030204" pitchFamily="34" charset="0"/>
              </a:rPr>
              <a:t> needs to rethink supply chain architecture to solve for key challenges of LMD and changing consumer preferences </a:t>
            </a:r>
          </a:p>
        </p:txBody>
      </p:sp>
      <p:sp>
        <p:nvSpPr>
          <p:cNvPr id="3" name="Rectangle 2">
            <a:extLst>
              <a:ext uri="{FF2B5EF4-FFF2-40B4-BE49-F238E27FC236}">
                <a16:creationId xmlns:a16="http://schemas.microsoft.com/office/drawing/2014/main" id="{6320B5A0-D203-E84F-A2D0-8DA8E903C9E9}"/>
              </a:ext>
            </a:extLst>
          </p:cNvPr>
          <p:cNvSpPr/>
          <p:nvPr/>
        </p:nvSpPr>
        <p:spPr>
          <a:xfrm>
            <a:off x="78617" y="852427"/>
            <a:ext cx="2669166" cy="1419723"/>
          </a:xfrm>
          <a:prstGeom prst="rect">
            <a:avLst/>
          </a:prstGeom>
          <a:noFill/>
          <a:ln w="1905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p>
        </p:txBody>
      </p:sp>
      <p:sp>
        <p:nvSpPr>
          <p:cNvPr id="4" name="TextBox 3">
            <a:extLst>
              <a:ext uri="{FF2B5EF4-FFF2-40B4-BE49-F238E27FC236}">
                <a16:creationId xmlns:a16="http://schemas.microsoft.com/office/drawing/2014/main" id="{E2DE7244-BDFD-A648-BB48-70D2A942EDDF}"/>
              </a:ext>
            </a:extLst>
          </p:cNvPr>
          <p:cNvSpPr txBox="1"/>
          <p:nvPr/>
        </p:nvSpPr>
        <p:spPr>
          <a:xfrm>
            <a:off x="298539" y="755847"/>
            <a:ext cx="2182203" cy="259016"/>
          </a:xfrm>
          <a:prstGeom prst="rect">
            <a:avLst/>
          </a:prstGeom>
          <a:solidFill>
            <a:schemeClr val="bg1"/>
          </a:solidFill>
          <a:ln>
            <a:noFill/>
          </a:ln>
        </p:spPr>
        <p:txBody>
          <a:bodyPr wrap="none" lIns="0" tIns="0" rIns="0" bIns="0" rtlCol="0">
            <a:noAutofit/>
          </a:bodyPr>
          <a:lstStyle/>
          <a:p>
            <a:pPr algn="ctr" defTabSz="190492">
              <a:spcAft>
                <a:spcPts val="1000"/>
              </a:spcAft>
            </a:pPr>
            <a:r>
              <a:rPr lang="en-US" sz="1167" b="1">
                <a:solidFill>
                  <a:srgbClr val="002060"/>
                </a:solidFill>
                <a:latin typeface="Calibri" panose="020F0502020204030204" pitchFamily="34" charset="0"/>
                <a:cs typeface="Calibri" panose="020F0502020204030204" pitchFamily="34" charset="0"/>
              </a:rPr>
              <a:t>E-retail to grow 4x by 2025</a:t>
            </a:r>
            <a:r>
              <a:rPr lang="en-US" sz="1167" b="1" baseline="30000">
                <a:solidFill>
                  <a:srgbClr val="002060"/>
                </a:solidFill>
                <a:latin typeface="Calibri" panose="020F0502020204030204" pitchFamily="34" charset="0"/>
                <a:cs typeface="Calibri" panose="020F0502020204030204" pitchFamily="34" charset="0"/>
              </a:rPr>
              <a:t>1</a:t>
            </a:r>
            <a:r>
              <a:rPr lang="en-US" sz="1167" b="1">
                <a:solidFill>
                  <a:srgbClr val="002060"/>
                </a:solidFill>
                <a:latin typeface="Calibri" panose="020F0502020204030204" pitchFamily="34" charset="0"/>
                <a:cs typeface="Calibri" panose="020F0502020204030204" pitchFamily="34" charset="0"/>
              </a:rPr>
              <a:t>..</a:t>
            </a:r>
          </a:p>
        </p:txBody>
      </p:sp>
      <p:sp>
        <p:nvSpPr>
          <p:cNvPr id="5" name="Rectangle 4">
            <a:extLst>
              <a:ext uri="{FF2B5EF4-FFF2-40B4-BE49-F238E27FC236}">
                <a16:creationId xmlns:a16="http://schemas.microsoft.com/office/drawing/2014/main" id="{8A8E7DB8-964B-8B43-A9BC-D9B82DA166CF}"/>
              </a:ext>
            </a:extLst>
          </p:cNvPr>
          <p:cNvSpPr/>
          <p:nvPr/>
        </p:nvSpPr>
        <p:spPr>
          <a:xfrm>
            <a:off x="5636157" y="845707"/>
            <a:ext cx="3281340" cy="1419723"/>
          </a:xfrm>
          <a:prstGeom prst="rect">
            <a:avLst/>
          </a:prstGeom>
          <a:noFill/>
          <a:ln w="1905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p>
        </p:txBody>
      </p:sp>
      <p:sp>
        <p:nvSpPr>
          <p:cNvPr id="6" name="TextBox 5">
            <a:extLst>
              <a:ext uri="{FF2B5EF4-FFF2-40B4-BE49-F238E27FC236}">
                <a16:creationId xmlns:a16="http://schemas.microsoft.com/office/drawing/2014/main" id="{ED41B5A2-3DDB-0244-96D4-644FA9C3CE28}"/>
              </a:ext>
            </a:extLst>
          </p:cNvPr>
          <p:cNvSpPr txBox="1"/>
          <p:nvPr/>
        </p:nvSpPr>
        <p:spPr>
          <a:xfrm>
            <a:off x="5958500" y="755847"/>
            <a:ext cx="2669166" cy="259016"/>
          </a:xfrm>
          <a:prstGeom prst="rect">
            <a:avLst/>
          </a:prstGeom>
          <a:solidFill>
            <a:schemeClr val="bg1"/>
          </a:solidFill>
          <a:ln>
            <a:noFill/>
          </a:ln>
        </p:spPr>
        <p:txBody>
          <a:bodyPr wrap="none" lIns="0" tIns="0" rIns="0" bIns="0" rtlCol="0">
            <a:noAutofit/>
          </a:bodyPr>
          <a:lstStyle/>
          <a:p>
            <a:pPr algn="ctr" defTabSz="190492">
              <a:spcAft>
                <a:spcPts val="1000"/>
              </a:spcAft>
            </a:pPr>
            <a:r>
              <a:rPr lang="en-US" sz="1167" b="1">
                <a:solidFill>
                  <a:srgbClr val="002060"/>
                </a:solidFill>
                <a:latin typeface="Calibri" panose="020F0502020204030204" pitchFamily="34" charset="0"/>
                <a:cs typeface="Calibri" panose="020F0502020204030204" pitchFamily="34" charset="0"/>
              </a:rPr>
              <a:t>...as does Indian regional demand</a:t>
            </a:r>
            <a:r>
              <a:rPr lang="en-US" sz="1167" b="1" baseline="30000">
                <a:solidFill>
                  <a:srgbClr val="002060"/>
                </a:solidFill>
                <a:latin typeface="Calibri" panose="020F0502020204030204" pitchFamily="34" charset="0"/>
                <a:cs typeface="Calibri" panose="020F0502020204030204" pitchFamily="34" charset="0"/>
              </a:rPr>
              <a:t>4</a:t>
            </a:r>
          </a:p>
        </p:txBody>
      </p:sp>
      <p:sp>
        <p:nvSpPr>
          <p:cNvPr id="7" name="Rectangle 6">
            <a:extLst>
              <a:ext uri="{FF2B5EF4-FFF2-40B4-BE49-F238E27FC236}">
                <a16:creationId xmlns:a16="http://schemas.microsoft.com/office/drawing/2014/main" id="{A9762378-766F-4941-B4FE-9D288D6E4E80}"/>
              </a:ext>
            </a:extLst>
          </p:cNvPr>
          <p:cNvSpPr/>
          <p:nvPr/>
        </p:nvSpPr>
        <p:spPr>
          <a:xfrm>
            <a:off x="9010934" y="827617"/>
            <a:ext cx="3034958" cy="5083142"/>
          </a:xfrm>
          <a:prstGeom prst="rect">
            <a:avLst/>
          </a:prstGeom>
          <a:noFill/>
          <a:ln w="1905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p>
        </p:txBody>
      </p:sp>
      <p:sp>
        <p:nvSpPr>
          <p:cNvPr id="8" name="TextBox 7">
            <a:extLst>
              <a:ext uri="{FF2B5EF4-FFF2-40B4-BE49-F238E27FC236}">
                <a16:creationId xmlns:a16="http://schemas.microsoft.com/office/drawing/2014/main" id="{890747FC-6584-EA47-B969-6F3BC58AFF79}"/>
              </a:ext>
            </a:extLst>
          </p:cNvPr>
          <p:cNvSpPr txBox="1"/>
          <p:nvPr/>
        </p:nvSpPr>
        <p:spPr>
          <a:xfrm>
            <a:off x="9166892" y="742787"/>
            <a:ext cx="2660083" cy="265648"/>
          </a:xfrm>
          <a:prstGeom prst="rect">
            <a:avLst/>
          </a:prstGeom>
          <a:solidFill>
            <a:schemeClr val="bg1"/>
          </a:solidFill>
          <a:ln>
            <a:noFill/>
          </a:ln>
        </p:spPr>
        <p:txBody>
          <a:bodyPr wrap="none" lIns="0" tIns="0" rIns="0" bIns="0" rtlCol="0">
            <a:noAutofit/>
          </a:bodyPr>
          <a:lstStyle/>
          <a:p>
            <a:pPr algn="ctr" defTabSz="190492">
              <a:spcAft>
                <a:spcPts val="1000"/>
              </a:spcAft>
            </a:pPr>
            <a:r>
              <a:rPr lang="en-US" sz="1100" b="1">
                <a:solidFill>
                  <a:srgbClr val="002060"/>
                </a:solidFill>
                <a:latin typeface="Calibri" panose="020F0502020204030204" pitchFamily="34" charset="0"/>
                <a:cs typeface="Calibri" panose="020F0502020204030204" pitchFamily="34" charset="0"/>
              </a:rPr>
              <a:t>How-To-Win: </a:t>
            </a:r>
            <a:r>
              <a:rPr lang="en-US" sz="1100" b="1" err="1">
                <a:solidFill>
                  <a:srgbClr val="002060"/>
                </a:solidFill>
                <a:latin typeface="Calibri" panose="020F0502020204030204" pitchFamily="34" charset="0"/>
                <a:cs typeface="Calibri" panose="020F0502020204030204" pitchFamily="34" charset="0"/>
              </a:rPr>
              <a:t>EcoDeliver’s</a:t>
            </a:r>
            <a:r>
              <a:rPr lang="en-US" sz="1100" b="1">
                <a:solidFill>
                  <a:srgbClr val="002060"/>
                </a:solidFill>
                <a:latin typeface="Calibri" panose="020F0502020204030204" pitchFamily="34" charset="0"/>
                <a:cs typeface="Calibri" panose="020F0502020204030204" pitchFamily="34" charset="0"/>
              </a:rPr>
              <a:t> disruption strategy </a:t>
            </a:r>
          </a:p>
        </p:txBody>
      </p:sp>
      <p:sp>
        <p:nvSpPr>
          <p:cNvPr id="9" name="TextBox 8">
            <a:extLst>
              <a:ext uri="{FF2B5EF4-FFF2-40B4-BE49-F238E27FC236}">
                <a16:creationId xmlns:a16="http://schemas.microsoft.com/office/drawing/2014/main" id="{1D495F5F-47E0-8A35-27C1-69E4AB18AD75}"/>
              </a:ext>
            </a:extLst>
          </p:cNvPr>
          <p:cNvSpPr txBox="1"/>
          <p:nvPr/>
        </p:nvSpPr>
        <p:spPr>
          <a:xfrm>
            <a:off x="146108" y="3197872"/>
            <a:ext cx="2157706" cy="646331"/>
          </a:xfrm>
          <a:prstGeom prst="rect">
            <a:avLst/>
          </a:prstGeom>
          <a:noFill/>
          <a:ln>
            <a:noFill/>
          </a:ln>
        </p:spPr>
        <p:txBody>
          <a:bodyPr wrap="square" rtlCol="0">
            <a:spAutoFit/>
          </a:bodyPr>
          <a:lstStyle/>
          <a:p>
            <a:r>
              <a:rPr lang="en-US" sz="1200"/>
              <a:t>consumers are more likely to choose retailers that offer more sustainable delivery options</a:t>
            </a:r>
          </a:p>
        </p:txBody>
      </p:sp>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sp>
        <p:nvSpPr>
          <p:cNvPr id="20" name="Rectangle 19">
            <a:extLst>
              <a:ext uri="{FF2B5EF4-FFF2-40B4-BE49-F238E27FC236}">
                <a16:creationId xmlns:a16="http://schemas.microsoft.com/office/drawing/2014/main" id="{C4D8DEFE-00D6-1740-AD63-5081CA18A83F}"/>
              </a:ext>
            </a:extLst>
          </p:cNvPr>
          <p:cNvSpPr/>
          <p:nvPr/>
        </p:nvSpPr>
        <p:spPr>
          <a:xfrm>
            <a:off x="2857387" y="845707"/>
            <a:ext cx="2669166" cy="1419723"/>
          </a:xfrm>
          <a:prstGeom prst="rect">
            <a:avLst/>
          </a:prstGeom>
          <a:noFill/>
          <a:ln w="1905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p>
        </p:txBody>
      </p:sp>
      <p:sp>
        <p:nvSpPr>
          <p:cNvPr id="21" name="TextBox 20">
            <a:extLst>
              <a:ext uri="{FF2B5EF4-FFF2-40B4-BE49-F238E27FC236}">
                <a16:creationId xmlns:a16="http://schemas.microsoft.com/office/drawing/2014/main" id="{B0C69509-2568-CE4A-8D3C-270C7A959E57}"/>
              </a:ext>
            </a:extLst>
          </p:cNvPr>
          <p:cNvSpPr txBox="1"/>
          <p:nvPr/>
        </p:nvSpPr>
        <p:spPr>
          <a:xfrm>
            <a:off x="3034252" y="755847"/>
            <a:ext cx="2312073" cy="259016"/>
          </a:xfrm>
          <a:prstGeom prst="rect">
            <a:avLst/>
          </a:prstGeom>
          <a:solidFill>
            <a:schemeClr val="bg1"/>
          </a:solidFill>
          <a:ln>
            <a:noFill/>
          </a:ln>
        </p:spPr>
        <p:txBody>
          <a:bodyPr wrap="none" lIns="0" tIns="0" rIns="0" bIns="0" rtlCol="0">
            <a:noAutofit/>
          </a:bodyPr>
          <a:lstStyle/>
          <a:p>
            <a:pPr algn="ctr" defTabSz="190492">
              <a:spcAft>
                <a:spcPts val="1000"/>
              </a:spcAft>
            </a:pPr>
            <a:r>
              <a:rPr lang="en-US" sz="1167" b="1">
                <a:solidFill>
                  <a:srgbClr val="002060"/>
                </a:solidFill>
                <a:latin typeface="Calibri" panose="020F0502020204030204" pitchFamily="34" charset="0"/>
                <a:cs typeface="Calibri" panose="020F0502020204030204" pitchFamily="34" charset="0"/>
              </a:rPr>
              <a:t>..but supply remains fragmented..</a:t>
            </a:r>
          </a:p>
        </p:txBody>
      </p:sp>
      <p:graphicFrame>
        <p:nvGraphicFramePr>
          <p:cNvPr id="23" name="Chart 22">
            <a:extLst>
              <a:ext uri="{FF2B5EF4-FFF2-40B4-BE49-F238E27FC236}">
                <a16:creationId xmlns:a16="http://schemas.microsoft.com/office/drawing/2014/main" id="{CCC51673-AC19-9B4C-B934-4431E1C2B458}"/>
              </a:ext>
            </a:extLst>
          </p:cNvPr>
          <p:cNvGraphicFramePr/>
          <p:nvPr/>
        </p:nvGraphicFramePr>
        <p:xfrm>
          <a:off x="2632746" y="586254"/>
          <a:ext cx="1766103" cy="1785136"/>
        </p:xfrm>
        <a:graphic>
          <a:graphicData uri="http://schemas.openxmlformats.org/drawingml/2006/chart">
            <c:chart xmlns:c="http://schemas.openxmlformats.org/drawingml/2006/chart" xmlns:r="http://schemas.openxmlformats.org/officeDocument/2006/relationships" r:id="rId6"/>
          </a:graphicData>
        </a:graphic>
      </p:graphicFrame>
      <p:sp>
        <p:nvSpPr>
          <p:cNvPr id="24" name="TextBox 23">
            <a:extLst>
              <a:ext uri="{FF2B5EF4-FFF2-40B4-BE49-F238E27FC236}">
                <a16:creationId xmlns:a16="http://schemas.microsoft.com/office/drawing/2014/main" id="{CE7EE84B-D9F4-1F49-9A2A-7834E11E3CC5}"/>
              </a:ext>
            </a:extLst>
          </p:cNvPr>
          <p:cNvSpPr txBox="1"/>
          <p:nvPr/>
        </p:nvSpPr>
        <p:spPr>
          <a:xfrm rot="16200000">
            <a:off x="2444627" y="1360381"/>
            <a:ext cx="1183180" cy="276999"/>
          </a:xfrm>
          <a:prstGeom prst="rect">
            <a:avLst/>
          </a:prstGeom>
          <a:noFill/>
          <a:ln>
            <a:noFill/>
          </a:ln>
        </p:spPr>
        <p:txBody>
          <a:bodyPr wrap="square" rtlCol="0">
            <a:spAutoFit/>
          </a:bodyPr>
          <a:lstStyle/>
          <a:p>
            <a:r>
              <a:rPr lang="en-US" sz="1200">
                <a:solidFill>
                  <a:schemeClr val="bg2">
                    <a:lumMod val="50000"/>
                  </a:schemeClr>
                </a:solidFill>
              </a:rPr>
              <a:t>Market Share</a:t>
            </a:r>
            <a:r>
              <a:rPr lang="en-US" sz="1200" baseline="30000">
                <a:solidFill>
                  <a:schemeClr val="bg2">
                    <a:lumMod val="50000"/>
                  </a:schemeClr>
                </a:solidFill>
              </a:rPr>
              <a:t>1</a:t>
            </a:r>
            <a:endParaRPr lang="en-IN" sz="1200" baseline="30000">
              <a:solidFill>
                <a:schemeClr val="bg2">
                  <a:lumMod val="50000"/>
                </a:schemeClr>
              </a:solidFill>
            </a:endParaRPr>
          </a:p>
        </p:txBody>
      </p:sp>
      <p:sp>
        <p:nvSpPr>
          <p:cNvPr id="25" name="TextBox 24">
            <a:extLst>
              <a:ext uri="{FF2B5EF4-FFF2-40B4-BE49-F238E27FC236}">
                <a16:creationId xmlns:a16="http://schemas.microsoft.com/office/drawing/2014/main" id="{8D1503FD-B5A5-3545-9F29-C90D8E950FDF}"/>
              </a:ext>
            </a:extLst>
          </p:cNvPr>
          <p:cNvSpPr txBox="1"/>
          <p:nvPr/>
        </p:nvSpPr>
        <p:spPr>
          <a:xfrm>
            <a:off x="58289" y="891126"/>
            <a:ext cx="2201949" cy="276999"/>
          </a:xfrm>
          <a:prstGeom prst="rect">
            <a:avLst/>
          </a:prstGeom>
          <a:noFill/>
        </p:spPr>
        <p:txBody>
          <a:bodyPr wrap="none" rtlCol="0">
            <a:spAutoFit/>
          </a:bodyPr>
          <a:lstStyle/>
          <a:p>
            <a:r>
              <a:rPr lang="en-US" sz="1200">
                <a:solidFill>
                  <a:schemeClr val="bg2">
                    <a:lumMod val="50000"/>
                  </a:schemeClr>
                </a:solidFill>
              </a:rPr>
              <a:t>Indian online retail market ($Bn)</a:t>
            </a:r>
          </a:p>
        </p:txBody>
      </p:sp>
      <p:graphicFrame>
        <p:nvGraphicFramePr>
          <p:cNvPr id="26" name="Chart 25">
            <a:extLst>
              <a:ext uri="{FF2B5EF4-FFF2-40B4-BE49-F238E27FC236}">
                <a16:creationId xmlns:a16="http://schemas.microsoft.com/office/drawing/2014/main" id="{44B26B53-A700-4C4A-AB71-A0D13A24ED73}"/>
              </a:ext>
            </a:extLst>
          </p:cNvPr>
          <p:cNvGraphicFramePr/>
          <p:nvPr/>
        </p:nvGraphicFramePr>
        <p:xfrm>
          <a:off x="-59233" y="755846"/>
          <a:ext cx="2182203" cy="1578597"/>
        </p:xfrm>
        <a:graphic>
          <a:graphicData uri="http://schemas.openxmlformats.org/drawingml/2006/chart">
            <c:chart xmlns:c="http://schemas.openxmlformats.org/drawingml/2006/chart" xmlns:r="http://schemas.openxmlformats.org/officeDocument/2006/relationships" r:id="rId7"/>
          </a:graphicData>
        </a:graphic>
      </p:graphicFrame>
      <p:cxnSp>
        <p:nvCxnSpPr>
          <p:cNvPr id="28" name="Straight Arrow Connector 27">
            <a:extLst>
              <a:ext uri="{FF2B5EF4-FFF2-40B4-BE49-F238E27FC236}">
                <a16:creationId xmlns:a16="http://schemas.microsoft.com/office/drawing/2014/main" id="{365BA8D2-0347-364F-AA24-BA5AD3023C70}"/>
              </a:ext>
            </a:extLst>
          </p:cNvPr>
          <p:cNvCxnSpPr/>
          <p:nvPr/>
        </p:nvCxnSpPr>
        <p:spPr>
          <a:xfrm flipV="1">
            <a:off x="510705" y="1246913"/>
            <a:ext cx="763913" cy="46181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371375A3-651D-C243-8D55-5DF661AE5038}"/>
              </a:ext>
            </a:extLst>
          </p:cNvPr>
          <p:cNvSpPr txBox="1"/>
          <p:nvPr/>
        </p:nvSpPr>
        <p:spPr>
          <a:xfrm>
            <a:off x="346568" y="1351824"/>
            <a:ext cx="885645" cy="276999"/>
          </a:xfrm>
          <a:prstGeom prst="rect">
            <a:avLst/>
          </a:prstGeom>
          <a:solidFill>
            <a:schemeClr val="bg1"/>
          </a:solidFill>
          <a:ln>
            <a:noFill/>
          </a:ln>
        </p:spPr>
        <p:txBody>
          <a:bodyPr wrap="square" rtlCol="0">
            <a:spAutoFit/>
          </a:bodyPr>
          <a:lstStyle/>
          <a:p>
            <a:r>
              <a:rPr lang="en-US" sz="1200"/>
              <a:t>CAGR: 30%</a:t>
            </a:r>
            <a:endParaRPr lang="en-IN" sz="1200"/>
          </a:p>
        </p:txBody>
      </p:sp>
      <p:sp>
        <p:nvSpPr>
          <p:cNvPr id="30" name="Rectangle 29">
            <a:extLst>
              <a:ext uri="{FF2B5EF4-FFF2-40B4-BE49-F238E27FC236}">
                <a16:creationId xmlns:a16="http://schemas.microsoft.com/office/drawing/2014/main" id="{8D2FB2EF-E9DB-DB4C-83A2-AC47B07EDEBE}"/>
              </a:ext>
            </a:extLst>
          </p:cNvPr>
          <p:cNvSpPr/>
          <p:nvPr/>
        </p:nvSpPr>
        <p:spPr>
          <a:xfrm>
            <a:off x="1620079" y="1275332"/>
            <a:ext cx="1191127" cy="710490"/>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solidFill>
                <a:latin typeface="Calibri" panose="020F0502020204030204" pitchFamily="34" charset="0"/>
                <a:cs typeface="Calibri" panose="020F0502020204030204" pitchFamily="34" charset="0"/>
              </a:rPr>
              <a:t>Online shoppers growing from 100 Mn to </a:t>
            </a:r>
          </a:p>
          <a:p>
            <a:pPr algn="ctr"/>
            <a:r>
              <a:rPr lang="en-US" sz="1100">
                <a:solidFill>
                  <a:schemeClr val="tx1"/>
                </a:solidFill>
                <a:latin typeface="Calibri" panose="020F0502020204030204" pitchFamily="34" charset="0"/>
                <a:cs typeface="Calibri" panose="020F0502020204030204" pitchFamily="34" charset="0"/>
              </a:rPr>
              <a:t>300-350Mn</a:t>
            </a:r>
          </a:p>
        </p:txBody>
      </p:sp>
      <p:sp>
        <p:nvSpPr>
          <p:cNvPr id="33" name="TextBox 32">
            <a:extLst>
              <a:ext uri="{FF2B5EF4-FFF2-40B4-BE49-F238E27FC236}">
                <a16:creationId xmlns:a16="http://schemas.microsoft.com/office/drawing/2014/main" id="{69AA5D39-578B-3740-9FA3-CA82C3CA899F}"/>
              </a:ext>
            </a:extLst>
          </p:cNvPr>
          <p:cNvSpPr txBox="1"/>
          <p:nvPr/>
        </p:nvSpPr>
        <p:spPr>
          <a:xfrm>
            <a:off x="3869128" y="2028779"/>
            <a:ext cx="1405086" cy="276999"/>
          </a:xfrm>
          <a:prstGeom prst="rect">
            <a:avLst/>
          </a:prstGeom>
          <a:noFill/>
          <a:ln>
            <a:noFill/>
          </a:ln>
        </p:spPr>
        <p:txBody>
          <a:bodyPr wrap="square" rtlCol="0">
            <a:spAutoFit/>
          </a:bodyPr>
          <a:lstStyle/>
          <a:p>
            <a:r>
              <a:rPr lang="en-US" sz="1200"/>
              <a:t>Parcel Focus, 5%</a:t>
            </a:r>
            <a:endParaRPr lang="en-IN" sz="1200"/>
          </a:p>
        </p:txBody>
      </p:sp>
      <p:sp>
        <p:nvSpPr>
          <p:cNvPr id="34" name="Rectangle 33">
            <a:extLst>
              <a:ext uri="{FF2B5EF4-FFF2-40B4-BE49-F238E27FC236}">
                <a16:creationId xmlns:a16="http://schemas.microsoft.com/office/drawing/2014/main" id="{B8DA00C1-D2E7-B94B-875F-2DD7CCF941C2}"/>
              </a:ext>
            </a:extLst>
          </p:cNvPr>
          <p:cNvSpPr/>
          <p:nvPr/>
        </p:nvSpPr>
        <p:spPr>
          <a:xfrm>
            <a:off x="3920264" y="979581"/>
            <a:ext cx="1632319" cy="646331"/>
          </a:xfrm>
          <a:prstGeom prst="rect">
            <a:avLst/>
          </a:prstGeom>
        </p:spPr>
        <p:txBody>
          <a:bodyPr wrap="square">
            <a:spAutoFit/>
          </a:bodyPr>
          <a:lstStyle/>
          <a:p>
            <a:r>
              <a:rPr lang="en-IN" sz="1200"/>
              <a:t>Long tail of mid-major players that cater to regional markets</a:t>
            </a:r>
            <a:endParaRPr lang="en-US" sz="1200"/>
          </a:p>
        </p:txBody>
      </p:sp>
      <p:sp>
        <p:nvSpPr>
          <p:cNvPr id="35" name="Rectangle 34">
            <a:extLst>
              <a:ext uri="{FF2B5EF4-FFF2-40B4-BE49-F238E27FC236}">
                <a16:creationId xmlns:a16="http://schemas.microsoft.com/office/drawing/2014/main" id="{A9218D0D-7898-F44C-B819-60695033AE91}"/>
              </a:ext>
            </a:extLst>
          </p:cNvPr>
          <p:cNvSpPr/>
          <p:nvPr/>
        </p:nvSpPr>
        <p:spPr>
          <a:xfrm>
            <a:off x="3875475" y="1773896"/>
            <a:ext cx="1632319" cy="276999"/>
          </a:xfrm>
          <a:prstGeom prst="rect">
            <a:avLst/>
          </a:prstGeom>
        </p:spPr>
        <p:txBody>
          <a:bodyPr wrap="square">
            <a:spAutoFit/>
          </a:bodyPr>
          <a:lstStyle/>
          <a:p>
            <a:r>
              <a:rPr lang="en-IN" sz="1200"/>
              <a:t>Big &amp; bulky focus</a:t>
            </a:r>
            <a:endParaRPr lang="en-US" sz="1200"/>
          </a:p>
        </p:txBody>
      </p:sp>
      <p:grpSp>
        <p:nvGrpSpPr>
          <p:cNvPr id="37" name="Group 36">
            <a:extLst>
              <a:ext uri="{FF2B5EF4-FFF2-40B4-BE49-F238E27FC236}">
                <a16:creationId xmlns:a16="http://schemas.microsoft.com/office/drawing/2014/main" id="{48E455BC-C402-9247-8260-0324CF2C4B4D}"/>
              </a:ext>
            </a:extLst>
          </p:cNvPr>
          <p:cNvGrpSpPr/>
          <p:nvPr/>
        </p:nvGrpSpPr>
        <p:grpSpPr>
          <a:xfrm>
            <a:off x="3745883" y="1188309"/>
            <a:ext cx="126337" cy="134219"/>
            <a:chOff x="7812684" y="2660359"/>
            <a:chExt cx="306171" cy="306910"/>
          </a:xfrm>
        </p:grpSpPr>
        <p:sp>
          <p:nvSpPr>
            <p:cNvPr id="38" name="Freeform 94">
              <a:extLst>
                <a:ext uri="{FF2B5EF4-FFF2-40B4-BE49-F238E27FC236}">
                  <a16:creationId xmlns:a16="http://schemas.microsoft.com/office/drawing/2014/main" id="{11FED670-214A-3742-A389-0977A7AB3978}"/>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39" name="Freeform 95">
              <a:extLst>
                <a:ext uri="{FF2B5EF4-FFF2-40B4-BE49-F238E27FC236}">
                  <a16:creationId xmlns:a16="http://schemas.microsoft.com/office/drawing/2014/main" id="{A064CC2C-8DDF-8E48-9A4E-1291EC35DD27}"/>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grpSp>
        <p:nvGrpSpPr>
          <p:cNvPr id="40" name="Group 39">
            <a:extLst>
              <a:ext uri="{FF2B5EF4-FFF2-40B4-BE49-F238E27FC236}">
                <a16:creationId xmlns:a16="http://schemas.microsoft.com/office/drawing/2014/main" id="{F83B35E2-CC5D-C24F-AFAC-58D50D91DBAD}"/>
              </a:ext>
            </a:extLst>
          </p:cNvPr>
          <p:cNvGrpSpPr/>
          <p:nvPr/>
        </p:nvGrpSpPr>
        <p:grpSpPr>
          <a:xfrm>
            <a:off x="3742791" y="1956252"/>
            <a:ext cx="126337" cy="134219"/>
            <a:chOff x="7812684" y="2660359"/>
            <a:chExt cx="306171" cy="306910"/>
          </a:xfrm>
        </p:grpSpPr>
        <p:sp>
          <p:nvSpPr>
            <p:cNvPr id="41" name="Freeform 94">
              <a:extLst>
                <a:ext uri="{FF2B5EF4-FFF2-40B4-BE49-F238E27FC236}">
                  <a16:creationId xmlns:a16="http://schemas.microsoft.com/office/drawing/2014/main" id="{BD8C0A23-A86D-E647-9450-950454EA7F06}"/>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42" name="Freeform 95">
              <a:extLst>
                <a:ext uri="{FF2B5EF4-FFF2-40B4-BE49-F238E27FC236}">
                  <a16:creationId xmlns:a16="http://schemas.microsoft.com/office/drawing/2014/main" id="{C9B86F67-EE7D-6040-B576-8D8A0362834F}"/>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grpSp>
        <p:nvGrpSpPr>
          <p:cNvPr id="43" name="Group 42">
            <a:extLst>
              <a:ext uri="{FF2B5EF4-FFF2-40B4-BE49-F238E27FC236}">
                <a16:creationId xmlns:a16="http://schemas.microsoft.com/office/drawing/2014/main" id="{4B443374-B564-8A4E-9B23-F53FCEFA2DEE}"/>
              </a:ext>
            </a:extLst>
          </p:cNvPr>
          <p:cNvGrpSpPr/>
          <p:nvPr/>
        </p:nvGrpSpPr>
        <p:grpSpPr>
          <a:xfrm>
            <a:off x="3747985" y="2137931"/>
            <a:ext cx="126337" cy="134219"/>
            <a:chOff x="7812684" y="2660359"/>
            <a:chExt cx="306171" cy="306910"/>
          </a:xfrm>
        </p:grpSpPr>
        <p:sp>
          <p:nvSpPr>
            <p:cNvPr id="44" name="Freeform 94">
              <a:extLst>
                <a:ext uri="{FF2B5EF4-FFF2-40B4-BE49-F238E27FC236}">
                  <a16:creationId xmlns:a16="http://schemas.microsoft.com/office/drawing/2014/main" id="{767435D5-6D82-9B4B-8093-BCE9DA1602F4}"/>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45" name="Freeform 95">
              <a:extLst>
                <a:ext uri="{FF2B5EF4-FFF2-40B4-BE49-F238E27FC236}">
                  <a16:creationId xmlns:a16="http://schemas.microsoft.com/office/drawing/2014/main" id="{4E0975C0-C7FD-BE44-A6E0-FDF4CC6E3D73}"/>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sp>
        <p:nvSpPr>
          <p:cNvPr id="46" name="Rectangle 45">
            <a:extLst>
              <a:ext uri="{FF2B5EF4-FFF2-40B4-BE49-F238E27FC236}">
                <a16:creationId xmlns:a16="http://schemas.microsoft.com/office/drawing/2014/main" id="{0F71C39C-889C-E34F-A3E1-690B5934668A}"/>
              </a:ext>
            </a:extLst>
          </p:cNvPr>
          <p:cNvSpPr/>
          <p:nvPr/>
        </p:nvSpPr>
        <p:spPr>
          <a:xfrm>
            <a:off x="82525" y="2513376"/>
            <a:ext cx="8834972" cy="1419723"/>
          </a:xfrm>
          <a:prstGeom prst="rect">
            <a:avLst/>
          </a:prstGeom>
          <a:noFill/>
          <a:ln w="1905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p>
        </p:txBody>
      </p:sp>
      <p:sp>
        <p:nvSpPr>
          <p:cNvPr id="47" name="TextBox 46">
            <a:extLst>
              <a:ext uri="{FF2B5EF4-FFF2-40B4-BE49-F238E27FC236}">
                <a16:creationId xmlns:a16="http://schemas.microsoft.com/office/drawing/2014/main" id="{A3B1172E-360B-A44F-A942-E51408878A62}"/>
              </a:ext>
            </a:extLst>
          </p:cNvPr>
          <p:cNvSpPr txBox="1"/>
          <p:nvPr/>
        </p:nvSpPr>
        <p:spPr>
          <a:xfrm>
            <a:off x="906661" y="2446161"/>
            <a:ext cx="7186700" cy="259016"/>
          </a:xfrm>
          <a:prstGeom prst="rect">
            <a:avLst/>
          </a:prstGeom>
          <a:solidFill>
            <a:schemeClr val="bg1"/>
          </a:solidFill>
          <a:ln>
            <a:noFill/>
          </a:ln>
        </p:spPr>
        <p:txBody>
          <a:bodyPr wrap="none" lIns="0" tIns="0" rIns="0" bIns="0" rtlCol="0">
            <a:noAutofit/>
          </a:bodyPr>
          <a:lstStyle/>
          <a:p>
            <a:pPr algn="ctr" defTabSz="190492">
              <a:spcAft>
                <a:spcPts val="1000"/>
              </a:spcAft>
            </a:pPr>
            <a:r>
              <a:rPr lang="en-US" sz="1200" b="1">
                <a:solidFill>
                  <a:srgbClr val="002060"/>
                </a:solidFill>
                <a:latin typeface="Calibri" panose="020F0502020204030204" pitchFamily="34" charset="0"/>
                <a:cs typeface="Calibri" panose="020F0502020204030204" pitchFamily="34" charset="0"/>
              </a:rPr>
              <a:t>Significant shift in consumer preferences has also been observed in the industry leading to market gaps</a:t>
            </a:r>
            <a:r>
              <a:rPr lang="en-US" sz="1200" b="1" baseline="30000">
                <a:solidFill>
                  <a:srgbClr val="002060"/>
                </a:solidFill>
                <a:latin typeface="Calibri" panose="020F0502020204030204" pitchFamily="34" charset="0"/>
                <a:cs typeface="Calibri" panose="020F0502020204030204" pitchFamily="34" charset="0"/>
              </a:rPr>
              <a:t>5</a:t>
            </a:r>
            <a:r>
              <a:rPr lang="en-US" sz="1200" b="1">
                <a:solidFill>
                  <a:srgbClr val="002060"/>
                </a:solidFill>
                <a:latin typeface="Calibri" panose="020F0502020204030204" pitchFamily="34" charset="0"/>
                <a:cs typeface="Calibri" panose="020F0502020204030204" pitchFamily="34" charset="0"/>
              </a:rPr>
              <a:t> </a:t>
            </a:r>
          </a:p>
        </p:txBody>
      </p:sp>
      <p:sp>
        <p:nvSpPr>
          <p:cNvPr id="48" name="TextBox 47">
            <a:extLst>
              <a:ext uri="{FF2B5EF4-FFF2-40B4-BE49-F238E27FC236}">
                <a16:creationId xmlns:a16="http://schemas.microsoft.com/office/drawing/2014/main" id="{60EC83EA-EC10-BB42-A875-D7BE1516DD06}"/>
              </a:ext>
            </a:extLst>
          </p:cNvPr>
          <p:cNvSpPr txBox="1"/>
          <p:nvPr/>
        </p:nvSpPr>
        <p:spPr>
          <a:xfrm>
            <a:off x="630859" y="2688299"/>
            <a:ext cx="1287518" cy="584775"/>
          </a:xfrm>
          <a:prstGeom prst="rect">
            <a:avLst/>
          </a:prstGeom>
          <a:noFill/>
        </p:spPr>
        <p:txBody>
          <a:bodyPr wrap="square" rtlCol="0">
            <a:spAutoFit/>
          </a:bodyPr>
          <a:lstStyle/>
          <a:p>
            <a:r>
              <a:rPr lang="en-US" sz="3200">
                <a:solidFill>
                  <a:srgbClr val="55247C"/>
                </a:solidFill>
              </a:rPr>
              <a:t>43%</a:t>
            </a:r>
          </a:p>
        </p:txBody>
      </p:sp>
      <p:sp>
        <p:nvSpPr>
          <p:cNvPr id="49" name="TextBox 48">
            <a:extLst>
              <a:ext uri="{FF2B5EF4-FFF2-40B4-BE49-F238E27FC236}">
                <a16:creationId xmlns:a16="http://schemas.microsoft.com/office/drawing/2014/main" id="{571F49C1-3BD0-8B48-A1EF-4CF82848A384}"/>
              </a:ext>
            </a:extLst>
          </p:cNvPr>
          <p:cNvSpPr txBox="1"/>
          <p:nvPr/>
        </p:nvSpPr>
        <p:spPr>
          <a:xfrm>
            <a:off x="2276423" y="3186461"/>
            <a:ext cx="2157706" cy="646331"/>
          </a:xfrm>
          <a:prstGeom prst="rect">
            <a:avLst/>
          </a:prstGeom>
          <a:noFill/>
          <a:ln>
            <a:noFill/>
          </a:ln>
        </p:spPr>
        <p:txBody>
          <a:bodyPr wrap="square" rtlCol="0">
            <a:spAutoFit/>
          </a:bodyPr>
          <a:lstStyle/>
          <a:p>
            <a:r>
              <a:rPr lang="en-US" sz="1200"/>
              <a:t>customers were okay with waiting reasonably longer for green packaging</a:t>
            </a:r>
          </a:p>
        </p:txBody>
      </p:sp>
      <p:sp>
        <p:nvSpPr>
          <p:cNvPr id="50" name="TextBox 49">
            <a:extLst>
              <a:ext uri="{FF2B5EF4-FFF2-40B4-BE49-F238E27FC236}">
                <a16:creationId xmlns:a16="http://schemas.microsoft.com/office/drawing/2014/main" id="{EE458D68-4E74-9A41-9C40-1011D5C804C7}"/>
              </a:ext>
            </a:extLst>
          </p:cNvPr>
          <p:cNvSpPr txBox="1"/>
          <p:nvPr/>
        </p:nvSpPr>
        <p:spPr>
          <a:xfrm>
            <a:off x="2747898" y="2688299"/>
            <a:ext cx="1287518" cy="584775"/>
          </a:xfrm>
          <a:prstGeom prst="rect">
            <a:avLst/>
          </a:prstGeom>
          <a:noFill/>
        </p:spPr>
        <p:txBody>
          <a:bodyPr wrap="square" rtlCol="0">
            <a:spAutoFit/>
          </a:bodyPr>
          <a:lstStyle/>
          <a:p>
            <a:r>
              <a:rPr lang="en-US" sz="3200">
                <a:solidFill>
                  <a:srgbClr val="55247C"/>
                </a:solidFill>
              </a:rPr>
              <a:t>62%</a:t>
            </a:r>
          </a:p>
        </p:txBody>
      </p:sp>
      <p:sp>
        <p:nvSpPr>
          <p:cNvPr id="51" name="TextBox 50">
            <a:extLst>
              <a:ext uri="{FF2B5EF4-FFF2-40B4-BE49-F238E27FC236}">
                <a16:creationId xmlns:a16="http://schemas.microsoft.com/office/drawing/2014/main" id="{51D6C2F2-5593-0244-ACF1-72CEB1AD170C}"/>
              </a:ext>
            </a:extLst>
          </p:cNvPr>
          <p:cNvSpPr txBox="1"/>
          <p:nvPr/>
        </p:nvSpPr>
        <p:spPr>
          <a:xfrm>
            <a:off x="4397965" y="3157124"/>
            <a:ext cx="2367037" cy="646331"/>
          </a:xfrm>
          <a:prstGeom prst="rect">
            <a:avLst/>
          </a:prstGeom>
          <a:noFill/>
          <a:ln>
            <a:noFill/>
          </a:ln>
        </p:spPr>
        <p:txBody>
          <a:bodyPr wrap="square" rtlCol="0">
            <a:spAutoFit/>
          </a:bodyPr>
          <a:lstStyle/>
          <a:p>
            <a:r>
              <a:rPr lang="en-US" sz="1200"/>
              <a:t>consumers rated a social media enabled differentiated customer service offering the highest </a:t>
            </a:r>
          </a:p>
        </p:txBody>
      </p:sp>
      <p:sp>
        <p:nvSpPr>
          <p:cNvPr id="52" name="TextBox 51">
            <a:extLst>
              <a:ext uri="{FF2B5EF4-FFF2-40B4-BE49-F238E27FC236}">
                <a16:creationId xmlns:a16="http://schemas.microsoft.com/office/drawing/2014/main" id="{0B58B28A-A89F-904C-B8CC-C9566BD2549C}"/>
              </a:ext>
            </a:extLst>
          </p:cNvPr>
          <p:cNvSpPr txBox="1"/>
          <p:nvPr/>
        </p:nvSpPr>
        <p:spPr>
          <a:xfrm>
            <a:off x="4882717" y="2688299"/>
            <a:ext cx="1287518" cy="584775"/>
          </a:xfrm>
          <a:prstGeom prst="rect">
            <a:avLst/>
          </a:prstGeom>
          <a:noFill/>
        </p:spPr>
        <p:txBody>
          <a:bodyPr wrap="square" rtlCol="0">
            <a:spAutoFit/>
          </a:bodyPr>
          <a:lstStyle/>
          <a:p>
            <a:r>
              <a:rPr lang="en-US" sz="3200">
                <a:solidFill>
                  <a:srgbClr val="55247C"/>
                </a:solidFill>
              </a:rPr>
              <a:t>37%</a:t>
            </a:r>
          </a:p>
        </p:txBody>
      </p:sp>
      <p:sp>
        <p:nvSpPr>
          <p:cNvPr id="55" name="Rectangle 54">
            <a:extLst>
              <a:ext uri="{FF2B5EF4-FFF2-40B4-BE49-F238E27FC236}">
                <a16:creationId xmlns:a16="http://schemas.microsoft.com/office/drawing/2014/main" id="{DDE5F363-D5B7-5448-A595-AAFD76D27AFC}"/>
              </a:ext>
            </a:extLst>
          </p:cNvPr>
          <p:cNvSpPr/>
          <p:nvPr/>
        </p:nvSpPr>
        <p:spPr>
          <a:xfrm>
            <a:off x="78617" y="4068786"/>
            <a:ext cx="4320232" cy="1842628"/>
          </a:xfrm>
          <a:prstGeom prst="rect">
            <a:avLst/>
          </a:prstGeom>
          <a:noFill/>
          <a:ln w="1905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p>
        </p:txBody>
      </p:sp>
      <p:sp>
        <p:nvSpPr>
          <p:cNvPr id="56" name="TextBox 55">
            <a:extLst>
              <a:ext uri="{FF2B5EF4-FFF2-40B4-BE49-F238E27FC236}">
                <a16:creationId xmlns:a16="http://schemas.microsoft.com/office/drawing/2014/main" id="{BE43EAE5-862C-A349-B8CF-28055BD23565}"/>
              </a:ext>
            </a:extLst>
          </p:cNvPr>
          <p:cNvSpPr txBox="1"/>
          <p:nvPr/>
        </p:nvSpPr>
        <p:spPr>
          <a:xfrm>
            <a:off x="345101" y="4039217"/>
            <a:ext cx="3741081" cy="408822"/>
          </a:xfrm>
          <a:prstGeom prst="rect">
            <a:avLst/>
          </a:prstGeom>
          <a:solidFill>
            <a:schemeClr val="bg1"/>
          </a:solidFill>
          <a:ln>
            <a:noFill/>
          </a:ln>
        </p:spPr>
        <p:txBody>
          <a:bodyPr wrap="none" lIns="0" tIns="0" rIns="0" bIns="0" rtlCol="0">
            <a:noAutofit/>
          </a:bodyPr>
          <a:lstStyle/>
          <a:p>
            <a:pPr algn="ctr" defTabSz="190492">
              <a:spcAft>
                <a:spcPts val="1000"/>
              </a:spcAft>
            </a:pPr>
            <a:r>
              <a:rPr lang="en-US" sz="1200" b="1">
                <a:solidFill>
                  <a:srgbClr val="002060"/>
                </a:solidFill>
                <a:latin typeface="Calibri" panose="020F0502020204030204" pitchFamily="34" charset="0"/>
                <a:cs typeface="Calibri" panose="020F0502020204030204" pitchFamily="34" charset="0"/>
              </a:rPr>
              <a:t>Various delivery models have evolved….</a:t>
            </a:r>
          </a:p>
        </p:txBody>
      </p:sp>
      <p:sp>
        <p:nvSpPr>
          <p:cNvPr id="57" name="Rectangle 56">
            <a:extLst>
              <a:ext uri="{FF2B5EF4-FFF2-40B4-BE49-F238E27FC236}">
                <a16:creationId xmlns:a16="http://schemas.microsoft.com/office/drawing/2014/main" id="{1D125EED-FA79-E645-AB5F-3110A20E2F70}"/>
              </a:ext>
            </a:extLst>
          </p:cNvPr>
          <p:cNvSpPr/>
          <p:nvPr/>
        </p:nvSpPr>
        <p:spPr>
          <a:xfrm>
            <a:off x="4533871" y="4068131"/>
            <a:ext cx="4383626" cy="1842628"/>
          </a:xfrm>
          <a:prstGeom prst="rect">
            <a:avLst/>
          </a:prstGeom>
          <a:noFill/>
          <a:ln w="1905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p>
        </p:txBody>
      </p:sp>
      <p:sp>
        <p:nvSpPr>
          <p:cNvPr id="58" name="TextBox 57">
            <a:extLst>
              <a:ext uri="{FF2B5EF4-FFF2-40B4-BE49-F238E27FC236}">
                <a16:creationId xmlns:a16="http://schemas.microsoft.com/office/drawing/2014/main" id="{73220EA7-72C1-8342-B95A-3C7F00B0FC78}"/>
              </a:ext>
            </a:extLst>
          </p:cNvPr>
          <p:cNvSpPr txBox="1"/>
          <p:nvPr/>
        </p:nvSpPr>
        <p:spPr>
          <a:xfrm>
            <a:off x="4800355" y="4038562"/>
            <a:ext cx="3741081" cy="408822"/>
          </a:xfrm>
          <a:prstGeom prst="rect">
            <a:avLst/>
          </a:prstGeom>
          <a:solidFill>
            <a:schemeClr val="bg1"/>
          </a:solidFill>
          <a:ln>
            <a:noFill/>
          </a:ln>
        </p:spPr>
        <p:txBody>
          <a:bodyPr wrap="none" lIns="0" tIns="0" rIns="0" bIns="0" rtlCol="0">
            <a:noAutofit/>
          </a:bodyPr>
          <a:lstStyle/>
          <a:p>
            <a:pPr algn="ctr" defTabSz="190492">
              <a:spcAft>
                <a:spcPts val="1000"/>
              </a:spcAft>
            </a:pPr>
            <a:r>
              <a:rPr lang="en-US" sz="1200" b="1">
                <a:solidFill>
                  <a:srgbClr val="002060"/>
                </a:solidFill>
                <a:latin typeface="Calibri" panose="020F0502020204030204" pitchFamily="34" charset="0"/>
                <a:cs typeface="Calibri" panose="020F0502020204030204" pitchFamily="34" charset="0"/>
              </a:rPr>
              <a:t>…but core challenges are yet to be addressed</a:t>
            </a:r>
          </a:p>
        </p:txBody>
      </p:sp>
      <p:grpSp>
        <p:nvGrpSpPr>
          <p:cNvPr id="60" name="Group 59">
            <a:extLst>
              <a:ext uri="{FF2B5EF4-FFF2-40B4-BE49-F238E27FC236}">
                <a16:creationId xmlns:a16="http://schemas.microsoft.com/office/drawing/2014/main" id="{6D1C6307-258B-0542-B507-71CEF54FCA53}"/>
              </a:ext>
            </a:extLst>
          </p:cNvPr>
          <p:cNvGrpSpPr/>
          <p:nvPr/>
        </p:nvGrpSpPr>
        <p:grpSpPr>
          <a:xfrm>
            <a:off x="7997706" y="1901817"/>
            <a:ext cx="126337" cy="134219"/>
            <a:chOff x="7812684" y="2660359"/>
            <a:chExt cx="306171" cy="306910"/>
          </a:xfrm>
        </p:grpSpPr>
        <p:sp>
          <p:nvSpPr>
            <p:cNvPr id="61" name="Freeform 94">
              <a:extLst>
                <a:ext uri="{FF2B5EF4-FFF2-40B4-BE49-F238E27FC236}">
                  <a16:creationId xmlns:a16="http://schemas.microsoft.com/office/drawing/2014/main" id="{885464A4-8074-FD46-B922-0B72288733A0}"/>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62" name="Freeform 95">
              <a:extLst>
                <a:ext uri="{FF2B5EF4-FFF2-40B4-BE49-F238E27FC236}">
                  <a16:creationId xmlns:a16="http://schemas.microsoft.com/office/drawing/2014/main" id="{2591B666-53BC-0E4C-AE30-25DFF42D6875}"/>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sp>
        <p:nvSpPr>
          <p:cNvPr id="63" name="Rectangle 62">
            <a:extLst>
              <a:ext uri="{FF2B5EF4-FFF2-40B4-BE49-F238E27FC236}">
                <a16:creationId xmlns:a16="http://schemas.microsoft.com/office/drawing/2014/main" id="{BA0B2EA9-FB3C-674A-BCCB-AA0BCF7ECEA3}"/>
              </a:ext>
            </a:extLst>
          </p:cNvPr>
          <p:cNvSpPr/>
          <p:nvPr/>
        </p:nvSpPr>
        <p:spPr>
          <a:xfrm>
            <a:off x="5645243" y="893873"/>
            <a:ext cx="875647" cy="646331"/>
          </a:xfrm>
          <a:prstGeom prst="rect">
            <a:avLst/>
          </a:prstGeom>
        </p:spPr>
        <p:txBody>
          <a:bodyPr wrap="square">
            <a:spAutoFit/>
          </a:bodyPr>
          <a:lstStyle/>
          <a:p>
            <a:r>
              <a:rPr lang="en-IN" sz="900"/>
              <a:t>Area (km</a:t>
            </a:r>
            <a:r>
              <a:rPr lang="en-IN" sz="900" baseline="30000"/>
              <a:t>2</a:t>
            </a:r>
            <a:r>
              <a:rPr lang="en-IN" sz="900"/>
              <a:t>)</a:t>
            </a:r>
          </a:p>
          <a:p>
            <a:r>
              <a:rPr lang="en-IN" sz="900"/>
              <a:t>vs 2020F Consumption ($B)</a:t>
            </a:r>
            <a:endParaRPr lang="en-US" sz="900"/>
          </a:p>
        </p:txBody>
      </p:sp>
      <p:grpSp>
        <p:nvGrpSpPr>
          <p:cNvPr id="64" name="Group 63">
            <a:extLst>
              <a:ext uri="{FF2B5EF4-FFF2-40B4-BE49-F238E27FC236}">
                <a16:creationId xmlns:a16="http://schemas.microsoft.com/office/drawing/2014/main" id="{3F30CB88-F75E-C541-A734-BD46D7442E78}"/>
              </a:ext>
            </a:extLst>
          </p:cNvPr>
          <p:cNvGrpSpPr/>
          <p:nvPr/>
        </p:nvGrpSpPr>
        <p:grpSpPr>
          <a:xfrm>
            <a:off x="8007391" y="1473094"/>
            <a:ext cx="126337" cy="134219"/>
            <a:chOff x="7812684" y="2660359"/>
            <a:chExt cx="306171" cy="306910"/>
          </a:xfrm>
        </p:grpSpPr>
        <p:sp>
          <p:nvSpPr>
            <p:cNvPr id="65" name="Freeform 94">
              <a:extLst>
                <a:ext uri="{FF2B5EF4-FFF2-40B4-BE49-F238E27FC236}">
                  <a16:creationId xmlns:a16="http://schemas.microsoft.com/office/drawing/2014/main" id="{A476012F-172B-A34B-B23D-D92EE8288B77}"/>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66" name="Freeform 95">
              <a:extLst>
                <a:ext uri="{FF2B5EF4-FFF2-40B4-BE49-F238E27FC236}">
                  <a16:creationId xmlns:a16="http://schemas.microsoft.com/office/drawing/2014/main" id="{86EFE5DD-3611-7B4B-9105-227A2B1854A0}"/>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grpSp>
        <p:nvGrpSpPr>
          <p:cNvPr id="70" name="Group 69">
            <a:extLst>
              <a:ext uri="{FF2B5EF4-FFF2-40B4-BE49-F238E27FC236}">
                <a16:creationId xmlns:a16="http://schemas.microsoft.com/office/drawing/2014/main" id="{18498885-EE82-3345-BB90-494C60518596}"/>
              </a:ext>
            </a:extLst>
          </p:cNvPr>
          <p:cNvGrpSpPr/>
          <p:nvPr/>
        </p:nvGrpSpPr>
        <p:grpSpPr>
          <a:xfrm>
            <a:off x="7992266" y="1008435"/>
            <a:ext cx="126337" cy="134219"/>
            <a:chOff x="7812684" y="2660359"/>
            <a:chExt cx="306171" cy="306910"/>
          </a:xfrm>
        </p:grpSpPr>
        <p:sp>
          <p:nvSpPr>
            <p:cNvPr id="71" name="Freeform 94">
              <a:extLst>
                <a:ext uri="{FF2B5EF4-FFF2-40B4-BE49-F238E27FC236}">
                  <a16:creationId xmlns:a16="http://schemas.microsoft.com/office/drawing/2014/main" id="{424DCC91-32F8-314B-8121-CD39FC6A6164}"/>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72" name="Freeform 95">
              <a:extLst>
                <a:ext uri="{FF2B5EF4-FFF2-40B4-BE49-F238E27FC236}">
                  <a16:creationId xmlns:a16="http://schemas.microsoft.com/office/drawing/2014/main" id="{895AB021-567B-1A45-ACDA-DBDCE6DB7D04}"/>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sp>
        <p:nvSpPr>
          <p:cNvPr id="73" name="Rectangle 72">
            <a:extLst>
              <a:ext uri="{FF2B5EF4-FFF2-40B4-BE49-F238E27FC236}">
                <a16:creationId xmlns:a16="http://schemas.microsoft.com/office/drawing/2014/main" id="{5575AADF-1A55-A74A-B5A8-303F0752EB12}"/>
              </a:ext>
            </a:extLst>
          </p:cNvPr>
          <p:cNvSpPr/>
          <p:nvPr/>
        </p:nvSpPr>
        <p:spPr>
          <a:xfrm>
            <a:off x="8288003" y="940148"/>
            <a:ext cx="1632319" cy="276999"/>
          </a:xfrm>
          <a:prstGeom prst="rect">
            <a:avLst/>
          </a:prstGeom>
        </p:spPr>
        <p:txBody>
          <a:bodyPr wrap="square">
            <a:spAutoFit/>
          </a:bodyPr>
          <a:lstStyle/>
          <a:p>
            <a:r>
              <a:rPr lang="en-IN" sz="1200"/>
              <a:t>Rural</a:t>
            </a:r>
            <a:endParaRPr lang="en-US" sz="1200"/>
          </a:p>
        </p:txBody>
      </p:sp>
      <p:sp>
        <p:nvSpPr>
          <p:cNvPr id="74" name="Rectangle 73">
            <a:extLst>
              <a:ext uri="{FF2B5EF4-FFF2-40B4-BE49-F238E27FC236}">
                <a16:creationId xmlns:a16="http://schemas.microsoft.com/office/drawing/2014/main" id="{2F5B6B49-BC75-D243-AA2C-0C472090A1DB}"/>
              </a:ext>
            </a:extLst>
          </p:cNvPr>
          <p:cNvSpPr/>
          <p:nvPr/>
        </p:nvSpPr>
        <p:spPr>
          <a:xfrm>
            <a:off x="8267969" y="1389828"/>
            <a:ext cx="1632319" cy="276999"/>
          </a:xfrm>
          <a:prstGeom prst="rect">
            <a:avLst/>
          </a:prstGeom>
        </p:spPr>
        <p:txBody>
          <a:bodyPr wrap="square">
            <a:spAutoFit/>
          </a:bodyPr>
          <a:lstStyle/>
          <a:p>
            <a:r>
              <a:rPr lang="en-IN" sz="1200"/>
              <a:t>Tier 2+</a:t>
            </a:r>
            <a:endParaRPr lang="en-US" sz="1200"/>
          </a:p>
        </p:txBody>
      </p:sp>
      <p:sp>
        <p:nvSpPr>
          <p:cNvPr id="75" name="Rectangle 74">
            <a:extLst>
              <a:ext uri="{FF2B5EF4-FFF2-40B4-BE49-F238E27FC236}">
                <a16:creationId xmlns:a16="http://schemas.microsoft.com/office/drawing/2014/main" id="{10E9734B-62E2-AF46-96F8-170EA706B997}"/>
              </a:ext>
            </a:extLst>
          </p:cNvPr>
          <p:cNvSpPr/>
          <p:nvPr/>
        </p:nvSpPr>
        <p:spPr>
          <a:xfrm>
            <a:off x="8256094" y="1757507"/>
            <a:ext cx="643489" cy="461665"/>
          </a:xfrm>
          <a:prstGeom prst="rect">
            <a:avLst/>
          </a:prstGeom>
        </p:spPr>
        <p:txBody>
          <a:bodyPr wrap="square">
            <a:spAutoFit/>
          </a:bodyPr>
          <a:lstStyle/>
          <a:p>
            <a:r>
              <a:rPr lang="en-IN" sz="1200"/>
              <a:t>Top 50</a:t>
            </a:r>
          </a:p>
          <a:p>
            <a:r>
              <a:rPr lang="en-IN" sz="1200"/>
              <a:t>cities</a:t>
            </a:r>
            <a:endParaRPr lang="en-US" sz="1200"/>
          </a:p>
        </p:txBody>
      </p:sp>
      <p:grpSp>
        <p:nvGrpSpPr>
          <p:cNvPr id="76" name="Group 75">
            <a:extLst>
              <a:ext uri="{FF2B5EF4-FFF2-40B4-BE49-F238E27FC236}">
                <a16:creationId xmlns:a16="http://schemas.microsoft.com/office/drawing/2014/main" id="{DEB76CF3-BD22-3A42-A475-0CA0D8FA3F15}"/>
              </a:ext>
            </a:extLst>
          </p:cNvPr>
          <p:cNvGrpSpPr/>
          <p:nvPr/>
        </p:nvGrpSpPr>
        <p:grpSpPr>
          <a:xfrm>
            <a:off x="6686433" y="3130762"/>
            <a:ext cx="126337" cy="134219"/>
            <a:chOff x="7812684" y="2660359"/>
            <a:chExt cx="306171" cy="306910"/>
          </a:xfrm>
        </p:grpSpPr>
        <p:sp>
          <p:nvSpPr>
            <p:cNvPr id="77" name="Freeform 94">
              <a:extLst>
                <a:ext uri="{FF2B5EF4-FFF2-40B4-BE49-F238E27FC236}">
                  <a16:creationId xmlns:a16="http://schemas.microsoft.com/office/drawing/2014/main" id="{70881018-4AE6-B641-A09E-660C55DA8A2E}"/>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78" name="Freeform 95">
              <a:extLst>
                <a:ext uri="{FF2B5EF4-FFF2-40B4-BE49-F238E27FC236}">
                  <a16:creationId xmlns:a16="http://schemas.microsoft.com/office/drawing/2014/main" id="{3D28C344-2999-C94F-8FCB-665B0917CD54}"/>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sp>
        <p:nvSpPr>
          <p:cNvPr id="79" name="Rounded Rectangle 78">
            <a:extLst>
              <a:ext uri="{FF2B5EF4-FFF2-40B4-BE49-F238E27FC236}">
                <a16:creationId xmlns:a16="http://schemas.microsoft.com/office/drawing/2014/main" id="{C029D0BC-25F6-5249-8F98-08E42B7CFE69}"/>
              </a:ext>
            </a:extLst>
          </p:cNvPr>
          <p:cNvSpPr/>
          <p:nvPr/>
        </p:nvSpPr>
        <p:spPr>
          <a:xfrm>
            <a:off x="7017536" y="2669266"/>
            <a:ext cx="1776778" cy="212384"/>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Sustainability</a:t>
            </a:r>
          </a:p>
        </p:txBody>
      </p:sp>
      <p:sp>
        <p:nvSpPr>
          <p:cNvPr id="80" name="Rounded Rectangle 79">
            <a:extLst>
              <a:ext uri="{FF2B5EF4-FFF2-40B4-BE49-F238E27FC236}">
                <a16:creationId xmlns:a16="http://schemas.microsoft.com/office/drawing/2014/main" id="{10EE02E1-3E18-B140-AEEC-8AA49C8320B7}"/>
              </a:ext>
            </a:extLst>
          </p:cNvPr>
          <p:cNvSpPr/>
          <p:nvPr/>
        </p:nvSpPr>
        <p:spPr>
          <a:xfrm>
            <a:off x="7025515" y="2915717"/>
            <a:ext cx="1776778" cy="212384"/>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Tech-driven</a:t>
            </a:r>
          </a:p>
        </p:txBody>
      </p:sp>
      <p:sp>
        <p:nvSpPr>
          <p:cNvPr id="81" name="Rounded Rectangle 80">
            <a:extLst>
              <a:ext uri="{FF2B5EF4-FFF2-40B4-BE49-F238E27FC236}">
                <a16:creationId xmlns:a16="http://schemas.microsoft.com/office/drawing/2014/main" id="{09500D75-C442-D943-BDF0-492DCA43DC9F}"/>
              </a:ext>
            </a:extLst>
          </p:cNvPr>
          <p:cNvSpPr/>
          <p:nvPr/>
        </p:nvSpPr>
        <p:spPr>
          <a:xfrm>
            <a:off x="7025515" y="3163663"/>
            <a:ext cx="1776778" cy="212384"/>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Flexible</a:t>
            </a:r>
          </a:p>
        </p:txBody>
      </p:sp>
      <p:sp>
        <p:nvSpPr>
          <p:cNvPr id="82" name="Rectangle 81">
            <a:extLst>
              <a:ext uri="{FF2B5EF4-FFF2-40B4-BE49-F238E27FC236}">
                <a16:creationId xmlns:a16="http://schemas.microsoft.com/office/drawing/2014/main" id="{C03E6BF2-2BDF-F948-AD95-AB8AEF4A4CA7}"/>
              </a:ext>
            </a:extLst>
          </p:cNvPr>
          <p:cNvSpPr/>
          <p:nvPr/>
        </p:nvSpPr>
        <p:spPr>
          <a:xfrm>
            <a:off x="7122169" y="3405616"/>
            <a:ext cx="1632319" cy="461665"/>
          </a:xfrm>
          <a:prstGeom prst="rect">
            <a:avLst/>
          </a:prstGeom>
        </p:spPr>
        <p:txBody>
          <a:bodyPr wrap="square">
            <a:spAutoFit/>
          </a:bodyPr>
          <a:lstStyle/>
          <a:p>
            <a:pPr algn="ctr"/>
            <a:r>
              <a:rPr lang="en-IN" sz="1200"/>
              <a:t>Significant scope to play, grow &amp; disrupt</a:t>
            </a:r>
            <a:endParaRPr lang="en-US" sz="1200"/>
          </a:p>
        </p:txBody>
      </p:sp>
      <p:pic>
        <p:nvPicPr>
          <p:cNvPr id="83" name="Picture 82">
            <a:extLst>
              <a:ext uri="{FF2B5EF4-FFF2-40B4-BE49-F238E27FC236}">
                <a16:creationId xmlns:a16="http://schemas.microsoft.com/office/drawing/2014/main" id="{7885FE61-38F9-A843-8CBA-F1EE773C843B}"/>
              </a:ext>
            </a:extLst>
          </p:cNvPr>
          <p:cNvPicPr>
            <a:picLocks noChangeAspect="1"/>
          </p:cNvPicPr>
          <p:nvPr/>
        </p:nvPicPr>
        <p:blipFill>
          <a:blip r:embed="rId8"/>
          <a:stretch>
            <a:fillRect/>
          </a:stretch>
        </p:blipFill>
        <p:spPr>
          <a:xfrm>
            <a:off x="130949" y="4206404"/>
            <a:ext cx="4162672" cy="1659554"/>
          </a:xfrm>
          <a:prstGeom prst="rect">
            <a:avLst/>
          </a:prstGeom>
        </p:spPr>
      </p:pic>
      <p:sp>
        <p:nvSpPr>
          <p:cNvPr id="84" name="Rounded Rectangle 83">
            <a:extLst>
              <a:ext uri="{FF2B5EF4-FFF2-40B4-BE49-F238E27FC236}">
                <a16:creationId xmlns:a16="http://schemas.microsoft.com/office/drawing/2014/main" id="{A0D6856E-566D-D940-BA69-04614884CF52}"/>
              </a:ext>
            </a:extLst>
          </p:cNvPr>
          <p:cNvSpPr/>
          <p:nvPr/>
        </p:nvSpPr>
        <p:spPr>
          <a:xfrm>
            <a:off x="4638087" y="4386838"/>
            <a:ext cx="1320413" cy="223009"/>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latin typeface="Calibri" panose="020F0502020204030204" pitchFamily="34" charset="0"/>
                <a:cs typeface="Calibri" panose="020F0502020204030204" pitchFamily="34" charset="0"/>
              </a:rPr>
              <a:t>Highest Cost</a:t>
            </a:r>
          </a:p>
        </p:txBody>
      </p:sp>
      <p:sp>
        <p:nvSpPr>
          <p:cNvPr id="85" name="Rounded Rectangle 84">
            <a:extLst>
              <a:ext uri="{FF2B5EF4-FFF2-40B4-BE49-F238E27FC236}">
                <a16:creationId xmlns:a16="http://schemas.microsoft.com/office/drawing/2014/main" id="{A0C588B2-9006-A24B-9220-087D93282843}"/>
              </a:ext>
            </a:extLst>
          </p:cNvPr>
          <p:cNvSpPr/>
          <p:nvPr/>
        </p:nvSpPr>
        <p:spPr>
          <a:xfrm>
            <a:off x="4638086" y="4663768"/>
            <a:ext cx="1320413" cy="223009"/>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a:latin typeface="Calibri" panose="020F0502020204030204" pitchFamily="34" charset="0"/>
                <a:cs typeface="Calibri" panose="020F0502020204030204" pitchFamily="34" charset="0"/>
              </a:rPr>
              <a:t>Unknown demand</a:t>
            </a:r>
          </a:p>
        </p:txBody>
      </p:sp>
      <p:sp>
        <p:nvSpPr>
          <p:cNvPr id="86" name="Rounded Rectangle 85">
            <a:extLst>
              <a:ext uri="{FF2B5EF4-FFF2-40B4-BE49-F238E27FC236}">
                <a16:creationId xmlns:a16="http://schemas.microsoft.com/office/drawing/2014/main" id="{DF6FA7DD-7AA8-644B-99D6-7610844843B7}"/>
              </a:ext>
            </a:extLst>
          </p:cNvPr>
          <p:cNvSpPr/>
          <p:nvPr/>
        </p:nvSpPr>
        <p:spPr>
          <a:xfrm>
            <a:off x="4638085" y="4955043"/>
            <a:ext cx="1320413" cy="223009"/>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latin typeface="Calibri" panose="020F0502020204030204" pitchFamily="34" charset="0"/>
                <a:cs typeface="Calibri" panose="020F0502020204030204" pitchFamily="34" charset="0"/>
              </a:rPr>
              <a:t>High expectations</a:t>
            </a:r>
          </a:p>
        </p:txBody>
      </p:sp>
      <p:sp>
        <p:nvSpPr>
          <p:cNvPr id="87" name="Rounded Rectangle 86">
            <a:extLst>
              <a:ext uri="{FF2B5EF4-FFF2-40B4-BE49-F238E27FC236}">
                <a16:creationId xmlns:a16="http://schemas.microsoft.com/office/drawing/2014/main" id="{49E30125-2978-5249-8406-DD8CB1EA9F40}"/>
              </a:ext>
            </a:extLst>
          </p:cNvPr>
          <p:cNvSpPr/>
          <p:nvPr/>
        </p:nvSpPr>
        <p:spPr>
          <a:xfrm>
            <a:off x="6046999" y="4955043"/>
            <a:ext cx="2691776" cy="223009"/>
          </a:xfrm>
          <a:prstGeom prst="roundRect">
            <a:avLst/>
          </a:prstGeom>
          <a:solidFill>
            <a:schemeClr val="bg1"/>
          </a:solidFill>
          <a:ln>
            <a:solidFill>
              <a:schemeClr val="accent1">
                <a:lumMod val="75000"/>
              </a:schemeClr>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High qual. service reliability &amp; redressal</a:t>
            </a:r>
          </a:p>
        </p:txBody>
      </p:sp>
      <p:sp>
        <p:nvSpPr>
          <p:cNvPr id="88" name="Rounded Rectangle 87">
            <a:extLst>
              <a:ext uri="{FF2B5EF4-FFF2-40B4-BE49-F238E27FC236}">
                <a16:creationId xmlns:a16="http://schemas.microsoft.com/office/drawing/2014/main" id="{AB2EC6D2-C1FC-A54A-A1F7-7ADE7FA074D7}"/>
              </a:ext>
            </a:extLst>
          </p:cNvPr>
          <p:cNvSpPr/>
          <p:nvPr/>
        </p:nvSpPr>
        <p:spPr>
          <a:xfrm>
            <a:off x="6042699" y="4673735"/>
            <a:ext cx="2691776" cy="223009"/>
          </a:xfrm>
          <a:prstGeom prst="roundRect">
            <a:avLst/>
          </a:prstGeom>
          <a:solidFill>
            <a:schemeClr val="bg1"/>
          </a:solidFill>
          <a:ln>
            <a:solidFill>
              <a:schemeClr val="accent1">
                <a:lumMod val="75000"/>
              </a:schemeClr>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LMD Forecasts have ~60% accuracy</a:t>
            </a:r>
          </a:p>
        </p:txBody>
      </p:sp>
      <p:sp>
        <p:nvSpPr>
          <p:cNvPr id="89" name="Rounded Rectangle 88">
            <a:extLst>
              <a:ext uri="{FF2B5EF4-FFF2-40B4-BE49-F238E27FC236}">
                <a16:creationId xmlns:a16="http://schemas.microsoft.com/office/drawing/2014/main" id="{A27E89C9-C246-D743-992B-B9EFA46786E6}"/>
              </a:ext>
            </a:extLst>
          </p:cNvPr>
          <p:cNvSpPr/>
          <p:nvPr/>
        </p:nvSpPr>
        <p:spPr>
          <a:xfrm>
            <a:off x="6051937" y="4386838"/>
            <a:ext cx="2691776" cy="223009"/>
          </a:xfrm>
          <a:prstGeom prst="roundRect">
            <a:avLst/>
          </a:prstGeom>
          <a:solidFill>
            <a:schemeClr val="bg1"/>
          </a:solidFill>
          <a:ln>
            <a:solidFill>
              <a:schemeClr val="accent1">
                <a:lumMod val="75000"/>
              </a:schemeClr>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latin typeface="Calibri" panose="020F0502020204030204" pitchFamily="34" charset="0"/>
                <a:cs typeface="Calibri" panose="020F0502020204030204" pitchFamily="34" charset="0"/>
              </a:rPr>
              <a:t>LMD accounts for </a:t>
            </a:r>
            <a:r>
              <a:rPr lang="en-US" sz="1200" b="1">
                <a:solidFill>
                  <a:schemeClr val="tx1"/>
                </a:solidFill>
                <a:latin typeface="Calibri" panose="020F0502020204030204" pitchFamily="34" charset="0"/>
                <a:cs typeface="Calibri" panose="020F0502020204030204" pitchFamily="34" charset="0"/>
              </a:rPr>
              <a:t>41%</a:t>
            </a:r>
            <a:r>
              <a:rPr lang="en-US" sz="1200">
                <a:solidFill>
                  <a:schemeClr val="tx1"/>
                </a:solidFill>
                <a:latin typeface="Calibri" panose="020F0502020204030204" pitchFamily="34" charset="0"/>
                <a:cs typeface="Calibri" panose="020F0502020204030204" pitchFamily="34" charset="0"/>
              </a:rPr>
              <a:t> of total SC costs</a:t>
            </a:r>
            <a:r>
              <a:rPr lang="en-US" sz="1200" baseline="30000">
                <a:solidFill>
                  <a:schemeClr val="tx1"/>
                </a:solidFill>
                <a:latin typeface="Calibri" panose="020F0502020204030204" pitchFamily="34" charset="0"/>
                <a:cs typeface="Calibri" panose="020F0502020204030204" pitchFamily="34" charset="0"/>
              </a:rPr>
              <a:t>2</a:t>
            </a:r>
          </a:p>
        </p:txBody>
      </p:sp>
      <p:sp>
        <p:nvSpPr>
          <p:cNvPr id="90" name="Rounded Rectangle 89">
            <a:extLst>
              <a:ext uri="{FF2B5EF4-FFF2-40B4-BE49-F238E27FC236}">
                <a16:creationId xmlns:a16="http://schemas.microsoft.com/office/drawing/2014/main" id="{2C2D047E-05AF-D34D-92F7-E9DD58337B94}"/>
              </a:ext>
            </a:extLst>
          </p:cNvPr>
          <p:cNvSpPr/>
          <p:nvPr/>
        </p:nvSpPr>
        <p:spPr>
          <a:xfrm>
            <a:off x="4642929" y="5246318"/>
            <a:ext cx="1320413" cy="223009"/>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latin typeface="Calibri" panose="020F0502020204030204" pitchFamily="34" charset="0"/>
                <a:cs typeface="Calibri" panose="020F0502020204030204" pitchFamily="34" charset="0"/>
              </a:rPr>
              <a:t>Traffic Congestion</a:t>
            </a:r>
          </a:p>
        </p:txBody>
      </p:sp>
      <p:sp>
        <p:nvSpPr>
          <p:cNvPr id="91" name="Rounded Rectangle 90">
            <a:extLst>
              <a:ext uri="{FF2B5EF4-FFF2-40B4-BE49-F238E27FC236}">
                <a16:creationId xmlns:a16="http://schemas.microsoft.com/office/drawing/2014/main" id="{C3B57253-208A-9E44-803F-57389DF1BE1F}"/>
              </a:ext>
            </a:extLst>
          </p:cNvPr>
          <p:cNvSpPr/>
          <p:nvPr/>
        </p:nvSpPr>
        <p:spPr>
          <a:xfrm>
            <a:off x="6051843" y="5246318"/>
            <a:ext cx="2691776" cy="223009"/>
          </a:xfrm>
          <a:prstGeom prst="roundRect">
            <a:avLst/>
          </a:prstGeom>
          <a:solidFill>
            <a:schemeClr val="bg1"/>
          </a:solidFill>
          <a:ln>
            <a:solidFill>
              <a:schemeClr val="accent1">
                <a:lumMod val="75000"/>
              </a:schemeClr>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Core contributor; route optimality red. </a:t>
            </a:r>
          </a:p>
        </p:txBody>
      </p:sp>
      <p:sp>
        <p:nvSpPr>
          <p:cNvPr id="92" name="Rounded Rectangle 91">
            <a:extLst>
              <a:ext uri="{FF2B5EF4-FFF2-40B4-BE49-F238E27FC236}">
                <a16:creationId xmlns:a16="http://schemas.microsoft.com/office/drawing/2014/main" id="{6D01F0BA-004B-0148-9C10-A1065FB55AE7}"/>
              </a:ext>
            </a:extLst>
          </p:cNvPr>
          <p:cNvSpPr/>
          <p:nvPr/>
        </p:nvSpPr>
        <p:spPr>
          <a:xfrm>
            <a:off x="4642929" y="5546341"/>
            <a:ext cx="1320413" cy="223009"/>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latin typeface="Calibri" panose="020F0502020204030204" pitchFamily="34" charset="0"/>
                <a:cs typeface="Calibri" panose="020F0502020204030204" pitchFamily="34" charset="0"/>
              </a:rPr>
              <a:t>Emissions</a:t>
            </a:r>
          </a:p>
        </p:txBody>
      </p:sp>
      <p:sp>
        <p:nvSpPr>
          <p:cNvPr id="93" name="Rounded Rectangle 92">
            <a:extLst>
              <a:ext uri="{FF2B5EF4-FFF2-40B4-BE49-F238E27FC236}">
                <a16:creationId xmlns:a16="http://schemas.microsoft.com/office/drawing/2014/main" id="{C43BA5F4-8A11-0445-9ABF-67B4957BCD60}"/>
              </a:ext>
            </a:extLst>
          </p:cNvPr>
          <p:cNvSpPr/>
          <p:nvPr/>
        </p:nvSpPr>
        <p:spPr>
          <a:xfrm>
            <a:off x="6051843" y="5546341"/>
            <a:ext cx="2691776" cy="223009"/>
          </a:xfrm>
          <a:prstGeom prst="roundRect">
            <a:avLst/>
          </a:prstGeom>
          <a:solidFill>
            <a:schemeClr val="bg1"/>
          </a:solidFill>
          <a:ln>
            <a:solidFill>
              <a:schemeClr val="accent1">
                <a:lumMod val="75000"/>
              </a:schemeClr>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~40% of SC emissions during last mile</a:t>
            </a:r>
            <a:r>
              <a:rPr lang="en-US" sz="1200" b="1" baseline="30000">
                <a:solidFill>
                  <a:schemeClr val="tx1"/>
                </a:solidFill>
                <a:latin typeface="Calibri" panose="020F0502020204030204" pitchFamily="34" charset="0"/>
                <a:cs typeface="Calibri" panose="020F0502020204030204" pitchFamily="34" charset="0"/>
              </a:rPr>
              <a:t>3</a:t>
            </a:r>
          </a:p>
        </p:txBody>
      </p:sp>
      <p:sp>
        <p:nvSpPr>
          <p:cNvPr id="94" name="TextBox 93">
            <a:extLst>
              <a:ext uri="{FF2B5EF4-FFF2-40B4-BE49-F238E27FC236}">
                <a16:creationId xmlns:a16="http://schemas.microsoft.com/office/drawing/2014/main" id="{303843DF-C3F6-7C48-985A-918B2A87D688}"/>
              </a:ext>
            </a:extLst>
          </p:cNvPr>
          <p:cNvSpPr txBox="1"/>
          <p:nvPr/>
        </p:nvSpPr>
        <p:spPr>
          <a:xfrm>
            <a:off x="78617" y="5925607"/>
            <a:ext cx="6512154" cy="215444"/>
          </a:xfrm>
          <a:prstGeom prst="rect">
            <a:avLst/>
          </a:prstGeom>
          <a:noFill/>
          <a:ln>
            <a:noFill/>
          </a:ln>
        </p:spPr>
        <p:txBody>
          <a:bodyPr wrap="square" rtlCol="0">
            <a:spAutoFit/>
          </a:bodyPr>
          <a:lstStyle/>
          <a:p>
            <a:r>
              <a:rPr lang="en-US" sz="800"/>
              <a:t>1. Statista 2. Bain Analysis. 3. </a:t>
            </a:r>
            <a:r>
              <a:rPr lang="en-US" sz="800" err="1"/>
              <a:t>iPAC</a:t>
            </a:r>
            <a:r>
              <a:rPr lang="en-US" sz="800"/>
              <a:t> Analysis 4. Bain Analysis 5. Press Analysis</a:t>
            </a:r>
          </a:p>
        </p:txBody>
      </p:sp>
      <p:sp>
        <p:nvSpPr>
          <p:cNvPr id="95" name="Oval 20">
            <a:extLst>
              <a:ext uri="{FF2B5EF4-FFF2-40B4-BE49-F238E27FC236}">
                <a16:creationId xmlns:a16="http://schemas.microsoft.com/office/drawing/2014/main" id="{26156546-C1AE-7C4C-8D77-8BA5EA5450E4}"/>
              </a:ext>
            </a:extLst>
          </p:cNvPr>
          <p:cNvSpPr>
            <a:spLocks noChangeArrowheads="1"/>
          </p:cNvSpPr>
          <p:nvPr/>
        </p:nvSpPr>
        <p:spPr bwMode="auto">
          <a:xfrm>
            <a:off x="9144267" y="2366518"/>
            <a:ext cx="193857" cy="197776"/>
          </a:xfrm>
          <a:prstGeom prst="ellipse">
            <a:avLst/>
          </a:prstGeom>
          <a:solidFill>
            <a:schemeClr val="accent1"/>
          </a:solidFill>
          <a:ln>
            <a:noFill/>
          </a:ln>
        </p:spPr>
        <p:txBody>
          <a:bodyPr vert="horz" wrap="square" lIns="0" tIns="0" rIns="0" bIns="0" numCol="1" anchor="ctr" anchorCtr="0" compatLnSpc="1">
            <a:prstTxWarp prst="textNoShape">
              <a:avLst/>
            </a:prstTxWarp>
          </a:bodyPr>
          <a:lstStyle/>
          <a:p>
            <a:pPr algn="ctr"/>
            <a:r>
              <a:rPr lang="en-US" sz="700">
                <a:solidFill>
                  <a:srgbClr val="FFFFFF"/>
                </a:solidFill>
              </a:rPr>
              <a:t>2</a:t>
            </a:r>
          </a:p>
        </p:txBody>
      </p:sp>
      <p:sp>
        <p:nvSpPr>
          <p:cNvPr id="96" name="TextBox 95">
            <a:extLst>
              <a:ext uri="{FF2B5EF4-FFF2-40B4-BE49-F238E27FC236}">
                <a16:creationId xmlns:a16="http://schemas.microsoft.com/office/drawing/2014/main" id="{8204120B-8608-9946-9847-87239B782D15}"/>
              </a:ext>
            </a:extLst>
          </p:cNvPr>
          <p:cNvSpPr txBox="1"/>
          <p:nvPr/>
        </p:nvSpPr>
        <p:spPr>
          <a:xfrm>
            <a:off x="9348165" y="2282378"/>
            <a:ext cx="2570113" cy="461665"/>
          </a:xfrm>
          <a:prstGeom prst="rect">
            <a:avLst/>
          </a:prstGeom>
          <a:noFill/>
        </p:spPr>
        <p:txBody>
          <a:bodyPr wrap="square" rtlCol="0">
            <a:spAutoFit/>
          </a:bodyPr>
          <a:lstStyle/>
          <a:p>
            <a:r>
              <a:rPr lang="en-US" sz="1200" b="1"/>
              <a:t>Turning sustainable via operational excellence</a:t>
            </a:r>
          </a:p>
        </p:txBody>
      </p:sp>
      <p:sp>
        <p:nvSpPr>
          <p:cNvPr id="97" name="TextBox 96">
            <a:extLst>
              <a:ext uri="{FF2B5EF4-FFF2-40B4-BE49-F238E27FC236}">
                <a16:creationId xmlns:a16="http://schemas.microsoft.com/office/drawing/2014/main" id="{96D87A35-5B37-FE41-8194-36BC46A6E428}"/>
              </a:ext>
            </a:extLst>
          </p:cNvPr>
          <p:cNvSpPr txBox="1"/>
          <p:nvPr/>
        </p:nvSpPr>
        <p:spPr>
          <a:xfrm>
            <a:off x="9341215" y="2205040"/>
            <a:ext cx="878767" cy="215444"/>
          </a:xfrm>
          <a:prstGeom prst="rect">
            <a:avLst/>
          </a:prstGeom>
          <a:noFill/>
        </p:spPr>
        <p:txBody>
          <a:bodyPr wrap="none" rtlCol="0">
            <a:spAutoFit/>
          </a:bodyPr>
          <a:lstStyle/>
          <a:p>
            <a:r>
              <a:rPr lang="en-US" sz="800" i="1">
                <a:solidFill>
                  <a:schemeClr val="bg2">
                    <a:lumMod val="50000"/>
                  </a:schemeClr>
                </a:solidFill>
              </a:rPr>
              <a:t>Deep dive ahead</a:t>
            </a:r>
          </a:p>
        </p:txBody>
      </p:sp>
      <p:sp>
        <p:nvSpPr>
          <p:cNvPr id="100" name="Oval 20">
            <a:extLst>
              <a:ext uri="{FF2B5EF4-FFF2-40B4-BE49-F238E27FC236}">
                <a16:creationId xmlns:a16="http://schemas.microsoft.com/office/drawing/2014/main" id="{EBEACC6D-752C-2946-834C-FF97F559035A}"/>
              </a:ext>
            </a:extLst>
          </p:cNvPr>
          <p:cNvSpPr>
            <a:spLocks noChangeArrowheads="1"/>
          </p:cNvSpPr>
          <p:nvPr/>
        </p:nvSpPr>
        <p:spPr bwMode="auto">
          <a:xfrm>
            <a:off x="9127170" y="4585810"/>
            <a:ext cx="193857" cy="197776"/>
          </a:xfrm>
          <a:prstGeom prst="ellipse">
            <a:avLst/>
          </a:prstGeom>
          <a:solidFill>
            <a:schemeClr val="accent1"/>
          </a:solidFill>
          <a:ln>
            <a:noFill/>
          </a:ln>
        </p:spPr>
        <p:txBody>
          <a:bodyPr vert="horz" wrap="square" lIns="0" tIns="0" rIns="0" bIns="0" numCol="1" anchor="ctr" anchorCtr="0" compatLnSpc="1">
            <a:prstTxWarp prst="textNoShape">
              <a:avLst/>
            </a:prstTxWarp>
          </a:bodyPr>
          <a:lstStyle/>
          <a:p>
            <a:pPr algn="ctr"/>
            <a:r>
              <a:rPr lang="en-US" sz="700">
                <a:solidFill>
                  <a:srgbClr val="FFFFFF"/>
                </a:solidFill>
              </a:rPr>
              <a:t>3</a:t>
            </a:r>
          </a:p>
        </p:txBody>
      </p:sp>
      <p:sp>
        <p:nvSpPr>
          <p:cNvPr id="101" name="TextBox 100">
            <a:extLst>
              <a:ext uri="{FF2B5EF4-FFF2-40B4-BE49-F238E27FC236}">
                <a16:creationId xmlns:a16="http://schemas.microsoft.com/office/drawing/2014/main" id="{1BD05A0B-E4CB-3241-B059-0751AA049179}"/>
              </a:ext>
            </a:extLst>
          </p:cNvPr>
          <p:cNvSpPr txBox="1"/>
          <p:nvPr/>
        </p:nvSpPr>
        <p:spPr>
          <a:xfrm>
            <a:off x="9276616" y="4573730"/>
            <a:ext cx="2570113" cy="276999"/>
          </a:xfrm>
          <a:prstGeom prst="rect">
            <a:avLst/>
          </a:prstGeom>
          <a:noFill/>
        </p:spPr>
        <p:txBody>
          <a:bodyPr wrap="square" rtlCol="0">
            <a:spAutoFit/>
          </a:bodyPr>
          <a:lstStyle/>
          <a:p>
            <a:r>
              <a:rPr lang="en-US" sz="1200" b="1"/>
              <a:t>Becoming a market shaping force</a:t>
            </a:r>
          </a:p>
        </p:txBody>
      </p:sp>
      <p:sp>
        <p:nvSpPr>
          <p:cNvPr id="104" name="TextBox 103">
            <a:extLst>
              <a:ext uri="{FF2B5EF4-FFF2-40B4-BE49-F238E27FC236}">
                <a16:creationId xmlns:a16="http://schemas.microsoft.com/office/drawing/2014/main" id="{F31E163D-03DB-D74E-8DC8-30AC8E0CE64F}"/>
              </a:ext>
            </a:extLst>
          </p:cNvPr>
          <p:cNvSpPr txBox="1"/>
          <p:nvPr/>
        </p:nvSpPr>
        <p:spPr>
          <a:xfrm>
            <a:off x="9082612" y="3697866"/>
            <a:ext cx="878767" cy="215444"/>
          </a:xfrm>
          <a:prstGeom prst="rect">
            <a:avLst/>
          </a:prstGeom>
          <a:noFill/>
        </p:spPr>
        <p:txBody>
          <a:bodyPr wrap="none" rtlCol="0">
            <a:spAutoFit/>
          </a:bodyPr>
          <a:lstStyle/>
          <a:p>
            <a:r>
              <a:rPr lang="en-US" sz="800" i="1">
                <a:solidFill>
                  <a:schemeClr val="bg2">
                    <a:lumMod val="50000"/>
                  </a:schemeClr>
                </a:solidFill>
              </a:rPr>
              <a:t>Deep dive ahead</a:t>
            </a:r>
          </a:p>
        </p:txBody>
      </p:sp>
      <p:sp>
        <p:nvSpPr>
          <p:cNvPr id="105" name="TextBox 104">
            <a:extLst>
              <a:ext uri="{FF2B5EF4-FFF2-40B4-BE49-F238E27FC236}">
                <a16:creationId xmlns:a16="http://schemas.microsoft.com/office/drawing/2014/main" id="{CB0BE75A-C753-414A-9A5F-8984A4C0289D}"/>
              </a:ext>
            </a:extLst>
          </p:cNvPr>
          <p:cNvSpPr txBox="1"/>
          <p:nvPr/>
        </p:nvSpPr>
        <p:spPr>
          <a:xfrm>
            <a:off x="9304391" y="4494984"/>
            <a:ext cx="1047082" cy="215444"/>
          </a:xfrm>
          <a:prstGeom prst="rect">
            <a:avLst/>
          </a:prstGeom>
          <a:noFill/>
        </p:spPr>
        <p:txBody>
          <a:bodyPr wrap="none" rtlCol="0">
            <a:spAutoFit/>
          </a:bodyPr>
          <a:lstStyle/>
          <a:p>
            <a:r>
              <a:rPr lang="en-US" sz="800" i="1">
                <a:solidFill>
                  <a:schemeClr val="bg2">
                    <a:lumMod val="50000"/>
                  </a:schemeClr>
                </a:solidFill>
              </a:rPr>
              <a:t>Scope for next phase</a:t>
            </a:r>
          </a:p>
        </p:txBody>
      </p:sp>
      <p:sp>
        <p:nvSpPr>
          <p:cNvPr id="106" name="ee4pHeader1">
            <a:extLst>
              <a:ext uri="{FF2B5EF4-FFF2-40B4-BE49-F238E27FC236}">
                <a16:creationId xmlns:a16="http://schemas.microsoft.com/office/drawing/2014/main" id="{1A36D522-18E4-1A41-86F5-AC351676FA88}"/>
              </a:ext>
            </a:extLst>
          </p:cNvPr>
          <p:cNvSpPr>
            <a:spLocks noChangeArrowheads="1"/>
          </p:cNvSpPr>
          <p:nvPr>
            <p:custDataLst>
              <p:tags r:id="rId1"/>
            </p:custDataLst>
          </p:nvPr>
        </p:nvSpPr>
        <p:spPr bwMode="gray">
          <a:xfrm rot="5400000">
            <a:off x="9306212" y="2601608"/>
            <a:ext cx="400802" cy="739293"/>
          </a:xfrm>
          <a:prstGeom prst="homePlate">
            <a:avLst>
              <a:gd name="adj" fmla="val 12004"/>
            </a:avLst>
          </a:prstGeom>
          <a:solidFill>
            <a:schemeClr val="accent1">
              <a:lumMod val="50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olidFill>
                <a:schemeClr val="bg1"/>
              </a:solidFill>
              <a:sym typeface="Trebuchet MS" panose="020B0603020202020204" pitchFamily="34" charset="0"/>
            </a:endParaRPr>
          </a:p>
        </p:txBody>
      </p:sp>
      <p:sp>
        <p:nvSpPr>
          <p:cNvPr id="107" name="ee4pHeader2">
            <a:extLst>
              <a:ext uri="{FF2B5EF4-FFF2-40B4-BE49-F238E27FC236}">
                <a16:creationId xmlns:a16="http://schemas.microsoft.com/office/drawing/2014/main" id="{85F5A36C-9A7F-5444-B56B-BE80657AA13C}"/>
              </a:ext>
            </a:extLst>
          </p:cNvPr>
          <p:cNvSpPr>
            <a:spLocks noChangeArrowheads="1"/>
          </p:cNvSpPr>
          <p:nvPr>
            <p:custDataLst>
              <p:tags r:id="rId2"/>
            </p:custDataLst>
          </p:nvPr>
        </p:nvSpPr>
        <p:spPr bwMode="gray">
          <a:xfrm rot="5400000">
            <a:off x="9308012" y="3020105"/>
            <a:ext cx="400803" cy="735692"/>
          </a:xfrm>
          <a:prstGeom prst="chevron">
            <a:avLst>
              <a:gd name="adj" fmla="val 12004"/>
            </a:avLst>
          </a:prstGeom>
          <a:solidFill>
            <a:schemeClr val="accent1">
              <a:lumMod val="75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olidFill>
                <a:schemeClr val="bg1"/>
              </a:solidFill>
              <a:sym typeface="Trebuchet MS" panose="020B0603020202020204" pitchFamily="34" charset="0"/>
            </a:endParaRPr>
          </a:p>
        </p:txBody>
      </p:sp>
      <p:sp>
        <p:nvSpPr>
          <p:cNvPr id="108" name="ee4pHeader2">
            <a:extLst>
              <a:ext uri="{FF2B5EF4-FFF2-40B4-BE49-F238E27FC236}">
                <a16:creationId xmlns:a16="http://schemas.microsoft.com/office/drawing/2014/main" id="{B7271D8E-589E-8846-AE19-199204ADAC3E}"/>
              </a:ext>
            </a:extLst>
          </p:cNvPr>
          <p:cNvSpPr>
            <a:spLocks noChangeArrowheads="1"/>
          </p:cNvSpPr>
          <p:nvPr>
            <p:custDataLst>
              <p:tags r:id="rId3"/>
            </p:custDataLst>
          </p:nvPr>
        </p:nvSpPr>
        <p:spPr bwMode="gray">
          <a:xfrm rot="5400000">
            <a:off x="9308012" y="3437181"/>
            <a:ext cx="400803" cy="735692"/>
          </a:xfrm>
          <a:prstGeom prst="chevron">
            <a:avLst>
              <a:gd name="adj" fmla="val 12004"/>
            </a:avLst>
          </a:prstGeom>
          <a:solidFill>
            <a:schemeClr val="accent1">
              <a:lumMod val="60000"/>
              <a:lumOff val="40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olidFill>
                <a:schemeClr val="bg1"/>
              </a:solidFill>
              <a:sym typeface="Trebuchet MS" panose="020B0603020202020204" pitchFamily="34" charset="0"/>
            </a:endParaRPr>
          </a:p>
        </p:txBody>
      </p:sp>
      <p:sp>
        <p:nvSpPr>
          <p:cNvPr id="109" name="ee4pHeader2">
            <a:extLst>
              <a:ext uri="{FF2B5EF4-FFF2-40B4-BE49-F238E27FC236}">
                <a16:creationId xmlns:a16="http://schemas.microsoft.com/office/drawing/2014/main" id="{34C78808-5E97-264A-BA83-74A77291FD3E}"/>
              </a:ext>
            </a:extLst>
          </p:cNvPr>
          <p:cNvSpPr>
            <a:spLocks noChangeArrowheads="1"/>
          </p:cNvSpPr>
          <p:nvPr>
            <p:custDataLst>
              <p:tags r:id="rId4"/>
            </p:custDataLst>
          </p:nvPr>
        </p:nvSpPr>
        <p:spPr bwMode="gray">
          <a:xfrm rot="5400000">
            <a:off x="9308012" y="3854257"/>
            <a:ext cx="400803" cy="735692"/>
          </a:xfrm>
          <a:prstGeom prst="chevron">
            <a:avLst>
              <a:gd name="adj" fmla="val 12004"/>
            </a:avLst>
          </a:prstGeom>
          <a:solidFill>
            <a:schemeClr val="bg2">
              <a:lumMod val="90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olidFill>
                <a:schemeClr val="bg1"/>
              </a:solidFill>
              <a:sym typeface="Trebuchet MS" panose="020B0603020202020204" pitchFamily="34" charset="0"/>
            </a:endParaRPr>
          </a:p>
        </p:txBody>
      </p:sp>
      <p:sp>
        <p:nvSpPr>
          <p:cNvPr id="110" name="TextBox 109">
            <a:extLst>
              <a:ext uri="{FF2B5EF4-FFF2-40B4-BE49-F238E27FC236}">
                <a16:creationId xmlns:a16="http://schemas.microsoft.com/office/drawing/2014/main" id="{F560FF1F-A143-B241-BE9B-3E683694F058}"/>
              </a:ext>
            </a:extLst>
          </p:cNvPr>
          <p:cNvSpPr txBox="1"/>
          <p:nvPr/>
        </p:nvSpPr>
        <p:spPr>
          <a:xfrm>
            <a:off x="9175432" y="2839951"/>
            <a:ext cx="689612" cy="276999"/>
          </a:xfrm>
          <a:prstGeom prst="rect">
            <a:avLst/>
          </a:prstGeom>
          <a:noFill/>
        </p:spPr>
        <p:txBody>
          <a:bodyPr wrap="none" rtlCol="0">
            <a:spAutoFit/>
          </a:bodyPr>
          <a:lstStyle/>
          <a:p>
            <a:r>
              <a:rPr lang="en-US" sz="1200">
                <a:solidFill>
                  <a:schemeClr val="bg1"/>
                </a:solidFill>
              </a:rPr>
              <a:t>City WH</a:t>
            </a:r>
          </a:p>
        </p:txBody>
      </p:sp>
      <p:sp>
        <p:nvSpPr>
          <p:cNvPr id="111" name="TextBox 110">
            <a:extLst>
              <a:ext uri="{FF2B5EF4-FFF2-40B4-BE49-F238E27FC236}">
                <a16:creationId xmlns:a16="http://schemas.microsoft.com/office/drawing/2014/main" id="{F27A0B98-4D15-604D-8371-22E3B26ADAE6}"/>
              </a:ext>
            </a:extLst>
          </p:cNvPr>
          <p:cNvSpPr txBox="1"/>
          <p:nvPr/>
        </p:nvSpPr>
        <p:spPr>
          <a:xfrm>
            <a:off x="9124624" y="3245401"/>
            <a:ext cx="781111" cy="276999"/>
          </a:xfrm>
          <a:prstGeom prst="rect">
            <a:avLst/>
          </a:prstGeom>
          <a:noFill/>
        </p:spPr>
        <p:txBody>
          <a:bodyPr wrap="none" rtlCol="0">
            <a:spAutoFit/>
          </a:bodyPr>
          <a:lstStyle/>
          <a:p>
            <a:r>
              <a:rPr lang="en-US" sz="1200">
                <a:solidFill>
                  <a:schemeClr val="bg1"/>
                </a:solidFill>
              </a:rPr>
              <a:t>Transport</a:t>
            </a:r>
          </a:p>
        </p:txBody>
      </p:sp>
      <p:sp>
        <p:nvSpPr>
          <p:cNvPr id="112" name="TextBox 111">
            <a:extLst>
              <a:ext uri="{FF2B5EF4-FFF2-40B4-BE49-F238E27FC236}">
                <a16:creationId xmlns:a16="http://schemas.microsoft.com/office/drawing/2014/main" id="{56E34AD5-6BB6-6140-B9AF-30E74D0BABD2}"/>
              </a:ext>
            </a:extLst>
          </p:cNvPr>
          <p:cNvSpPr txBox="1"/>
          <p:nvPr/>
        </p:nvSpPr>
        <p:spPr>
          <a:xfrm>
            <a:off x="9108833" y="3643450"/>
            <a:ext cx="893193" cy="276999"/>
          </a:xfrm>
          <a:prstGeom prst="rect">
            <a:avLst/>
          </a:prstGeom>
          <a:noFill/>
        </p:spPr>
        <p:txBody>
          <a:bodyPr wrap="none" rtlCol="0">
            <a:spAutoFit/>
          </a:bodyPr>
          <a:lstStyle/>
          <a:p>
            <a:r>
              <a:rPr lang="en-US" sz="1200"/>
              <a:t>Distributor </a:t>
            </a:r>
          </a:p>
        </p:txBody>
      </p:sp>
      <p:sp>
        <p:nvSpPr>
          <p:cNvPr id="113" name="TextBox 112">
            <a:extLst>
              <a:ext uri="{FF2B5EF4-FFF2-40B4-BE49-F238E27FC236}">
                <a16:creationId xmlns:a16="http://schemas.microsoft.com/office/drawing/2014/main" id="{EE589DC4-6B32-6D43-85B3-74A3320FDC8D}"/>
              </a:ext>
            </a:extLst>
          </p:cNvPr>
          <p:cNvSpPr txBox="1"/>
          <p:nvPr/>
        </p:nvSpPr>
        <p:spPr>
          <a:xfrm>
            <a:off x="9123013" y="4087727"/>
            <a:ext cx="825867" cy="276999"/>
          </a:xfrm>
          <a:prstGeom prst="rect">
            <a:avLst/>
          </a:prstGeom>
          <a:noFill/>
        </p:spPr>
        <p:txBody>
          <a:bodyPr wrap="none" rtlCol="0">
            <a:spAutoFit/>
          </a:bodyPr>
          <a:lstStyle/>
          <a:p>
            <a:r>
              <a:rPr lang="en-US" sz="1200"/>
              <a:t>Customer </a:t>
            </a:r>
          </a:p>
        </p:txBody>
      </p:sp>
      <p:grpSp>
        <p:nvGrpSpPr>
          <p:cNvPr id="150" name="Group 149">
            <a:extLst>
              <a:ext uri="{FF2B5EF4-FFF2-40B4-BE49-F238E27FC236}">
                <a16:creationId xmlns:a16="http://schemas.microsoft.com/office/drawing/2014/main" id="{6FC69AF7-28FF-6241-9B12-D7AFDAC2AD78}"/>
              </a:ext>
            </a:extLst>
          </p:cNvPr>
          <p:cNvGrpSpPr/>
          <p:nvPr/>
        </p:nvGrpSpPr>
        <p:grpSpPr>
          <a:xfrm>
            <a:off x="9995107" y="4014685"/>
            <a:ext cx="1922119" cy="330708"/>
            <a:chOff x="10161062" y="2812392"/>
            <a:chExt cx="1611053" cy="330708"/>
          </a:xfrm>
        </p:grpSpPr>
        <p:sp>
          <p:nvSpPr>
            <p:cNvPr id="118" name="Rectangle 117">
              <a:extLst>
                <a:ext uri="{FF2B5EF4-FFF2-40B4-BE49-F238E27FC236}">
                  <a16:creationId xmlns:a16="http://schemas.microsoft.com/office/drawing/2014/main" id="{0E867AF5-86E4-9645-9AA8-1EE16C0897B3}"/>
                </a:ext>
              </a:extLst>
            </p:cNvPr>
            <p:cNvSpPr/>
            <p:nvPr/>
          </p:nvSpPr>
          <p:spPr>
            <a:xfrm>
              <a:off x="10161062" y="2812392"/>
              <a:ext cx="1611053"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127" name="TextBox 126">
              <a:extLst>
                <a:ext uri="{FF2B5EF4-FFF2-40B4-BE49-F238E27FC236}">
                  <a16:creationId xmlns:a16="http://schemas.microsoft.com/office/drawing/2014/main" id="{8EA1C399-97C1-834E-9CEE-0842FC525797}"/>
                </a:ext>
              </a:extLst>
            </p:cNvPr>
            <p:cNvSpPr txBox="1"/>
            <p:nvPr/>
          </p:nvSpPr>
          <p:spPr>
            <a:xfrm>
              <a:off x="10221813" y="2840777"/>
              <a:ext cx="1148328" cy="276999"/>
            </a:xfrm>
            <a:prstGeom prst="rect">
              <a:avLst/>
            </a:prstGeom>
            <a:noFill/>
          </p:spPr>
          <p:txBody>
            <a:bodyPr wrap="none" rtlCol="0">
              <a:spAutoFit/>
            </a:bodyPr>
            <a:lstStyle/>
            <a:p>
              <a:r>
                <a:rPr lang="en-US" sz="1200"/>
                <a:t>P2P Ecosystem</a:t>
              </a:r>
            </a:p>
          </p:txBody>
        </p:sp>
      </p:grpSp>
      <p:graphicFrame>
        <p:nvGraphicFramePr>
          <p:cNvPr id="59" name="Chart 58">
            <a:extLst>
              <a:ext uri="{FF2B5EF4-FFF2-40B4-BE49-F238E27FC236}">
                <a16:creationId xmlns:a16="http://schemas.microsoft.com/office/drawing/2014/main" id="{BB7ED41D-12F4-4D4B-A66A-D30E00439218}"/>
              </a:ext>
            </a:extLst>
          </p:cNvPr>
          <p:cNvGraphicFramePr/>
          <p:nvPr/>
        </p:nvGraphicFramePr>
        <p:xfrm>
          <a:off x="5991111" y="599920"/>
          <a:ext cx="2455727" cy="1771011"/>
        </p:xfrm>
        <a:graphic>
          <a:graphicData uri="http://schemas.openxmlformats.org/drawingml/2006/chart">
            <c:chart xmlns:c="http://schemas.openxmlformats.org/drawingml/2006/chart" xmlns:r="http://schemas.openxmlformats.org/officeDocument/2006/relationships" r:id="rId9"/>
          </a:graphicData>
        </a:graphic>
      </p:graphicFrame>
      <p:grpSp>
        <p:nvGrpSpPr>
          <p:cNvPr id="151" name="Group 150">
            <a:extLst>
              <a:ext uri="{FF2B5EF4-FFF2-40B4-BE49-F238E27FC236}">
                <a16:creationId xmlns:a16="http://schemas.microsoft.com/office/drawing/2014/main" id="{93C43BB1-8209-224E-B508-922CD6F740E8}"/>
              </a:ext>
            </a:extLst>
          </p:cNvPr>
          <p:cNvGrpSpPr/>
          <p:nvPr/>
        </p:nvGrpSpPr>
        <p:grpSpPr>
          <a:xfrm>
            <a:off x="9995129" y="3600310"/>
            <a:ext cx="1922093" cy="330708"/>
            <a:chOff x="10161060" y="2812392"/>
            <a:chExt cx="3298245" cy="330708"/>
          </a:xfrm>
        </p:grpSpPr>
        <p:sp>
          <p:nvSpPr>
            <p:cNvPr id="152" name="Rectangle 151">
              <a:extLst>
                <a:ext uri="{FF2B5EF4-FFF2-40B4-BE49-F238E27FC236}">
                  <a16:creationId xmlns:a16="http://schemas.microsoft.com/office/drawing/2014/main" id="{844F42D6-BD75-C846-83B5-F87DDFDE5598}"/>
                </a:ext>
              </a:extLst>
            </p:cNvPr>
            <p:cNvSpPr/>
            <p:nvPr/>
          </p:nvSpPr>
          <p:spPr>
            <a:xfrm>
              <a:off x="10161060" y="2812392"/>
              <a:ext cx="3298245"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153" name="TextBox 152">
              <a:extLst>
                <a:ext uri="{FF2B5EF4-FFF2-40B4-BE49-F238E27FC236}">
                  <a16:creationId xmlns:a16="http://schemas.microsoft.com/office/drawing/2014/main" id="{93574581-B7E0-E745-B22B-FD7622C4B7F8}"/>
                </a:ext>
              </a:extLst>
            </p:cNvPr>
            <p:cNvSpPr txBox="1"/>
            <p:nvPr/>
          </p:nvSpPr>
          <p:spPr>
            <a:xfrm>
              <a:off x="10221813" y="2840777"/>
              <a:ext cx="2238851" cy="261610"/>
            </a:xfrm>
            <a:prstGeom prst="rect">
              <a:avLst/>
            </a:prstGeom>
            <a:noFill/>
          </p:spPr>
          <p:txBody>
            <a:bodyPr wrap="none" rtlCol="0">
              <a:spAutoFit/>
            </a:bodyPr>
            <a:lstStyle/>
            <a:p>
              <a:r>
                <a:rPr lang="en-US" sz="1100"/>
                <a:t>Re-</a:t>
              </a:r>
              <a:r>
                <a:rPr lang="en-US" sz="1100" err="1"/>
                <a:t>optimisation</a:t>
              </a:r>
              <a:endParaRPr lang="en-US" sz="1100"/>
            </a:p>
          </p:txBody>
        </p:sp>
      </p:grpSp>
      <p:grpSp>
        <p:nvGrpSpPr>
          <p:cNvPr id="154" name="Group 153">
            <a:extLst>
              <a:ext uri="{FF2B5EF4-FFF2-40B4-BE49-F238E27FC236}">
                <a16:creationId xmlns:a16="http://schemas.microsoft.com/office/drawing/2014/main" id="{FCA789DB-6CC8-9143-BF86-D40A5F748A60}"/>
              </a:ext>
            </a:extLst>
          </p:cNvPr>
          <p:cNvGrpSpPr/>
          <p:nvPr/>
        </p:nvGrpSpPr>
        <p:grpSpPr>
          <a:xfrm>
            <a:off x="9941670" y="2775585"/>
            <a:ext cx="1005403" cy="330708"/>
            <a:chOff x="10114365" y="2812392"/>
            <a:chExt cx="1431042" cy="330708"/>
          </a:xfrm>
        </p:grpSpPr>
        <p:sp>
          <p:nvSpPr>
            <p:cNvPr id="155" name="Rectangle 154">
              <a:extLst>
                <a:ext uri="{FF2B5EF4-FFF2-40B4-BE49-F238E27FC236}">
                  <a16:creationId xmlns:a16="http://schemas.microsoft.com/office/drawing/2014/main" id="{4D8F22C0-CE61-F14A-A6C4-1A6A41561691}"/>
                </a:ext>
              </a:extLst>
            </p:cNvPr>
            <p:cNvSpPr/>
            <p:nvPr/>
          </p:nvSpPr>
          <p:spPr>
            <a:xfrm>
              <a:off x="10161064" y="2812392"/>
              <a:ext cx="1293744"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156" name="TextBox 155">
              <a:extLst>
                <a:ext uri="{FF2B5EF4-FFF2-40B4-BE49-F238E27FC236}">
                  <a16:creationId xmlns:a16="http://schemas.microsoft.com/office/drawing/2014/main" id="{2B9CB08F-DE00-1245-BF87-3F241DC2C48B}"/>
                </a:ext>
              </a:extLst>
            </p:cNvPr>
            <p:cNvSpPr txBox="1"/>
            <p:nvPr/>
          </p:nvSpPr>
          <p:spPr>
            <a:xfrm>
              <a:off x="10114365" y="2850653"/>
              <a:ext cx="1431042" cy="261610"/>
            </a:xfrm>
            <a:prstGeom prst="rect">
              <a:avLst/>
            </a:prstGeom>
            <a:noFill/>
          </p:spPr>
          <p:txBody>
            <a:bodyPr wrap="none" rtlCol="0">
              <a:spAutoFit/>
            </a:bodyPr>
            <a:lstStyle/>
            <a:p>
              <a:r>
                <a:rPr lang="en-US" sz="1100"/>
                <a:t>Green Packing</a:t>
              </a:r>
            </a:p>
          </p:txBody>
        </p:sp>
      </p:grpSp>
      <p:grpSp>
        <p:nvGrpSpPr>
          <p:cNvPr id="157" name="Group 156">
            <a:extLst>
              <a:ext uri="{FF2B5EF4-FFF2-40B4-BE49-F238E27FC236}">
                <a16:creationId xmlns:a16="http://schemas.microsoft.com/office/drawing/2014/main" id="{FDE66EA8-701A-5346-9928-768A0B099EEF}"/>
              </a:ext>
            </a:extLst>
          </p:cNvPr>
          <p:cNvGrpSpPr/>
          <p:nvPr/>
        </p:nvGrpSpPr>
        <p:grpSpPr>
          <a:xfrm>
            <a:off x="9916819" y="3176096"/>
            <a:ext cx="1053494" cy="330708"/>
            <a:chOff x="10047784" y="2812392"/>
            <a:chExt cx="1879357" cy="330708"/>
          </a:xfrm>
        </p:grpSpPr>
        <p:sp>
          <p:nvSpPr>
            <p:cNvPr id="158" name="Rectangle 157">
              <a:extLst>
                <a:ext uri="{FF2B5EF4-FFF2-40B4-BE49-F238E27FC236}">
                  <a16:creationId xmlns:a16="http://schemas.microsoft.com/office/drawing/2014/main" id="{FC7C1825-97EF-9348-BAD1-1449EC5C998B}"/>
                </a:ext>
              </a:extLst>
            </p:cNvPr>
            <p:cNvSpPr/>
            <p:nvPr/>
          </p:nvSpPr>
          <p:spPr>
            <a:xfrm>
              <a:off x="10161062" y="2812392"/>
              <a:ext cx="1611053"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159" name="TextBox 158">
              <a:extLst>
                <a:ext uri="{FF2B5EF4-FFF2-40B4-BE49-F238E27FC236}">
                  <a16:creationId xmlns:a16="http://schemas.microsoft.com/office/drawing/2014/main" id="{EE0B5B40-DD5B-FE4F-B388-271AFCA12366}"/>
                </a:ext>
              </a:extLst>
            </p:cNvPr>
            <p:cNvSpPr txBox="1"/>
            <p:nvPr/>
          </p:nvSpPr>
          <p:spPr>
            <a:xfrm>
              <a:off x="10047784" y="2858060"/>
              <a:ext cx="1879357" cy="261610"/>
            </a:xfrm>
            <a:prstGeom prst="rect">
              <a:avLst/>
            </a:prstGeom>
            <a:noFill/>
          </p:spPr>
          <p:txBody>
            <a:bodyPr wrap="none" rtlCol="0">
              <a:spAutoFit/>
            </a:bodyPr>
            <a:lstStyle/>
            <a:p>
              <a:r>
                <a:rPr lang="en-US" sz="1100"/>
                <a:t>Dynamic Route</a:t>
              </a:r>
            </a:p>
          </p:txBody>
        </p:sp>
      </p:grpSp>
      <p:grpSp>
        <p:nvGrpSpPr>
          <p:cNvPr id="161" name="Group 160">
            <a:extLst>
              <a:ext uri="{FF2B5EF4-FFF2-40B4-BE49-F238E27FC236}">
                <a16:creationId xmlns:a16="http://schemas.microsoft.com/office/drawing/2014/main" id="{2908E868-DE23-0E47-BB42-4AE545FA2F17}"/>
              </a:ext>
            </a:extLst>
          </p:cNvPr>
          <p:cNvGrpSpPr/>
          <p:nvPr/>
        </p:nvGrpSpPr>
        <p:grpSpPr>
          <a:xfrm>
            <a:off x="10882506" y="2770853"/>
            <a:ext cx="1128835" cy="330708"/>
            <a:chOff x="10053617" y="2812392"/>
            <a:chExt cx="1874805" cy="330708"/>
          </a:xfrm>
        </p:grpSpPr>
        <p:sp>
          <p:nvSpPr>
            <p:cNvPr id="162" name="Rectangle 161">
              <a:extLst>
                <a:ext uri="{FF2B5EF4-FFF2-40B4-BE49-F238E27FC236}">
                  <a16:creationId xmlns:a16="http://schemas.microsoft.com/office/drawing/2014/main" id="{AB4FDA5D-9C29-D449-8999-A70760EE75E5}"/>
                </a:ext>
              </a:extLst>
            </p:cNvPr>
            <p:cNvSpPr/>
            <p:nvPr/>
          </p:nvSpPr>
          <p:spPr>
            <a:xfrm>
              <a:off x="10161062" y="2812392"/>
              <a:ext cx="1611053"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163" name="TextBox 162">
              <a:extLst>
                <a:ext uri="{FF2B5EF4-FFF2-40B4-BE49-F238E27FC236}">
                  <a16:creationId xmlns:a16="http://schemas.microsoft.com/office/drawing/2014/main" id="{D6A3D061-C1B9-CD46-ACD2-56052399244C}"/>
                </a:ext>
              </a:extLst>
            </p:cNvPr>
            <p:cNvSpPr txBox="1"/>
            <p:nvPr/>
          </p:nvSpPr>
          <p:spPr>
            <a:xfrm>
              <a:off x="10053617" y="2850653"/>
              <a:ext cx="1874805" cy="261610"/>
            </a:xfrm>
            <a:prstGeom prst="rect">
              <a:avLst/>
            </a:prstGeom>
            <a:noFill/>
          </p:spPr>
          <p:txBody>
            <a:bodyPr wrap="none" rtlCol="0">
              <a:spAutoFit/>
            </a:bodyPr>
            <a:lstStyle/>
            <a:p>
              <a:r>
                <a:rPr lang="en-US" sz="1100"/>
                <a:t>Optimal linehaul</a:t>
              </a:r>
            </a:p>
          </p:txBody>
        </p:sp>
      </p:grpSp>
      <p:grpSp>
        <p:nvGrpSpPr>
          <p:cNvPr id="165" name="Group 164">
            <a:extLst>
              <a:ext uri="{FF2B5EF4-FFF2-40B4-BE49-F238E27FC236}">
                <a16:creationId xmlns:a16="http://schemas.microsoft.com/office/drawing/2014/main" id="{08322CDF-DCC4-4845-9AF3-1343EC602E0C}"/>
              </a:ext>
            </a:extLst>
          </p:cNvPr>
          <p:cNvGrpSpPr/>
          <p:nvPr/>
        </p:nvGrpSpPr>
        <p:grpSpPr>
          <a:xfrm>
            <a:off x="10890185" y="3191424"/>
            <a:ext cx="1027037" cy="330708"/>
            <a:chOff x="10057808" y="2812392"/>
            <a:chExt cx="1714307" cy="330708"/>
          </a:xfrm>
        </p:grpSpPr>
        <p:sp>
          <p:nvSpPr>
            <p:cNvPr id="166" name="Rectangle 165">
              <a:extLst>
                <a:ext uri="{FF2B5EF4-FFF2-40B4-BE49-F238E27FC236}">
                  <a16:creationId xmlns:a16="http://schemas.microsoft.com/office/drawing/2014/main" id="{4C66F2AB-4711-D34E-A9C9-9A5121FF18FE}"/>
                </a:ext>
              </a:extLst>
            </p:cNvPr>
            <p:cNvSpPr/>
            <p:nvPr/>
          </p:nvSpPr>
          <p:spPr>
            <a:xfrm>
              <a:off x="10161062" y="2812392"/>
              <a:ext cx="1611053"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167" name="TextBox 166">
              <a:extLst>
                <a:ext uri="{FF2B5EF4-FFF2-40B4-BE49-F238E27FC236}">
                  <a16:creationId xmlns:a16="http://schemas.microsoft.com/office/drawing/2014/main" id="{AC46216D-640E-244E-AC76-2D740FEF3F8F}"/>
                </a:ext>
              </a:extLst>
            </p:cNvPr>
            <p:cNvSpPr txBox="1"/>
            <p:nvPr/>
          </p:nvSpPr>
          <p:spPr>
            <a:xfrm>
              <a:off x="10057808" y="2839231"/>
              <a:ext cx="1426681" cy="261610"/>
            </a:xfrm>
            <a:prstGeom prst="rect">
              <a:avLst/>
            </a:prstGeom>
            <a:noFill/>
          </p:spPr>
          <p:txBody>
            <a:bodyPr wrap="none" rtlCol="0">
              <a:spAutoFit/>
            </a:bodyPr>
            <a:lstStyle/>
            <a:p>
              <a:r>
                <a:rPr lang="en-US" sz="1100"/>
                <a:t>Green Fleet</a:t>
              </a:r>
            </a:p>
          </p:txBody>
        </p:sp>
      </p:grpSp>
      <p:sp>
        <p:nvSpPr>
          <p:cNvPr id="168" name="Oval 20">
            <a:extLst>
              <a:ext uri="{FF2B5EF4-FFF2-40B4-BE49-F238E27FC236}">
                <a16:creationId xmlns:a16="http://schemas.microsoft.com/office/drawing/2014/main" id="{7A2C1CAD-C1FB-2546-AA71-7BE7D10BBD34}"/>
              </a:ext>
            </a:extLst>
          </p:cNvPr>
          <p:cNvSpPr>
            <a:spLocks noChangeArrowheads="1"/>
          </p:cNvSpPr>
          <p:nvPr/>
        </p:nvSpPr>
        <p:spPr bwMode="auto">
          <a:xfrm>
            <a:off x="9123013" y="1055889"/>
            <a:ext cx="193857" cy="197776"/>
          </a:xfrm>
          <a:prstGeom prst="ellipse">
            <a:avLst/>
          </a:prstGeom>
          <a:solidFill>
            <a:schemeClr val="accent1"/>
          </a:solidFill>
          <a:ln>
            <a:noFill/>
          </a:ln>
        </p:spPr>
        <p:txBody>
          <a:bodyPr vert="horz" wrap="square" lIns="0" tIns="0" rIns="0" bIns="0" numCol="1" anchor="ctr" anchorCtr="0" compatLnSpc="1">
            <a:prstTxWarp prst="textNoShape">
              <a:avLst/>
            </a:prstTxWarp>
          </a:bodyPr>
          <a:lstStyle/>
          <a:p>
            <a:pPr algn="ctr"/>
            <a:r>
              <a:rPr lang="en-US" sz="700">
                <a:solidFill>
                  <a:srgbClr val="FFFFFF"/>
                </a:solidFill>
              </a:rPr>
              <a:t>1</a:t>
            </a:r>
          </a:p>
        </p:txBody>
      </p:sp>
      <p:sp>
        <p:nvSpPr>
          <p:cNvPr id="169" name="TextBox 168">
            <a:extLst>
              <a:ext uri="{FF2B5EF4-FFF2-40B4-BE49-F238E27FC236}">
                <a16:creationId xmlns:a16="http://schemas.microsoft.com/office/drawing/2014/main" id="{708817ED-CEDF-7A48-8433-11FB97D17D43}"/>
              </a:ext>
            </a:extLst>
          </p:cNvPr>
          <p:cNvSpPr txBox="1"/>
          <p:nvPr/>
        </p:nvSpPr>
        <p:spPr>
          <a:xfrm>
            <a:off x="9326911" y="971749"/>
            <a:ext cx="2570113" cy="461665"/>
          </a:xfrm>
          <a:prstGeom prst="rect">
            <a:avLst/>
          </a:prstGeom>
          <a:noFill/>
        </p:spPr>
        <p:txBody>
          <a:bodyPr wrap="square" rtlCol="0">
            <a:spAutoFit/>
          </a:bodyPr>
          <a:lstStyle/>
          <a:p>
            <a:r>
              <a:rPr lang="en-US" sz="1200" b="1"/>
              <a:t>Mitigating high process costs by fleet optimization (outsource/P2P)</a:t>
            </a:r>
          </a:p>
        </p:txBody>
      </p:sp>
      <p:grpSp>
        <p:nvGrpSpPr>
          <p:cNvPr id="170" name="Group 169">
            <a:extLst>
              <a:ext uri="{FF2B5EF4-FFF2-40B4-BE49-F238E27FC236}">
                <a16:creationId xmlns:a16="http://schemas.microsoft.com/office/drawing/2014/main" id="{0707D073-5B89-E241-A396-145410A1FE4A}"/>
              </a:ext>
            </a:extLst>
          </p:cNvPr>
          <p:cNvGrpSpPr/>
          <p:nvPr/>
        </p:nvGrpSpPr>
        <p:grpSpPr>
          <a:xfrm>
            <a:off x="11098128" y="2493614"/>
            <a:ext cx="805527" cy="215444"/>
            <a:chOff x="10161062" y="2840777"/>
            <a:chExt cx="805527" cy="215444"/>
          </a:xfrm>
        </p:grpSpPr>
        <p:sp>
          <p:nvSpPr>
            <p:cNvPr id="171" name="Rectangle 170">
              <a:extLst>
                <a:ext uri="{FF2B5EF4-FFF2-40B4-BE49-F238E27FC236}">
                  <a16:creationId xmlns:a16="http://schemas.microsoft.com/office/drawing/2014/main" id="{E05EBDDE-DBBC-AB41-87EA-8BFEBF451281}"/>
                </a:ext>
              </a:extLst>
            </p:cNvPr>
            <p:cNvSpPr/>
            <p:nvPr/>
          </p:nvSpPr>
          <p:spPr>
            <a:xfrm>
              <a:off x="10161062" y="2862006"/>
              <a:ext cx="805527" cy="184765"/>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bg2">
                    <a:lumMod val="25000"/>
                  </a:schemeClr>
                </a:solidFill>
              </a:endParaRPr>
            </a:p>
          </p:txBody>
        </p:sp>
        <p:sp>
          <p:nvSpPr>
            <p:cNvPr id="172" name="TextBox 171">
              <a:extLst>
                <a:ext uri="{FF2B5EF4-FFF2-40B4-BE49-F238E27FC236}">
                  <a16:creationId xmlns:a16="http://schemas.microsoft.com/office/drawing/2014/main" id="{8C1AAE76-0455-C544-8376-D8EE0AC82527}"/>
                </a:ext>
              </a:extLst>
            </p:cNvPr>
            <p:cNvSpPr txBox="1"/>
            <p:nvPr/>
          </p:nvSpPr>
          <p:spPr>
            <a:xfrm>
              <a:off x="10221813" y="2840777"/>
              <a:ext cx="671979" cy="215444"/>
            </a:xfrm>
            <a:prstGeom prst="rect">
              <a:avLst/>
            </a:prstGeom>
            <a:noFill/>
          </p:spPr>
          <p:txBody>
            <a:bodyPr wrap="square" rtlCol="0">
              <a:spAutoFit/>
            </a:bodyPr>
            <a:lstStyle/>
            <a:p>
              <a:r>
                <a:rPr lang="en-US" sz="800">
                  <a:solidFill>
                    <a:schemeClr val="bg2">
                      <a:lumMod val="25000"/>
                    </a:schemeClr>
                  </a:solidFill>
                </a:rPr>
                <a:t>Focus areas</a:t>
              </a:r>
            </a:p>
          </p:txBody>
        </p:sp>
      </p:grpSp>
      <p:sp>
        <p:nvSpPr>
          <p:cNvPr id="173" name="Rounded Rectangle 172">
            <a:extLst>
              <a:ext uri="{FF2B5EF4-FFF2-40B4-BE49-F238E27FC236}">
                <a16:creationId xmlns:a16="http://schemas.microsoft.com/office/drawing/2014/main" id="{68738422-2EB1-3843-BA9D-857604A0F58F}"/>
              </a:ext>
            </a:extLst>
          </p:cNvPr>
          <p:cNvSpPr/>
          <p:nvPr/>
        </p:nvSpPr>
        <p:spPr>
          <a:xfrm>
            <a:off x="9098809" y="1408076"/>
            <a:ext cx="837802" cy="468475"/>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Customer</a:t>
            </a:r>
          </a:p>
          <a:p>
            <a:pPr algn="ctr"/>
            <a:r>
              <a:rPr lang="en-US" sz="1200">
                <a:latin typeface="Calibri" panose="020F0502020204030204" pitchFamily="34" charset="0"/>
                <a:cs typeface="Calibri" panose="020F0502020204030204" pitchFamily="34" charset="0"/>
              </a:rPr>
              <a:t>Cost</a:t>
            </a:r>
          </a:p>
        </p:txBody>
      </p:sp>
      <p:sp>
        <p:nvSpPr>
          <p:cNvPr id="174" name="Rounded Rectangle 173">
            <a:extLst>
              <a:ext uri="{FF2B5EF4-FFF2-40B4-BE49-F238E27FC236}">
                <a16:creationId xmlns:a16="http://schemas.microsoft.com/office/drawing/2014/main" id="{9D33EE9E-2183-8645-8ABF-B84079C863D0}"/>
              </a:ext>
            </a:extLst>
          </p:cNvPr>
          <p:cNvSpPr/>
          <p:nvPr/>
        </p:nvSpPr>
        <p:spPr>
          <a:xfrm>
            <a:off x="9109301" y="1962877"/>
            <a:ext cx="833790" cy="197682"/>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Driver</a:t>
            </a:r>
          </a:p>
        </p:txBody>
      </p:sp>
      <p:sp>
        <p:nvSpPr>
          <p:cNvPr id="183" name="Rounded Rectangle 182">
            <a:extLst>
              <a:ext uri="{FF2B5EF4-FFF2-40B4-BE49-F238E27FC236}">
                <a16:creationId xmlns:a16="http://schemas.microsoft.com/office/drawing/2014/main" id="{BC57AAFD-8502-BA4C-887B-4E5EA5796614}"/>
              </a:ext>
            </a:extLst>
          </p:cNvPr>
          <p:cNvSpPr/>
          <p:nvPr/>
        </p:nvSpPr>
        <p:spPr>
          <a:xfrm>
            <a:off x="10009093" y="1389828"/>
            <a:ext cx="937979" cy="240957"/>
          </a:xfrm>
          <a:prstGeom prst="roundRect">
            <a:avLst/>
          </a:prstGeom>
          <a:solidFill>
            <a:schemeClr val="accent1">
              <a:lumMod val="60000"/>
              <a:lumOff val="4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latin typeface="Calibri" panose="020F0502020204030204" pitchFamily="34" charset="0"/>
                <a:cs typeface="Calibri" panose="020F0502020204030204" pitchFamily="34" charset="0"/>
              </a:rPr>
              <a:t>Decrease conversion</a:t>
            </a:r>
          </a:p>
        </p:txBody>
      </p:sp>
      <p:sp>
        <p:nvSpPr>
          <p:cNvPr id="184" name="Rounded Rectangle 183">
            <a:extLst>
              <a:ext uri="{FF2B5EF4-FFF2-40B4-BE49-F238E27FC236}">
                <a16:creationId xmlns:a16="http://schemas.microsoft.com/office/drawing/2014/main" id="{2EA0B741-ED92-254C-B3F7-EFF43D786877}"/>
              </a:ext>
            </a:extLst>
          </p:cNvPr>
          <p:cNvSpPr/>
          <p:nvPr/>
        </p:nvSpPr>
        <p:spPr>
          <a:xfrm>
            <a:off x="11007630" y="1369255"/>
            <a:ext cx="837802" cy="269670"/>
          </a:xfrm>
          <a:prstGeom prst="roundRect">
            <a:avLst/>
          </a:prstGeom>
          <a:solidFill>
            <a:schemeClr val="accent1">
              <a:lumMod val="60000"/>
              <a:lumOff val="4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Attrition</a:t>
            </a:r>
          </a:p>
        </p:txBody>
      </p:sp>
      <p:sp>
        <p:nvSpPr>
          <p:cNvPr id="185" name="Rounded Rectangle 184">
            <a:extLst>
              <a:ext uri="{FF2B5EF4-FFF2-40B4-BE49-F238E27FC236}">
                <a16:creationId xmlns:a16="http://schemas.microsoft.com/office/drawing/2014/main" id="{700B6358-53EA-224E-9B29-A624602D7DC0}"/>
              </a:ext>
            </a:extLst>
          </p:cNvPr>
          <p:cNvSpPr/>
          <p:nvPr/>
        </p:nvSpPr>
        <p:spPr>
          <a:xfrm>
            <a:off x="10018237" y="1665734"/>
            <a:ext cx="1828491" cy="223949"/>
          </a:xfrm>
          <a:prstGeom prst="roundRect">
            <a:avLst/>
          </a:prstGeom>
          <a:solidFill>
            <a:schemeClr val="accent1">
              <a:lumMod val="60000"/>
              <a:lumOff val="4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latin typeface="Calibri" panose="020F0502020204030204" pitchFamily="34" charset="0"/>
                <a:cs typeface="Calibri" panose="020F0502020204030204" pitchFamily="34" charset="0"/>
              </a:rPr>
              <a:t>Customer support; no SLA’s </a:t>
            </a:r>
          </a:p>
        </p:txBody>
      </p:sp>
      <p:sp>
        <p:nvSpPr>
          <p:cNvPr id="186" name="Rounded Rectangle 185">
            <a:extLst>
              <a:ext uri="{FF2B5EF4-FFF2-40B4-BE49-F238E27FC236}">
                <a16:creationId xmlns:a16="http://schemas.microsoft.com/office/drawing/2014/main" id="{28D68469-CD35-DE41-9117-62AC3E975BB4}"/>
              </a:ext>
            </a:extLst>
          </p:cNvPr>
          <p:cNvSpPr/>
          <p:nvPr/>
        </p:nvSpPr>
        <p:spPr>
          <a:xfrm>
            <a:off x="10033646" y="1950495"/>
            <a:ext cx="837802" cy="223949"/>
          </a:xfrm>
          <a:prstGeom prst="roundRect">
            <a:avLst/>
          </a:prstGeom>
          <a:solidFill>
            <a:schemeClr val="accent1">
              <a:lumMod val="60000"/>
              <a:lumOff val="4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Fuel</a:t>
            </a:r>
          </a:p>
        </p:txBody>
      </p:sp>
      <p:sp>
        <p:nvSpPr>
          <p:cNvPr id="187" name="Rounded Rectangle 186">
            <a:extLst>
              <a:ext uri="{FF2B5EF4-FFF2-40B4-BE49-F238E27FC236}">
                <a16:creationId xmlns:a16="http://schemas.microsoft.com/office/drawing/2014/main" id="{DBEAF58D-FD5B-B244-8AAA-EC535057D401}"/>
              </a:ext>
            </a:extLst>
          </p:cNvPr>
          <p:cNvSpPr/>
          <p:nvPr/>
        </p:nvSpPr>
        <p:spPr>
          <a:xfrm>
            <a:off x="10890385" y="1947466"/>
            <a:ext cx="837802" cy="223949"/>
          </a:xfrm>
          <a:prstGeom prst="roundRect">
            <a:avLst/>
          </a:prstGeom>
          <a:solidFill>
            <a:schemeClr val="accent1">
              <a:lumMod val="60000"/>
              <a:lumOff val="4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a:latin typeface="Calibri" panose="020F0502020204030204" pitchFamily="34" charset="0"/>
                <a:cs typeface="Calibri" panose="020F0502020204030204" pitchFamily="34" charset="0"/>
              </a:rPr>
              <a:t>Maintenance</a:t>
            </a:r>
          </a:p>
        </p:txBody>
      </p:sp>
      <p:grpSp>
        <p:nvGrpSpPr>
          <p:cNvPr id="18" name="Group 17">
            <a:extLst>
              <a:ext uri="{FF2B5EF4-FFF2-40B4-BE49-F238E27FC236}">
                <a16:creationId xmlns:a16="http://schemas.microsoft.com/office/drawing/2014/main" id="{0EAA55A7-3BE4-454A-979E-23CD6648F8EE}"/>
              </a:ext>
            </a:extLst>
          </p:cNvPr>
          <p:cNvGrpSpPr/>
          <p:nvPr/>
        </p:nvGrpSpPr>
        <p:grpSpPr>
          <a:xfrm>
            <a:off x="8980361" y="4774071"/>
            <a:ext cx="1445958" cy="1677264"/>
            <a:chOff x="9124624" y="4762958"/>
            <a:chExt cx="1874863" cy="2108774"/>
          </a:xfrm>
        </p:grpSpPr>
        <p:grpSp>
          <p:nvGrpSpPr>
            <p:cNvPr id="128" name="Group 127">
              <a:extLst>
                <a:ext uri="{FF2B5EF4-FFF2-40B4-BE49-F238E27FC236}">
                  <a16:creationId xmlns:a16="http://schemas.microsoft.com/office/drawing/2014/main" id="{99378F12-C53F-C943-9498-7839BCF183F6}"/>
                </a:ext>
              </a:extLst>
            </p:cNvPr>
            <p:cNvGrpSpPr/>
            <p:nvPr/>
          </p:nvGrpSpPr>
          <p:grpSpPr>
            <a:xfrm>
              <a:off x="9124624" y="4762958"/>
              <a:ext cx="1445959" cy="1442611"/>
              <a:chOff x="1116587" y="809181"/>
              <a:chExt cx="5252977" cy="5252209"/>
            </a:xfrm>
          </p:grpSpPr>
          <p:sp>
            <p:nvSpPr>
              <p:cNvPr id="131" name="Freeform 5">
                <a:extLst>
                  <a:ext uri="{FF2B5EF4-FFF2-40B4-BE49-F238E27FC236}">
                    <a16:creationId xmlns:a16="http://schemas.microsoft.com/office/drawing/2014/main" id="{A674DF95-5219-9D46-B4A1-372B7C8FCBEA}"/>
                  </a:ext>
                </a:extLst>
              </p:cNvPr>
              <p:cNvSpPr>
                <a:spLocks/>
              </p:cNvSpPr>
              <p:nvPr/>
            </p:nvSpPr>
            <p:spPr bwMode="auto">
              <a:xfrm rot="2419960">
                <a:off x="2444266" y="809181"/>
                <a:ext cx="2662209" cy="2260919"/>
              </a:xfrm>
              <a:custGeom>
                <a:avLst/>
                <a:gdLst>
                  <a:gd name="T0" fmla="*/ 252 w 1605"/>
                  <a:gd name="T1" fmla="*/ 1119 h 1367"/>
                  <a:gd name="T2" fmla="*/ 460 w 1605"/>
                  <a:gd name="T3" fmla="*/ 1367 h 1367"/>
                  <a:gd name="T4" fmla="*/ 1353 w 1605"/>
                  <a:gd name="T5" fmla="*/ 461 h 1367"/>
                  <a:gd name="T6" fmla="*/ 1605 w 1605"/>
                  <a:gd name="T7" fmla="*/ 250 h 1367"/>
                  <a:gd name="T8" fmla="*/ 1395 w 1605"/>
                  <a:gd name="T9" fmla="*/ 0 h 1367"/>
                  <a:gd name="T10" fmla="*/ 1381 w 1605"/>
                  <a:gd name="T11" fmla="*/ 0 h 1367"/>
                  <a:gd name="T12" fmla="*/ 0 w 1605"/>
                  <a:gd name="T13" fmla="*/ 1331 h 1367"/>
                  <a:gd name="T14" fmla="*/ 252 w 1605"/>
                  <a:gd name="T15" fmla="*/ 1119 h 13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5" h="1367">
                    <a:moveTo>
                      <a:pt x="252" y="1119"/>
                    </a:moveTo>
                    <a:cubicBezTo>
                      <a:pt x="460" y="1367"/>
                      <a:pt x="460" y="1367"/>
                      <a:pt x="460" y="1367"/>
                    </a:cubicBezTo>
                    <a:cubicBezTo>
                      <a:pt x="468" y="874"/>
                      <a:pt x="862" y="476"/>
                      <a:pt x="1353" y="461"/>
                    </a:cubicBezTo>
                    <a:cubicBezTo>
                      <a:pt x="1605" y="250"/>
                      <a:pt x="1605" y="250"/>
                      <a:pt x="1605" y="250"/>
                    </a:cubicBezTo>
                    <a:cubicBezTo>
                      <a:pt x="1395" y="0"/>
                      <a:pt x="1395" y="0"/>
                      <a:pt x="1395" y="0"/>
                    </a:cubicBezTo>
                    <a:cubicBezTo>
                      <a:pt x="1391" y="0"/>
                      <a:pt x="1386" y="0"/>
                      <a:pt x="1381" y="0"/>
                    </a:cubicBezTo>
                    <a:cubicBezTo>
                      <a:pt x="635" y="0"/>
                      <a:pt x="27" y="591"/>
                      <a:pt x="0" y="1331"/>
                    </a:cubicBezTo>
                    <a:lnTo>
                      <a:pt x="252" y="1119"/>
                    </a:lnTo>
                    <a:close/>
                  </a:path>
                </a:pathLst>
              </a:custGeom>
              <a:solidFill>
                <a:srgbClr val="002060"/>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solidFill>
                    <a:sysClr val="windowText" lastClr="000000"/>
                  </a:solidFill>
                </a:endParaRPr>
              </a:p>
            </p:txBody>
          </p:sp>
          <p:sp>
            <p:nvSpPr>
              <p:cNvPr id="132" name="Freeform 6">
                <a:extLst>
                  <a:ext uri="{FF2B5EF4-FFF2-40B4-BE49-F238E27FC236}">
                    <a16:creationId xmlns:a16="http://schemas.microsoft.com/office/drawing/2014/main" id="{02A04DEC-42BB-C844-8ED0-1290162900BB}"/>
                  </a:ext>
                </a:extLst>
              </p:cNvPr>
              <p:cNvSpPr>
                <a:spLocks/>
              </p:cNvSpPr>
              <p:nvPr/>
            </p:nvSpPr>
            <p:spPr bwMode="auto">
              <a:xfrm rot="2419960">
                <a:off x="4103750" y="2141963"/>
                <a:ext cx="2265814" cy="2656092"/>
              </a:xfrm>
              <a:custGeom>
                <a:avLst/>
                <a:gdLst>
                  <a:gd name="T0" fmla="*/ 247 w 1366"/>
                  <a:gd name="T1" fmla="*/ 252 h 1605"/>
                  <a:gd name="T2" fmla="*/ 0 w 1366"/>
                  <a:gd name="T3" fmla="*/ 460 h 1605"/>
                  <a:gd name="T4" fmla="*/ 905 w 1366"/>
                  <a:gd name="T5" fmla="*/ 1353 h 1605"/>
                  <a:gd name="T6" fmla="*/ 1116 w 1366"/>
                  <a:gd name="T7" fmla="*/ 1605 h 1605"/>
                  <a:gd name="T8" fmla="*/ 1366 w 1366"/>
                  <a:gd name="T9" fmla="*/ 1396 h 1605"/>
                  <a:gd name="T10" fmla="*/ 1366 w 1366"/>
                  <a:gd name="T11" fmla="*/ 1381 h 1605"/>
                  <a:gd name="T12" fmla="*/ 35 w 1366"/>
                  <a:gd name="T13" fmla="*/ 0 h 1605"/>
                  <a:gd name="T14" fmla="*/ 247 w 1366"/>
                  <a:gd name="T15" fmla="*/ 252 h 16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6" h="1605">
                    <a:moveTo>
                      <a:pt x="247" y="252"/>
                    </a:moveTo>
                    <a:cubicBezTo>
                      <a:pt x="0" y="460"/>
                      <a:pt x="0" y="460"/>
                      <a:pt x="0" y="460"/>
                    </a:cubicBezTo>
                    <a:cubicBezTo>
                      <a:pt x="492" y="468"/>
                      <a:pt x="890" y="863"/>
                      <a:pt x="905" y="1353"/>
                    </a:cubicBezTo>
                    <a:cubicBezTo>
                      <a:pt x="1116" y="1605"/>
                      <a:pt x="1116" y="1605"/>
                      <a:pt x="1116" y="1605"/>
                    </a:cubicBezTo>
                    <a:cubicBezTo>
                      <a:pt x="1366" y="1396"/>
                      <a:pt x="1366" y="1396"/>
                      <a:pt x="1366" y="1396"/>
                    </a:cubicBezTo>
                    <a:cubicBezTo>
                      <a:pt x="1366" y="1391"/>
                      <a:pt x="1366" y="1386"/>
                      <a:pt x="1366" y="1381"/>
                    </a:cubicBezTo>
                    <a:cubicBezTo>
                      <a:pt x="1366" y="635"/>
                      <a:pt x="775" y="27"/>
                      <a:pt x="35" y="0"/>
                    </a:cubicBezTo>
                    <a:lnTo>
                      <a:pt x="247" y="252"/>
                    </a:lnTo>
                    <a:close/>
                  </a:path>
                </a:pathLst>
              </a:custGeom>
              <a:solidFill>
                <a:schemeClr val="accent1">
                  <a:lumMod val="75000"/>
                </a:schemeClr>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solidFill>
                    <a:sysClr val="windowText" lastClr="000000"/>
                  </a:solidFill>
                </a:endParaRPr>
              </a:p>
            </p:txBody>
          </p:sp>
          <p:sp>
            <p:nvSpPr>
              <p:cNvPr id="133" name="Freeform 7">
                <a:extLst>
                  <a:ext uri="{FF2B5EF4-FFF2-40B4-BE49-F238E27FC236}">
                    <a16:creationId xmlns:a16="http://schemas.microsoft.com/office/drawing/2014/main" id="{2F31C36E-23B8-A941-A0ED-C89F6A60ACCC}"/>
                  </a:ext>
                </a:extLst>
              </p:cNvPr>
              <p:cNvSpPr>
                <a:spLocks/>
              </p:cNvSpPr>
              <p:nvPr/>
            </p:nvSpPr>
            <p:spPr bwMode="auto">
              <a:xfrm rot="2419960">
                <a:off x="1116587" y="2081086"/>
                <a:ext cx="2265814" cy="2654867"/>
              </a:xfrm>
              <a:custGeom>
                <a:avLst/>
                <a:gdLst>
                  <a:gd name="T0" fmla="*/ 1119 w 1366"/>
                  <a:gd name="T1" fmla="*/ 1353 h 1605"/>
                  <a:gd name="T2" fmla="*/ 1366 w 1366"/>
                  <a:gd name="T3" fmla="*/ 1145 h 1605"/>
                  <a:gd name="T4" fmla="*/ 461 w 1366"/>
                  <a:gd name="T5" fmla="*/ 252 h 1605"/>
                  <a:gd name="T6" fmla="*/ 250 w 1366"/>
                  <a:gd name="T7" fmla="*/ 0 h 1605"/>
                  <a:gd name="T8" fmla="*/ 0 w 1366"/>
                  <a:gd name="T9" fmla="*/ 210 h 1605"/>
                  <a:gd name="T10" fmla="*/ 0 w 1366"/>
                  <a:gd name="T11" fmla="*/ 224 h 1605"/>
                  <a:gd name="T12" fmla="*/ 1331 w 1366"/>
                  <a:gd name="T13" fmla="*/ 1605 h 1605"/>
                  <a:gd name="T14" fmla="*/ 1119 w 1366"/>
                  <a:gd name="T15" fmla="*/ 1353 h 16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6" h="1605">
                    <a:moveTo>
                      <a:pt x="1119" y="1353"/>
                    </a:moveTo>
                    <a:cubicBezTo>
                      <a:pt x="1366" y="1145"/>
                      <a:pt x="1366" y="1145"/>
                      <a:pt x="1366" y="1145"/>
                    </a:cubicBezTo>
                    <a:cubicBezTo>
                      <a:pt x="874" y="1137"/>
                      <a:pt x="476" y="743"/>
                      <a:pt x="461" y="252"/>
                    </a:cubicBezTo>
                    <a:cubicBezTo>
                      <a:pt x="250" y="0"/>
                      <a:pt x="250" y="0"/>
                      <a:pt x="250" y="0"/>
                    </a:cubicBezTo>
                    <a:cubicBezTo>
                      <a:pt x="0" y="210"/>
                      <a:pt x="0" y="210"/>
                      <a:pt x="0" y="210"/>
                    </a:cubicBezTo>
                    <a:cubicBezTo>
                      <a:pt x="0" y="215"/>
                      <a:pt x="0" y="219"/>
                      <a:pt x="0" y="224"/>
                    </a:cubicBezTo>
                    <a:cubicBezTo>
                      <a:pt x="0" y="970"/>
                      <a:pt x="591" y="1578"/>
                      <a:pt x="1331" y="1605"/>
                    </a:cubicBezTo>
                    <a:lnTo>
                      <a:pt x="1119" y="1353"/>
                    </a:lnTo>
                    <a:close/>
                  </a:path>
                </a:pathLst>
              </a:custGeom>
              <a:solidFill>
                <a:schemeClr val="accent1">
                  <a:lumMod val="20000"/>
                  <a:lumOff val="80000"/>
                </a:schemeClr>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p>
            </p:txBody>
          </p:sp>
          <p:sp>
            <p:nvSpPr>
              <p:cNvPr id="134" name="Freeform 8">
                <a:extLst>
                  <a:ext uri="{FF2B5EF4-FFF2-40B4-BE49-F238E27FC236}">
                    <a16:creationId xmlns:a16="http://schemas.microsoft.com/office/drawing/2014/main" id="{DDABE232-28C3-C940-A662-6B934D36F45F}"/>
                  </a:ext>
                </a:extLst>
              </p:cNvPr>
              <p:cNvSpPr>
                <a:spLocks/>
              </p:cNvSpPr>
              <p:nvPr/>
            </p:nvSpPr>
            <p:spPr bwMode="auto">
              <a:xfrm rot="2419960">
                <a:off x="2405027" y="3801694"/>
                <a:ext cx="2662209" cy="2259696"/>
              </a:xfrm>
              <a:custGeom>
                <a:avLst/>
                <a:gdLst>
                  <a:gd name="T0" fmla="*/ 1353 w 1605"/>
                  <a:gd name="T1" fmla="*/ 247 h 1366"/>
                  <a:gd name="T2" fmla="*/ 1145 w 1605"/>
                  <a:gd name="T3" fmla="*/ 0 h 1366"/>
                  <a:gd name="T4" fmla="*/ 252 w 1605"/>
                  <a:gd name="T5" fmla="*/ 905 h 1366"/>
                  <a:gd name="T6" fmla="*/ 0 w 1605"/>
                  <a:gd name="T7" fmla="*/ 1116 h 1366"/>
                  <a:gd name="T8" fmla="*/ 210 w 1605"/>
                  <a:gd name="T9" fmla="*/ 1366 h 1366"/>
                  <a:gd name="T10" fmla="*/ 224 w 1605"/>
                  <a:gd name="T11" fmla="*/ 1366 h 1366"/>
                  <a:gd name="T12" fmla="*/ 1605 w 1605"/>
                  <a:gd name="T13" fmla="*/ 35 h 1366"/>
                  <a:gd name="T14" fmla="*/ 1353 w 1605"/>
                  <a:gd name="T15" fmla="*/ 247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5" h="1366">
                    <a:moveTo>
                      <a:pt x="1353" y="247"/>
                    </a:moveTo>
                    <a:cubicBezTo>
                      <a:pt x="1145" y="0"/>
                      <a:pt x="1145" y="0"/>
                      <a:pt x="1145" y="0"/>
                    </a:cubicBezTo>
                    <a:cubicBezTo>
                      <a:pt x="1137" y="492"/>
                      <a:pt x="743" y="890"/>
                      <a:pt x="252" y="905"/>
                    </a:cubicBezTo>
                    <a:cubicBezTo>
                      <a:pt x="0" y="1116"/>
                      <a:pt x="0" y="1116"/>
                      <a:pt x="0" y="1116"/>
                    </a:cubicBezTo>
                    <a:cubicBezTo>
                      <a:pt x="210" y="1366"/>
                      <a:pt x="210" y="1366"/>
                      <a:pt x="210" y="1366"/>
                    </a:cubicBezTo>
                    <a:cubicBezTo>
                      <a:pt x="214" y="1366"/>
                      <a:pt x="219" y="1366"/>
                      <a:pt x="224" y="1366"/>
                    </a:cubicBezTo>
                    <a:cubicBezTo>
                      <a:pt x="970" y="1366"/>
                      <a:pt x="1578" y="775"/>
                      <a:pt x="1605" y="35"/>
                    </a:cubicBezTo>
                    <a:lnTo>
                      <a:pt x="1353" y="247"/>
                    </a:lnTo>
                    <a:close/>
                  </a:path>
                </a:pathLst>
              </a:custGeom>
              <a:solidFill>
                <a:schemeClr val="accent1">
                  <a:lumMod val="60000"/>
                  <a:lumOff val="40000"/>
                </a:schemeClr>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solidFill>
                    <a:sysClr val="windowText" lastClr="000000"/>
                  </a:solidFill>
                </a:endParaRPr>
              </a:p>
            </p:txBody>
          </p:sp>
        </p:grpSp>
        <p:sp>
          <p:nvSpPr>
            <p:cNvPr id="140" name="Oval 20">
              <a:extLst>
                <a:ext uri="{FF2B5EF4-FFF2-40B4-BE49-F238E27FC236}">
                  <a16:creationId xmlns:a16="http://schemas.microsoft.com/office/drawing/2014/main" id="{0DBEF972-B6D9-E440-93C3-ACD5A4E837AC}"/>
                </a:ext>
              </a:extLst>
            </p:cNvPr>
            <p:cNvSpPr>
              <a:spLocks noChangeArrowheads="1"/>
            </p:cNvSpPr>
            <p:nvPr/>
          </p:nvSpPr>
          <p:spPr bwMode="auto">
            <a:xfrm>
              <a:off x="9738141" y="4862336"/>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1</a:t>
              </a:r>
            </a:p>
          </p:txBody>
        </p:sp>
        <p:sp>
          <p:nvSpPr>
            <p:cNvPr id="141" name="Oval 20">
              <a:extLst>
                <a:ext uri="{FF2B5EF4-FFF2-40B4-BE49-F238E27FC236}">
                  <a16:creationId xmlns:a16="http://schemas.microsoft.com/office/drawing/2014/main" id="{3A7F735F-C98B-C146-8D6B-3599065EF3AE}"/>
                </a:ext>
              </a:extLst>
            </p:cNvPr>
            <p:cNvSpPr>
              <a:spLocks noChangeArrowheads="1"/>
            </p:cNvSpPr>
            <p:nvPr/>
          </p:nvSpPr>
          <p:spPr bwMode="auto">
            <a:xfrm>
              <a:off x="10260391" y="5321367"/>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2</a:t>
              </a:r>
            </a:p>
          </p:txBody>
        </p:sp>
        <p:sp>
          <p:nvSpPr>
            <p:cNvPr id="142" name="Oval 20">
              <a:extLst>
                <a:ext uri="{FF2B5EF4-FFF2-40B4-BE49-F238E27FC236}">
                  <a16:creationId xmlns:a16="http://schemas.microsoft.com/office/drawing/2014/main" id="{ECADDF28-C382-9C44-82D6-BCC4CC930A28}"/>
                </a:ext>
              </a:extLst>
            </p:cNvPr>
            <p:cNvSpPr>
              <a:spLocks noChangeArrowheads="1"/>
            </p:cNvSpPr>
            <p:nvPr/>
          </p:nvSpPr>
          <p:spPr bwMode="auto">
            <a:xfrm>
              <a:off x="9768115" y="5903912"/>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3</a:t>
              </a:r>
            </a:p>
          </p:txBody>
        </p:sp>
        <p:sp>
          <p:nvSpPr>
            <p:cNvPr id="143" name="Oval 20">
              <a:extLst>
                <a:ext uri="{FF2B5EF4-FFF2-40B4-BE49-F238E27FC236}">
                  <a16:creationId xmlns:a16="http://schemas.microsoft.com/office/drawing/2014/main" id="{51CC5F34-6215-154F-A76A-BAEABC3B510A}"/>
                </a:ext>
              </a:extLst>
            </p:cNvPr>
            <p:cNvSpPr>
              <a:spLocks noChangeArrowheads="1"/>
            </p:cNvSpPr>
            <p:nvPr/>
          </p:nvSpPr>
          <p:spPr bwMode="auto">
            <a:xfrm>
              <a:off x="9241168" y="5380996"/>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4</a:t>
              </a:r>
            </a:p>
          </p:txBody>
        </p:sp>
        <p:sp>
          <p:nvSpPr>
            <p:cNvPr id="10" name="TextBox 9">
              <a:extLst>
                <a:ext uri="{FF2B5EF4-FFF2-40B4-BE49-F238E27FC236}">
                  <a16:creationId xmlns:a16="http://schemas.microsoft.com/office/drawing/2014/main" id="{3BD4C357-DDBA-E54E-B9B7-335A015F84CF}"/>
                </a:ext>
              </a:extLst>
            </p:cNvPr>
            <p:cNvSpPr txBox="1"/>
            <p:nvPr/>
          </p:nvSpPr>
          <p:spPr>
            <a:xfrm>
              <a:off x="10814756" y="6502400"/>
              <a:ext cx="184731" cy="369332"/>
            </a:xfrm>
            <a:prstGeom prst="rect">
              <a:avLst/>
            </a:prstGeom>
            <a:noFill/>
          </p:spPr>
          <p:txBody>
            <a:bodyPr wrap="none" rtlCol="0">
              <a:spAutoFit/>
            </a:bodyPr>
            <a:lstStyle/>
            <a:p>
              <a:endParaRPr lang="en-US"/>
            </a:p>
          </p:txBody>
        </p:sp>
      </p:grpSp>
      <p:sp>
        <p:nvSpPr>
          <p:cNvPr id="145" name="TextBox 144">
            <a:extLst>
              <a:ext uri="{FF2B5EF4-FFF2-40B4-BE49-F238E27FC236}">
                <a16:creationId xmlns:a16="http://schemas.microsoft.com/office/drawing/2014/main" id="{58B052B5-397B-8C45-8C08-C3D63BFEF5E6}"/>
              </a:ext>
            </a:extLst>
          </p:cNvPr>
          <p:cNvSpPr txBox="1"/>
          <p:nvPr/>
        </p:nvSpPr>
        <p:spPr>
          <a:xfrm>
            <a:off x="9254775" y="5186087"/>
            <a:ext cx="643125" cy="338554"/>
          </a:xfrm>
          <a:prstGeom prst="rect">
            <a:avLst/>
          </a:prstGeom>
          <a:noFill/>
        </p:spPr>
        <p:txBody>
          <a:bodyPr wrap="none" rtlCol="0">
            <a:spAutoFit/>
          </a:bodyPr>
          <a:lstStyle/>
          <a:p>
            <a:pPr algn="ctr"/>
            <a:r>
              <a:rPr lang="en-US" sz="800">
                <a:solidFill>
                  <a:schemeClr val="bg2">
                    <a:lumMod val="50000"/>
                  </a:schemeClr>
                </a:solidFill>
              </a:rPr>
              <a:t>Leadership</a:t>
            </a:r>
          </a:p>
          <a:p>
            <a:pPr algn="ctr"/>
            <a:r>
              <a:rPr lang="en-US" sz="800">
                <a:solidFill>
                  <a:schemeClr val="bg2">
                    <a:lumMod val="50000"/>
                  </a:schemeClr>
                </a:solidFill>
              </a:rPr>
              <a:t>Playbook</a:t>
            </a:r>
          </a:p>
        </p:txBody>
      </p:sp>
      <p:sp>
        <p:nvSpPr>
          <p:cNvPr id="19" name="TextBox 18">
            <a:extLst>
              <a:ext uri="{FF2B5EF4-FFF2-40B4-BE49-F238E27FC236}">
                <a16:creationId xmlns:a16="http://schemas.microsoft.com/office/drawing/2014/main" id="{C2BE72EE-1CA3-E843-94A8-6B4278AA3DA2}"/>
              </a:ext>
            </a:extLst>
          </p:cNvPr>
          <p:cNvSpPr txBox="1"/>
          <p:nvPr/>
        </p:nvSpPr>
        <p:spPr>
          <a:xfrm>
            <a:off x="10029177" y="4872912"/>
            <a:ext cx="2043317" cy="1015663"/>
          </a:xfrm>
          <a:prstGeom prst="rect">
            <a:avLst/>
          </a:prstGeom>
          <a:noFill/>
        </p:spPr>
        <p:txBody>
          <a:bodyPr wrap="square" rtlCol="0">
            <a:spAutoFit/>
          </a:bodyPr>
          <a:lstStyle/>
          <a:p>
            <a:pPr marL="228600" indent="-228600">
              <a:buAutoNum type="arabicPeriod"/>
            </a:pPr>
            <a:r>
              <a:rPr lang="en-US" sz="1200"/>
              <a:t>Enforce standards battle</a:t>
            </a:r>
          </a:p>
          <a:p>
            <a:pPr marL="228600" indent="-228600">
              <a:buAutoNum type="arabicPeriod"/>
            </a:pPr>
            <a:r>
              <a:rPr lang="en-US" sz="1200"/>
              <a:t>Establish virtuous cycle</a:t>
            </a:r>
          </a:p>
          <a:p>
            <a:pPr marL="228600" indent="-228600">
              <a:buAutoNum type="arabicPeriod"/>
            </a:pPr>
            <a:r>
              <a:rPr lang="en-US" sz="1200"/>
              <a:t>Break performance barriers</a:t>
            </a:r>
          </a:p>
          <a:p>
            <a:pPr marL="228600" indent="-228600">
              <a:buAutoNum type="arabicPeriod"/>
            </a:pPr>
            <a:r>
              <a:rPr lang="en-US" sz="1200"/>
              <a:t>Reinforce market shaping </a:t>
            </a:r>
          </a:p>
        </p:txBody>
      </p:sp>
    </p:spTree>
    <p:extLst>
      <p:ext uri="{BB962C8B-B14F-4D97-AF65-F5344CB8AC3E}">
        <p14:creationId xmlns:p14="http://schemas.microsoft.com/office/powerpoint/2010/main" val="289575292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E712B5D-9D76-E6DE-80E8-A41540053A44}"/>
              </a:ext>
            </a:extLst>
          </p:cNvPr>
          <p:cNvSpPr/>
          <p:nvPr/>
        </p:nvSpPr>
        <p:spPr>
          <a:xfrm>
            <a:off x="708175" y="5408392"/>
            <a:ext cx="11304000" cy="677010"/>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147074" y="26530"/>
            <a:ext cx="11833889" cy="474455"/>
          </a:xfrm>
        </p:spPr>
        <p:txBody>
          <a:bodyPr vert="horz" lIns="91440" tIns="45720" rIns="91440" bIns="45720" rtlCol="0" anchor="t">
            <a:noAutofit/>
          </a:bodyPr>
          <a:lstStyle/>
          <a:p>
            <a:pPr marL="0" indent="0">
              <a:buNone/>
            </a:pPr>
            <a:r>
              <a:rPr lang="en-US" sz="2000">
                <a:latin typeface="Calibri" panose="020F0502020204030204" pitchFamily="34" charset="0"/>
                <a:cs typeface="Calibri" panose="020F0502020204030204" pitchFamily="34" charset="0"/>
              </a:rPr>
              <a:t>Augmentation of physical assets across value chain with 360-degree technology stack will lead to Total Supply Chain Reinvention </a:t>
            </a:r>
          </a:p>
        </p:txBody>
      </p:sp>
      <p:grpSp>
        <p:nvGrpSpPr>
          <p:cNvPr id="27" name="Group 26">
            <a:extLst>
              <a:ext uri="{FF2B5EF4-FFF2-40B4-BE49-F238E27FC236}">
                <a16:creationId xmlns:a16="http://schemas.microsoft.com/office/drawing/2014/main" id="{34A9CEB8-C9B7-A7B6-E99B-0F1AAFAEC0F7}"/>
              </a:ext>
            </a:extLst>
          </p:cNvPr>
          <p:cNvGrpSpPr/>
          <p:nvPr/>
        </p:nvGrpSpPr>
        <p:grpSpPr>
          <a:xfrm>
            <a:off x="148281" y="915146"/>
            <a:ext cx="492988" cy="1667726"/>
            <a:chOff x="83172" y="669072"/>
            <a:chExt cx="1055907" cy="1097946"/>
          </a:xfrm>
          <a:solidFill>
            <a:schemeClr val="accent1">
              <a:lumMod val="50000"/>
            </a:schemeClr>
          </a:solidFill>
          <a:effectLst>
            <a:outerShdw blurRad="50800" dist="38100" algn="l" rotWithShape="0">
              <a:prstClr val="black">
                <a:alpha val="40000"/>
              </a:prstClr>
            </a:outerShdw>
          </a:effectLst>
        </p:grpSpPr>
        <p:sp>
          <p:nvSpPr>
            <p:cNvPr id="21" name="Pentagon 20">
              <a:extLst>
                <a:ext uri="{FF2B5EF4-FFF2-40B4-BE49-F238E27FC236}">
                  <a16:creationId xmlns:a16="http://schemas.microsoft.com/office/drawing/2014/main" id="{D6494F22-21E9-2235-F3BA-49706501D18E}"/>
                </a:ext>
              </a:extLst>
            </p:cNvPr>
            <p:cNvSpPr/>
            <p:nvPr/>
          </p:nvSpPr>
          <p:spPr>
            <a:xfrm rot="5400000">
              <a:off x="72235" y="700174"/>
              <a:ext cx="1077781" cy="1055907"/>
            </a:xfrm>
            <a:prstGeom prst="homePlate">
              <a:avLst>
                <a:gd name="adj" fmla="val 2659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vert="horz" lIns="90000" rtlCol="0" anchor="ctr"/>
            <a:lstStyle/>
            <a:p>
              <a:pPr algn="ctr"/>
              <a:endParaRPr lang="en-US" sz="1300" b="1">
                <a:latin typeface="Calibri" panose="020F0502020204030204" pitchFamily="34" charset="0"/>
                <a:cs typeface="Calibri" panose="020F0502020204030204" pitchFamily="34" charset="0"/>
              </a:endParaRPr>
            </a:p>
          </p:txBody>
        </p:sp>
        <p:sp>
          <p:nvSpPr>
            <p:cNvPr id="26" name="TextBox 25">
              <a:extLst>
                <a:ext uri="{FF2B5EF4-FFF2-40B4-BE49-F238E27FC236}">
                  <a16:creationId xmlns:a16="http://schemas.microsoft.com/office/drawing/2014/main" id="{1C5FD057-9129-D9B9-4E3D-E0EC4A425C56}"/>
                </a:ext>
              </a:extLst>
            </p:cNvPr>
            <p:cNvSpPr txBox="1"/>
            <p:nvPr/>
          </p:nvSpPr>
          <p:spPr>
            <a:xfrm rot="16200000">
              <a:off x="62151" y="904919"/>
              <a:ext cx="1097945" cy="626252"/>
            </a:xfrm>
            <a:prstGeom prst="rect">
              <a:avLst/>
            </a:prstGeom>
            <a:noFill/>
            <a:ln>
              <a:noFill/>
            </a:ln>
          </p:spPr>
          <p:txBody>
            <a:bodyPr wrap="square" rtlCol="0" anchor="ctr">
              <a:spAutoFit/>
            </a:bodyPr>
            <a:lstStyle/>
            <a:p>
              <a:pPr algn="ctr"/>
              <a:r>
                <a:rPr lang="en-US" sz="1300" b="1">
                  <a:solidFill>
                    <a:schemeClr val="bg1"/>
                  </a:solidFill>
                  <a:latin typeface="Calibri" panose="020F0502020204030204" pitchFamily="34" charset="0"/>
                  <a:cs typeface="Calibri" panose="020F0502020204030204" pitchFamily="34" charset="0"/>
                </a:rPr>
                <a:t>City  WH</a:t>
              </a:r>
            </a:p>
          </p:txBody>
        </p:sp>
      </p:grpSp>
      <p:grpSp>
        <p:nvGrpSpPr>
          <p:cNvPr id="42" name="Group 41">
            <a:extLst>
              <a:ext uri="{FF2B5EF4-FFF2-40B4-BE49-F238E27FC236}">
                <a16:creationId xmlns:a16="http://schemas.microsoft.com/office/drawing/2014/main" id="{431A0BAC-B3B5-6214-7F39-AE1D443250F2}"/>
              </a:ext>
            </a:extLst>
          </p:cNvPr>
          <p:cNvGrpSpPr/>
          <p:nvPr/>
        </p:nvGrpSpPr>
        <p:grpSpPr>
          <a:xfrm>
            <a:off x="148281" y="2509713"/>
            <a:ext cx="492989" cy="1243679"/>
            <a:chOff x="73946" y="1635652"/>
            <a:chExt cx="1074356" cy="2247618"/>
          </a:xfrm>
          <a:solidFill>
            <a:schemeClr val="accent1">
              <a:lumMod val="50000"/>
            </a:schemeClr>
          </a:solidFill>
          <a:effectLst>
            <a:outerShdw blurRad="50800" dist="38100" algn="l" rotWithShape="0">
              <a:prstClr val="black">
                <a:alpha val="40000"/>
              </a:prstClr>
            </a:outerShdw>
          </a:effectLst>
        </p:grpSpPr>
        <p:sp>
          <p:nvSpPr>
            <p:cNvPr id="29" name="Chevron 28">
              <a:extLst>
                <a:ext uri="{FF2B5EF4-FFF2-40B4-BE49-F238E27FC236}">
                  <a16:creationId xmlns:a16="http://schemas.microsoft.com/office/drawing/2014/main" id="{DC7D0994-C70A-8066-BEC9-4FCBB6685AEC}"/>
                </a:ext>
              </a:extLst>
            </p:cNvPr>
            <p:cNvSpPr/>
            <p:nvPr/>
          </p:nvSpPr>
          <p:spPr>
            <a:xfrm rot="5400000">
              <a:off x="-512685" y="2222283"/>
              <a:ext cx="2247618" cy="1074356"/>
            </a:xfrm>
            <a:prstGeom prst="chevron">
              <a:avLst>
                <a:gd name="adj" fmla="val 26997"/>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b="1">
                <a:solidFill>
                  <a:schemeClr val="tx1"/>
                </a:solidFill>
                <a:latin typeface="Calibri" panose="020F0502020204030204" pitchFamily="34" charset="0"/>
                <a:cs typeface="Calibri" panose="020F0502020204030204" pitchFamily="34" charset="0"/>
              </a:endParaRPr>
            </a:p>
          </p:txBody>
        </p:sp>
        <p:sp>
          <p:nvSpPr>
            <p:cNvPr id="35" name="TextBox 34">
              <a:extLst>
                <a:ext uri="{FF2B5EF4-FFF2-40B4-BE49-F238E27FC236}">
                  <a16:creationId xmlns:a16="http://schemas.microsoft.com/office/drawing/2014/main" id="{E183B17F-09F1-5A6C-EB10-03B9062199FC}"/>
                </a:ext>
              </a:extLst>
            </p:cNvPr>
            <p:cNvSpPr txBox="1"/>
            <p:nvPr/>
          </p:nvSpPr>
          <p:spPr>
            <a:xfrm rot="16200000">
              <a:off x="-436921" y="2533396"/>
              <a:ext cx="2096088" cy="603656"/>
            </a:xfrm>
            <a:prstGeom prst="rect">
              <a:avLst/>
            </a:prstGeom>
            <a:noFill/>
            <a:ln>
              <a:noFill/>
            </a:ln>
          </p:spPr>
          <p:txBody>
            <a:bodyPr wrap="square" rtlCol="0" anchor="ctr">
              <a:spAutoFit/>
            </a:bodyPr>
            <a:lstStyle/>
            <a:p>
              <a:pPr algn="ctr"/>
              <a:r>
                <a:rPr lang="en-US" sz="1200" b="1">
                  <a:solidFill>
                    <a:schemeClr val="bg1"/>
                  </a:solidFill>
                  <a:latin typeface="Calibri" panose="020F0502020204030204" pitchFamily="34" charset="0"/>
                  <a:cs typeface="Calibri" panose="020F0502020204030204" pitchFamily="34" charset="0"/>
                </a:rPr>
                <a:t>Transportation</a:t>
              </a:r>
            </a:p>
          </p:txBody>
        </p:sp>
      </p:grpSp>
      <p:grpSp>
        <p:nvGrpSpPr>
          <p:cNvPr id="46" name="Group 45">
            <a:extLst>
              <a:ext uri="{FF2B5EF4-FFF2-40B4-BE49-F238E27FC236}">
                <a16:creationId xmlns:a16="http://schemas.microsoft.com/office/drawing/2014/main" id="{D1E0AE55-1D32-7763-BA58-3D1A3C8271DF}"/>
              </a:ext>
            </a:extLst>
          </p:cNvPr>
          <p:cNvGrpSpPr/>
          <p:nvPr/>
        </p:nvGrpSpPr>
        <p:grpSpPr>
          <a:xfrm>
            <a:off x="131311" y="3704919"/>
            <a:ext cx="501602" cy="1092462"/>
            <a:chOff x="73946" y="1635652"/>
            <a:chExt cx="1074356" cy="2247618"/>
          </a:xfrm>
          <a:solidFill>
            <a:schemeClr val="accent1">
              <a:lumMod val="50000"/>
            </a:schemeClr>
          </a:solidFill>
          <a:effectLst>
            <a:outerShdw blurRad="50800" dist="38100" algn="l" rotWithShape="0">
              <a:prstClr val="black">
                <a:alpha val="40000"/>
              </a:prstClr>
            </a:outerShdw>
          </a:effectLst>
        </p:grpSpPr>
        <p:sp>
          <p:nvSpPr>
            <p:cNvPr id="47" name="Chevron 46">
              <a:extLst>
                <a:ext uri="{FF2B5EF4-FFF2-40B4-BE49-F238E27FC236}">
                  <a16:creationId xmlns:a16="http://schemas.microsoft.com/office/drawing/2014/main" id="{FAF7C336-541E-3C59-7007-38A384B5924B}"/>
                </a:ext>
              </a:extLst>
            </p:cNvPr>
            <p:cNvSpPr/>
            <p:nvPr/>
          </p:nvSpPr>
          <p:spPr>
            <a:xfrm rot="5400000">
              <a:off x="-512685" y="2222283"/>
              <a:ext cx="2247618" cy="1074356"/>
            </a:xfrm>
            <a:prstGeom prst="chevron">
              <a:avLst>
                <a:gd name="adj" fmla="val 26997"/>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b="1">
                <a:solidFill>
                  <a:schemeClr val="tx1"/>
                </a:solidFill>
                <a:latin typeface="Calibri" panose="020F0502020204030204" pitchFamily="34" charset="0"/>
                <a:cs typeface="Calibri" panose="020F0502020204030204" pitchFamily="34" charset="0"/>
              </a:endParaRPr>
            </a:p>
          </p:txBody>
        </p:sp>
        <p:sp>
          <p:nvSpPr>
            <p:cNvPr id="51" name="TextBox 50">
              <a:extLst>
                <a:ext uri="{FF2B5EF4-FFF2-40B4-BE49-F238E27FC236}">
                  <a16:creationId xmlns:a16="http://schemas.microsoft.com/office/drawing/2014/main" id="{4DB292C1-B76C-80A8-9CD5-7DDABA9A275A}"/>
                </a:ext>
              </a:extLst>
            </p:cNvPr>
            <p:cNvSpPr txBox="1"/>
            <p:nvPr/>
          </p:nvSpPr>
          <p:spPr>
            <a:xfrm rot="16200000">
              <a:off x="-436922" y="2522099"/>
              <a:ext cx="2096085" cy="626251"/>
            </a:xfrm>
            <a:prstGeom prst="rect">
              <a:avLst/>
            </a:prstGeom>
            <a:noFill/>
            <a:ln>
              <a:noFill/>
            </a:ln>
          </p:spPr>
          <p:txBody>
            <a:bodyPr wrap="square" rtlCol="0" anchor="ctr">
              <a:spAutoFit/>
            </a:bodyPr>
            <a:lstStyle/>
            <a:p>
              <a:pPr algn="ctr"/>
              <a:r>
                <a:rPr lang="en-US" sz="1300" b="1">
                  <a:solidFill>
                    <a:schemeClr val="bg1"/>
                  </a:solidFill>
                  <a:latin typeface="Calibri" panose="020F0502020204030204" pitchFamily="34" charset="0"/>
                  <a:cs typeface="Calibri" panose="020F0502020204030204" pitchFamily="34" charset="0"/>
                </a:rPr>
                <a:t>Distribution</a:t>
              </a:r>
            </a:p>
          </p:txBody>
        </p:sp>
      </p:grpSp>
      <p:grpSp>
        <p:nvGrpSpPr>
          <p:cNvPr id="2077" name="Group 2076">
            <a:extLst>
              <a:ext uri="{FF2B5EF4-FFF2-40B4-BE49-F238E27FC236}">
                <a16:creationId xmlns:a16="http://schemas.microsoft.com/office/drawing/2014/main" id="{8C4E3A14-B8B2-3C5D-135D-D31FC5C4F0DC}"/>
              </a:ext>
            </a:extLst>
          </p:cNvPr>
          <p:cNvGrpSpPr/>
          <p:nvPr/>
        </p:nvGrpSpPr>
        <p:grpSpPr>
          <a:xfrm>
            <a:off x="135490" y="4767997"/>
            <a:ext cx="501602" cy="1018808"/>
            <a:chOff x="73946" y="1635652"/>
            <a:chExt cx="1074356" cy="2247618"/>
          </a:xfrm>
          <a:solidFill>
            <a:schemeClr val="accent1">
              <a:lumMod val="50000"/>
            </a:schemeClr>
          </a:solidFill>
          <a:effectLst>
            <a:outerShdw blurRad="50800" dist="38100" algn="l" rotWithShape="0">
              <a:prstClr val="black">
                <a:alpha val="40000"/>
              </a:prstClr>
            </a:outerShdw>
          </a:effectLst>
        </p:grpSpPr>
        <p:sp>
          <p:nvSpPr>
            <p:cNvPr id="2078" name="Chevron 46">
              <a:extLst>
                <a:ext uri="{FF2B5EF4-FFF2-40B4-BE49-F238E27FC236}">
                  <a16:creationId xmlns:a16="http://schemas.microsoft.com/office/drawing/2014/main" id="{369B5139-26C9-9FB7-B09A-E034B274A5F0}"/>
                </a:ext>
              </a:extLst>
            </p:cNvPr>
            <p:cNvSpPr/>
            <p:nvPr/>
          </p:nvSpPr>
          <p:spPr>
            <a:xfrm rot="5400000">
              <a:off x="-512685" y="2222283"/>
              <a:ext cx="2247618" cy="1074356"/>
            </a:xfrm>
            <a:prstGeom prst="chevron">
              <a:avLst>
                <a:gd name="adj" fmla="val 26997"/>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00" b="1">
                <a:solidFill>
                  <a:schemeClr val="tx1"/>
                </a:solidFill>
                <a:latin typeface="Calibri" panose="020F0502020204030204" pitchFamily="34" charset="0"/>
                <a:cs typeface="Calibri" panose="020F0502020204030204" pitchFamily="34" charset="0"/>
              </a:endParaRPr>
            </a:p>
          </p:txBody>
        </p:sp>
        <p:sp>
          <p:nvSpPr>
            <p:cNvPr id="2079" name="TextBox 2078">
              <a:extLst>
                <a:ext uri="{FF2B5EF4-FFF2-40B4-BE49-F238E27FC236}">
                  <a16:creationId xmlns:a16="http://schemas.microsoft.com/office/drawing/2014/main" id="{9618EFC8-0782-7A1F-9B45-8259B0C82783}"/>
                </a:ext>
              </a:extLst>
            </p:cNvPr>
            <p:cNvSpPr txBox="1"/>
            <p:nvPr/>
          </p:nvSpPr>
          <p:spPr>
            <a:xfrm rot="16200000">
              <a:off x="-436922" y="2522098"/>
              <a:ext cx="2096086" cy="626251"/>
            </a:xfrm>
            <a:prstGeom prst="rect">
              <a:avLst/>
            </a:prstGeom>
            <a:noFill/>
            <a:ln>
              <a:noFill/>
            </a:ln>
          </p:spPr>
          <p:txBody>
            <a:bodyPr wrap="square" rtlCol="0" anchor="ctr">
              <a:spAutoFit/>
            </a:bodyPr>
            <a:lstStyle/>
            <a:p>
              <a:pPr algn="ctr"/>
              <a:r>
                <a:rPr lang="en-US" sz="1300" b="1">
                  <a:solidFill>
                    <a:schemeClr val="bg2">
                      <a:lumMod val="25000"/>
                    </a:schemeClr>
                  </a:solidFill>
                  <a:latin typeface="Calibri" panose="020F0502020204030204" pitchFamily="34" charset="0"/>
                  <a:cs typeface="Calibri" panose="020F0502020204030204" pitchFamily="34" charset="0"/>
                </a:rPr>
                <a:t>Customer</a:t>
              </a:r>
            </a:p>
          </p:txBody>
        </p:sp>
      </p:grpSp>
      <p:grpSp>
        <p:nvGrpSpPr>
          <p:cNvPr id="1087" name="Group 1086">
            <a:extLst>
              <a:ext uri="{FF2B5EF4-FFF2-40B4-BE49-F238E27FC236}">
                <a16:creationId xmlns:a16="http://schemas.microsoft.com/office/drawing/2014/main" id="{2A0E7AE0-F916-74F9-25B5-C6197FC88440}"/>
              </a:ext>
            </a:extLst>
          </p:cNvPr>
          <p:cNvGrpSpPr/>
          <p:nvPr/>
        </p:nvGrpSpPr>
        <p:grpSpPr>
          <a:xfrm>
            <a:off x="724397" y="6234822"/>
            <a:ext cx="8488875" cy="491421"/>
            <a:chOff x="724397" y="6234822"/>
            <a:chExt cx="8488875" cy="491421"/>
          </a:xfrm>
        </p:grpSpPr>
        <p:sp>
          <p:nvSpPr>
            <p:cNvPr id="2048" name="Chevron 2047">
              <a:extLst>
                <a:ext uri="{FF2B5EF4-FFF2-40B4-BE49-F238E27FC236}">
                  <a16:creationId xmlns:a16="http://schemas.microsoft.com/office/drawing/2014/main" id="{8366E2D0-2AD2-6F82-827E-ED703CFA10C6}"/>
                </a:ext>
              </a:extLst>
            </p:cNvPr>
            <p:cNvSpPr/>
            <p:nvPr/>
          </p:nvSpPr>
          <p:spPr>
            <a:xfrm>
              <a:off x="2021852" y="6241611"/>
              <a:ext cx="1600122"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Total SC Reinvention</a:t>
              </a:r>
            </a:p>
          </p:txBody>
        </p:sp>
        <p:sp>
          <p:nvSpPr>
            <p:cNvPr id="2049" name="Chevron 2048">
              <a:extLst>
                <a:ext uri="{FF2B5EF4-FFF2-40B4-BE49-F238E27FC236}">
                  <a16:creationId xmlns:a16="http://schemas.microsoft.com/office/drawing/2014/main" id="{8F6F88B7-A0B7-764A-91A6-BC588C1F56B7}"/>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051" name="Chevron 2050">
              <a:extLst>
                <a:ext uri="{FF2B5EF4-FFF2-40B4-BE49-F238E27FC236}">
                  <a16:creationId xmlns:a16="http://schemas.microsoft.com/office/drawing/2014/main" id="{D98B59A9-B1C2-0EBF-D092-863B11B32E96}"/>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2053" name="Chevron 2052">
              <a:extLst>
                <a:ext uri="{FF2B5EF4-FFF2-40B4-BE49-F238E27FC236}">
                  <a16:creationId xmlns:a16="http://schemas.microsoft.com/office/drawing/2014/main" id="{23F126B1-7BA7-CD18-C17F-93A50AB5D673}"/>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2062" name="Chevron 2061">
              <a:extLst>
                <a:ext uri="{FF2B5EF4-FFF2-40B4-BE49-F238E27FC236}">
                  <a16:creationId xmlns:a16="http://schemas.microsoft.com/office/drawing/2014/main" id="{E8079E04-5B31-8D42-5419-11C462FBB9F9}"/>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2073" name="Chevron 2072">
              <a:extLst>
                <a:ext uri="{FF2B5EF4-FFF2-40B4-BE49-F238E27FC236}">
                  <a16:creationId xmlns:a16="http://schemas.microsoft.com/office/drawing/2014/main" id="{92178190-00DB-0A78-28B8-94A5DF33C773}"/>
                </a:ext>
              </a:extLst>
            </p:cNvPr>
            <p:cNvSpPr/>
            <p:nvPr/>
          </p:nvSpPr>
          <p:spPr>
            <a:xfrm>
              <a:off x="724397" y="6234822"/>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Industry Analysis</a:t>
              </a:r>
            </a:p>
          </p:txBody>
        </p:sp>
      </p:grpSp>
      <p:pic>
        <p:nvPicPr>
          <p:cNvPr id="4" name="object 71">
            <a:extLst>
              <a:ext uri="{FF2B5EF4-FFF2-40B4-BE49-F238E27FC236}">
                <a16:creationId xmlns:a16="http://schemas.microsoft.com/office/drawing/2014/main" id="{9DAAB6CD-9B86-E8F1-49A7-9BF28B7A9508}"/>
              </a:ext>
            </a:extLst>
          </p:cNvPr>
          <p:cNvPicPr/>
          <p:nvPr/>
        </p:nvPicPr>
        <p:blipFill>
          <a:blip r:embed="rId2" cstate="print"/>
          <a:stretch>
            <a:fillRect/>
          </a:stretch>
        </p:blipFill>
        <p:spPr>
          <a:xfrm>
            <a:off x="824845" y="1359769"/>
            <a:ext cx="880033" cy="861634"/>
          </a:xfrm>
          <a:prstGeom prst="rect">
            <a:avLst/>
          </a:prstGeom>
        </p:spPr>
      </p:pic>
      <p:pic>
        <p:nvPicPr>
          <p:cNvPr id="5" name="Picture 4" descr="Warehouse - Free transportation icons">
            <a:extLst>
              <a:ext uri="{FF2B5EF4-FFF2-40B4-BE49-F238E27FC236}">
                <a16:creationId xmlns:a16="http://schemas.microsoft.com/office/drawing/2014/main" id="{39E84477-D40F-4191-FCA5-32309D59FC70}"/>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6814" b="6748"/>
          <a:stretch/>
        </p:blipFill>
        <p:spPr bwMode="auto">
          <a:xfrm>
            <a:off x="2620366" y="1363852"/>
            <a:ext cx="745084" cy="857551"/>
          </a:xfrm>
          <a:prstGeom prst="rect">
            <a:avLst/>
          </a:prstGeom>
          <a:noFill/>
          <a:extLst>
            <a:ext uri="{909E8E84-426E-40DD-AFC4-6F175D3DCCD1}">
              <a14:hiddenFill xmlns:a14="http://schemas.microsoft.com/office/drawing/2010/main">
                <a:solidFill>
                  <a:srgbClr val="FFFFFF"/>
                </a:solidFill>
              </a14:hiddenFill>
            </a:ext>
          </a:extLst>
        </p:spPr>
      </p:pic>
      <p:grpSp>
        <p:nvGrpSpPr>
          <p:cNvPr id="14" name="Group 13">
            <a:extLst>
              <a:ext uri="{FF2B5EF4-FFF2-40B4-BE49-F238E27FC236}">
                <a16:creationId xmlns:a16="http://schemas.microsoft.com/office/drawing/2014/main" id="{2EA37629-E010-138B-7DD6-FFB385261211}"/>
              </a:ext>
            </a:extLst>
          </p:cNvPr>
          <p:cNvGrpSpPr/>
          <p:nvPr/>
        </p:nvGrpSpPr>
        <p:grpSpPr>
          <a:xfrm>
            <a:off x="1728628" y="1554944"/>
            <a:ext cx="915488" cy="432811"/>
            <a:chOff x="1828792" y="974622"/>
            <a:chExt cx="915488" cy="432811"/>
          </a:xfrm>
        </p:grpSpPr>
        <p:cxnSp>
          <p:nvCxnSpPr>
            <p:cNvPr id="10" name="Straight Arrow Connector 9">
              <a:extLst>
                <a:ext uri="{FF2B5EF4-FFF2-40B4-BE49-F238E27FC236}">
                  <a16:creationId xmlns:a16="http://schemas.microsoft.com/office/drawing/2014/main" id="{B00D5161-CC07-216F-6AA6-D4828A1E35FC}"/>
                </a:ext>
              </a:extLst>
            </p:cNvPr>
            <p:cNvCxnSpPr>
              <a:cxnSpLocks/>
            </p:cNvCxnSpPr>
            <p:nvPr/>
          </p:nvCxnSpPr>
          <p:spPr>
            <a:xfrm>
              <a:off x="1828792" y="1210264"/>
              <a:ext cx="915488" cy="2042"/>
            </a:xfrm>
            <a:prstGeom prst="straightConnector1">
              <a:avLst/>
            </a:prstGeom>
            <a:ln w="19050">
              <a:solidFill>
                <a:schemeClr val="accent1"/>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2" name="object 66">
              <a:extLst>
                <a:ext uri="{FF2B5EF4-FFF2-40B4-BE49-F238E27FC236}">
                  <a16:creationId xmlns:a16="http://schemas.microsoft.com/office/drawing/2014/main" id="{61509831-236F-5A90-5436-A7AA05B7FFB7}"/>
                </a:ext>
              </a:extLst>
            </p:cNvPr>
            <p:cNvSpPr txBox="1"/>
            <p:nvPr/>
          </p:nvSpPr>
          <p:spPr>
            <a:xfrm>
              <a:off x="1890244" y="974622"/>
              <a:ext cx="745084" cy="432811"/>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a:latin typeface="Calibri" panose="020F0502020204030204" pitchFamily="34" charset="0"/>
                  <a:cs typeface="Calibri" panose="020F0502020204030204" pitchFamily="34" charset="0"/>
                </a:rPr>
                <a:t>Inventory</a:t>
              </a:r>
            </a:p>
            <a:p>
              <a:pPr marL="59690" marR="5080" indent="-47625" algn="ctr">
                <a:lnSpc>
                  <a:spcPct val="100000"/>
                </a:lnSpc>
                <a:spcBef>
                  <a:spcPts val="95"/>
                </a:spcBef>
                <a:spcAft>
                  <a:spcPts val="300"/>
                </a:spcAft>
              </a:pPr>
              <a:r>
                <a:rPr lang="en-IN" sz="1200">
                  <a:latin typeface="Calibri" panose="020F0502020204030204" pitchFamily="34" charset="0"/>
                  <a:cs typeface="Calibri" panose="020F0502020204030204" pitchFamily="34" charset="0"/>
                </a:rPr>
                <a:t>arrives</a:t>
              </a:r>
              <a:endParaRPr sz="1200">
                <a:latin typeface="Calibri" panose="020F0502020204030204" pitchFamily="34" charset="0"/>
                <a:cs typeface="Calibri" panose="020F0502020204030204" pitchFamily="34" charset="0"/>
              </a:endParaRPr>
            </a:p>
          </p:txBody>
        </p:sp>
      </p:grpSp>
      <p:sp>
        <p:nvSpPr>
          <p:cNvPr id="13" name="object 66">
            <a:extLst>
              <a:ext uri="{FF2B5EF4-FFF2-40B4-BE49-F238E27FC236}">
                <a16:creationId xmlns:a16="http://schemas.microsoft.com/office/drawing/2014/main" id="{BAEAC564-0CC7-DF4F-60A6-33599BADB1F3}"/>
              </a:ext>
            </a:extLst>
          </p:cNvPr>
          <p:cNvSpPr txBox="1"/>
          <p:nvPr/>
        </p:nvSpPr>
        <p:spPr>
          <a:xfrm>
            <a:off x="2452039" y="1169634"/>
            <a:ext cx="1069771" cy="196849"/>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a:latin typeface="Calibri" panose="020F0502020204030204" pitchFamily="34" charset="0"/>
                <a:cs typeface="Calibri" panose="020F0502020204030204" pitchFamily="34" charset="0"/>
              </a:rPr>
              <a:t>City WH</a:t>
            </a:r>
            <a:endParaRPr sz="1200">
              <a:latin typeface="Calibri" panose="020F0502020204030204" pitchFamily="34" charset="0"/>
              <a:cs typeface="Calibri" panose="020F0502020204030204" pitchFamily="34" charset="0"/>
            </a:endParaRPr>
          </a:p>
        </p:txBody>
      </p:sp>
      <p:pic>
        <p:nvPicPr>
          <p:cNvPr id="9218" name="Picture 2" descr="Control tower Good Ware Lineal Color icon">
            <a:extLst>
              <a:ext uri="{FF2B5EF4-FFF2-40B4-BE49-F238E27FC236}">
                <a16:creationId xmlns:a16="http://schemas.microsoft.com/office/drawing/2014/main" id="{06FDFDAC-2C9E-B157-7BB0-E85DC8749D4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56095" y="1365173"/>
            <a:ext cx="880034" cy="880034"/>
          </a:xfrm>
          <a:prstGeom prst="rect">
            <a:avLst/>
          </a:prstGeom>
          <a:noFill/>
          <a:extLst>
            <a:ext uri="{909E8E84-426E-40DD-AFC4-6F175D3DCCD1}">
              <a14:hiddenFill xmlns:a14="http://schemas.microsoft.com/office/drawing/2010/main">
                <a:solidFill>
                  <a:srgbClr val="FFFFFF"/>
                </a:solidFill>
              </a14:hiddenFill>
            </a:ext>
          </a:extLst>
        </p:spPr>
      </p:pic>
      <p:grpSp>
        <p:nvGrpSpPr>
          <p:cNvPr id="15" name="Group 14">
            <a:extLst>
              <a:ext uri="{FF2B5EF4-FFF2-40B4-BE49-F238E27FC236}">
                <a16:creationId xmlns:a16="http://schemas.microsoft.com/office/drawing/2014/main" id="{3D4CD1F1-393B-B877-A141-669601E3ECB3}"/>
              </a:ext>
            </a:extLst>
          </p:cNvPr>
          <p:cNvGrpSpPr/>
          <p:nvPr/>
        </p:nvGrpSpPr>
        <p:grpSpPr>
          <a:xfrm>
            <a:off x="3365450" y="1554944"/>
            <a:ext cx="812559" cy="432811"/>
            <a:chOff x="1515341" y="-785852"/>
            <a:chExt cx="812559" cy="432811"/>
          </a:xfrm>
        </p:grpSpPr>
        <p:cxnSp>
          <p:nvCxnSpPr>
            <p:cNvPr id="16" name="Straight Arrow Connector 15">
              <a:extLst>
                <a:ext uri="{FF2B5EF4-FFF2-40B4-BE49-F238E27FC236}">
                  <a16:creationId xmlns:a16="http://schemas.microsoft.com/office/drawing/2014/main" id="{AFB547DD-EDDE-701A-7ACF-2C9B29CD6C37}"/>
                </a:ext>
              </a:extLst>
            </p:cNvPr>
            <p:cNvCxnSpPr>
              <a:cxnSpLocks/>
              <a:stCxn id="9218" idx="1"/>
              <a:endCxn id="5" idx="3"/>
            </p:cNvCxnSpPr>
            <p:nvPr/>
          </p:nvCxnSpPr>
          <p:spPr>
            <a:xfrm flipH="1" flipV="1">
              <a:off x="1515341" y="-548168"/>
              <a:ext cx="790645" cy="12562"/>
            </a:xfrm>
            <a:prstGeom prst="straightConnector1">
              <a:avLst/>
            </a:prstGeom>
            <a:ln w="19050">
              <a:solidFill>
                <a:schemeClr val="accent1"/>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7" name="object 66">
              <a:extLst>
                <a:ext uri="{FF2B5EF4-FFF2-40B4-BE49-F238E27FC236}">
                  <a16:creationId xmlns:a16="http://schemas.microsoft.com/office/drawing/2014/main" id="{1731DF36-5C07-082D-A508-BD8F8731440E}"/>
                </a:ext>
              </a:extLst>
            </p:cNvPr>
            <p:cNvSpPr txBox="1"/>
            <p:nvPr/>
          </p:nvSpPr>
          <p:spPr>
            <a:xfrm>
              <a:off x="1582816" y="-785852"/>
              <a:ext cx="745084" cy="432811"/>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a:latin typeface="Calibri" panose="020F0502020204030204" pitchFamily="34" charset="0"/>
                  <a:cs typeface="Calibri" panose="020F0502020204030204" pitchFamily="34" charset="0"/>
                </a:rPr>
                <a:t>Live </a:t>
              </a:r>
            </a:p>
            <a:p>
              <a:pPr marL="59690" marR="5080" indent="-47625" algn="ctr">
                <a:lnSpc>
                  <a:spcPct val="100000"/>
                </a:lnSpc>
                <a:spcBef>
                  <a:spcPts val="95"/>
                </a:spcBef>
                <a:spcAft>
                  <a:spcPts val="300"/>
                </a:spcAft>
              </a:pPr>
              <a:r>
                <a:rPr lang="en-IN" sz="1200">
                  <a:latin typeface="Calibri" panose="020F0502020204030204" pitchFamily="34" charset="0"/>
                  <a:cs typeface="Calibri" panose="020F0502020204030204" pitchFamily="34" charset="0"/>
                </a:rPr>
                <a:t>updates</a:t>
              </a:r>
              <a:endParaRPr sz="1200">
                <a:latin typeface="Calibri" panose="020F0502020204030204" pitchFamily="34" charset="0"/>
                <a:cs typeface="Calibri" panose="020F0502020204030204" pitchFamily="34" charset="0"/>
              </a:endParaRPr>
            </a:p>
          </p:txBody>
        </p:sp>
      </p:grpSp>
      <p:sp>
        <p:nvSpPr>
          <p:cNvPr id="22" name="object 66">
            <a:extLst>
              <a:ext uri="{FF2B5EF4-FFF2-40B4-BE49-F238E27FC236}">
                <a16:creationId xmlns:a16="http://schemas.microsoft.com/office/drawing/2014/main" id="{E8DAC784-2259-68D0-0A14-03C3A908565D}"/>
              </a:ext>
            </a:extLst>
          </p:cNvPr>
          <p:cNvSpPr txBox="1"/>
          <p:nvPr/>
        </p:nvSpPr>
        <p:spPr>
          <a:xfrm>
            <a:off x="4034640" y="1164433"/>
            <a:ext cx="1069771" cy="196849"/>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a:latin typeface="Calibri" panose="020F0502020204030204" pitchFamily="34" charset="0"/>
                <a:cs typeface="Calibri" panose="020F0502020204030204" pitchFamily="34" charset="0"/>
              </a:rPr>
              <a:t>Control Tower</a:t>
            </a:r>
            <a:endParaRPr sz="1200">
              <a:latin typeface="Calibri" panose="020F0502020204030204" pitchFamily="34" charset="0"/>
              <a:cs typeface="Calibri" panose="020F0502020204030204" pitchFamily="34" charset="0"/>
            </a:endParaRPr>
          </a:p>
        </p:txBody>
      </p:sp>
      <p:sp>
        <p:nvSpPr>
          <p:cNvPr id="23" name="Rectangle 22">
            <a:extLst>
              <a:ext uri="{FF2B5EF4-FFF2-40B4-BE49-F238E27FC236}">
                <a16:creationId xmlns:a16="http://schemas.microsoft.com/office/drawing/2014/main" id="{4D189BA7-1B9A-1B66-B7B8-11B6DEB8618B}"/>
              </a:ext>
            </a:extLst>
          </p:cNvPr>
          <p:cNvSpPr/>
          <p:nvPr/>
        </p:nvSpPr>
        <p:spPr>
          <a:xfrm>
            <a:off x="5436848" y="698125"/>
            <a:ext cx="6554568" cy="295077"/>
          </a:xfrm>
          <a:prstGeom prst="rect">
            <a:avLst/>
          </a:prstGeom>
          <a:solidFill>
            <a:schemeClr val="tx1"/>
          </a:solidFill>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a:latin typeface="Calibri" panose="020F0502020204030204" pitchFamily="34" charset="0"/>
                <a:cs typeface="Calibri" panose="020F0502020204030204" pitchFamily="34" charset="0"/>
              </a:rPr>
              <a:t>Technology Stack - Integration with IT Systems</a:t>
            </a:r>
          </a:p>
        </p:txBody>
      </p:sp>
      <p:sp>
        <p:nvSpPr>
          <p:cNvPr id="24" name="Rectangle 23">
            <a:extLst>
              <a:ext uri="{FF2B5EF4-FFF2-40B4-BE49-F238E27FC236}">
                <a16:creationId xmlns:a16="http://schemas.microsoft.com/office/drawing/2014/main" id="{40AB694A-24EE-4ED5-A6BF-72D6DE0253C3}"/>
              </a:ext>
            </a:extLst>
          </p:cNvPr>
          <p:cNvSpPr/>
          <p:nvPr/>
        </p:nvSpPr>
        <p:spPr>
          <a:xfrm>
            <a:off x="742724" y="698125"/>
            <a:ext cx="4432909" cy="293269"/>
          </a:xfrm>
          <a:prstGeom prst="rect">
            <a:avLst/>
          </a:prstGeom>
          <a:solidFill>
            <a:schemeClr val="tx1"/>
          </a:solidFill>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a:latin typeface="Calibri" panose="020F0502020204030204" pitchFamily="34" charset="0"/>
                <a:cs typeface="Calibri" panose="020F0502020204030204" pitchFamily="34" charset="0"/>
              </a:rPr>
              <a:t>Physical Layer</a:t>
            </a:r>
          </a:p>
        </p:txBody>
      </p:sp>
      <p:sp>
        <p:nvSpPr>
          <p:cNvPr id="28" name="Rectangle 27">
            <a:extLst>
              <a:ext uri="{FF2B5EF4-FFF2-40B4-BE49-F238E27FC236}">
                <a16:creationId xmlns:a16="http://schemas.microsoft.com/office/drawing/2014/main" id="{E371650F-3047-0446-0C31-127AC414C4DF}"/>
              </a:ext>
            </a:extLst>
          </p:cNvPr>
          <p:cNvSpPr/>
          <p:nvPr/>
        </p:nvSpPr>
        <p:spPr>
          <a:xfrm>
            <a:off x="5436849" y="1072239"/>
            <a:ext cx="2398426" cy="412291"/>
          </a:xfrm>
          <a:prstGeom prst="rect">
            <a:avLst/>
          </a:prstGeom>
          <a:solidFill>
            <a:schemeClr val="accent1">
              <a:lumMod val="20000"/>
              <a:lumOff val="80000"/>
            </a:schemeClr>
          </a:solid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spc="-5">
                <a:solidFill>
                  <a:schemeClr val="tx1"/>
                </a:solidFill>
                <a:latin typeface="Calibri" panose="020F0502020204030204" pitchFamily="34" charset="0"/>
                <a:cs typeface="Calibri" panose="020F0502020204030204" pitchFamily="34" charset="0"/>
              </a:rPr>
              <a:t>Map</a:t>
            </a:r>
            <a:r>
              <a:rPr lang="en-US" sz="1200" spc="-2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up</a:t>
            </a:r>
            <a:r>
              <a:rPr lang="en-US" sz="1200" spc="-2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&amp;</a:t>
            </a:r>
            <a:r>
              <a:rPr lang="en-US" sz="1200" spc="-2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downstream operational </a:t>
            </a:r>
            <a:r>
              <a:rPr lang="en-US" sz="1200" spc="-265">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processes</a:t>
            </a:r>
            <a:r>
              <a:rPr lang="en-US" sz="1200" spc="-3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against data</a:t>
            </a:r>
            <a:r>
              <a:rPr lang="en-US" sz="1200" spc="-2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touch</a:t>
            </a:r>
            <a:r>
              <a:rPr lang="en-US" sz="1200" spc="-25">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points</a:t>
            </a:r>
            <a:endParaRPr lang="en-US" sz="1200">
              <a:solidFill>
                <a:schemeClr val="tx1"/>
              </a:solidFill>
              <a:latin typeface="Calibri" panose="020F0502020204030204" pitchFamily="34" charset="0"/>
              <a:cs typeface="Calibri" panose="020F0502020204030204" pitchFamily="34" charset="0"/>
            </a:endParaRPr>
          </a:p>
        </p:txBody>
      </p:sp>
      <p:sp>
        <p:nvSpPr>
          <p:cNvPr id="31" name="Rectangle 30">
            <a:extLst>
              <a:ext uri="{FF2B5EF4-FFF2-40B4-BE49-F238E27FC236}">
                <a16:creationId xmlns:a16="http://schemas.microsoft.com/office/drawing/2014/main" id="{3896C9A2-BA23-BC80-5E04-EE314B938636}"/>
              </a:ext>
            </a:extLst>
          </p:cNvPr>
          <p:cNvSpPr/>
          <p:nvPr/>
        </p:nvSpPr>
        <p:spPr>
          <a:xfrm>
            <a:off x="7950461" y="1067138"/>
            <a:ext cx="4040956" cy="412291"/>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spc="-7">
                <a:solidFill>
                  <a:schemeClr val="tx1"/>
                </a:solidFill>
                <a:latin typeface="Calibri" panose="020F0502020204030204" pitchFamily="34" charset="0"/>
                <a:cs typeface="Calibri" panose="020F0502020204030204" pitchFamily="34" charset="0"/>
              </a:rPr>
              <a:t>Control Tower integration: </a:t>
            </a:r>
            <a:r>
              <a:rPr lang="en-US" sz="1200" spc="-7">
                <a:solidFill>
                  <a:schemeClr val="tx1"/>
                </a:solidFill>
                <a:latin typeface="Calibri" panose="020F0502020204030204" pitchFamily="34" charset="0"/>
                <a:cs typeface="Calibri" panose="020F0502020204030204" pitchFamily="34" charset="0"/>
              </a:rPr>
              <a:t>Provides live updates on linehaul progress to control tower &amp; alerts depots of impending arrival</a:t>
            </a:r>
            <a:endParaRPr lang="en-US" sz="1200">
              <a:solidFill>
                <a:schemeClr val="tx1"/>
              </a:solidFill>
              <a:latin typeface="Calibri" panose="020F0502020204030204" pitchFamily="34" charset="0"/>
              <a:cs typeface="Calibri" panose="020F0502020204030204" pitchFamily="34" charset="0"/>
            </a:endParaRPr>
          </a:p>
        </p:txBody>
      </p:sp>
      <p:grpSp>
        <p:nvGrpSpPr>
          <p:cNvPr id="32" name="Group 31">
            <a:extLst>
              <a:ext uri="{FF2B5EF4-FFF2-40B4-BE49-F238E27FC236}">
                <a16:creationId xmlns:a16="http://schemas.microsoft.com/office/drawing/2014/main" id="{01A4D1DF-5BCC-551A-8D72-09C11B5893B7}"/>
              </a:ext>
            </a:extLst>
          </p:cNvPr>
          <p:cNvGrpSpPr/>
          <p:nvPr/>
        </p:nvGrpSpPr>
        <p:grpSpPr>
          <a:xfrm>
            <a:off x="5428827" y="1526572"/>
            <a:ext cx="327730" cy="1212608"/>
            <a:chOff x="49839" y="679153"/>
            <a:chExt cx="888623" cy="1097945"/>
          </a:xfrm>
          <a:solidFill>
            <a:schemeClr val="accent1">
              <a:lumMod val="50000"/>
            </a:schemeClr>
          </a:solidFill>
          <a:effectLst>
            <a:outerShdw blurRad="50800" dist="38100" algn="l" rotWithShape="0">
              <a:prstClr val="black">
                <a:alpha val="40000"/>
              </a:prstClr>
            </a:outerShdw>
          </a:effectLst>
        </p:grpSpPr>
        <p:sp>
          <p:nvSpPr>
            <p:cNvPr id="33" name="Pentagon 32">
              <a:extLst>
                <a:ext uri="{FF2B5EF4-FFF2-40B4-BE49-F238E27FC236}">
                  <a16:creationId xmlns:a16="http://schemas.microsoft.com/office/drawing/2014/main" id="{FA2B9164-9261-5114-80B7-C0D9CF7CD23B}"/>
                </a:ext>
              </a:extLst>
            </p:cNvPr>
            <p:cNvSpPr/>
            <p:nvPr/>
          </p:nvSpPr>
          <p:spPr>
            <a:xfrm rot="5400000">
              <a:off x="-28075" y="800482"/>
              <a:ext cx="1077781" cy="855292"/>
            </a:xfrm>
            <a:prstGeom prst="homePlate">
              <a:avLst>
                <a:gd name="adj" fmla="val 26595"/>
              </a:avLst>
            </a:prstGeom>
            <a:grpFill/>
          </p:spPr>
          <p:style>
            <a:lnRef idx="2">
              <a:schemeClr val="accent1">
                <a:shade val="50000"/>
              </a:schemeClr>
            </a:lnRef>
            <a:fillRef idx="1">
              <a:schemeClr val="accent1"/>
            </a:fillRef>
            <a:effectRef idx="0">
              <a:schemeClr val="accent1"/>
            </a:effectRef>
            <a:fontRef idx="minor">
              <a:schemeClr val="lt1"/>
            </a:fontRef>
          </p:style>
          <p:txBody>
            <a:bodyPr vert="horz" lIns="90000" rtlCol="0" anchor="ctr"/>
            <a:lstStyle/>
            <a:p>
              <a:pPr algn="ctr"/>
              <a:endParaRPr lang="en-US" sz="1300" b="1">
                <a:latin typeface="Calibri" panose="020F0502020204030204" pitchFamily="34" charset="0"/>
                <a:cs typeface="Calibri" panose="020F0502020204030204" pitchFamily="34" charset="0"/>
              </a:endParaRPr>
            </a:p>
          </p:txBody>
        </p:sp>
        <p:sp>
          <p:nvSpPr>
            <p:cNvPr id="34" name="TextBox 33">
              <a:extLst>
                <a:ext uri="{FF2B5EF4-FFF2-40B4-BE49-F238E27FC236}">
                  <a16:creationId xmlns:a16="http://schemas.microsoft.com/office/drawing/2014/main" id="{8DAD8990-2AC5-2B2F-BFA4-D278BBD12D33}"/>
                </a:ext>
              </a:extLst>
            </p:cNvPr>
            <p:cNvSpPr txBox="1"/>
            <p:nvPr/>
          </p:nvSpPr>
          <p:spPr>
            <a:xfrm rot="16200000">
              <a:off x="-102736" y="831728"/>
              <a:ext cx="1097945" cy="792796"/>
            </a:xfrm>
            <a:prstGeom prst="rect">
              <a:avLst/>
            </a:prstGeom>
            <a:noFill/>
            <a:ln>
              <a:noFill/>
            </a:ln>
          </p:spPr>
          <p:txBody>
            <a:bodyPr wrap="square" rtlCol="0" anchor="ctr">
              <a:spAutoFit/>
            </a:bodyPr>
            <a:lstStyle/>
            <a:p>
              <a:pPr algn="ctr"/>
              <a:r>
                <a:rPr lang="en-US" sz="1300" b="1">
                  <a:solidFill>
                    <a:schemeClr val="bg1"/>
                  </a:solidFill>
                  <a:latin typeface="Calibri" panose="020F0502020204030204" pitchFamily="34" charset="0"/>
                  <a:cs typeface="Calibri" panose="020F0502020204030204" pitchFamily="34" charset="0"/>
                </a:rPr>
                <a:t>Process</a:t>
              </a:r>
            </a:p>
          </p:txBody>
        </p:sp>
      </p:grpSp>
      <p:sp>
        <p:nvSpPr>
          <p:cNvPr id="36" name="Rectangle 35">
            <a:extLst>
              <a:ext uri="{FF2B5EF4-FFF2-40B4-BE49-F238E27FC236}">
                <a16:creationId xmlns:a16="http://schemas.microsoft.com/office/drawing/2014/main" id="{F9621224-03E1-76F4-30CA-B646B1FF158C}"/>
              </a:ext>
            </a:extLst>
          </p:cNvPr>
          <p:cNvSpPr/>
          <p:nvPr/>
        </p:nvSpPr>
        <p:spPr>
          <a:xfrm>
            <a:off x="5848497" y="1541806"/>
            <a:ext cx="2547358" cy="404533"/>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rPr>
              <a:t>Optimized packing</a:t>
            </a:r>
            <a:r>
              <a:rPr lang="en-US" sz="1200">
                <a:solidFill>
                  <a:schemeClr val="tx1"/>
                </a:solidFill>
              </a:rPr>
              <a:t>: Auto-generated  manifest to order freight loading</a:t>
            </a:r>
          </a:p>
        </p:txBody>
      </p:sp>
      <p:sp>
        <p:nvSpPr>
          <p:cNvPr id="37" name="Rectangle 36">
            <a:extLst>
              <a:ext uri="{FF2B5EF4-FFF2-40B4-BE49-F238E27FC236}">
                <a16:creationId xmlns:a16="http://schemas.microsoft.com/office/drawing/2014/main" id="{01E56371-70BE-9815-D5EF-7911593AC756}"/>
              </a:ext>
            </a:extLst>
          </p:cNvPr>
          <p:cNvSpPr/>
          <p:nvPr/>
        </p:nvSpPr>
        <p:spPr>
          <a:xfrm>
            <a:off x="8487794" y="1543745"/>
            <a:ext cx="3503621" cy="404533"/>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rPr>
              <a:t>Driver app for delivery planning</a:t>
            </a:r>
            <a:r>
              <a:rPr lang="en-US" sz="1200">
                <a:solidFill>
                  <a:schemeClr val="tx1"/>
                </a:solidFill>
              </a:rPr>
              <a:t>: Detailed optimized route, live driver monitoring &amp; performance  tracking</a:t>
            </a:r>
          </a:p>
        </p:txBody>
      </p:sp>
      <p:sp>
        <p:nvSpPr>
          <p:cNvPr id="39" name="Rectangle 38">
            <a:extLst>
              <a:ext uri="{FF2B5EF4-FFF2-40B4-BE49-F238E27FC236}">
                <a16:creationId xmlns:a16="http://schemas.microsoft.com/office/drawing/2014/main" id="{697C9179-F8E1-D792-2E0B-35105414E80C}"/>
              </a:ext>
            </a:extLst>
          </p:cNvPr>
          <p:cNvSpPr/>
          <p:nvPr/>
        </p:nvSpPr>
        <p:spPr>
          <a:xfrm>
            <a:off x="8487794" y="2015954"/>
            <a:ext cx="3493170" cy="409395"/>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1113" marR="5080" indent="-11113" algn="ctr">
              <a:lnSpc>
                <a:spcPts val="1190"/>
              </a:lnSpc>
              <a:spcBef>
                <a:spcPts val="145"/>
              </a:spcBef>
            </a:pPr>
            <a:r>
              <a:rPr lang="en-IN" sz="1200" b="1" spc="-5">
                <a:solidFill>
                  <a:schemeClr val="tx1"/>
                </a:solidFill>
                <a:latin typeface="Calibri" panose="020F0502020204030204" pitchFamily="34" charset="0"/>
                <a:cs typeface="Calibri" panose="020F0502020204030204" pitchFamily="34" charset="0"/>
              </a:rPr>
              <a:t>Linehaul</a:t>
            </a:r>
            <a:r>
              <a:rPr lang="en-IN" sz="1200" b="1">
                <a:solidFill>
                  <a:schemeClr val="tx1"/>
                </a:solidFill>
                <a:latin typeface="Calibri" panose="020F0502020204030204" pitchFamily="34" charset="0"/>
                <a:cs typeface="Calibri" panose="020F0502020204030204" pitchFamily="34" charset="0"/>
              </a:rPr>
              <a:t> </a:t>
            </a:r>
            <a:r>
              <a:rPr lang="en-IN" sz="1200" b="1" spc="-5">
                <a:solidFill>
                  <a:schemeClr val="tx1"/>
                </a:solidFill>
                <a:latin typeface="Calibri" panose="020F0502020204030204" pitchFamily="34" charset="0"/>
                <a:cs typeface="Calibri" panose="020F0502020204030204" pitchFamily="34" charset="0"/>
              </a:rPr>
              <a:t>optimisation:</a:t>
            </a:r>
            <a:r>
              <a:rPr lang="en-IN" sz="1200" b="1" spc="5">
                <a:solidFill>
                  <a:schemeClr val="tx1"/>
                </a:solidFill>
                <a:latin typeface="Calibri" panose="020F0502020204030204" pitchFamily="34" charset="0"/>
                <a:cs typeface="Calibri" panose="020F0502020204030204" pitchFamily="34" charset="0"/>
              </a:rPr>
              <a:t> </a:t>
            </a:r>
            <a:r>
              <a:rPr lang="en-IN" sz="1200" spc="-10">
                <a:solidFill>
                  <a:schemeClr val="tx1"/>
                </a:solidFill>
                <a:latin typeface="Calibri" panose="020F0502020204030204" pitchFamily="34" charset="0"/>
                <a:cs typeface="Calibri" panose="020F0502020204030204" pitchFamily="34" charset="0"/>
              </a:rPr>
              <a:t>Dynamic</a:t>
            </a:r>
            <a:r>
              <a:rPr lang="en-IN" sz="1200" spc="20">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optimisation</a:t>
            </a:r>
            <a:r>
              <a:rPr lang="en-IN" sz="1200" spc="-15">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of linehaul </a:t>
            </a:r>
            <a:r>
              <a:rPr lang="en-IN" sz="1200" spc="-265">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volumes</a:t>
            </a:r>
            <a:r>
              <a:rPr lang="en-IN" sz="1200" spc="-30">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into </a:t>
            </a:r>
            <a:r>
              <a:rPr lang="en-IN" sz="1200">
                <a:solidFill>
                  <a:schemeClr val="tx1"/>
                </a:solidFill>
                <a:latin typeface="Calibri" panose="020F0502020204030204" pitchFamily="34" charset="0"/>
                <a:cs typeface="Calibri" panose="020F0502020204030204" pitchFamily="34" charset="0"/>
              </a:rPr>
              <a:t>trucks</a:t>
            </a:r>
            <a:r>
              <a:rPr lang="en-IN" sz="1200" spc="-25">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and truck</a:t>
            </a:r>
            <a:r>
              <a:rPr lang="en-IN" sz="1200" spc="-15">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packing</a:t>
            </a:r>
            <a:r>
              <a:rPr lang="en-IN" sz="1200" spc="-30">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plan</a:t>
            </a:r>
            <a:endParaRPr lang="en-IN" sz="1200">
              <a:solidFill>
                <a:schemeClr val="tx1"/>
              </a:solidFill>
              <a:latin typeface="Calibri" panose="020F0502020204030204" pitchFamily="34" charset="0"/>
              <a:cs typeface="Calibri" panose="020F0502020204030204" pitchFamily="34" charset="0"/>
            </a:endParaRPr>
          </a:p>
        </p:txBody>
      </p:sp>
      <p:sp>
        <p:nvSpPr>
          <p:cNvPr id="40" name="Rectangle 39">
            <a:extLst>
              <a:ext uri="{FF2B5EF4-FFF2-40B4-BE49-F238E27FC236}">
                <a16:creationId xmlns:a16="http://schemas.microsoft.com/office/drawing/2014/main" id="{DF402D43-C74F-4161-F247-49EF306A73D2}"/>
              </a:ext>
            </a:extLst>
          </p:cNvPr>
          <p:cNvSpPr/>
          <p:nvPr/>
        </p:nvSpPr>
        <p:spPr>
          <a:xfrm>
            <a:off x="5843788" y="2018386"/>
            <a:ext cx="2547358" cy="404533"/>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2065" marR="5080" algn="ctr">
              <a:lnSpc>
                <a:spcPct val="99700"/>
              </a:lnSpc>
              <a:spcBef>
                <a:spcPts val="100"/>
              </a:spcBef>
            </a:pPr>
            <a:r>
              <a:rPr lang="en-US" sz="1200" b="1" spc="-5">
                <a:solidFill>
                  <a:schemeClr val="tx1"/>
                </a:solidFill>
                <a:latin typeface="Calibri" panose="020F0502020204030204" pitchFamily="34" charset="0"/>
                <a:cs typeface="Calibri" panose="020F0502020204030204" pitchFamily="34" charset="0"/>
              </a:rPr>
              <a:t>Order</a:t>
            </a:r>
            <a:r>
              <a:rPr lang="en-US" sz="1200" b="1" spc="-15">
                <a:solidFill>
                  <a:schemeClr val="tx1"/>
                </a:solidFill>
                <a:latin typeface="Calibri" panose="020F0502020204030204" pitchFamily="34" charset="0"/>
                <a:cs typeface="Calibri" panose="020F0502020204030204" pitchFamily="34" charset="0"/>
              </a:rPr>
              <a:t> </a:t>
            </a:r>
            <a:r>
              <a:rPr lang="en-US" sz="1200" b="1" spc="-5">
                <a:solidFill>
                  <a:schemeClr val="tx1"/>
                </a:solidFill>
                <a:latin typeface="Calibri" panose="020F0502020204030204" pitchFamily="34" charset="0"/>
                <a:cs typeface="Calibri" panose="020F0502020204030204" pitchFamily="34" charset="0"/>
              </a:rPr>
              <a:t>management</a:t>
            </a:r>
            <a:r>
              <a:rPr lang="en-US" sz="1200" b="1" spc="-35">
                <a:solidFill>
                  <a:schemeClr val="tx1"/>
                </a:solidFill>
                <a:latin typeface="Calibri" panose="020F0502020204030204" pitchFamily="34" charset="0"/>
                <a:cs typeface="Calibri" panose="020F0502020204030204" pitchFamily="34" charset="0"/>
              </a:rPr>
              <a:t> </a:t>
            </a:r>
            <a:r>
              <a:rPr lang="en-US" sz="1200" b="1" spc="-10">
                <a:solidFill>
                  <a:schemeClr val="tx1"/>
                </a:solidFill>
                <a:latin typeface="Calibri" panose="020F0502020204030204" pitchFamily="34" charset="0"/>
                <a:cs typeface="Calibri" panose="020F0502020204030204" pitchFamily="34" charset="0"/>
              </a:rPr>
              <a:t>system</a:t>
            </a:r>
            <a:r>
              <a:rPr lang="en-US" sz="1200" b="1" spc="20">
                <a:solidFill>
                  <a:schemeClr val="tx1"/>
                </a:solidFill>
                <a:latin typeface="Calibri" panose="020F0502020204030204" pitchFamily="34" charset="0"/>
                <a:cs typeface="Calibri" panose="020F0502020204030204" pitchFamily="34" charset="0"/>
              </a:rPr>
              <a:t> </a:t>
            </a:r>
            <a:r>
              <a:rPr lang="en-US" sz="1200">
                <a:solidFill>
                  <a:schemeClr val="tx1"/>
                </a:solidFill>
                <a:latin typeface="Calibri" panose="020F0502020204030204" pitchFamily="34" charset="0"/>
                <a:cs typeface="Calibri" panose="020F0502020204030204" pitchFamily="34" charset="0"/>
              </a:rPr>
              <a:t>for</a:t>
            </a:r>
            <a:r>
              <a:rPr lang="en-US" sz="1200" spc="-10">
                <a:solidFill>
                  <a:schemeClr val="tx1"/>
                </a:solidFill>
                <a:latin typeface="Calibri" panose="020F0502020204030204" pitchFamily="34" charset="0"/>
                <a:cs typeface="Calibri" panose="020F0502020204030204" pitchFamily="34" charset="0"/>
              </a:rPr>
              <a:t> live</a:t>
            </a:r>
            <a:r>
              <a:rPr lang="en-US" sz="1200" spc="2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pickup </a:t>
            </a:r>
            <a:r>
              <a:rPr lang="en-US" sz="1200" spc="-26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requests</a:t>
            </a:r>
            <a:endParaRPr lang="en-US" sz="1200">
              <a:solidFill>
                <a:schemeClr val="tx1"/>
              </a:solidFill>
              <a:latin typeface="Calibri" panose="020F0502020204030204" pitchFamily="34" charset="0"/>
              <a:cs typeface="Calibri" panose="020F0502020204030204" pitchFamily="34" charset="0"/>
            </a:endParaRPr>
          </a:p>
        </p:txBody>
      </p:sp>
      <p:sp>
        <p:nvSpPr>
          <p:cNvPr id="41" name="Rectangle 40">
            <a:extLst>
              <a:ext uri="{FF2B5EF4-FFF2-40B4-BE49-F238E27FC236}">
                <a16:creationId xmlns:a16="http://schemas.microsoft.com/office/drawing/2014/main" id="{7D04652B-EE71-17D1-8385-ECD0FBC668F9}"/>
              </a:ext>
            </a:extLst>
          </p:cNvPr>
          <p:cNvSpPr/>
          <p:nvPr/>
        </p:nvSpPr>
        <p:spPr>
          <a:xfrm>
            <a:off x="5843788" y="2502846"/>
            <a:ext cx="6147628" cy="236334"/>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5080" indent="-635" algn="ctr">
              <a:lnSpc>
                <a:spcPct val="99500"/>
              </a:lnSpc>
              <a:spcBef>
                <a:spcPts val="765"/>
              </a:spcBef>
            </a:pPr>
            <a:r>
              <a:rPr lang="en-US" sz="1200" b="1" spc="-5">
                <a:solidFill>
                  <a:schemeClr val="tx1"/>
                </a:solidFill>
                <a:latin typeface="Calibri" panose="020F0502020204030204" pitchFamily="34" charset="0"/>
                <a:cs typeface="Calibri" panose="020F0502020204030204" pitchFamily="34" charset="0"/>
              </a:rPr>
              <a:t>Front-end UI</a:t>
            </a:r>
            <a:r>
              <a:rPr lang="en-US" sz="1200" b="1" spc="-10">
                <a:solidFill>
                  <a:schemeClr val="tx1"/>
                </a:solidFill>
                <a:latin typeface="Calibri" panose="020F0502020204030204" pitchFamily="34" charset="0"/>
                <a:cs typeface="Calibri" panose="020F0502020204030204" pitchFamily="34" charset="0"/>
              </a:rPr>
              <a:t>: </a:t>
            </a:r>
            <a:r>
              <a:rPr lang="en-US" sz="1200" b="1" spc="-5">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Auto</a:t>
            </a:r>
            <a:r>
              <a:rPr lang="en-US" sz="1200" spc="-5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pre-delivery</a:t>
            </a:r>
            <a:r>
              <a:rPr lang="en-US" sz="1200" spc="5">
                <a:solidFill>
                  <a:schemeClr val="tx1"/>
                </a:solidFill>
                <a:latin typeface="Calibri" panose="020F0502020204030204" pitchFamily="34" charset="0"/>
                <a:cs typeface="Calibri" panose="020F0502020204030204" pitchFamily="34" charset="0"/>
              </a:rPr>
              <a:t> alert &amp; e-</a:t>
            </a:r>
            <a:r>
              <a:rPr lang="en-US" sz="1200" spc="-5">
                <a:solidFill>
                  <a:schemeClr val="tx1"/>
                </a:solidFill>
                <a:latin typeface="Calibri" panose="020F0502020204030204" pitchFamily="34" charset="0"/>
                <a:cs typeface="Calibri" panose="020F0502020204030204" pitchFamily="34" charset="0"/>
              </a:rPr>
              <a:t>record of </a:t>
            </a:r>
            <a:r>
              <a:rPr lang="en-US" sz="1200" spc="-10">
                <a:solidFill>
                  <a:schemeClr val="tx1"/>
                </a:solidFill>
                <a:latin typeface="Calibri" panose="020F0502020204030204" pitchFamily="34" charset="0"/>
                <a:cs typeface="Calibri" panose="020F0502020204030204" pitchFamily="34" charset="0"/>
              </a:rPr>
              <a:t>delivery </a:t>
            </a:r>
            <a:r>
              <a:rPr lang="en-US" sz="1200" spc="-5">
                <a:solidFill>
                  <a:schemeClr val="tx1"/>
                </a:solidFill>
                <a:latin typeface="Calibri" panose="020F0502020204030204" pitchFamily="34" charset="0"/>
                <a:cs typeface="Calibri" panose="020F0502020204030204" pitchFamily="34" charset="0"/>
              </a:rPr>
              <a:t>(customer selects</a:t>
            </a:r>
            <a:r>
              <a:rPr lang="en-US" sz="1200" spc="-10">
                <a:solidFill>
                  <a:schemeClr val="tx1"/>
                </a:solidFill>
                <a:latin typeface="Calibri" panose="020F0502020204030204" pitchFamily="34" charset="0"/>
                <a:cs typeface="Calibri" panose="020F0502020204030204" pitchFamily="34" charset="0"/>
              </a:rPr>
              <a:t> delivery</a:t>
            </a:r>
            <a:r>
              <a:rPr lang="en-US" sz="1200" spc="15">
                <a:solidFill>
                  <a:schemeClr val="tx1"/>
                </a:solidFill>
                <a:latin typeface="Calibri" panose="020F0502020204030204" pitchFamily="34" charset="0"/>
                <a:cs typeface="Calibri" panose="020F0502020204030204" pitchFamily="34" charset="0"/>
              </a:rPr>
              <a:t> </a:t>
            </a:r>
            <a:r>
              <a:rPr lang="en-US" sz="1200" spc="-10">
                <a:solidFill>
                  <a:schemeClr val="tx1"/>
                </a:solidFill>
                <a:latin typeface="Calibri" panose="020F0502020204030204" pitchFamily="34" charset="0"/>
                <a:cs typeface="Calibri" panose="020F0502020204030204" pitchFamily="34" charset="0"/>
              </a:rPr>
              <a:t>window)</a:t>
            </a:r>
            <a:endParaRPr lang="en-US" sz="1200">
              <a:solidFill>
                <a:schemeClr val="tx1"/>
              </a:solidFill>
              <a:latin typeface="Calibri" panose="020F0502020204030204" pitchFamily="34" charset="0"/>
              <a:cs typeface="Calibri" panose="020F0502020204030204" pitchFamily="34" charset="0"/>
            </a:endParaRPr>
          </a:p>
        </p:txBody>
      </p:sp>
      <p:sp>
        <p:nvSpPr>
          <p:cNvPr id="43" name="Left Brace 42">
            <a:extLst>
              <a:ext uri="{FF2B5EF4-FFF2-40B4-BE49-F238E27FC236}">
                <a16:creationId xmlns:a16="http://schemas.microsoft.com/office/drawing/2014/main" id="{FD6862A7-645A-E904-9BAF-977C8853FA09}"/>
              </a:ext>
            </a:extLst>
          </p:cNvPr>
          <p:cNvSpPr/>
          <p:nvPr/>
        </p:nvSpPr>
        <p:spPr>
          <a:xfrm>
            <a:off x="5192153" y="1025065"/>
            <a:ext cx="168768" cy="1745516"/>
          </a:xfrm>
          <a:prstGeom prst="leftBrace">
            <a:avLst/>
          </a:prstGeom>
          <a:ln w="19050">
            <a:solidFill>
              <a:schemeClr val="accent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48" name="Group 47">
            <a:extLst>
              <a:ext uri="{FF2B5EF4-FFF2-40B4-BE49-F238E27FC236}">
                <a16:creationId xmlns:a16="http://schemas.microsoft.com/office/drawing/2014/main" id="{1D56D6AE-7276-2A6F-D18A-B1C51B073005}"/>
              </a:ext>
            </a:extLst>
          </p:cNvPr>
          <p:cNvGrpSpPr/>
          <p:nvPr/>
        </p:nvGrpSpPr>
        <p:grpSpPr>
          <a:xfrm>
            <a:off x="862107" y="2809855"/>
            <a:ext cx="1236006" cy="764295"/>
            <a:chOff x="834366" y="2889742"/>
            <a:chExt cx="1236006" cy="764295"/>
          </a:xfrm>
        </p:grpSpPr>
        <p:pic>
          <p:nvPicPr>
            <p:cNvPr id="9222" name="Picture 6" descr="Delivery man motorbike logo icon scooter bike Vector Image">
              <a:extLst>
                <a:ext uri="{FF2B5EF4-FFF2-40B4-BE49-F238E27FC236}">
                  <a16:creationId xmlns:a16="http://schemas.microsoft.com/office/drawing/2014/main" id="{6B4929BE-0A19-5162-7B8E-62EE3B8B16CA}"/>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10058" t="14879" r="6999" b="22260"/>
            <a:stretch/>
          </p:blipFill>
          <p:spPr bwMode="auto">
            <a:xfrm>
              <a:off x="834366" y="2912045"/>
              <a:ext cx="609705" cy="499042"/>
            </a:xfrm>
            <a:prstGeom prst="rect">
              <a:avLst/>
            </a:prstGeom>
            <a:noFill/>
            <a:extLst>
              <a:ext uri="{909E8E84-426E-40DD-AFC4-6F175D3DCCD1}">
                <a14:hiddenFill xmlns:a14="http://schemas.microsoft.com/office/drawing/2010/main">
                  <a:solidFill>
                    <a:srgbClr val="FFFFFF"/>
                  </a:solidFill>
                </a14:hiddenFill>
              </a:ext>
            </a:extLst>
          </p:spPr>
        </p:pic>
        <p:pic>
          <p:nvPicPr>
            <p:cNvPr id="9224" name="Picture 8" descr="Truck - Free transport icons">
              <a:extLst>
                <a:ext uri="{FF2B5EF4-FFF2-40B4-BE49-F238E27FC236}">
                  <a16:creationId xmlns:a16="http://schemas.microsoft.com/office/drawing/2014/main" id="{B2F5CEA1-89A8-4FB4-48B5-2064A465AC2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60667" y="2889742"/>
              <a:ext cx="609705" cy="609705"/>
            </a:xfrm>
            <a:prstGeom prst="rect">
              <a:avLst/>
            </a:prstGeom>
            <a:noFill/>
            <a:extLst>
              <a:ext uri="{909E8E84-426E-40DD-AFC4-6F175D3DCCD1}">
                <a14:hiddenFill xmlns:a14="http://schemas.microsoft.com/office/drawing/2010/main">
                  <a:solidFill>
                    <a:srgbClr val="FFFFFF"/>
                  </a:solidFill>
                </a14:hiddenFill>
              </a:ext>
            </a:extLst>
          </p:spPr>
        </p:pic>
        <p:sp>
          <p:nvSpPr>
            <p:cNvPr id="44" name="object 66">
              <a:extLst>
                <a:ext uri="{FF2B5EF4-FFF2-40B4-BE49-F238E27FC236}">
                  <a16:creationId xmlns:a16="http://schemas.microsoft.com/office/drawing/2014/main" id="{C3295450-5C9E-3243-BC42-4D35E9265448}"/>
                </a:ext>
              </a:extLst>
            </p:cNvPr>
            <p:cNvSpPr txBox="1"/>
            <p:nvPr/>
          </p:nvSpPr>
          <p:spPr>
            <a:xfrm>
              <a:off x="925781" y="3457188"/>
              <a:ext cx="1069771" cy="196849"/>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a:latin typeface="Calibri" panose="020F0502020204030204" pitchFamily="34" charset="0"/>
                  <a:cs typeface="Calibri" panose="020F0502020204030204" pitchFamily="34" charset="0"/>
                </a:rPr>
                <a:t>Present Model</a:t>
              </a:r>
              <a:endParaRPr sz="1200">
                <a:latin typeface="Calibri" panose="020F0502020204030204" pitchFamily="34" charset="0"/>
                <a:cs typeface="Calibri" panose="020F0502020204030204" pitchFamily="34" charset="0"/>
              </a:endParaRPr>
            </a:p>
          </p:txBody>
        </p:sp>
      </p:grpSp>
      <p:cxnSp>
        <p:nvCxnSpPr>
          <p:cNvPr id="49" name="Straight Arrow Connector 48">
            <a:extLst>
              <a:ext uri="{FF2B5EF4-FFF2-40B4-BE49-F238E27FC236}">
                <a16:creationId xmlns:a16="http://schemas.microsoft.com/office/drawing/2014/main" id="{99F696EF-6F13-6503-C4F4-EE6110785D7D}"/>
              </a:ext>
            </a:extLst>
          </p:cNvPr>
          <p:cNvCxnSpPr>
            <a:cxnSpLocks/>
            <a:stCxn id="5" idx="2"/>
            <a:endCxn id="1041" idx="6"/>
          </p:cNvCxnSpPr>
          <p:nvPr/>
        </p:nvCxnSpPr>
        <p:spPr>
          <a:xfrm flipH="1">
            <a:off x="1421707" y="2221403"/>
            <a:ext cx="1571201" cy="450662"/>
          </a:xfrm>
          <a:prstGeom prst="straightConnector1">
            <a:avLst/>
          </a:prstGeom>
          <a:ln w="19050">
            <a:solidFill>
              <a:schemeClr val="accent1"/>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56" name="Group 55">
            <a:extLst>
              <a:ext uri="{FF2B5EF4-FFF2-40B4-BE49-F238E27FC236}">
                <a16:creationId xmlns:a16="http://schemas.microsoft.com/office/drawing/2014/main" id="{E09FA27D-A9EF-BC77-57A4-0EA44A260F31}"/>
              </a:ext>
            </a:extLst>
          </p:cNvPr>
          <p:cNvGrpSpPr/>
          <p:nvPr/>
        </p:nvGrpSpPr>
        <p:grpSpPr>
          <a:xfrm>
            <a:off x="2607941" y="2737762"/>
            <a:ext cx="1069771" cy="960360"/>
            <a:chOff x="2605258" y="2818537"/>
            <a:chExt cx="1069771" cy="960360"/>
          </a:xfrm>
        </p:grpSpPr>
        <p:pic>
          <p:nvPicPr>
            <p:cNvPr id="9226" name="Picture 10" descr="Third party - Free user icons">
              <a:extLst>
                <a:ext uri="{FF2B5EF4-FFF2-40B4-BE49-F238E27FC236}">
                  <a16:creationId xmlns:a16="http://schemas.microsoft.com/office/drawing/2014/main" id="{FE60C035-7318-637E-E713-1A7F4FFFA94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19463" y="2818537"/>
              <a:ext cx="609706" cy="609706"/>
            </a:xfrm>
            <a:prstGeom prst="rect">
              <a:avLst/>
            </a:prstGeom>
            <a:noFill/>
            <a:extLst>
              <a:ext uri="{909E8E84-426E-40DD-AFC4-6F175D3DCCD1}">
                <a14:hiddenFill xmlns:a14="http://schemas.microsoft.com/office/drawing/2010/main">
                  <a:solidFill>
                    <a:srgbClr val="FFFFFF"/>
                  </a:solidFill>
                </a14:hiddenFill>
              </a:ext>
            </a:extLst>
          </p:spPr>
        </p:pic>
        <p:sp>
          <p:nvSpPr>
            <p:cNvPr id="55" name="object 66">
              <a:extLst>
                <a:ext uri="{FF2B5EF4-FFF2-40B4-BE49-F238E27FC236}">
                  <a16:creationId xmlns:a16="http://schemas.microsoft.com/office/drawing/2014/main" id="{86610B80-A893-CCD1-B3D0-F95A183BB56B}"/>
                </a:ext>
              </a:extLst>
            </p:cNvPr>
            <p:cNvSpPr txBox="1"/>
            <p:nvPr/>
          </p:nvSpPr>
          <p:spPr>
            <a:xfrm>
              <a:off x="2605258" y="3397382"/>
              <a:ext cx="1069771" cy="381515"/>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a:latin typeface="Calibri" panose="020F0502020204030204" pitchFamily="34" charset="0"/>
                  <a:cs typeface="Calibri" panose="020F0502020204030204" pitchFamily="34" charset="0"/>
                </a:rPr>
                <a:t>3P/OEM Collaborations</a:t>
              </a:r>
              <a:endParaRPr sz="1200">
                <a:latin typeface="Calibri" panose="020F0502020204030204" pitchFamily="34" charset="0"/>
                <a:cs typeface="Calibri" panose="020F0502020204030204" pitchFamily="34" charset="0"/>
              </a:endParaRPr>
            </a:p>
          </p:txBody>
        </p:sp>
      </p:grpSp>
      <p:grpSp>
        <p:nvGrpSpPr>
          <p:cNvPr id="58" name="Group 57">
            <a:extLst>
              <a:ext uri="{FF2B5EF4-FFF2-40B4-BE49-F238E27FC236}">
                <a16:creationId xmlns:a16="http://schemas.microsoft.com/office/drawing/2014/main" id="{29AE79C7-DCBB-0ADE-4B7D-F9C355EC31CF}"/>
              </a:ext>
            </a:extLst>
          </p:cNvPr>
          <p:cNvGrpSpPr/>
          <p:nvPr/>
        </p:nvGrpSpPr>
        <p:grpSpPr>
          <a:xfrm>
            <a:off x="4044370" y="2697397"/>
            <a:ext cx="1069771" cy="1007522"/>
            <a:chOff x="4059085" y="2788252"/>
            <a:chExt cx="1069771" cy="1007522"/>
          </a:xfrm>
        </p:grpSpPr>
        <p:pic>
          <p:nvPicPr>
            <p:cNvPr id="9228" name="Picture 12" descr="Peer to peer - Free networking icons">
              <a:extLst>
                <a:ext uri="{FF2B5EF4-FFF2-40B4-BE49-F238E27FC236}">
                  <a16:creationId xmlns:a16="http://schemas.microsoft.com/office/drawing/2014/main" id="{0E738858-132E-F4E3-7BB2-FDBF1D1E8E7D}"/>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64672" y="2788252"/>
              <a:ext cx="609706" cy="609706"/>
            </a:xfrm>
            <a:prstGeom prst="rect">
              <a:avLst/>
            </a:prstGeom>
            <a:noFill/>
            <a:extLst>
              <a:ext uri="{909E8E84-426E-40DD-AFC4-6F175D3DCCD1}">
                <a14:hiddenFill xmlns:a14="http://schemas.microsoft.com/office/drawing/2010/main">
                  <a:solidFill>
                    <a:srgbClr val="FFFFFF"/>
                  </a:solidFill>
                </a14:hiddenFill>
              </a:ext>
            </a:extLst>
          </p:spPr>
        </p:pic>
        <p:sp>
          <p:nvSpPr>
            <p:cNvPr id="57" name="object 66">
              <a:extLst>
                <a:ext uri="{FF2B5EF4-FFF2-40B4-BE49-F238E27FC236}">
                  <a16:creationId xmlns:a16="http://schemas.microsoft.com/office/drawing/2014/main" id="{CFEF01E0-9A02-B4D6-6C69-B6EC61D7FC56}"/>
                </a:ext>
              </a:extLst>
            </p:cNvPr>
            <p:cNvSpPr txBox="1"/>
            <p:nvPr/>
          </p:nvSpPr>
          <p:spPr>
            <a:xfrm>
              <a:off x="4059085" y="3414259"/>
              <a:ext cx="1069771" cy="381515"/>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a:latin typeface="Calibri" panose="020F0502020204030204" pitchFamily="34" charset="0"/>
                  <a:cs typeface="Calibri" panose="020F0502020204030204" pitchFamily="34" charset="0"/>
                </a:rPr>
                <a:t>P2P Ecosystem Network</a:t>
              </a:r>
              <a:endParaRPr sz="1200">
                <a:latin typeface="Calibri" panose="020F0502020204030204" pitchFamily="34" charset="0"/>
                <a:cs typeface="Calibri" panose="020F0502020204030204" pitchFamily="34" charset="0"/>
              </a:endParaRPr>
            </a:p>
          </p:txBody>
        </p:sp>
      </p:grpSp>
      <p:cxnSp>
        <p:nvCxnSpPr>
          <p:cNvPr id="59" name="Straight Arrow Connector 58">
            <a:extLst>
              <a:ext uri="{FF2B5EF4-FFF2-40B4-BE49-F238E27FC236}">
                <a16:creationId xmlns:a16="http://schemas.microsoft.com/office/drawing/2014/main" id="{E3421B2D-23E2-A735-726B-1C1CBA5B8A33}"/>
              </a:ext>
            </a:extLst>
          </p:cNvPr>
          <p:cNvCxnSpPr>
            <a:cxnSpLocks/>
            <a:stCxn id="5" idx="2"/>
            <a:endCxn id="1042" idx="0"/>
          </p:cNvCxnSpPr>
          <p:nvPr/>
        </p:nvCxnSpPr>
        <p:spPr>
          <a:xfrm flipH="1">
            <a:off x="2848006" y="2221403"/>
            <a:ext cx="144902" cy="288310"/>
          </a:xfrm>
          <a:prstGeom prst="straightConnector1">
            <a:avLst/>
          </a:prstGeom>
          <a:ln w="19050">
            <a:solidFill>
              <a:schemeClr val="accent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62" name="Straight Arrow Connector 61">
            <a:extLst>
              <a:ext uri="{FF2B5EF4-FFF2-40B4-BE49-F238E27FC236}">
                <a16:creationId xmlns:a16="http://schemas.microsoft.com/office/drawing/2014/main" id="{8AE0C1D0-6D2C-06D9-D3D0-0E50D600D724}"/>
              </a:ext>
            </a:extLst>
          </p:cNvPr>
          <p:cNvCxnSpPr>
            <a:cxnSpLocks/>
            <a:stCxn id="5" idx="2"/>
            <a:endCxn id="1043" idx="0"/>
          </p:cNvCxnSpPr>
          <p:nvPr/>
        </p:nvCxnSpPr>
        <p:spPr>
          <a:xfrm>
            <a:off x="2992908" y="2221403"/>
            <a:ext cx="1852680" cy="289001"/>
          </a:xfrm>
          <a:prstGeom prst="straightConnector1">
            <a:avLst/>
          </a:prstGeom>
          <a:ln w="19050">
            <a:solidFill>
              <a:schemeClr val="accent1"/>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69" name="Left Brace 68">
            <a:extLst>
              <a:ext uri="{FF2B5EF4-FFF2-40B4-BE49-F238E27FC236}">
                <a16:creationId xmlns:a16="http://schemas.microsoft.com/office/drawing/2014/main" id="{DB583602-B0FB-5425-D452-2F03A41201E7}"/>
              </a:ext>
            </a:extLst>
          </p:cNvPr>
          <p:cNvSpPr/>
          <p:nvPr/>
        </p:nvSpPr>
        <p:spPr>
          <a:xfrm>
            <a:off x="5202142" y="2795096"/>
            <a:ext cx="158779" cy="1319925"/>
          </a:xfrm>
          <a:prstGeom prst="leftBrace">
            <a:avLst/>
          </a:prstGeom>
          <a:ln w="19050">
            <a:solidFill>
              <a:schemeClr val="accent1">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1" name="Rectangle 70">
            <a:extLst>
              <a:ext uri="{FF2B5EF4-FFF2-40B4-BE49-F238E27FC236}">
                <a16:creationId xmlns:a16="http://schemas.microsoft.com/office/drawing/2014/main" id="{686D4CB4-D79C-57C2-099D-A885D930F5D9}"/>
              </a:ext>
            </a:extLst>
          </p:cNvPr>
          <p:cNvSpPr/>
          <p:nvPr/>
        </p:nvSpPr>
        <p:spPr>
          <a:xfrm>
            <a:off x="7006564" y="2835405"/>
            <a:ext cx="4974400" cy="502707"/>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3515" marR="78740" indent="-171450">
              <a:lnSpc>
                <a:spcPct val="100000"/>
              </a:lnSpc>
              <a:spcBef>
                <a:spcPts val="95"/>
              </a:spcBef>
              <a:buFont typeface="Arial" panose="020B0604020202020204" pitchFamily="34" charset="0"/>
              <a:buChar char="•"/>
              <a:tabLst>
                <a:tab pos="190500" algn="l"/>
                <a:tab pos="191135" algn="l"/>
              </a:tabLst>
            </a:pPr>
            <a:r>
              <a:rPr lang="en-US" sz="1200" spc="-5">
                <a:solidFill>
                  <a:schemeClr val="tx1"/>
                </a:solidFill>
                <a:latin typeface="Calibri" panose="020F0502020204030204" pitchFamily="34" charset="0"/>
                <a:cs typeface="Calibri" panose="020F0502020204030204" pitchFamily="34" charset="0"/>
              </a:rPr>
              <a:t>Pre-determined rosters and routes can </a:t>
            </a:r>
            <a:r>
              <a:rPr lang="en-US" sz="1200" spc="-27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link</a:t>
            </a:r>
            <a:r>
              <a:rPr lang="en-US" sz="1200" spc="5">
                <a:solidFill>
                  <a:schemeClr val="tx1"/>
                </a:solidFill>
                <a:latin typeface="Calibri" panose="020F0502020204030204" pitchFamily="34" charset="0"/>
                <a:cs typeface="Calibri" panose="020F0502020204030204" pitchFamily="34" charset="0"/>
              </a:rPr>
              <a:t> </a:t>
            </a:r>
            <a:r>
              <a:rPr lang="en-US" sz="1200" spc="-10">
                <a:solidFill>
                  <a:schemeClr val="tx1"/>
                </a:solidFill>
                <a:latin typeface="Calibri" panose="020F0502020204030204" pitchFamily="34" charset="0"/>
                <a:cs typeface="Calibri" panose="020F0502020204030204" pitchFamily="34" charset="0"/>
              </a:rPr>
              <a:t>in</a:t>
            </a:r>
            <a:r>
              <a:rPr lang="en-US" sz="1200" spc="-5">
                <a:solidFill>
                  <a:schemeClr val="tx1"/>
                </a:solidFill>
                <a:latin typeface="Calibri" panose="020F0502020204030204" pitchFamily="34" charset="0"/>
                <a:cs typeface="Calibri" panose="020F0502020204030204" pitchFamily="34" charset="0"/>
              </a:rPr>
              <a:t> </a:t>
            </a:r>
            <a:r>
              <a:rPr lang="en-US" sz="1200" spc="-10">
                <a:solidFill>
                  <a:schemeClr val="tx1"/>
                </a:solidFill>
                <a:latin typeface="Calibri" panose="020F0502020204030204" pitchFamily="34" charset="0"/>
                <a:cs typeface="Calibri" panose="020F0502020204030204" pitchFamily="34" charset="0"/>
              </a:rPr>
              <a:t>with</a:t>
            </a:r>
            <a:r>
              <a:rPr lang="en-US" sz="1200" spc="1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multiple</a:t>
            </a:r>
            <a:r>
              <a:rPr lang="en-US" sz="1200" spc="5">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systems</a:t>
            </a:r>
            <a:endParaRPr lang="en-US" sz="1200">
              <a:solidFill>
                <a:schemeClr val="tx1"/>
              </a:solidFill>
              <a:latin typeface="Calibri" panose="020F0502020204030204" pitchFamily="34" charset="0"/>
              <a:cs typeface="Calibri" panose="020F0502020204030204" pitchFamily="34" charset="0"/>
            </a:endParaRPr>
          </a:p>
          <a:p>
            <a:pPr marL="183515" marR="78740" indent="-171450">
              <a:lnSpc>
                <a:spcPct val="100000"/>
              </a:lnSpc>
              <a:spcBef>
                <a:spcPts val="95"/>
              </a:spcBef>
              <a:buFont typeface="Arial" panose="020B0604020202020204" pitchFamily="34" charset="0"/>
              <a:buChar char="•"/>
              <a:tabLst>
                <a:tab pos="190500" algn="l"/>
                <a:tab pos="191135" algn="l"/>
              </a:tabLst>
            </a:pPr>
            <a:r>
              <a:rPr lang="en-US" sz="1200" spc="-5">
                <a:solidFill>
                  <a:schemeClr val="tx1"/>
                </a:solidFill>
                <a:latin typeface="Calibri" panose="020F0502020204030204" pitchFamily="34" charset="0"/>
                <a:cs typeface="Calibri" panose="020F0502020204030204" pitchFamily="34" charset="0"/>
              </a:rPr>
              <a:t>Integrating</a:t>
            </a:r>
            <a:r>
              <a:rPr lang="en-US" sz="1200" spc="-10">
                <a:solidFill>
                  <a:schemeClr val="tx1"/>
                </a:solidFill>
                <a:latin typeface="Calibri" panose="020F0502020204030204" pitchFamily="34" charset="0"/>
                <a:cs typeface="Calibri" panose="020F0502020204030204" pitchFamily="34" charset="0"/>
              </a:rPr>
              <a:t> with</a:t>
            </a:r>
            <a:r>
              <a:rPr lang="en-US" sz="120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this </a:t>
            </a:r>
            <a:r>
              <a:rPr lang="en-US" sz="1200" spc="-10">
                <a:solidFill>
                  <a:schemeClr val="tx1"/>
                </a:solidFill>
                <a:latin typeface="Calibri" panose="020F0502020204030204" pitchFamily="34" charset="0"/>
                <a:cs typeface="Calibri" panose="020F0502020204030204" pitchFamily="34" charset="0"/>
              </a:rPr>
              <a:t>system</a:t>
            </a:r>
            <a:r>
              <a:rPr lang="en-US" sz="1200" spc="2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is</a:t>
            </a:r>
            <a:r>
              <a:rPr lang="en-US" sz="1200">
                <a:solidFill>
                  <a:schemeClr val="tx1"/>
                </a:solidFill>
                <a:latin typeface="Calibri" panose="020F0502020204030204" pitchFamily="34" charset="0"/>
                <a:cs typeface="Calibri" panose="020F0502020204030204" pitchFamily="34" charset="0"/>
              </a:rPr>
              <a:t> key</a:t>
            </a:r>
            <a:r>
              <a:rPr lang="en-US" sz="1200" spc="-3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to </a:t>
            </a:r>
            <a:r>
              <a:rPr lang="en-US" sz="1200" spc="-265">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achieve</a:t>
            </a:r>
            <a:r>
              <a:rPr lang="en-US" sz="1200" spc="-1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full</a:t>
            </a:r>
            <a:r>
              <a:rPr lang="en-US" sz="1200" spc="-15">
                <a:solidFill>
                  <a:schemeClr val="tx1"/>
                </a:solidFill>
                <a:latin typeface="Calibri" panose="020F0502020204030204" pitchFamily="34" charset="0"/>
                <a:cs typeface="Calibri" panose="020F0502020204030204" pitchFamily="34" charset="0"/>
              </a:rPr>
              <a:t> </a:t>
            </a:r>
            <a:r>
              <a:rPr lang="en-US" sz="1200" spc="-10">
                <a:solidFill>
                  <a:schemeClr val="tx1"/>
                </a:solidFill>
                <a:latin typeface="Calibri" panose="020F0502020204030204" pitchFamily="34" charset="0"/>
                <a:cs typeface="Calibri" panose="020F0502020204030204" pitchFamily="34" charset="0"/>
              </a:rPr>
              <a:t>dynamic</a:t>
            </a:r>
            <a:r>
              <a:rPr lang="en-US" sz="1200" spc="25">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routing</a:t>
            </a:r>
            <a:endParaRPr lang="en-US" sz="1200">
              <a:solidFill>
                <a:schemeClr val="tx1"/>
              </a:solidFill>
              <a:latin typeface="Calibri" panose="020F0502020204030204" pitchFamily="34" charset="0"/>
              <a:cs typeface="Calibri" panose="020F0502020204030204" pitchFamily="34" charset="0"/>
            </a:endParaRPr>
          </a:p>
        </p:txBody>
      </p:sp>
      <p:grpSp>
        <p:nvGrpSpPr>
          <p:cNvPr id="72" name="Group 71">
            <a:extLst>
              <a:ext uri="{FF2B5EF4-FFF2-40B4-BE49-F238E27FC236}">
                <a16:creationId xmlns:a16="http://schemas.microsoft.com/office/drawing/2014/main" id="{A23EA93E-3B08-4D6D-253C-97CC5A162592}"/>
              </a:ext>
            </a:extLst>
          </p:cNvPr>
          <p:cNvGrpSpPr/>
          <p:nvPr/>
        </p:nvGrpSpPr>
        <p:grpSpPr>
          <a:xfrm>
            <a:off x="5427621" y="2835406"/>
            <a:ext cx="327730" cy="1212608"/>
            <a:chOff x="49839" y="679153"/>
            <a:chExt cx="888623" cy="1097945"/>
          </a:xfrm>
          <a:solidFill>
            <a:schemeClr val="accent1">
              <a:lumMod val="50000"/>
            </a:schemeClr>
          </a:solidFill>
          <a:effectLst>
            <a:outerShdw blurRad="50800" dist="38100" algn="l" rotWithShape="0">
              <a:prstClr val="black">
                <a:alpha val="40000"/>
              </a:prstClr>
            </a:outerShdw>
          </a:effectLst>
        </p:grpSpPr>
        <p:sp>
          <p:nvSpPr>
            <p:cNvPr id="73" name="Pentagon 72">
              <a:extLst>
                <a:ext uri="{FF2B5EF4-FFF2-40B4-BE49-F238E27FC236}">
                  <a16:creationId xmlns:a16="http://schemas.microsoft.com/office/drawing/2014/main" id="{3DA885E9-576B-C61A-B75D-F1802F42EB45}"/>
                </a:ext>
              </a:extLst>
            </p:cNvPr>
            <p:cNvSpPr/>
            <p:nvPr/>
          </p:nvSpPr>
          <p:spPr>
            <a:xfrm rot="5400000">
              <a:off x="-28075" y="800482"/>
              <a:ext cx="1077781" cy="855292"/>
            </a:xfrm>
            <a:prstGeom prst="homePlate">
              <a:avLst>
                <a:gd name="adj" fmla="val 26595"/>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lIns="90000" rtlCol="0" anchor="ctr"/>
            <a:lstStyle/>
            <a:p>
              <a:pPr algn="ctr"/>
              <a:endParaRPr lang="en-US" sz="1300" b="1">
                <a:latin typeface="Calibri" panose="020F0502020204030204" pitchFamily="34" charset="0"/>
                <a:cs typeface="Calibri" panose="020F0502020204030204" pitchFamily="34" charset="0"/>
              </a:endParaRPr>
            </a:p>
          </p:txBody>
        </p:sp>
        <p:sp>
          <p:nvSpPr>
            <p:cNvPr id="74" name="TextBox 73">
              <a:extLst>
                <a:ext uri="{FF2B5EF4-FFF2-40B4-BE49-F238E27FC236}">
                  <a16:creationId xmlns:a16="http://schemas.microsoft.com/office/drawing/2014/main" id="{5484C5B0-0F98-7742-202F-07289B0E158C}"/>
                </a:ext>
              </a:extLst>
            </p:cNvPr>
            <p:cNvSpPr txBox="1"/>
            <p:nvPr/>
          </p:nvSpPr>
          <p:spPr>
            <a:xfrm rot="16200000">
              <a:off x="-102736" y="831728"/>
              <a:ext cx="1097945" cy="792796"/>
            </a:xfrm>
            <a:prstGeom prst="rect">
              <a:avLst/>
            </a:prstGeom>
            <a:noFill/>
          </p:spPr>
          <p:txBody>
            <a:bodyPr wrap="square" rtlCol="0" anchor="ctr">
              <a:spAutoFit/>
            </a:bodyPr>
            <a:lstStyle/>
            <a:p>
              <a:pPr algn="ctr"/>
              <a:r>
                <a:rPr lang="en-US" sz="1300" b="1">
                  <a:solidFill>
                    <a:schemeClr val="bg1"/>
                  </a:solidFill>
                  <a:latin typeface="Calibri" panose="020F0502020204030204" pitchFamily="34" charset="0"/>
                  <a:cs typeface="Calibri" panose="020F0502020204030204" pitchFamily="34" charset="0"/>
                </a:rPr>
                <a:t>Process</a:t>
              </a:r>
            </a:p>
          </p:txBody>
        </p:sp>
      </p:grpSp>
      <p:sp>
        <p:nvSpPr>
          <p:cNvPr id="78" name="Rectangle 77">
            <a:extLst>
              <a:ext uri="{FF2B5EF4-FFF2-40B4-BE49-F238E27FC236}">
                <a16:creationId xmlns:a16="http://schemas.microsoft.com/office/drawing/2014/main" id="{1498E0CC-4D75-2BC8-F1BF-1DBDE33F1853}"/>
              </a:ext>
            </a:extLst>
          </p:cNvPr>
          <p:cNvSpPr/>
          <p:nvPr/>
        </p:nvSpPr>
        <p:spPr>
          <a:xfrm>
            <a:off x="5850206" y="2856009"/>
            <a:ext cx="1061503" cy="464091"/>
          </a:xfrm>
          <a:prstGeom prst="rect">
            <a:avLst/>
          </a:prstGeom>
          <a:solidFill>
            <a:schemeClr val="accent1">
              <a:lumMod val="20000"/>
              <a:lumOff val="80000"/>
            </a:schemeClr>
          </a:solid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spc="-5">
                <a:solidFill>
                  <a:schemeClr val="tx1"/>
                </a:solidFill>
                <a:latin typeface="Calibri" panose="020F0502020204030204" pitchFamily="34" charset="0"/>
                <a:cs typeface="Calibri" panose="020F0502020204030204" pitchFamily="34" charset="0"/>
              </a:rPr>
              <a:t>Allocation</a:t>
            </a:r>
            <a:endParaRPr lang="en-US" sz="1200" b="1">
              <a:solidFill>
                <a:schemeClr val="tx1"/>
              </a:solidFill>
              <a:latin typeface="Calibri" panose="020F0502020204030204" pitchFamily="34" charset="0"/>
              <a:cs typeface="Calibri" panose="020F0502020204030204" pitchFamily="34" charset="0"/>
            </a:endParaRPr>
          </a:p>
        </p:txBody>
      </p:sp>
      <p:sp>
        <p:nvSpPr>
          <p:cNvPr id="79" name="Rectangle 78">
            <a:extLst>
              <a:ext uri="{FF2B5EF4-FFF2-40B4-BE49-F238E27FC236}">
                <a16:creationId xmlns:a16="http://schemas.microsoft.com/office/drawing/2014/main" id="{68C89AB2-BE40-DA64-C58E-9C542AE4C7F0}"/>
              </a:ext>
            </a:extLst>
          </p:cNvPr>
          <p:cNvSpPr/>
          <p:nvPr/>
        </p:nvSpPr>
        <p:spPr>
          <a:xfrm>
            <a:off x="5830222" y="3386594"/>
            <a:ext cx="3143632" cy="661420"/>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2065" marR="5080" algn="ctr">
              <a:lnSpc>
                <a:spcPct val="99700"/>
              </a:lnSpc>
              <a:spcBef>
                <a:spcPts val="100"/>
              </a:spcBef>
            </a:pPr>
            <a:r>
              <a:rPr lang="en-IN" sz="1200" b="1" spc="-5">
                <a:solidFill>
                  <a:schemeClr val="tx1"/>
                </a:solidFill>
                <a:latin typeface="Calibri" panose="020F0502020204030204" pitchFamily="34" charset="0"/>
                <a:cs typeface="Calibri" panose="020F0502020204030204" pitchFamily="34" charset="0"/>
              </a:rPr>
              <a:t>Live re-optimisation: </a:t>
            </a:r>
            <a:r>
              <a:rPr lang="en-IN" sz="1200" spc="-5">
                <a:solidFill>
                  <a:schemeClr val="tx1"/>
                </a:solidFill>
                <a:latin typeface="Calibri" panose="020F0502020204030204" pitchFamily="34" charset="0"/>
                <a:cs typeface="Calibri" panose="020F0502020204030204" pitchFamily="34" charset="0"/>
              </a:rPr>
              <a:t>Auto </a:t>
            </a:r>
            <a:r>
              <a:rPr lang="en-IN" sz="1200" spc="-265">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assignment of new pickups to optimal driver &amp;  real </a:t>
            </a:r>
            <a:r>
              <a:rPr lang="en-IN" sz="1200">
                <a:solidFill>
                  <a:schemeClr val="tx1"/>
                </a:solidFill>
                <a:latin typeface="Calibri" panose="020F0502020204030204" pitchFamily="34" charset="0"/>
                <a:cs typeface="Calibri" panose="020F0502020204030204" pitchFamily="34" charset="0"/>
              </a:rPr>
              <a:t>time re-</a:t>
            </a:r>
            <a:r>
              <a:rPr lang="en-IN" sz="1200" spc="-5">
                <a:solidFill>
                  <a:schemeClr val="tx1"/>
                </a:solidFill>
                <a:latin typeface="Calibri" panose="020F0502020204030204" pitchFamily="34" charset="0"/>
                <a:cs typeface="Calibri" panose="020F0502020204030204" pitchFamily="34" charset="0"/>
              </a:rPr>
              <a:t>optimisation</a:t>
            </a:r>
            <a:r>
              <a:rPr lang="en-IN" sz="1200" spc="-25">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of</a:t>
            </a:r>
            <a:r>
              <a:rPr lang="en-IN" sz="1200" spc="-25">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driver</a:t>
            </a:r>
            <a:r>
              <a:rPr lang="en-IN" sz="1200" spc="10">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routes</a:t>
            </a:r>
          </a:p>
        </p:txBody>
      </p:sp>
      <p:sp>
        <p:nvSpPr>
          <p:cNvPr id="80" name="Rectangle 79">
            <a:extLst>
              <a:ext uri="{FF2B5EF4-FFF2-40B4-BE49-F238E27FC236}">
                <a16:creationId xmlns:a16="http://schemas.microsoft.com/office/drawing/2014/main" id="{91ABC9E9-9158-8EC5-8991-1DD681EAF371}"/>
              </a:ext>
            </a:extLst>
          </p:cNvPr>
          <p:cNvSpPr/>
          <p:nvPr/>
        </p:nvSpPr>
        <p:spPr>
          <a:xfrm>
            <a:off x="9039907" y="3397060"/>
            <a:ext cx="2941057" cy="661420"/>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2065" marR="5080" algn="ctr">
              <a:lnSpc>
                <a:spcPct val="99700"/>
              </a:lnSpc>
              <a:spcBef>
                <a:spcPts val="100"/>
              </a:spcBef>
            </a:pPr>
            <a:r>
              <a:rPr lang="en-IN" sz="1200" b="1" spc="-5">
                <a:solidFill>
                  <a:schemeClr val="tx1"/>
                </a:solidFill>
                <a:latin typeface="Calibri" panose="020F0502020204030204" pitchFamily="34" charset="0"/>
                <a:cs typeface="Calibri" panose="020F0502020204030204" pitchFamily="34" charset="0"/>
              </a:rPr>
              <a:t>Dynamic</a:t>
            </a:r>
            <a:r>
              <a:rPr lang="en-IN" sz="1200" b="1" spc="-10">
                <a:solidFill>
                  <a:schemeClr val="tx1"/>
                </a:solidFill>
                <a:latin typeface="Calibri" panose="020F0502020204030204" pitchFamily="34" charset="0"/>
                <a:cs typeface="Calibri" panose="020F0502020204030204" pitchFamily="34" charset="0"/>
              </a:rPr>
              <a:t> </a:t>
            </a:r>
            <a:r>
              <a:rPr lang="en-IN" sz="1200" b="1" spc="-5">
                <a:solidFill>
                  <a:schemeClr val="tx1"/>
                </a:solidFill>
                <a:latin typeface="Calibri" panose="020F0502020204030204" pitchFamily="34" charset="0"/>
                <a:cs typeface="Calibri" panose="020F0502020204030204" pitchFamily="34" charset="0"/>
              </a:rPr>
              <a:t>routing: </a:t>
            </a:r>
            <a:r>
              <a:rPr lang="en-IN" sz="1200" spc="-5">
                <a:solidFill>
                  <a:schemeClr val="tx1"/>
                </a:solidFill>
                <a:latin typeface="Calibri" panose="020F0502020204030204" pitchFamily="34" charset="0"/>
                <a:cs typeface="Calibri" panose="020F0502020204030204" pitchFamily="34" charset="0"/>
              </a:rPr>
              <a:t>Based</a:t>
            </a:r>
            <a:r>
              <a:rPr lang="en-IN" sz="1200" spc="-15">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on</a:t>
            </a:r>
            <a:r>
              <a:rPr lang="en-IN" sz="1200" spc="-35">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variable demand,</a:t>
            </a:r>
            <a:r>
              <a:rPr lang="en-IN" sz="1200" spc="-45">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can</a:t>
            </a:r>
            <a:r>
              <a:rPr lang="en-IN" sz="1200" spc="-20">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integrate</a:t>
            </a:r>
            <a:r>
              <a:rPr lang="en-IN" sz="1200">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to</a:t>
            </a:r>
            <a:r>
              <a:rPr lang="en-IN" sz="1200" spc="-20">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sortation </a:t>
            </a:r>
            <a:r>
              <a:rPr lang="en-IN" sz="1200" spc="-10">
                <a:solidFill>
                  <a:schemeClr val="tx1"/>
                </a:solidFill>
                <a:latin typeface="Calibri" panose="020F0502020204030204" pitchFamily="34" charset="0"/>
                <a:cs typeface="Calibri" panose="020F0502020204030204" pitchFamily="34" charset="0"/>
              </a:rPr>
              <a:t>system</a:t>
            </a:r>
          </a:p>
        </p:txBody>
      </p:sp>
      <p:grpSp>
        <p:nvGrpSpPr>
          <p:cNvPr id="84" name="Group 83">
            <a:extLst>
              <a:ext uri="{FF2B5EF4-FFF2-40B4-BE49-F238E27FC236}">
                <a16:creationId xmlns:a16="http://schemas.microsoft.com/office/drawing/2014/main" id="{C1538607-9078-73FC-326D-690984834308}"/>
              </a:ext>
            </a:extLst>
          </p:cNvPr>
          <p:cNvGrpSpPr/>
          <p:nvPr/>
        </p:nvGrpSpPr>
        <p:grpSpPr>
          <a:xfrm>
            <a:off x="824845" y="3920817"/>
            <a:ext cx="3017691" cy="864540"/>
            <a:chOff x="978607" y="4114088"/>
            <a:chExt cx="2951507" cy="820068"/>
          </a:xfrm>
        </p:grpSpPr>
        <p:pic>
          <p:nvPicPr>
            <p:cNvPr id="9230" name="Picture 14" descr="Distribution center - Free shipping and delivery icons">
              <a:extLst>
                <a:ext uri="{FF2B5EF4-FFF2-40B4-BE49-F238E27FC236}">
                  <a16:creationId xmlns:a16="http://schemas.microsoft.com/office/drawing/2014/main" id="{3C21E281-B293-D0E3-57C6-D2EF60E49A4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78607" y="4114088"/>
              <a:ext cx="791653" cy="791653"/>
            </a:xfrm>
            <a:prstGeom prst="rect">
              <a:avLst/>
            </a:prstGeom>
            <a:noFill/>
            <a:extLst>
              <a:ext uri="{909E8E84-426E-40DD-AFC4-6F175D3DCCD1}">
                <a14:hiddenFill xmlns:a14="http://schemas.microsoft.com/office/drawing/2010/main">
                  <a:solidFill>
                    <a:srgbClr val="FFFFFF"/>
                  </a:solidFill>
                </a14:hiddenFill>
              </a:ext>
            </a:extLst>
          </p:spPr>
        </p:pic>
        <p:sp>
          <p:nvSpPr>
            <p:cNvPr id="81" name="object 66">
              <a:extLst>
                <a:ext uri="{FF2B5EF4-FFF2-40B4-BE49-F238E27FC236}">
                  <a16:creationId xmlns:a16="http://schemas.microsoft.com/office/drawing/2014/main" id="{2E3B14B7-3055-1AF6-06FD-9D5E11837819}"/>
                </a:ext>
              </a:extLst>
            </p:cNvPr>
            <p:cNvSpPr txBox="1"/>
            <p:nvPr/>
          </p:nvSpPr>
          <p:spPr>
            <a:xfrm>
              <a:off x="1850940" y="4133792"/>
              <a:ext cx="1771033" cy="196849"/>
            </a:xfrm>
            <a:prstGeom prst="rect">
              <a:avLst/>
            </a:prstGeom>
          </p:spPr>
          <p:txBody>
            <a:bodyPr vert="horz" wrap="square" lIns="0" tIns="12065" rIns="0" bIns="0" rtlCol="0">
              <a:spAutoFit/>
            </a:bodyPr>
            <a:lstStyle/>
            <a:p>
              <a:pPr marL="59690" marR="5080" indent="-47625" algn="ctr">
                <a:lnSpc>
                  <a:spcPct val="100000"/>
                </a:lnSpc>
                <a:spcBef>
                  <a:spcPts val="95"/>
                </a:spcBef>
                <a:spcAft>
                  <a:spcPts val="300"/>
                </a:spcAft>
              </a:pPr>
              <a:r>
                <a:rPr lang="en-IN" sz="1200" b="1">
                  <a:latin typeface="Calibri" panose="020F0502020204030204" pitchFamily="34" charset="0"/>
                  <a:cs typeface="Calibri" panose="020F0502020204030204" pitchFamily="34" charset="0"/>
                </a:rPr>
                <a:t>Fulfilment Centre</a:t>
              </a:r>
            </a:p>
          </p:txBody>
        </p:sp>
        <p:sp>
          <p:nvSpPr>
            <p:cNvPr id="82" name="object 66">
              <a:extLst>
                <a:ext uri="{FF2B5EF4-FFF2-40B4-BE49-F238E27FC236}">
                  <a16:creationId xmlns:a16="http://schemas.microsoft.com/office/drawing/2014/main" id="{F4F6CDAC-3221-126F-168E-593182C51548}"/>
                </a:ext>
              </a:extLst>
            </p:cNvPr>
            <p:cNvSpPr txBox="1"/>
            <p:nvPr/>
          </p:nvSpPr>
          <p:spPr>
            <a:xfrm>
              <a:off x="1850941" y="4355151"/>
              <a:ext cx="2079173" cy="579005"/>
            </a:xfrm>
            <a:prstGeom prst="rect">
              <a:avLst/>
            </a:prstGeom>
          </p:spPr>
          <p:txBody>
            <a:bodyPr vert="horz" wrap="square" lIns="0" tIns="12065" rIns="0" bIns="0" rtlCol="0">
              <a:spAutoFit/>
            </a:bodyPr>
            <a:lstStyle/>
            <a:p>
              <a:pPr marL="59690" marR="5080" indent="-47625">
                <a:lnSpc>
                  <a:spcPct val="100000"/>
                </a:lnSpc>
                <a:spcBef>
                  <a:spcPts val="95"/>
                </a:spcBef>
              </a:pPr>
              <a:r>
                <a:rPr lang="en-IN" sz="1200">
                  <a:latin typeface="Calibri" panose="020F0502020204030204" pitchFamily="34" charset="0"/>
                  <a:cs typeface="Calibri" panose="020F0502020204030204" pitchFamily="34" charset="0"/>
                </a:rPr>
                <a:t>Tier 1: Metro Station, Residential &amp; Office Spaces</a:t>
              </a:r>
            </a:p>
            <a:p>
              <a:pPr marL="59690" marR="5080" indent="-47625">
                <a:lnSpc>
                  <a:spcPct val="100000"/>
                </a:lnSpc>
                <a:spcBef>
                  <a:spcPts val="95"/>
                </a:spcBef>
              </a:pPr>
              <a:r>
                <a:rPr lang="en-IN" sz="1200">
                  <a:latin typeface="Calibri" panose="020F0502020204030204" pitchFamily="34" charset="0"/>
                  <a:cs typeface="Calibri" panose="020F0502020204030204" pitchFamily="34" charset="0"/>
                </a:rPr>
                <a:t>Tier 2: Kirana Stores</a:t>
              </a:r>
            </a:p>
          </p:txBody>
        </p:sp>
      </p:grpSp>
      <p:sp>
        <p:nvSpPr>
          <p:cNvPr id="106" name="Left Brace 105">
            <a:extLst>
              <a:ext uri="{FF2B5EF4-FFF2-40B4-BE49-F238E27FC236}">
                <a16:creationId xmlns:a16="http://schemas.microsoft.com/office/drawing/2014/main" id="{D506E9ED-3EBA-3B29-5F06-7D3DE3DC39D5}"/>
              </a:ext>
            </a:extLst>
          </p:cNvPr>
          <p:cNvSpPr/>
          <p:nvPr/>
        </p:nvSpPr>
        <p:spPr>
          <a:xfrm rot="16200000">
            <a:off x="2873731" y="1722559"/>
            <a:ext cx="263144" cy="4108208"/>
          </a:xfrm>
          <a:prstGeom prst="leftBrace">
            <a:avLst>
              <a:gd name="adj1" fmla="val 8333"/>
              <a:gd name="adj2" fmla="val 79485"/>
            </a:avLst>
          </a:prstGeom>
          <a:ln w="1905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111" name="Group 110">
            <a:extLst>
              <a:ext uri="{FF2B5EF4-FFF2-40B4-BE49-F238E27FC236}">
                <a16:creationId xmlns:a16="http://schemas.microsoft.com/office/drawing/2014/main" id="{85AFD348-16C9-B54F-E9EA-BC2C41B7A9C8}"/>
              </a:ext>
            </a:extLst>
          </p:cNvPr>
          <p:cNvGrpSpPr/>
          <p:nvPr/>
        </p:nvGrpSpPr>
        <p:grpSpPr>
          <a:xfrm>
            <a:off x="2921503" y="4543428"/>
            <a:ext cx="1821946" cy="713724"/>
            <a:chOff x="3218907" y="5079291"/>
            <a:chExt cx="1781987" cy="677010"/>
          </a:xfrm>
        </p:grpSpPr>
        <p:pic>
          <p:nvPicPr>
            <p:cNvPr id="9232" name="Picture 16" descr="Customer service - Free technology icons">
              <a:extLst>
                <a:ext uri="{FF2B5EF4-FFF2-40B4-BE49-F238E27FC236}">
                  <a16:creationId xmlns:a16="http://schemas.microsoft.com/office/drawing/2014/main" id="{2091F1F9-7698-D01E-0186-CBB223D46817}"/>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323884" y="5079291"/>
              <a:ext cx="677010" cy="677010"/>
            </a:xfrm>
            <a:prstGeom prst="rect">
              <a:avLst/>
            </a:prstGeom>
            <a:noFill/>
            <a:extLst>
              <a:ext uri="{909E8E84-426E-40DD-AFC4-6F175D3DCCD1}">
                <a14:hiddenFill xmlns:a14="http://schemas.microsoft.com/office/drawing/2010/main">
                  <a:solidFill>
                    <a:srgbClr val="FFFFFF"/>
                  </a:solidFill>
                </a14:hiddenFill>
              </a:ext>
            </a:extLst>
          </p:spPr>
        </p:pic>
        <p:sp>
          <p:nvSpPr>
            <p:cNvPr id="110" name="object 66">
              <a:extLst>
                <a:ext uri="{FF2B5EF4-FFF2-40B4-BE49-F238E27FC236}">
                  <a16:creationId xmlns:a16="http://schemas.microsoft.com/office/drawing/2014/main" id="{A7BB771A-708B-BC9C-50A3-231FB592DF7F}"/>
                </a:ext>
              </a:extLst>
            </p:cNvPr>
            <p:cNvSpPr txBox="1"/>
            <p:nvPr/>
          </p:nvSpPr>
          <p:spPr>
            <a:xfrm>
              <a:off x="3218907" y="5516240"/>
              <a:ext cx="1123986" cy="186723"/>
            </a:xfrm>
            <a:prstGeom prst="rect">
              <a:avLst/>
            </a:prstGeom>
          </p:spPr>
          <p:txBody>
            <a:bodyPr vert="horz" wrap="square" lIns="0" tIns="12065" rIns="0" bIns="0" rtlCol="0">
              <a:spAutoFit/>
            </a:bodyPr>
            <a:lstStyle/>
            <a:p>
              <a:pPr marL="59690" marR="5080" indent="-47625" algn="ctr">
                <a:lnSpc>
                  <a:spcPct val="100000"/>
                </a:lnSpc>
                <a:spcBef>
                  <a:spcPts val="95"/>
                </a:spcBef>
              </a:pPr>
              <a:r>
                <a:rPr lang="en-IN" sz="1200" b="1">
                  <a:latin typeface="Calibri" panose="020F0502020204030204" pitchFamily="34" charset="0"/>
                  <a:cs typeface="Calibri" panose="020F0502020204030204" pitchFamily="34" charset="0"/>
                </a:rPr>
                <a:t>End Customer</a:t>
              </a:r>
            </a:p>
          </p:txBody>
        </p:sp>
      </p:grpSp>
      <p:cxnSp>
        <p:nvCxnSpPr>
          <p:cNvPr id="115" name="Curved Connector 114">
            <a:extLst>
              <a:ext uri="{FF2B5EF4-FFF2-40B4-BE49-F238E27FC236}">
                <a16:creationId xmlns:a16="http://schemas.microsoft.com/office/drawing/2014/main" id="{66BFE325-3075-D3CC-D8D0-180F097A5616}"/>
              </a:ext>
            </a:extLst>
          </p:cNvPr>
          <p:cNvCxnSpPr>
            <a:cxnSpLocks/>
          </p:cNvCxnSpPr>
          <p:nvPr/>
        </p:nvCxnSpPr>
        <p:spPr>
          <a:xfrm rot="10800000" flipV="1">
            <a:off x="3468214" y="3890486"/>
            <a:ext cx="720487" cy="192930"/>
          </a:xfrm>
          <a:prstGeom prst="curvedConnector3">
            <a:avLst>
              <a:gd name="adj1" fmla="val 50000"/>
            </a:avLst>
          </a:prstGeom>
          <a:ln w="19050">
            <a:solidFill>
              <a:schemeClr val="accent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27" name="Curved Connector 126">
            <a:extLst>
              <a:ext uri="{FF2B5EF4-FFF2-40B4-BE49-F238E27FC236}">
                <a16:creationId xmlns:a16="http://schemas.microsoft.com/office/drawing/2014/main" id="{67CB2F36-1144-908C-BDB7-09820014A064}"/>
              </a:ext>
            </a:extLst>
          </p:cNvPr>
          <p:cNvCxnSpPr>
            <a:cxnSpLocks/>
          </p:cNvCxnSpPr>
          <p:nvPr/>
        </p:nvCxnSpPr>
        <p:spPr>
          <a:xfrm>
            <a:off x="1220671" y="4756941"/>
            <a:ext cx="2810664" cy="174190"/>
          </a:xfrm>
          <a:prstGeom prst="curvedConnector3">
            <a:avLst>
              <a:gd name="adj1" fmla="val -155"/>
            </a:avLst>
          </a:prstGeom>
          <a:ln w="19050">
            <a:solidFill>
              <a:schemeClr val="accent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026" name="Curved Connector 1025">
            <a:extLst>
              <a:ext uri="{FF2B5EF4-FFF2-40B4-BE49-F238E27FC236}">
                <a16:creationId xmlns:a16="http://schemas.microsoft.com/office/drawing/2014/main" id="{127F37C9-44D1-43AE-C045-0A04FCF9BD32}"/>
              </a:ext>
            </a:extLst>
          </p:cNvPr>
          <p:cNvCxnSpPr>
            <a:cxnSpLocks/>
          </p:cNvCxnSpPr>
          <p:nvPr/>
        </p:nvCxnSpPr>
        <p:spPr>
          <a:xfrm rot="16200000" flipH="1">
            <a:off x="3964989" y="4162434"/>
            <a:ext cx="943881" cy="450919"/>
          </a:xfrm>
          <a:prstGeom prst="curvedConnector3">
            <a:avLst>
              <a:gd name="adj1" fmla="val 50000"/>
            </a:avLst>
          </a:prstGeom>
          <a:ln w="19050">
            <a:solidFill>
              <a:schemeClr val="accent1"/>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031" name="Rectangle 1030">
            <a:extLst>
              <a:ext uri="{FF2B5EF4-FFF2-40B4-BE49-F238E27FC236}">
                <a16:creationId xmlns:a16="http://schemas.microsoft.com/office/drawing/2014/main" id="{9E4D73E7-7EF5-4273-E646-FFF35AABE78F}"/>
              </a:ext>
            </a:extLst>
          </p:cNvPr>
          <p:cNvSpPr/>
          <p:nvPr/>
        </p:nvSpPr>
        <p:spPr>
          <a:xfrm>
            <a:off x="5363319" y="4999449"/>
            <a:ext cx="3610536" cy="285903"/>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1113" algn="ctr">
              <a:lnSpc>
                <a:spcPct val="100000"/>
              </a:lnSpc>
              <a:spcBef>
                <a:spcPts val="95"/>
              </a:spcBef>
            </a:pPr>
            <a:r>
              <a:rPr lang="en-US" sz="1200" b="1" spc="-5">
                <a:solidFill>
                  <a:schemeClr val="tx1"/>
                </a:solidFill>
                <a:latin typeface="Calibri" panose="020F0502020204030204" pitchFamily="34" charset="0"/>
                <a:cs typeface="Calibri" panose="020F0502020204030204" pitchFamily="34" charset="0"/>
              </a:rPr>
              <a:t>Customer</a:t>
            </a:r>
            <a:r>
              <a:rPr lang="en-US" sz="1200" spc="-3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ID</a:t>
            </a:r>
            <a:r>
              <a:rPr lang="en-US" sz="1200" spc="5">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codes</a:t>
            </a:r>
            <a:r>
              <a:rPr lang="en-US" sz="1200" spc="-25">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&amp; cleansed</a:t>
            </a:r>
            <a:r>
              <a:rPr lang="en-US" sz="1200" spc="-25">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address</a:t>
            </a:r>
            <a:r>
              <a:rPr lang="en-US" sz="120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reference</a:t>
            </a:r>
            <a:r>
              <a:rPr lang="en-US" sz="1200" spc="-65">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lists</a:t>
            </a:r>
            <a:endParaRPr lang="en-US" sz="1200">
              <a:solidFill>
                <a:schemeClr val="tx1"/>
              </a:solidFill>
              <a:latin typeface="Calibri" panose="020F0502020204030204" pitchFamily="34" charset="0"/>
              <a:cs typeface="Calibri" panose="020F0502020204030204" pitchFamily="34" charset="0"/>
            </a:endParaRPr>
          </a:p>
        </p:txBody>
      </p:sp>
      <p:sp>
        <p:nvSpPr>
          <p:cNvPr id="1033" name="Rectangle 1032">
            <a:extLst>
              <a:ext uri="{FF2B5EF4-FFF2-40B4-BE49-F238E27FC236}">
                <a16:creationId xmlns:a16="http://schemas.microsoft.com/office/drawing/2014/main" id="{EB048A52-743C-8E54-A020-4E421C7A1183}"/>
              </a:ext>
            </a:extLst>
          </p:cNvPr>
          <p:cNvSpPr/>
          <p:nvPr/>
        </p:nvSpPr>
        <p:spPr>
          <a:xfrm>
            <a:off x="9044340" y="4994435"/>
            <a:ext cx="2936625" cy="285903"/>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1113" algn="ctr">
              <a:lnSpc>
                <a:spcPct val="100000"/>
              </a:lnSpc>
              <a:spcBef>
                <a:spcPts val="95"/>
              </a:spcBef>
            </a:pPr>
            <a:r>
              <a:rPr lang="en-US" sz="1200" spc="-5">
                <a:solidFill>
                  <a:schemeClr val="tx1"/>
                </a:solidFill>
                <a:latin typeface="Calibri" panose="020F0502020204030204" pitchFamily="34" charset="0"/>
                <a:cs typeface="Calibri" panose="020F0502020204030204" pitchFamily="34" charset="0"/>
              </a:rPr>
              <a:t>Up or downstream customer portals</a:t>
            </a:r>
            <a:endParaRPr lang="en-US" sz="1200">
              <a:solidFill>
                <a:schemeClr val="tx1"/>
              </a:solidFill>
              <a:latin typeface="Calibri" panose="020F0502020204030204" pitchFamily="34" charset="0"/>
              <a:cs typeface="Calibri" panose="020F0502020204030204" pitchFamily="34" charset="0"/>
            </a:endParaRPr>
          </a:p>
        </p:txBody>
      </p:sp>
      <p:sp>
        <p:nvSpPr>
          <p:cNvPr id="1034" name="Left Brace 1033">
            <a:extLst>
              <a:ext uri="{FF2B5EF4-FFF2-40B4-BE49-F238E27FC236}">
                <a16:creationId xmlns:a16="http://schemas.microsoft.com/office/drawing/2014/main" id="{43D00BA6-42D5-5338-9399-3590A1D3416C}"/>
              </a:ext>
            </a:extLst>
          </p:cNvPr>
          <p:cNvSpPr/>
          <p:nvPr/>
        </p:nvSpPr>
        <p:spPr>
          <a:xfrm>
            <a:off x="5236614" y="4929615"/>
            <a:ext cx="140400" cy="378156"/>
          </a:xfrm>
          <a:prstGeom prst="leftBrace">
            <a:avLst/>
          </a:prstGeom>
          <a:ln w="1905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035" name="Left Brace 1034">
            <a:extLst>
              <a:ext uri="{FF2B5EF4-FFF2-40B4-BE49-F238E27FC236}">
                <a16:creationId xmlns:a16="http://schemas.microsoft.com/office/drawing/2014/main" id="{5B29770A-BE9B-574B-6CC0-44DFCB1EE4F7}"/>
              </a:ext>
            </a:extLst>
          </p:cNvPr>
          <p:cNvSpPr/>
          <p:nvPr/>
        </p:nvSpPr>
        <p:spPr>
          <a:xfrm>
            <a:off x="5236614" y="4196721"/>
            <a:ext cx="110581" cy="677010"/>
          </a:xfrm>
          <a:prstGeom prst="leftBrace">
            <a:avLst/>
          </a:prstGeom>
          <a:ln w="1905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1036" name="Group 1035">
            <a:extLst>
              <a:ext uri="{FF2B5EF4-FFF2-40B4-BE49-F238E27FC236}">
                <a16:creationId xmlns:a16="http://schemas.microsoft.com/office/drawing/2014/main" id="{A2A044A5-3EF6-B10F-BA89-1A7B49C167EC}"/>
              </a:ext>
            </a:extLst>
          </p:cNvPr>
          <p:cNvGrpSpPr/>
          <p:nvPr/>
        </p:nvGrpSpPr>
        <p:grpSpPr>
          <a:xfrm>
            <a:off x="5431473" y="4114955"/>
            <a:ext cx="307981" cy="869056"/>
            <a:chOff x="1454" y="679152"/>
            <a:chExt cx="937008" cy="1097945"/>
          </a:xfrm>
          <a:solidFill>
            <a:schemeClr val="accent1">
              <a:lumMod val="50000"/>
            </a:schemeClr>
          </a:solidFill>
          <a:effectLst>
            <a:outerShdw blurRad="50800" dist="38100" algn="l" rotWithShape="0">
              <a:prstClr val="black">
                <a:alpha val="40000"/>
              </a:prstClr>
            </a:outerShdw>
          </a:effectLst>
        </p:grpSpPr>
        <p:sp>
          <p:nvSpPr>
            <p:cNvPr id="1037" name="Pentagon 1036">
              <a:extLst>
                <a:ext uri="{FF2B5EF4-FFF2-40B4-BE49-F238E27FC236}">
                  <a16:creationId xmlns:a16="http://schemas.microsoft.com/office/drawing/2014/main" id="{76900232-BFFB-AD14-79BA-CCE1D2DA180E}"/>
                </a:ext>
              </a:extLst>
            </p:cNvPr>
            <p:cNvSpPr/>
            <p:nvPr/>
          </p:nvSpPr>
          <p:spPr>
            <a:xfrm rot="5400000">
              <a:off x="-28075" y="800482"/>
              <a:ext cx="1077781" cy="855292"/>
            </a:xfrm>
            <a:prstGeom prst="homePlate">
              <a:avLst>
                <a:gd name="adj" fmla="val 26595"/>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lIns="90000" rtlCol="0" anchor="ctr"/>
            <a:lstStyle/>
            <a:p>
              <a:pPr algn="ctr"/>
              <a:endParaRPr lang="en-US" sz="1300" b="1">
                <a:latin typeface="Calibri" panose="020F0502020204030204" pitchFamily="34" charset="0"/>
                <a:cs typeface="Calibri" panose="020F0502020204030204" pitchFamily="34" charset="0"/>
              </a:endParaRPr>
            </a:p>
          </p:txBody>
        </p:sp>
        <p:sp>
          <p:nvSpPr>
            <p:cNvPr id="1038" name="TextBox 1037">
              <a:extLst>
                <a:ext uri="{FF2B5EF4-FFF2-40B4-BE49-F238E27FC236}">
                  <a16:creationId xmlns:a16="http://schemas.microsoft.com/office/drawing/2014/main" id="{2758A60C-C59A-A32E-F515-EA4F316D9AF9}"/>
                </a:ext>
              </a:extLst>
            </p:cNvPr>
            <p:cNvSpPr txBox="1"/>
            <p:nvPr/>
          </p:nvSpPr>
          <p:spPr>
            <a:xfrm rot="16200000">
              <a:off x="-102735" y="783341"/>
              <a:ext cx="1097945" cy="889568"/>
            </a:xfrm>
            <a:prstGeom prst="rect">
              <a:avLst/>
            </a:prstGeom>
            <a:noFill/>
          </p:spPr>
          <p:txBody>
            <a:bodyPr wrap="square" rtlCol="0" anchor="ctr">
              <a:spAutoFit/>
            </a:bodyPr>
            <a:lstStyle/>
            <a:p>
              <a:pPr algn="ctr"/>
              <a:r>
                <a:rPr lang="en-US" sz="1300" b="1">
                  <a:solidFill>
                    <a:schemeClr val="bg1"/>
                  </a:solidFill>
                  <a:latin typeface="Calibri" panose="020F0502020204030204" pitchFamily="34" charset="0"/>
                  <a:cs typeface="Calibri" panose="020F0502020204030204" pitchFamily="34" charset="0"/>
                </a:rPr>
                <a:t>Process</a:t>
              </a:r>
            </a:p>
          </p:txBody>
        </p:sp>
      </p:grpSp>
      <p:sp>
        <p:nvSpPr>
          <p:cNvPr id="1039" name="Rectangle 1038">
            <a:extLst>
              <a:ext uri="{FF2B5EF4-FFF2-40B4-BE49-F238E27FC236}">
                <a16:creationId xmlns:a16="http://schemas.microsoft.com/office/drawing/2014/main" id="{20BF9D34-5869-5FE9-6057-B34062197796}"/>
              </a:ext>
            </a:extLst>
          </p:cNvPr>
          <p:cNvSpPr/>
          <p:nvPr/>
        </p:nvSpPr>
        <p:spPr>
          <a:xfrm>
            <a:off x="5843789" y="4203499"/>
            <a:ext cx="3143632" cy="62666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2065" marR="5080" algn="ctr">
              <a:lnSpc>
                <a:spcPct val="99700"/>
              </a:lnSpc>
              <a:spcBef>
                <a:spcPts val="100"/>
              </a:spcBef>
            </a:pPr>
            <a:r>
              <a:rPr lang="en-US" sz="1200" b="1" spc="-5">
                <a:solidFill>
                  <a:schemeClr val="tx1"/>
                </a:solidFill>
                <a:latin typeface="Calibri" panose="020F0502020204030204" pitchFamily="34" charset="0"/>
                <a:cs typeface="Calibri" panose="020F0502020204030204" pitchFamily="34" charset="0"/>
              </a:rPr>
              <a:t>Tracking Drivers: </a:t>
            </a:r>
            <a:r>
              <a:rPr lang="en-US" sz="1200" spc="-5">
                <a:solidFill>
                  <a:schemeClr val="tx1"/>
                </a:solidFill>
                <a:latin typeface="Calibri" panose="020F0502020204030204" pitchFamily="34" charset="0"/>
                <a:cs typeface="Calibri" panose="020F0502020204030204" pitchFamily="34" charset="0"/>
              </a:rPr>
              <a:t>Compliance</a:t>
            </a:r>
            <a:r>
              <a:rPr lang="en-US" sz="1200" spc="-30">
                <a:solidFill>
                  <a:schemeClr val="tx1"/>
                </a:solidFill>
                <a:latin typeface="Calibri" panose="020F0502020204030204" pitchFamily="34" charset="0"/>
                <a:cs typeface="Calibri" panose="020F0502020204030204" pitchFamily="34" charset="0"/>
              </a:rPr>
              <a:t> </a:t>
            </a:r>
            <a:r>
              <a:rPr lang="en-US" sz="1200">
                <a:solidFill>
                  <a:schemeClr val="tx1"/>
                </a:solidFill>
                <a:latin typeface="Calibri" panose="020F0502020204030204" pitchFamily="34" charset="0"/>
                <a:cs typeface="Calibri" panose="020F0502020204030204" pitchFamily="34" charset="0"/>
              </a:rPr>
              <a:t>measurement</a:t>
            </a:r>
            <a:r>
              <a:rPr lang="en-US" sz="1200" spc="-45">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and</a:t>
            </a:r>
            <a:r>
              <a:rPr lang="en-US" sz="1200" spc="-25">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feedback</a:t>
            </a:r>
            <a:r>
              <a:rPr lang="en-US" sz="1200" spc="-4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to </a:t>
            </a:r>
            <a:r>
              <a:rPr lang="en-US" sz="1200" spc="-265">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drivers</a:t>
            </a:r>
            <a:r>
              <a:rPr lang="en-US" sz="1200" spc="1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is</a:t>
            </a:r>
            <a:r>
              <a:rPr lang="en-US" sz="1200">
                <a:solidFill>
                  <a:schemeClr val="tx1"/>
                </a:solidFill>
                <a:latin typeface="Calibri" panose="020F0502020204030204" pitchFamily="34" charset="0"/>
                <a:cs typeface="Calibri" panose="020F0502020204030204" pitchFamily="34" charset="0"/>
              </a:rPr>
              <a:t> key</a:t>
            </a:r>
            <a:r>
              <a:rPr lang="en-US" sz="1200" spc="-30">
                <a:solidFill>
                  <a:schemeClr val="tx1"/>
                </a:solidFill>
                <a:latin typeface="Calibri" panose="020F0502020204030204" pitchFamily="34" charset="0"/>
                <a:cs typeface="Calibri" panose="020F0502020204030204" pitchFamily="34" charset="0"/>
              </a:rPr>
              <a:t> </a:t>
            </a:r>
            <a:r>
              <a:rPr lang="en-US" sz="1200">
                <a:solidFill>
                  <a:schemeClr val="tx1"/>
                </a:solidFill>
                <a:latin typeface="Calibri" panose="020F0502020204030204" pitchFamily="34" charset="0"/>
                <a:cs typeface="Calibri" panose="020F0502020204030204" pitchFamily="34" charset="0"/>
              </a:rPr>
              <a:t>for</a:t>
            </a:r>
            <a:r>
              <a:rPr lang="en-US" sz="1200" spc="-15">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adoption</a:t>
            </a:r>
            <a:endParaRPr lang="en-IN" sz="1200" spc="-5">
              <a:solidFill>
                <a:schemeClr val="tx1"/>
              </a:solidFill>
              <a:latin typeface="Calibri" panose="020F0502020204030204" pitchFamily="34" charset="0"/>
              <a:cs typeface="Calibri" panose="020F0502020204030204" pitchFamily="34" charset="0"/>
            </a:endParaRPr>
          </a:p>
        </p:txBody>
      </p:sp>
      <p:sp>
        <p:nvSpPr>
          <p:cNvPr id="1040" name="Rectangle 1039">
            <a:extLst>
              <a:ext uri="{FF2B5EF4-FFF2-40B4-BE49-F238E27FC236}">
                <a16:creationId xmlns:a16="http://schemas.microsoft.com/office/drawing/2014/main" id="{C1171200-D481-475D-3841-57459BD930FE}"/>
              </a:ext>
            </a:extLst>
          </p:cNvPr>
          <p:cNvSpPr/>
          <p:nvPr/>
        </p:nvSpPr>
        <p:spPr>
          <a:xfrm>
            <a:off x="9050358" y="4203498"/>
            <a:ext cx="2941057" cy="62666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2065" marR="5080" algn="ctr">
              <a:lnSpc>
                <a:spcPct val="100000"/>
              </a:lnSpc>
              <a:spcBef>
                <a:spcPts val="600"/>
              </a:spcBef>
              <a:tabLst>
                <a:tab pos="190500" algn="l"/>
                <a:tab pos="191135" algn="l"/>
              </a:tabLst>
            </a:pPr>
            <a:r>
              <a:rPr lang="en-US" sz="1200" spc="-5">
                <a:solidFill>
                  <a:schemeClr val="tx1"/>
                </a:solidFill>
                <a:latin typeface="Calibri" panose="020F0502020204030204" pitchFamily="34" charset="0"/>
                <a:cs typeface="Calibri" panose="020F0502020204030204" pitchFamily="34" charset="0"/>
              </a:rPr>
              <a:t>Measure number</a:t>
            </a:r>
            <a:r>
              <a:rPr lang="en-US" sz="1200" spc="-25">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of</a:t>
            </a:r>
            <a:r>
              <a:rPr lang="en-US" sz="1200" spc="-1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users</a:t>
            </a:r>
            <a:r>
              <a:rPr lang="en-US" sz="1200" spc="-1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using the</a:t>
            </a:r>
            <a:r>
              <a:rPr lang="en-US" sz="1200" spc="-20">
                <a:solidFill>
                  <a:schemeClr val="tx1"/>
                </a:solidFill>
                <a:latin typeface="Calibri" panose="020F0502020204030204" pitchFamily="34" charset="0"/>
                <a:cs typeface="Calibri" panose="020F0502020204030204" pitchFamily="34" charset="0"/>
              </a:rPr>
              <a:t> </a:t>
            </a:r>
            <a:r>
              <a:rPr lang="en-US" sz="1200" spc="-10">
                <a:solidFill>
                  <a:schemeClr val="tx1"/>
                </a:solidFill>
                <a:latin typeface="Calibri" panose="020F0502020204030204" pitchFamily="34" charset="0"/>
                <a:cs typeface="Calibri" panose="020F0502020204030204" pitchFamily="34" charset="0"/>
              </a:rPr>
              <a:t>system </a:t>
            </a:r>
            <a:r>
              <a:rPr lang="en-US" sz="1200" spc="-265">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as</a:t>
            </a:r>
            <a:r>
              <a:rPr lang="en-US" sz="1200" spc="-20">
                <a:solidFill>
                  <a:schemeClr val="tx1"/>
                </a:solidFill>
                <a:latin typeface="Calibri" panose="020F0502020204030204" pitchFamily="34" charset="0"/>
                <a:cs typeface="Calibri" panose="020F0502020204030204" pitchFamily="34" charset="0"/>
              </a:rPr>
              <a:t> </a:t>
            </a:r>
            <a:r>
              <a:rPr lang="en-US" sz="1200" spc="-10">
                <a:solidFill>
                  <a:schemeClr val="tx1"/>
                </a:solidFill>
                <a:latin typeface="Calibri" panose="020F0502020204030204" pitchFamily="34" charset="0"/>
                <a:cs typeface="Calibri" panose="020F0502020204030204" pitchFamily="34" charset="0"/>
              </a:rPr>
              <a:t>well</a:t>
            </a:r>
            <a:r>
              <a:rPr lang="en-US" sz="1200" spc="25">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as</a:t>
            </a:r>
            <a:r>
              <a:rPr lang="en-US" sz="1200" spc="-2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accuracy</a:t>
            </a:r>
            <a:r>
              <a:rPr lang="en-US" sz="1200" spc="-10">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if</a:t>
            </a:r>
            <a:r>
              <a:rPr lang="en-US" sz="1200" spc="5">
                <a:solidFill>
                  <a:schemeClr val="tx1"/>
                </a:solidFill>
                <a:latin typeface="Calibri" panose="020F0502020204030204" pitchFamily="34" charset="0"/>
                <a:cs typeface="Calibri" panose="020F0502020204030204" pitchFamily="34" charset="0"/>
              </a:rPr>
              <a:t> </a:t>
            </a:r>
            <a:r>
              <a:rPr lang="en-US" sz="1200" spc="-5">
                <a:solidFill>
                  <a:schemeClr val="tx1"/>
                </a:solidFill>
                <a:latin typeface="Calibri" panose="020F0502020204030204" pitchFamily="34" charset="0"/>
                <a:cs typeface="Calibri" panose="020F0502020204030204" pitchFamily="34" charset="0"/>
              </a:rPr>
              <a:t>applicable</a:t>
            </a:r>
            <a:endParaRPr lang="en-US" sz="1200">
              <a:solidFill>
                <a:schemeClr val="tx1"/>
              </a:solidFill>
              <a:latin typeface="Calibri" panose="020F0502020204030204" pitchFamily="34" charset="0"/>
              <a:cs typeface="Calibri" panose="020F0502020204030204" pitchFamily="34" charset="0"/>
            </a:endParaRPr>
          </a:p>
        </p:txBody>
      </p:sp>
      <p:sp>
        <p:nvSpPr>
          <p:cNvPr id="1041" name="Oval 1040">
            <a:extLst>
              <a:ext uri="{FF2B5EF4-FFF2-40B4-BE49-F238E27FC236}">
                <a16:creationId xmlns:a16="http://schemas.microsoft.com/office/drawing/2014/main" id="{B8367A4A-C4D2-95BC-8FCF-16A434907E9F}"/>
              </a:ext>
            </a:extLst>
          </p:cNvPr>
          <p:cNvSpPr/>
          <p:nvPr/>
        </p:nvSpPr>
        <p:spPr>
          <a:xfrm>
            <a:off x="1101806" y="2512114"/>
            <a:ext cx="319901" cy="31990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a:solidFill>
                  <a:schemeClr val="bg1"/>
                </a:solidFill>
                <a:latin typeface="Arial" panose="020B0604020202020204" pitchFamily="34" charset="0"/>
                <a:cs typeface="Arial" panose="020B0604020202020204" pitchFamily="34" charset="0"/>
              </a:rPr>
              <a:t>A</a:t>
            </a:r>
            <a:endParaRPr lang="en-US" b="1">
              <a:solidFill>
                <a:schemeClr val="bg1"/>
              </a:solidFill>
              <a:latin typeface="Arial" panose="020B0604020202020204" pitchFamily="34" charset="0"/>
              <a:cs typeface="Arial" panose="020B0604020202020204" pitchFamily="34" charset="0"/>
            </a:endParaRPr>
          </a:p>
        </p:txBody>
      </p:sp>
      <p:sp>
        <p:nvSpPr>
          <p:cNvPr id="1042" name="Oval 1041">
            <a:extLst>
              <a:ext uri="{FF2B5EF4-FFF2-40B4-BE49-F238E27FC236}">
                <a16:creationId xmlns:a16="http://schemas.microsoft.com/office/drawing/2014/main" id="{F3068040-13D3-2A03-0A3B-09247ADE2BC3}"/>
              </a:ext>
            </a:extLst>
          </p:cNvPr>
          <p:cNvSpPr/>
          <p:nvPr/>
        </p:nvSpPr>
        <p:spPr>
          <a:xfrm>
            <a:off x="2688055" y="2509713"/>
            <a:ext cx="319901" cy="31990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a:solidFill>
                  <a:schemeClr val="bg1"/>
                </a:solidFill>
                <a:latin typeface="Arial" panose="020B0604020202020204" pitchFamily="34" charset="0"/>
                <a:cs typeface="Arial" panose="020B0604020202020204" pitchFamily="34" charset="0"/>
              </a:rPr>
              <a:t>B</a:t>
            </a:r>
            <a:endParaRPr lang="en-US" b="1">
              <a:solidFill>
                <a:schemeClr val="bg1"/>
              </a:solidFill>
              <a:latin typeface="Arial" panose="020B0604020202020204" pitchFamily="34" charset="0"/>
              <a:cs typeface="Arial" panose="020B0604020202020204" pitchFamily="34" charset="0"/>
            </a:endParaRPr>
          </a:p>
        </p:txBody>
      </p:sp>
      <p:sp>
        <p:nvSpPr>
          <p:cNvPr id="1043" name="Oval 1042">
            <a:extLst>
              <a:ext uri="{FF2B5EF4-FFF2-40B4-BE49-F238E27FC236}">
                <a16:creationId xmlns:a16="http://schemas.microsoft.com/office/drawing/2014/main" id="{93CD8FBB-B281-F7F0-4D6C-E81BC3242860}"/>
              </a:ext>
            </a:extLst>
          </p:cNvPr>
          <p:cNvSpPr/>
          <p:nvPr/>
        </p:nvSpPr>
        <p:spPr>
          <a:xfrm>
            <a:off x="4685637" y="2510404"/>
            <a:ext cx="319901" cy="31990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a:solidFill>
                  <a:schemeClr val="bg1"/>
                </a:solidFill>
                <a:latin typeface="Arial" panose="020B0604020202020204" pitchFamily="34" charset="0"/>
                <a:cs typeface="Arial" panose="020B0604020202020204" pitchFamily="34" charset="0"/>
              </a:rPr>
              <a:t>C</a:t>
            </a:r>
            <a:endParaRPr lang="en-US" b="1">
              <a:solidFill>
                <a:schemeClr val="bg1"/>
              </a:solidFill>
              <a:latin typeface="Arial" panose="020B060402020202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9A2E86DF-5C9A-4D25-8856-D86602ADA111}"/>
              </a:ext>
            </a:extLst>
          </p:cNvPr>
          <p:cNvSpPr/>
          <p:nvPr/>
        </p:nvSpPr>
        <p:spPr>
          <a:xfrm>
            <a:off x="1778394" y="5476108"/>
            <a:ext cx="1123986" cy="56857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Carbon Emission Reduction</a:t>
            </a:r>
          </a:p>
        </p:txBody>
      </p:sp>
      <p:sp>
        <p:nvSpPr>
          <p:cNvPr id="11" name="Rectangle 10">
            <a:extLst>
              <a:ext uri="{FF2B5EF4-FFF2-40B4-BE49-F238E27FC236}">
                <a16:creationId xmlns:a16="http://schemas.microsoft.com/office/drawing/2014/main" id="{52D52A55-2506-A51D-DE61-9C713AFFB67E}"/>
              </a:ext>
            </a:extLst>
          </p:cNvPr>
          <p:cNvSpPr/>
          <p:nvPr/>
        </p:nvSpPr>
        <p:spPr>
          <a:xfrm>
            <a:off x="2975896" y="5479948"/>
            <a:ext cx="683735" cy="564736"/>
          </a:xfrm>
          <a:prstGeom prst="rect">
            <a:avLst/>
          </a:prstGeom>
          <a:solidFill>
            <a:schemeClr val="accent1">
              <a:lumMod val="40000"/>
              <a:lumOff val="60000"/>
            </a:schemeClr>
          </a:solid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solidFill>
                  <a:schemeClr val="tx1"/>
                </a:solidFill>
              </a:rPr>
              <a:t>35%</a:t>
            </a:r>
          </a:p>
        </p:txBody>
      </p:sp>
      <p:sp>
        <p:nvSpPr>
          <p:cNvPr id="18" name="Rectangle 17">
            <a:extLst>
              <a:ext uri="{FF2B5EF4-FFF2-40B4-BE49-F238E27FC236}">
                <a16:creationId xmlns:a16="http://schemas.microsoft.com/office/drawing/2014/main" id="{C1F974AA-0E99-1669-7388-1838692692B1}"/>
              </a:ext>
            </a:extLst>
          </p:cNvPr>
          <p:cNvSpPr/>
          <p:nvPr/>
        </p:nvSpPr>
        <p:spPr>
          <a:xfrm>
            <a:off x="740783" y="5465406"/>
            <a:ext cx="964095" cy="568576"/>
          </a:xfrm>
          <a:prstGeom prst="rect">
            <a:avLst/>
          </a:prstGeom>
          <a:solidFill>
            <a:schemeClr val="accent1">
              <a:lumMod val="5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b="1">
                <a:solidFill>
                  <a:schemeClr val="bg1"/>
                </a:solidFill>
                <a:latin typeface="Calibri" panose="020F0502020204030204" pitchFamily="34" charset="0"/>
                <a:cs typeface="Calibri" panose="020F0502020204030204" pitchFamily="34" charset="0"/>
              </a:rPr>
              <a:t>Industry Benchmark</a:t>
            </a:r>
          </a:p>
        </p:txBody>
      </p:sp>
      <p:sp>
        <p:nvSpPr>
          <p:cNvPr id="30" name="Rectangle 29">
            <a:extLst>
              <a:ext uri="{FF2B5EF4-FFF2-40B4-BE49-F238E27FC236}">
                <a16:creationId xmlns:a16="http://schemas.microsoft.com/office/drawing/2014/main" id="{4059E5B3-D75F-638B-696B-7FD0B2DF178E}"/>
              </a:ext>
            </a:extLst>
          </p:cNvPr>
          <p:cNvSpPr/>
          <p:nvPr/>
        </p:nvSpPr>
        <p:spPr>
          <a:xfrm>
            <a:off x="3858217" y="5480671"/>
            <a:ext cx="1123986" cy="56857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Fuel Efficiency</a:t>
            </a:r>
          </a:p>
        </p:txBody>
      </p:sp>
      <p:sp>
        <p:nvSpPr>
          <p:cNvPr id="38" name="Rectangle 37">
            <a:extLst>
              <a:ext uri="{FF2B5EF4-FFF2-40B4-BE49-F238E27FC236}">
                <a16:creationId xmlns:a16="http://schemas.microsoft.com/office/drawing/2014/main" id="{892D8862-801F-1E12-475C-129A5CE07E9C}"/>
              </a:ext>
            </a:extLst>
          </p:cNvPr>
          <p:cNvSpPr/>
          <p:nvPr/>
        </p:nvSpPr>
        <p:spPr>
          <a:xfrm>
            <a:off x="5055719" y="5484511"/>
            <a:ext cx="683735" cy="564736"/>
          </a:xfrm>
          <a:prstGeom prst="rect">
            <a:avLst/>
          </a:prstGeom>
          <a:solidFill>
            <a:schemeClr val="accent1">
              <a:lumMod val="40000"/>
              <a:lumOff val="60000"/>
            </a:schemeClr>
          </a:solid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solidFill>
                  <a:schemeClr val="tx1"/>
                </a:solidFill>
              </a:rPr>
              <a:t>23%</a:t>
            </a:r>
          </a:p>
        </p:txBody>
      </p:sp>
      <p:sp>
        <p:nvSpPr>
          <p:cNvPr id="45" name="Rectangle 44">
            <a:extLst>
              <a:ext uri="{FF2B5EF4-FFF2-40B4-BE49-F238E27FC236}">
                <a16:creationId xmlns:a16="http://schemas.microsoft.com/office/drawing/2014/main" id="{A5AA49B1-64FE-B593-F745-6733D230513B}"/>
              </a:ext>
            </a:extLst>
          </p:cNvPr>
          <p:cNvSpPr/>
          <p:nvPr/>
        </p:nvSpPr>
        <p:spPr>
          <a:xfrm>
            <a:off x="5932741" y="5469246"/>
            <a:ext cx="1123986" cy="56857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Waste Reduction</a:t>
            </a:r>
          </a:p>
        </p:txBody>
      </p:sp>
      <p:sp>
        <p:nvSpPr>
          <p:cNvPr id="50" name="Rectangle 49">
            <a:extLst>
              <a:ext uri="{FF2B5EF4-FFF2-40B4-BE49-F238E27FC236}">
                <a16:creationId xmlns:a16="http://schemas.microsoft.com/office/drawing/2014/main" id="{5ED8FB0D-9947-AF54-66E5-1EC48DE5B7AC}"/>
              </a:ext>
            </a:extLst>
          </p:cNvPr>
          <p:cNvSpPr/>
          <p:nvPr/>
        </p:nvSpPr>
        <p:spPr>
          <a:xfrm>
            <a:off x="11297229" y="5469969"/>
            <a:ext cx="683735" cy="564736"/>
          </a:xfrm>
          <a:prstGeom prst="rect">
            <a:avLst/>
          </a:prstGeom>
          <a:solidFill>
            <a:schemeClr val="accent1">
              <a:lumMod val="40000"/>
              <a:lumOff val="60000"/>
            </a:schemeClr>
          </a:solid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solidFill>
                  <a:schemeClr val="tx1"/>
                </a:solidFill>
              </a:rPr>
              <a:t>1-3%</a:t>
            </a:r>
          </a:p>
        </p:txBody>
      </p:sp>
      <p:sp>
        <p:nvSpPr>
          <p:cNvPr id="52" name="Rectangle 51">
            <a:extLst>
              <a:ext uri="{FF2B5EF4-FFF2-40B4-BE49-F238E27FC236}">
                <a16:creationId xmlns:a16="http://schemas.microsoft.com/office/drawing/2014/main" id="{0FBE2400-67D0-729D-BDDD-FCAC2889B122}"/>
              </a:ext>
            </a:extLst>
          </p:cNvPr>
          <p:cNvSpPr/>
          <p:nvPr/>
        </p:nvSpPr>
        <p:spPr>
          <a:xfrm>
            <a:off x="8015770" y="5465406"/>
            <a:ext cx="1123986" cy="56857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Social Impact</a:t>
            </a:r>
          </a:p>
        </p:txBody>
      </p:sp>
      <p:sp>
        <p:nvSpPr>
          <p:cNvPr id="53" name="Rectangle 52">
            <a:extLst>
              <a:ext uri="{FF2B5EF4-FFF2-40B4-BE49-F238E27FC236}">
                <a16:creationId xmlns:a16="http://schemas.microsoft.com/office/drawing/2014/main" id="{A176C573-B0E0-A94F-3124-BD80485982B6}"/>
              </a:ext>
            </a:extLst>
          </p:cNvPr>
          <p:cNvSpPr/>
          <p:nvPr/>
        </p:nvSpPr>
        <p:spPr>
          <a:xfrm>
            <a:off x="9213272" y="5469246"/>
            <a:ext cx="683735" cy="564736"/>
          </a:xfrm>
          <a:prstGeom prst="rect">
            <a:avLst/>
          </a:prstGeom>
          <a:solidFill>
            <a:schemeClr val="accent1">
              <a:lumMod val="40000"/>
              <a:lumOff val="60000"/>
            </a:schemeClr>
          </a:solid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solidFill>
                  <a:schemeClr val="tx1"/>
                </a:solidFill>
              </a:rPr>
              <a:t>5-7%</a:t>
            </a:r>
          </a:p>
        </p:txBody>
      </p:sp>
      <p:sp>
        <p:nvSpPr>
          <p:cNvPr id="54" name="Rectangle 53">
            <a:extLst>
              <a:ext uri="{FF2B5EF4-FFF2-40B4-BE49-F238E27FC236}">
                <a16:creationId xmlns:a16="http://schemas.microsoft.com/office/drawing/2014/main" id="{E5B20D5B-2E8B-B861-F1E7-173AC4C0096D}"/>
              </a:ext>
            </a:extLst>
          </p:cNvPr>
          <p:cNvSpPr/>
          <p:nvPr/>
        </p:nvSpPr>
        <p:spPr>
          <a:xfrm>
            <a:off x="10099727" y="5457915"/>
            <a:ext cx="1123986" cy="56857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Employee Well-Being</a:t>
            </a:r>
          </a:p>
        </p:txBody>
      </p:sp>
      <p:sp>
        <p:nvSpPr>
          <p:cNvPr id="60" name="Rectangle 59">
            <a:extLst>
              <a:ext uri="{FF2B5EF4-FFF2-40B4-BE49-F238E27FC236}">
                <a16:creationId xmlns:a16="http://schemas.microsoft.com/office/drawing/2014/main" id="{239D82D2-AB63-8D42-5BB2-36EAD63169D9}"/>
              </a:ext>
            </a:extLst>
          </p:cNvPr>
          <p:cNvSpPr/>
          <p:nvPr/>
        </p:nvSpPr>
        <p:spPr>
          <a:xfrm>
            <a:off x="7137005" y="5469246"/>
            <a:ext cx="683735" cy="564736"/>
          </a:xfrm>
          <a:prstGeom prst="rect">
            <a:avLst/>
          </a:prstGeom>
          <a:solidFill>
            <a:schemeClr val="accent1">
              <a:lumMod val="40000"/>
              <a:lumOff val="60000"/>
            </a:schemeClr>
          </a:solid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solidFill>
                  <a:schemeClr val="tx1"/>
                </a:solidFill>
              </a:rPr>
              <a:t>55%</a:t>
            </a:r>
          </a:p>
        </p:txBody>
      </p:sp>
    </p:spTree>
    <p:extLst>
      <p:ext uri="{BB962C8B-B14F-4D97-AF65-F5344CB8AC3E}">
        <p14:creationId xmlns:p14="http://schemas.microsoft.com/office/powerpoint/2010/main" val="170619881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218153" y="76552"/>
            <a:ext cx="11772178" cy="303465"/>
          </a:xfrm>
        </p:spPr>
        <p:txBody>
          <a:bodyPr vert="horz" lIns="91440" tIns="45720" rIns="91440" bIns="45720" rtlCol="0" anchor="t">
            <a:noAutofit/>
          </a:bodyPr>
          <a:lstStyle/>
          <a:p>
            <a:pPr marL="0" indent="0">
              <a:buNone/>
            </a:pPr>
            <a:r>
              <a:rPr lang="en-US" sz="2000">
                <a:latin typeface="Calibri"/>
                <a:cs typeface="Calibri"/>
              </a:rPr>
              <a:t>Industry will move towards green fleet optimization across LMD models to ensure compliance with ESG std.  </a:t>
            </a:r>
            <a:endParaRPr lang="en-US" sz="2000">
              <a:latin typeface="Calibri" panose="020F0502020204030204" pitchFamily="34" charset="0"/>
              <a:cs typeface="Calibri" panose="020F0502020204030204" pitchFamily="34" charset="0"/>
            </a:endParaRPr>
          </a:p>
        </p:txBody>
      </p:sp>
      <p:sp>
        <p:nvSpPr>
          <p:cNvPr id="3" name="Text Placeholder 1">
            <a:extLst>
              <a:ext uri="{FF2B5EF4-FFF2-40B4-BE49-F238E27FC236}">
                <a16:creationId xmlns:a16="http://schemas.microsoft.com/office/drawing/2014/main" id="{080D71E6-2122-0D40-7972-92B9DC14FA22}"/>
              </a:ext>
            </a:extLst>
          </p:cNvPr>
          <p:cNvSpPr txBox="1">
            <a:spLocks/>
          </p:cNvSpPr>
          <p:nvPr/>
        </p:nvSpPr>
        <p:spPr>
          <a:xfrm>
            <a:off x="1338553" y="5439968"/>
            <a:ext cx="2043662" cy="53674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spcAft>
                <a:spcPts val="1000"/>
              </a:spcAft>
              <a:buFont typeface="Arial" panose="020B0604020202020204" pitchFamily="34" charset="0"/>
              <a:buChar char="•"/>
              <a:defRPr sz="2667" b="1" i="0" kern="1200">
                <a:solidFill>
                  <a:schemeClr val="accent1"/>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1200">
                <a:latin typeface="Calibri" panose="020F0502020204030204" pitchFamily="34" charset="0"/>
                <a:cs typeface="Calibri" panose="020F0502020204030204" pitchFamily="34" charset="0"/>
              </a:rPr>
              <a:t>Major E-Commerce hubs in India</a:t>
            </a:r>
          </a:p>
        </p:txBody>
      </p:sp>
      <p:cxnSp>
        <p:nvCxnSpPr>
          <p:cNvPr id="5" name="Straight Connector 4">
            <a:extLst>
              <a:ext uri="{FF2B5EF4-FFF2-40B4-BE49-F238E27FC236}">
                <a16:creationId xmlns:a16="http://schemas.microsoft.com/office/drawing/2014/main" id="{ADF6645B-27F6-DCF9-853F-554CF09B441A}"/>
              </a:ext>
            </a:extLst>
          </p:cNvPr>
          <p:cNvCxnSpPr>
            <a:cxnSpLocks/>
          </p:cNvCxnSpPr>
          <p:nvPr/>
        </p:nvCxnSpPr>
        <p:spPr>
          <a:xfrm>
            <a:off x="3406203" y="1323117"/>
            <a:ext cx="0" cy="4689160"/>
          </a:xfrm>
          <a:prstGeom prst="line">
            <a:avLst/>
          </a:prstGeom>
          <a:ln w="19050">
            <a:prstDash val="dash"/>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4F3CA647-BAF8-721B-F16B-E79DCF069C69}"/>
              </a:ext>
            </a:extLst>
          </p:cNvPr>
          <p:cNvSpPr/>
          <p:nvPr/>
        </p:nvSpPr>
        <p:spPr>
          <a:xfrm>
            <a:off x="3519430" y="1323117"/>
            <a:ext cx="8552363" cy="2347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Last Mile Delivery system for City X </a:t>
            </a:r>
          </a:p>
        </p:txBody>
      </p:sp>
      <p:sp>
        <p:nvSpPr>
          <p:cNvPr id="8" name="Rectangle 7">
            <a:extLst>
              <a:ext uri="{FF2B5EF4-FFF2-40B4-BE49-F238E27FC236}">
                <a16:creationId xmlns:a16="http://schemas.microsoft.com/office/drawing/2014/main" id="{6284178F-67B4-610D-8AD7-01533C49923E}"/>
              </a:ext>
            </a:extLst>
          </p:cNvPr>
          <p:cNvSpPr/>
          <p:nvPr/>
        </p:nvSpPr>
        <p:spPr>
          <a:xfrm>
            <a:off x="3543179" y="1728123"/>
            <a:ext cx="2488217" cy="2461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Fuel-Based, Own Fleet</a:t>
            </a:r>
          </a:p>
        </p:txBody>
      </p:sp>
      <p:sp>
        <p:nvSpPr>
          <p:cNvPr id="9" name="Rectangle 8">
            <a:extLst>
              <a:ext uri="{FF2B5EF4-FFF2-40B4-BE49-F238E27FC236}">
                <a16:creationId xmlns:a16="http://schemas.microsoft.com/office/drawing/2014/main" id="{63679E68-DFA6-5155-6E64-147FA7949BB1}"/>
              </a:ext>
            </a:extLst>
          </p:cNvPr>
          <p:cNvSpPr/>
          <p:nvPr/>
        </p:nvSpPr>
        <p:spPr>
          <a:xfrm>
            <a:off x="6547850" y="1734475"/>
            <a:ext cx="2488217" cy="24816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Outsourced Fleet</a:t>
            </a:r>
          </a:p>
        </p:txBody>
      </p:sp>
      <p:sp>
        <p:nvSpPr>
          <p:cNvPr id="10" name="Rectangle 9">
            <a:extLst>
              <a:ext uri="{FF2B5EF4-FFF2-40B4-BE49-F238E27FC236}">
                <a16:creationId xmlns:a16="http://schemas.microsoft.com/office/drawing/2014/main" id="{55920283-3FB4-1F95-99CB-C38437A70B09}"/>
              </a:ext>
            </a:extLst>
          </p:cNvPr>
          <p:cNvSpPr/>
          <p:nvPr/>
        </p:nvSpPr>
        <p:spPr>
          <a:xfrm>
            <a:off x="9281699" y="1734768"/>
            <a:ext cx="2790094" cy="227413"/>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P2P Network</a:t>
            </a:r>
          </a:p>
        </p:txBody>
      </p:sp>
      <p:cxnSp>
        <p:nvCxnSpPr>
          <p:cNvPr id="12" name="Elbow Connector 11">
            <a:extLst>
              <a:ext uri="{FF2B5EF4-FFF2-40B4-BE49-F238E27FC236}">
                <a16:creationId xmlns:a16="http://schemas.microsoft.com/office/drawing/2014/main" id="{C98019C5-597D-8642-5472-C907DFC7D5EC}"/>
              </a:ext>
            </a:extLst>
          </p:cNvPr>
          <p:cNvCxnSpPr>
            <a:cxnSpLocks/>
            <a:stCxn id="7" idx="2"/>
            <a:endCxn id="8" idx="0"/>
          </p:cNvCxnSpPr>
          <p:nvPr/>
        </p:nvCxnSpPr>
        <p:spPr>
          <a:xfrm rot="5400000">
            <a:off x="6206301" y="138811"/>
            <a:ext cx="170299" cy="3008324"/>
          </a:xfrm>
          <a:prstGeom prst="bentConnector3">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13" name="Elbow Connector 12">
            <a:extLst>
              <a:ext uri="{FF2B5EF4-FFF2-40B4-BE49-F238E27FC236}">
                <a16:creationId xmlns:a16="http://schemas.microsoft.com/office/drawing/2014/main" id="{BF87EEB8-80B4-1835-366F-E9C37E29C0D3}"/>
              </a:ext>
            </a:extLst>
          </p:cNvPr>
          <p:cNvCxnSpPr>
            <a:cxnSpLocks/>
            <a:stCxn id="7" idx="2"/>
            <a:endCxn id="10" idx="0"/>
          </p:cNvCxnSpPr>
          <p:nvPr/>
        </p:nvCxnSpPr>
        <p:spPr>
          <a:xfrm rot="16200000" flipH="1">
            <a:off x="9147707" y="205729"/>
            <a:ext cx="176944" cy="2881134"/>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a:extLst>
              <a:ext uri="{FF2B5EF4-FFF2-40B4-BE49-F238E27FC236}">
                <a16:creationId xmlns:a16="http://schemas.microsoft.com/office/drawing/2014/main" id="{250AE9A0-3C50-492E-8731-48422EECC23C}"/>
              </a:ext>
            </a:extLst>
          </p:cNvPr>
          <p:cNvCxnSpPr>
            <a:cxnSpLocks/>
            <a:stCxn id="7" idx="2"/>
            <a:endCxn id="9" idx="0"/>
          </p:cNvCxnSpPr>
          <p:nvPr/>
        </p:nvCxnSpPr>
        <p:spPr>
          <a:xfrm flipH="1">
            <a:off x="7791959" y="1557824"/>
            <a:ext cx="3653" cy="176651"/>
          </a:xfrm>
          <a:prstGeom prst="straightConnector1">
            <a:avLst/>
          </a:prstGeom>
          <a:ln w="12700">
            <a:tailEnd type="triangle"/>
          </a:ln>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A1B87139-47CC-B561-B379-5DCD156D1C4F}"/>
              </a:ext>
            </a:extLst>
          </p:cNvPr>
          <p:cNvSpPr/>
          <p:nvPr/>
        </p:nvSpPr>
        <p:spPr>
          <a:xfrm>
            <a:off x="3530490" y="2166086"/>
            <a:ext cx="1205463" cy="315591"/>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2-wheeler riders</a:t>
            </a:r>
          </a:p>
        </p:txBody>
      </p:sp>
      <p:sp>
        <p:nvSpPr>
          <p:cNvPr id="44" name="Rectangle 43">
            <a:extLst>
              <a:ext uri="{FF2B5EF4-FFF2-40B4-BE49-F238E27FC236}">
                <a16:creationId xmlns:a16="http://schemas.microsoft.com/office/drawing/2014/main" id="{102F40AA-01A5-B0A3-9E9D-7B32BA988847}"/>
              </a:ext>
            </a:extLst>
          </p:cNvPr>
          <p:cNvSpPr/>
          <p:nvPr/>
        </p:nvSpPr>
        <p:spPr>
          <a:xfrm>
            <a:off x="4813240" y="2166088"/>
            <a:ext cx="1205468" cy="315587"/>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Mini Trucks</a:t>
            </a:r>
          </a:p>
        </p:txBody>
      </p:sp>
      <p:cxnSp>
        <p:nvCxnSpPr>
          <p:cNvPr id="49" name="Elbow Connector 48">
            <a:extLst>
              <a:ext uri="{FF2B5EF4-FFF2-40B4-BE49-F238E27FC236}">
                <a16:creationId xmlns:a16="http://schemas.microsoft.com/office/drawing/2014/main" id="{B9073DC6-3DA5-6537-26F9-C57E0FA77D37}"/>
              </a:ext>
            </a:extLst>
          </p:cNvPr>
          <p:cNvCxnSpPr>
            <a:cxnSpLocks/>
            <a:stCxn id="8" idx="2"/>
            <a:endCxn id="34" idx="0"/>
          </p:cNvCxnSpPr>
          <p:nvPr/>
        </p:nvCxnSpPr>
        <p:spPr>
          <a:xfrm rot="5400000">
            <a:off x="4364353" y="1743150"/>
            <a:ext cx="191805" cy="654066"/>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52" name="Elbow Connector 51">
            <a:extLst>
              <a:ext uri="{FF2B5EF4-FFF2-40B4-BE49-F238E27FC236}">
                <a16:creationId xmlns:a16="http://schemas.microsoft.com/office/drawing/2014/main" id="{EF55BE06-5816-48B9-7754-AA285E13CF7C}"/>
              </a:ext>
            </a:extLst>
          </p:cNvPr>
          <p:cNvCxnSpPr>
            <a:cxnSpLocks/>
            <a:stCxn id="8" idx="2"/>
            <a:endCxn id="44" idx="0"/>
          </p:cNvCxnSpPr>
          <p:nvPr/>
        </p:nvCxnSpPr>
        <p:spPr>
          <a:xfrm rot="16200000" flipH="1">
            <a:off x="5005728" y="1755841"/>
            <a:ext cx="191807" cy="628686"/>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sp>
        <p:nvSpPr>
          <p:cNvPr id="55" name="Rectangle 54">
            <a:extLst>
              <a:ext uri="{FF2B5EF4-FFF2-40B4-BE49-F238E27FC236}">
                <a16:creationId xmlns:a16="http://schemas.microsoft.com/office/drawing/2014/main" id="{24697670-C05D-5D48-BF99-DAC9853F0D04}"/>
              </a:ext>
            </a:extLst>
          </p:cNvPr>
          <p:cNvSpPr/>
          <p:nvPr/>
        </p:nvSpPr>
        <p:spPr>
          <a:xfrm>
            <a:off x="6486860" y="2166086"/>
            <a:ext cx="1205463" cy="315591"/>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2-wheeler riders</a:t>
            </a:r>
          </a:p>
        </p:txBody>
      </p:sp>
      <p:sp>
        <p:nvSpPr>
          <p:cNvPr id="56" name="Rectangle 55">
            <a:extLst>
              <a:ext uri="{FF2B5EF4-FFF2-40B4-BE49-F238E27FC236}">
                <a16:creationId xmlns:a16="http://schemas.microsoft.com/office/drawing/2014/main" id="{CB33A00F-0F4B-5C42-19C6-79C77AC762E1}"/>
              </a:ext>
            </a:extLst>
          </p:cNvPr>
          <p:cNvSpPr/>
          <p:nvPr/>
        </p:nvSpPr>
        <p:spPr>
          <a:xfrm>
            <a:off x="7769610" y="2166088"/>
            <a:ext cx="1205468" cy="315587"/>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Mini Trucks</a:t>
            </a:r>
          </a:p>
        </p:txBody>
      </p:sp>
      <p:cxnSp>
        <p:nvCxnSpPr>
          <p:cNvPr id="57" name="Elbow Connector 56">
            <a:extLst>
              <a:ext uri="{FF2B5EF4-FFF2-40B4-BE49-F238E27FC236}">
                <a16:creationId xmlns:a16="http://schemas.microsoft.com/office/drawing/2014/main" id="{C00CB0C8-A243-D17E-9D62-35F47AB1862F}"/>
              </a:ext>
            </a:extLst>
          </p:cNvPr>
          <p:cNvCxnSpPr>
            <a:cxnSpLocks/>
            <a:stCxn id="9" idx="2"/>
            <a:endCxn id="55" idx="0"/>
          </p:cNvCxnSpPr>
          <p:nvPr/>
        </p:nvCxnSpPr>
        <p:spPr>
          <a:xfrm rot="5400000">
            <a:off x="7349051" y="1723177"/>
            <a:ext cx="183451" cy="702367"/>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a:extLst>
              <a:ext uri="{FF2B5EF4-FFF2-40B4-BE49-F238E27FC236}">
                <a16:creationId xmlns:a16="http://schemas.microsoft.com/office/drawing/2014/main" id="{8F5E39F1-C64B-F903-CC39-AC780985422E}"/>
              </a:ext>
            </a:extLst>
          </p:cNvPr>
          <p:cNvCxnSpPr>
            <a:cxnSpLocks/>
            <a:stCxn id="9" idx="2"/>
            <a:endCxn id="56" idx="0"/>
          </p:cNvCxnSpPr>
          <p:nvPr/>
        </p:nvCxnSpPr>
        <p:spPr>
          <a:xfrm rot="16200000" flipH="1">
            <a:off x="7990425" y="1784168"/>
            <a:ext cx="183453" cy="580385"/>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sp>
        <p:nvSpPr>
          <p:cNvPr id="63" name="Rectangle 62">
            <a:extLst>
              <a:ext uri="{FF2B5EF4-FFF2-40B4-BE49-F238E27FC236}">
                <a16:creationId xmlns:a16="http://schemas.microsoft.com/office/drawing/2014/main" id="{8E66F571-FE44-C35E-D9F3-C07E0A2C98B4}"/>
              </a:ext>
            </a:extLst>
          </p:cNvPr>
          <p:cNvSpPr/>
          <p:nvPr/>
        </p:nvSpPr>
        <p:spPr>
          <a:xfrm>
            <a:off x="9281699" y="2166083"/>
            <a:ext cx="1356413" cy="315591"/>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General P2P</a:t>
            </a:r>
          </a:p>
        </p:txBody>
      </p:sp>
      <p:sp>
        <p:nvSpPr>
          <p:cNvPr id="1024" name="Rectangle 1023">
            <a:extLst>
              <a:ext uri="{FF2B5EF4-FFF2-40B4-BE49-F238E27FC236}">
                <a16:creationId xmlns:a16="http://schemas.microsoft.com/office/drawing/2014/main" id="{6662016F-2D75-D655-990D-9EDAB89D57C8}"/>
              </a:ext>
            </a:extLst>
          </p:cNvPr>
          <p:cNvSpPr/>
          <p:nvPr/>
        </p:nvSpPr>
        <p:spPr>
          <a:xfrm>
            <a:off x="10715399" y="2166086"/>
            <a:ext cx="1356394" cy="315587"/>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Personal P2P</a:t>
            </a:r>
          </a:p>
        </p:txBody>
      </p:sp>
      <p:cxnSp>
        <p:nvCxnSpPr>
          <p:cNvPr id="1025" name="Elbow Connector 1024">
            <a:extLst>
              <a:ext uri="{FF2B5EF4-FFF2-40B4-BE49-F238E27FC236}">
                <a16:creationId xmlns:a16="http://schemas.microsoft.com/office/drawing/2014/main" id="{5588B543-51E6-42CF-A453-F1466E750F4F}"/>
              </a:ext>
            </a:extLst>
          </p:cNvPr>
          <p:cNvCxnSpPr>
            <a:cxnSpLocks/>
            <a:stCxn id="10" idx="2"/>
            <a:endCxn id="63" idx="0"/>
          </p:cNvCxnSpPr>
          <p:nvPr/>
        </p:nvCxnSpPr>
        <p:spPr>
          <a:xfrm rot="5400000">
            <a:off x="10216375" y="1705712"/>
            <a:ext cx="203902" cy="716840"/>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cxnSp>
        <p:nvCxnSpPr>
          <p:cNvPr id="1029" name="Elbow Connector 1028">
            <a:extLst>
              <a:ext uri="{FF2B5EF4-FFF2-40B4-BE49-F238E27FC236}">
                <a16:creationId xmlns:a16="http://schemas.microsoft.com/office/drawing/2014/main" id="{0CAE92E7-0320-C7F0-8C15-57BC48C55FFB}"/>
              </a:ext>
            </a:extLst>
          </p:cNvPr>
          <p:cNvCxnSpPr>
            <a:cxnSpLocks/>
            <a:stCxn id="10" idx="2"/>
            <a:endCxn id="1024" idx="0"/>
          </p:cNvCxnSpPr>
          <p:nvPr/>
        </p:nvCxnSpPr>
        <p:spPr>
          <a:xfrm rot="16200000" flipH="1">
            <a:off x="10933219" y="1705708"/>
            <a:ext cx="203905" cy="716850"/>
          </a:xfrm>
          <a:prstGeom prst="bentConnector3">
            <a:avLst>
              <a:gd name="adj1" fmla="val 50000"/>
            </a:avLst>
          </a:prstGeom>
          <a:ln w="12700">
            <a:tailEnd type="triangle"/>
          </a:ln>
        </p:spPr>
        <p:style>
          <a:lnRef idx="1">
            <a:schemeClr val="accent1"/>
          </a:lnRef>
          <a:fillRef idx="0">
            <a:schemeClr val="accent1"/>
          </a:fillRef>
          <a:effectRef idx="0">
            <a:schemeClr val="accent1"/>
          </a:effectRef>
          <a:fontRef idx="minor">
            <a:schemeClr val="tx1"/>
          </a:fontRef>
        </p:style>
      </p:cxnSp>
      <p:pic>
        <p:nvPicPr>
          <p:cNvPr id="4" name="Picture 3" descr="A map of india with red and yellow dots&#10;&#10;Description automatically generated">
            <a:extLst>
              <a:ext uri="{FF2B5EF4-FFF2-40B4-BE49-F238E27FC236}">
                <a16:creationId xmlns:a16="http://schemas.microsoft.com/office/drawing/2014/main" id="{8FD44C9C-DD72-A35C-1F0F-35361F9848E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33932" y="3715260"/>
            <a:ext cx="2267203" cy="2868832"/>
          </a:xfrm>
          <a:prstGeom prst="rect">
            <a:avLst/>
          </a:prstGeom>
        </p:spPr>
      </p:pic>
      <p:sp>
        <p:nvSpPr>
          <p:cNvPr id="11" name="Rectangle 10">
            <a:extLst>
              <a:ext uri="{FF2B5EF4-FFF2-40B4-BE49-F238E27FC236}">
                <a16:creationId xmlns:a16="http://schemas.microsoft.com/office/drawing/2014/main" id="{0DDABB97-D259-31EA-0BD3-ED4AF7A312A7}"/>
              </a:ext>
            </a:extLst>
          </p:cNvPr>
          <p:cNvSpPr/>
          <p:nvPr/>
        </p:nvSpPr>
        <p:spPr>
          <a:xfrm>
            <a:off x="3530489" y="2928793"/>
            <a:ext cx="2488217" cy="474448"/>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IN" sz="1200" b="0" i="0">
                <a:solidFill>
                  <a:schemeClr val="tx1"/>
                </a:solidFill>
                <a:effectLst/>
                <a:latin typeface="Calibri" panose="020F0502020204030204" pitchFamily="34" charset="0"/>
                <a:cs typeface="Calibri" panose="020F0502020204030204" pitchFamily="34" charset="0"/>
              </a:rPr>
              <a:t>Multiple same-day deliveries to single location by one company</a:t>
            </a:r>
          </a:p>
        </p:txBody>
      </p:sp>
      <p:sp>
        <p:nvSpPr>
          <p:cNvPr id="15" name="Rectangle 14">
            <a:extLst>
              <a:ext uri="{FF2B5EF4-FFF2-40B4-BE49-F238E27FC236}">
                <a16:creationId xmlns:a16="http://schemas.microsoft.com/office/drawing/2014/main" id="{40636EB0-D5A6-D0FD-E205-8775D239BA18}"/>
              </a:ext>
            </a:extLst>
          </p:cNvPr>
          <p:cNvSpPr/>
          <p:nvPr/>
        </p:nvSpPr>
        <p:spPr>
          <a:xfrm>
            <a:off x="9267599" y="2595658"/>
            <a:ext cx="1356413" cy="833341"/>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Peer picks from CDC or Drop Site &amp; drops at semi-dark store</a:t>
            </a:r>
          </a:p>
        </p:txBody>
      </p:sp>
      <p:sp>
        <p:nvSpPr>
          <p:cNvPr id="28" name="Pentagon 27">
            <a:extLst>
              <a:ext uri="{FF2B5EF4-FFF2-40B4-BE49-F238E27FC236}">
                <a16:creationId xmlns:a16="http://schemas.microsoft.com/office/drawing/2014/main" id="{0D267B3A-8216-E6DB-0EED-EBC84FE20284}"/>
              </a:ext>
            </a:extLst>
          </p:cNvPr>
          <p:cNvSpPr/>
          <p:nvPr/>
        </p:nvSpPr>
        <p:spPr>
          <a:xfrm>
            <a:off x="3524667" y="2581751"/>
            <a:ext cx="2479939" cy="253201"/>
          </a:xfrm>
          <a:prstGeom prst="homePlat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500" b="1">
                <a:latin typeface="Calibri" panose="020F0502020204030204" pitchFamily="34" charset="0"/>
                <a:cs typeface="Calibri" panose="020F0502020204030204" pitchFamily="34" charset="0"/>
              </a:rPr>
              <a:t>Challenges</a:t>
            </a:r>
          </a:p>
        </p:txBody>
      </p:sp>
      <p:sp>
        <p:nvSpPr>
          <p:cNvPr id="30" name="Rectangle 29">
            <a:extLst>
              <a:ext uri="{FF2B5EF4-FFF2-40B4-BE49-F238E27FC236}">
                <a16:creationId xmlns:a16="http://schemas.microsoft.com/office/drawing/2014/main" id="{57417EC4-08F8-04FF-7E86-EA6364EA333C}"/>
              </a:ext>
            </a:extLst>
          </p:cNvPr>
          <p:cNvSpPr/>
          <p:nvPr/>
        </p:nvSpPr>
        <p:spPr>
          <a:xfrm>
            <a:off x="6492647" y="2934993"/>
            <a:ext cx="2488217" cy="462845"/>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b="1" i="0">
                <a:solidFill>
                  <a:schemeClr val="tx1"/>
                </a:solidFill>
                <a:effectLst/>
                <a:latin typeface="Calibri" panose="020F0502020204030204" pitchFamily="34" charset="0"/>
                <a:cs typeface="Calibri" panose="020F0502020204030204" pitchFamily="34" charset="0"/>
              </a:rPr>
              <a:t>Order Consolidation</a:t>
            </a:r>
            <a:r>
              <a:rPr lang="en-US" sz="1200" i="0">
                <a:solidFill>
                  <a:schemeClr val="tx1"/>
                </a:solidFill>
                <a:effectLst/>
                <a:latin typeface="Calibri" panose="020F0502020204030204" pitchFamily="34" charset="0"/>
                <a:cs typeface="Calibri" panose="020F0502020204030204" pitchFamily="34" charset="0"/>
              </a:rPr>
              <a:t> to </a:t>
            </a:r>
            <a:r>
              <a:rPr lang="en-IN" sz="1200" i="0">
                <a:solidFill>
                  <a:schemeClr val="tx1"/>
                </a:solidFill>
                <a:effectLst/>
                <a:latin typeface="Calibri" panose="020F0502020204030204" pitchFamily="34" charset="0"/>
                <a:cs typeface="Calibri" panose="020F0502020204030204" pitchFamily="34" charset="0"/>
              </a:rPr>
              <a:t>reduce trips, fuel consumed &amp; emissions</a:t>
            </a:r>
          </a:p>
        </p:txBody>
      </p:sp>
      <p:sp>
        <p:nvSpPr>
          <p:cNvPr id="31" name="Chevron 30">
            <a:extLst>
              <a:ext uri="{FF2B5EF4-FFF2-40B4-BE49-F238E27FC236}">
                <a16:creationId xmlns:a16="http://schemas.microsoft.com/office/drawing/2014/main" id="{AF415CCA-5106-1E56-8448-9543741DD9CD}"/>
              </a:ext>
            </a:extLst>
          </p:cNvPr>
          <p:cNvSpPr/>
          <p:nvPr/>
        </p:nvSpPr>
        <p:spPr>
          <a:xfrm>
            <a:off x="6481072" y="2575931"/>
            <a:ext cx="2499792" cy="253201"/>
          </a:xfrm>
          <a:prstGeom prst="chevro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a:solidFill>
                  <a:schemeClr val="bg1"/>
                </a:solidFill>
                <a:latin typeface="Calibri" panose="020F0502020204030204" pitchFamily="34" charset="0"/>
                <a:cs typeface="Calibri" panose="020F0502020204030204" pitchFamily="34" charset="0"/>
              </a:rPr>
              <a:t>Possible Solutions</a:t>
            </a:r>
          </a:p>
        </p:txBody>
      </p:sp>
      <p:sp>
        <p:nvSpPr>
          <p:cNvPr id="32" name="Right Arrow 31">
            <a:extLst>
              <a:ext uri="{FF2B5EF4-FFF2-40B4-BE49-F238E27FC236}">
                <a16:creationId xmlns:a16="http://schemas.microsoft.com/office/drawing/2014/main" id="{DBC1EECE-5A52-2E16-E3BA-004B9B5349D7}"/>
              </a:ext>
            </a:extLst>
          </p:cNvPr>
          <p:cNvSpPr/>
          <p:nvPr/>
        </p:nvSpPr>
        <p:spPr>
          <a:xfrm>
            <a:off x="6063141" y="3065656"/>
            <a:ext cx="396647" cy="200721"/>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sp>
        <p:nvSpPr>
          <p:cNvPr id="33" name="Rectangle 32">
            <a:extLst>
              <a:ext uri="{FF2B5EF4-FFF2-40B4-BE49-F238E27FC236}">
                <a16:creationId xmlns:a16="http://schemas.microsoft.com/office/drawing/2014/main" id="{F4855551-F8E4-EA1E-E240-AA65ED4BE596}"/>
              </a:ext>
            </a:extLst>
          </p:cNvPr>
          <p:cNvSpPr/>
          <p:nvPr/>
        </p:nvSpPr>
        <p:spPr>
          <a:xfrm>
            <a:off x="3519430" y="3470332"/>
            <a:ext cx="2488217" cy="474448"/>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IN" sz="1200">
                <a:solidFill>
                  <a:schemeClr val="tx1"/>
                </a:solidFill>
                <a:latin typeface="Calibri" panose="020F0502020204030204" pitchFamily="34" charset="0"/>
                <a:cs typeface="Calibri" panose="020F0502020204030204" pitchFamily="34" charset="0"/>
              </a:rPr>
              <a:t>Less than Truck Load leading to inefficient utilization of capabilities</a:t>
            </a:r>
            <a:endParaRPr lang="en-IN" sz="1200" b="0" i="0">
              <a:solidFill>
                <a:schemeClr val="tx1"/>
              </a:solidFill>
              <a:effectLst/>
              <a:latin typeface="Calibri" panose="020F0502020204030204" pitchFamily="34" charset="0"/>
              <a:cs typeface="Calibri" panose="020F0502020204030204" pitchFamily="34" charset="0"/>
            </a:endParaRPr>
          </a:p>
        </p:txBody>
      </p:sp>
      <p:sp>
        <p:nvSpPr>
          <p:cNvPr id="36" name="Rectangle 35">
            <a:extLst>
              <a:ext uri="{FF2B5EF4-FFF2-40B4-BE49-F238E27FC236}">
                <a16:creationId xmlns:a16="http://schemas.microsoft.com/office/drawing/2014/main" id="{61044115-4790-7D6B-23DD-5DC270781C8C}"/>
              </a:ext>
            </a:extLst>
          </p:cNvPr>
          <p:cNvSpPr/>
          <p:nvPr/>
        </p:nvSpPr>
        <p:spPr>
          <a:xfrm>
            <a:off x="6481588" y="3476532"/>
            <a:ext cx="2488217" cy="462845"/>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IN" sz="1200" b="1">
                <a:solidFill>
                  <a:schemeClr val="tx1"/>
                </a:solidFill>
                <a:latin typeface="Calibri" panose="020F0502020204030204" pitchFamily="34" charset="0"/>
                <a:cs typeface="Calibri" panose="020F0502020204030204" pitchFamily="34" charset="0"/>
              </a:rPr>
              <a:t>Co-Loading </a:t>
            </a:r>
            <a:r>
              <a:rPr lang="en-IN" sz="1200">
                <a:solidFill>
                  <a:schemeClr val="tx1"/>
                </a:solidFill>
                <a:latin typeface="Calibri" panose="020F0502020204030204" pitchFamily="34" charset="0"/>
                <a:cs typeface="Calibri" panose="020F0502020204030204" pitchFamily="34" charset="0"/>
              </a:rPr>
              <a:t>to combine load of different co. by opening network</a:t>
            </a:r>
          </a:p>
        </p:txBody>
      </p:sp>
      <p:sp>
        <p:nvSpPr>
          <p:cNvPr id="37" name="Right Arrow 36">
            <a:extLst>
              <a:ext uri="{FF2B5EF4-FFF2-40B4-BE49-F238E27FC236}">
                <a16:creationId xmlns:a16="http://schemas.microsoft.com/office/drawing/2014/main" id="{7B385872-C396-F4E6-921D-68D08893D3EB}"/>
              </a:ext>
            </a:extLst>
          </p:cNvPr>
          <p:cNvSpPr/>
          <p:nvPr/>
        </p:nvSpPr>
        <p:spPr>
          <a:xfrm>
            <a:off x="6052082" y="3607195"/>
            <a:ext cx="396647" cy="200721"/>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sp>
        <p:nvSpPr>
          <p:cNvPr id="38" name="Rectangle 37">
            <a:extLst>
              <a:ext uri="{FF2B5EF4-FFF2-40B4-BE49-F238E27FC236}">
                <a16:creationId xmlns:a16="http://schemas.microsoft.com/office/drawing/2014/main" id="{E3203F7E-8299-6E78-EDD1-677B7711D97E}"/>
              </a:ext>
            </a:extLst>
          </p:cNvPr>
          <p:cNvSpPr/>
          <p:nvPr/>
        </p:nvSpPr>
        <p:spPr>
          <a:xfrm>
            <a:off x="3519430" y="4017409"/>
            <a:ext cx="2488217" cy="474448"/>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latin typeface="Calibri" panose="020F0502020204030204" pitchFamily="34" charset="0"/>
                <a:cs typeface="Calibri" panose="020F0502020204030204" pitchFamily="34" charset="0"/>
              </a:rPr>
              <a:t>Multiple stops at various points due to fragmented distribution</a:t>
            </a:r>
          </a:p>
        </p:txBody>
      </p:sp>
      <p:sp>
        <p:nvSpPr>
          <p:cNvPr id="39" name="Rectangle 38">
            <a:extLst>
              <a:ext uri="{FF2B5EF4-FFF2-40B4-BE49-F238E27FC236}">
                <a16:creationId xmlns:a16="http://schemas.microsoft.com/office/drawing/2014/main" id="{F1209EC1-B3BE-D1EB-94AA-376CE36A35B6}"/>
              </a:ext>
            </a:extLst>
          </p:cNvPr>
          <p:cNvSpPr/>
          <p:nvPr/>
        </p:nvSpPr>
        <p:spPr>
          <a:xfrm>
            <a:off x="6481588" y="4023609"/>
            <a:ext cx="2488217" cy="462845"/>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b="1">
                <a:solidFill>
                  <a:schemeClr val="tx1"/>
                </a:solidFill>
                <a:latin typeface="Calibri" panose="020F0502020204030204" pitchFamily="34" charset="0"/>
                <a:cs typeface="Calibri" panose="020F0502020204030204" pitchFamily="34" charset="0"/>
              </a:rPr>
              <a:t>P2P Network </a:t>
            </a:r>
            <a:r>
              <a:rPr lang="en-US" sz="1200">
                <a:solidFill>
                  <a:schemeClr val="tx1"/>
                </a:solidFill>
                <a:latin typeface="Calibri" panose="020F0502020204030204" pitchFamily="34" charset="0"/>
                <a:cs typeface="Calibri" panose="020F0502020204030204" pitchFamily="34" charset="0"/>
              </a:rPr>
              <a:t>to reduce stops &amp; offload fragmented distribution</a:t>
            </a:r>
            <a:endParaRPr lang="en-US" sz="1200" b="1">
              <a:solidFill>
                <a:schemeClr val="tx1"/>
              </a:solidFill>
              <a:latin typeface="Calibri" panose="020F0502020204030204" pitchFamily="34" charset="0"/>
              <a:cs typeface="Calibri" panose="020F0502020204030204" pitchFamily="34" charset="0"/>
            </a:endParaRPr>
          </a:p>
        </p:txBody>
      </p:sp>
      <p:sp>
        <p:nvSpPr>
          <p:cNvPr id="40" name="Right Arrow 39">
            <a:extLst>
              <a:ext uri="{FF2B5EF4-FFF2-40B4-BE49-F238E27FC236}">
                <a16:creationId xmlns:a16="http://schemas.microsoft.com/office/drawing/2014/main" id="{3F25900E-9799-7876-1BEF-69A4ACB72C89}"/>
              </a:ext>
            </a:extLst>
          </p:cNvPr>
          <p:cNvSpPr/>
          <p:nvPr/>
        </p:nvSpPr>
        <p:spPr>
          <a:xfrm>
            <a:off x="6052082" y="4154272"/>
            <a:ext cx="396647" cy="200721"/>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sp>
        <p:nvSpPr>
          <p:cNvPr id="41" name="Rectangle 40">
            <a:extLst>
              <a:ext uri="{FF2B5EF4-FFF2-40B4-BE49-F238E27FC236}">
                <a16:creationId xmlns:a16="http://schemas.microsoft.com/office/drawing/2014/main" id="{B6256E67-EA6D-6EAA-6A7D-DA4F4F878742}"/>
              </a:ext>
            </a:extLst>
          </p:cNvPr>
          <p:cNvSpPr/>
          <p:nvPr/>
        </p:nvSpPr>
        <p:spPr>
          <a:xfrm>
            <a:off x="10715399" y="2595659"/>
            <a:ext cx="1356413" cy="80217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Trusted peer picks from CDC/Drop site &amp; drops at home</a:t>
            </a:r>
          </a:p>
        </p:txBody>
      </p:sp>
      <p:cxnSp>
        <p:nvCxnSpPr>
          <p:cNvPr id="43" name="Straight Arrow Connector 42">
            <a:extLst>
              <a:ext uri="{FF2B5EF4-FFF2-40B4-BE49-F238E27FC236}">
                <a16:creationId xmlns:a16="http://schemas.microsoft.com/office/drawing/2014/main" id="{A61E8706-7237-CF65-E49F-D44C7F532534}"/>
              </a:ext>
            </a:extLst>
          </p:cNvPr>
          <p:cNvCxnSpPr>
            <a:endCxn id="15" idx="0"/>
          </p:cNvCxnSpPr>
          <p:nvPr/>
        </p:nvCxnSpPr>
        <p:spPr>
          <a:xfrm flipH="1">
            <a:off x="9945806" y="2481668"/>
            <a:ext cx="61514" cy="113990"/>
          </a:xfrm>
          <a:prstGeom prst="straightConnector1">
            <a:avLst/>
          </a:prstGeom>
          <a:ln w="9525">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60409512-0CCA-F08C-ACE6-52AAED0726C9}"/>
              </a:ext>
            </a:extLst>
          </p:cNvPr>
          <p:cNvCxnSpPr>
            <a:cxnSpLocks/>
            <a:stCxn id="1024" idx="2"/>
            <a:endCxn id="41" idx="0"/>
          </p:cNvCxnSpPr>
          <p:nvPr/>
        </p:nvCxnSpPr>
        <p:spPr>
          <a:xfrm>
            <a:off x="11393596" y="2481673"/>
            <a:ext cx="10" cy="113986"/>
          </a:xfrm>
          <a:prstGeom prst="straightConnector1">
            <a:avLst/>
          </a:prstGeom>
          <a:ln w="9525">
            <a:tailEnd type="triangle"/>
          </a:ln>
        </p:spPr>
        <p:style>
          <a:lnRef idx="1">
            <a:schemeClr val="accent1"/>
          </a:lnRef>
          <a:fillRef idx="0">
            <a:schemeClr val="accent1"/>
          </a:fillRef>
          <a:effectRef idx="0">
            <a:schemeClr val="accent1"/>
          </a:effectRef>
          <a:fontRef idx="minor">
            <a:schemeClr val="tx1"/>
          </a:fontRef>
        </p:style>
      </p:cxnSp>
      <p:sp>
        <p:nvSpPr>
          <p:cNvPr id="48" name="Rectangle 47">
            <a:extLst>
              <a:ext uri="{FF2B5EF4-FFF2-40B4-BE49-F238E27FC236}">
                <a16:creationId xmlns:a16="http://schemas.microsoft.com/office/drawing/2014/main" id="{6209565B-415D-BE30-6AAB-6CC46CB53E5C}"/>
              </a:ext>
            </a:extLst>
          </p:cNvPr>
          <p:cNvSpPr/>
          <p:nvPr/>
        </p:nvSpPr>
        <p:spPr>
          <a:xfrm>
            <a:off x="9267598" y="3479007"/>
            <a:ext cx="2804214" cy="46036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Challenge:</a:t>
            </a:r>
            <a:r>
              <a:rPr lang="en-US" sz="1200">
                <a:solidFill>
                  <a:schemeClr val="tx1"/>
                </a:solidFill>
                <a:latin typeface="Calibri" panose="020F0502020204030204" pitchFamily="34" charset="0"/>
                <a:cs typeface="Calibri" panose="020F0502020204030204" pitchFamily="34" charset="0"/>
              </a:rPr>
              <a:t> Lack of control &amp; trust impacts cost via lost/damaged parcel</a:t>
            </a:r>
          </a:p>
        </p:txBody>
      </p:sp>
      <p:sp>
        <p:nvSpPr>
          <p:cNvPr id="50" name="Rectangle 49">
            <a:extLst>
              <a:ext uri="{FF2B5EF4-FFF2-40B4-BE49-F238E27FC236}">
                <a16:creationId xmlns:a16="http://schemas.microsoft.com/office/drawing/2014/main" id="{307FFD8C-874A-2887-E04C-2C1A2E839F49}"/>
              </a:ext>
            </a:extLst>
          </p:cNvPr>
          <p:cNvSpPr/>
          <p:nvPr/>
        </p:nvSpPr>
        <p:spPr>
          <a:xfrm>
            <a:off x="9267598" y="4022544"/>
            <a:ext cx="2804214" cy="469313"/>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Possible Solutions: </a:t>
            </a:r>
            <a:r>
              <a:rPr lang="en-US" sz="1200">
                <a:solidFill>
                  <a:schemeClr val="tx1"/>
                </a:solidFill>
                <a:latin typeface="Calibri" panose="020F0502020204030204" pitchFamily="34" charset="0"/>
                <a:cs typeface="Calibri" panose="020F0502020204030204" pitchFamily="34" charset="0"/>
              </a:rPr>
              <a:t>Incremental loading, commission &amp; badges</a:t>
            </a:r>
            <a:endParaRPr lang="en-US" sz="1200" b="1">
              <a:solidFill>
                <a:schemeClr val="tx1"/>
              </a:solidFill>
              <a:latin typeface="Calibri" panose="020F0502020204030204" pitchFamily="34" charset="0"/>
              <a:cs typeface="Calibri" panose="020F0502020204030204" pitchFamily="34" charset="0"/>
            </a:endParaRPr>
          </a:p>
        </p:txBody>
      </p:sp>
      <p:sp>
        <p:nvSpPr>
          <p:cNvPr id="59" name="Left Brace 58">
            <a:extLst>
              <a:ext uri="{FF2B5EF4-FFF2-40B4-BE49-F238E27FC236}">
                <a16:creationId xmlns:a16="http://schemas.microsoft.com/office/drawing/2014/main" id="{496D2AA1-9140-55A1-B3E4-093A9A1C6FEF}"/>
              </a:ext>
            </a:extLst>
          </p:cNvPr>
          <p:cNvSpPr/>
          <p:nvPr/>
        </p:nvSpPr>
        <p:spPr>
          <a:xfrm>
            <a:off x="8940188" y="1978909"/>
            <a:ext cx="446767" cy="2567710"/>
          </a:xfrm>
          <a:prstGeom prst="leftBrace">
            <a:avLst>
              <a:gd name="adj1" fmla="val 8333"/>
              <a:gd name="adj2" fmla="val 87414"/>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alibri" panose="020F0502020204030204" pitchFamily="34" charset="0"/>
              <a:cs typeface="Calibri" panose="020F0502020204030204" pitchFamily="34" charset="0"/>
            </a:endParaRPr>
          </a:p>
        </p:txBody>
      </p:sp>
      <p:sp>
        <p:nvSpPr>
          <p:cNvPr id="61" name="Pentagon 60">
            <a:extLst>
              <a:ext uri="{FF2B5EF4-FFF2-40B4-BE49-F238E27FC236}">
                <a16:creationId xmlns:a16="http://schemas.microsoft.com/office/drawing/2014/main" id="{8AADF837-E7E8-4779-F8F9-E7A0DC32F720}"/>
              </a:ext>
            </a:extLst>
          </p:cNvPr>
          <p:cNvSpPr/>
          <p:nvPr/>
        </p:nvSpPr>
        <p:spPr>
          <a:xfrm>
            <a:off x="3524667" y="4621030"/>
            <a:ext cx="2951098" cy="217184"/>
          </a:xfrm>
          <a:prstGeom prst="homePlate">
            <a:avLst/>
          </a:prstGeom>
          <a:gradFill flip="none" rotWithShape="1">
            <a:gsLst>
              <a:gs pos="0">
                <a:schemeClr val="accent1"/>
              </a:gs>
              <a:gs pos="99000">
                <a:schemeClr val="accent6"/>
              </a:gs>
            </a:gsLst>
            <a:lin ang="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latin typeface="Calibri" panose="020F0502020204030204" pitchFamily="34" charset="0"/>
                <a:cs typeface="Calibri" panose="020F0502020204030204" pitchFamily="34" charset="0"/>
              </a:rPr>
              <a:t>Current Position</a:t>
            </a:r>
          </a:p>
        </p:txBody>
      </p:sp>
      <p:sp>
        <p:nvSpPr>
          <p:cNvPr id="62" name="Chevron 61">
            <a:extLst>
              <a:ext uri="{FF2B5EF4-FFF2-40B4-BE49-F238E27FC236}">
                <a16:creationId xmlns:a16="http://schemas.microsoft.com/office/drawing/2014/main" id="{196BB291-7FCC-7A48-E6C0-3C35865B696E}"/>
              </a:ext>
            </a:extLst>
          </p:cNvPr>
          <p:cNvSpPr/>
          <p:nvPr/>
        </p:nvSpPr>
        <p:spPr>
          <a:xfrm>
            <a:off x="6470012" y="4617118"/>
            <a:ext cx="5601791" cy="217184"/>
          </a:xfrm>
          <a:prstGeom prst="chevron">
            <a:avLst/>
          </a:prstGeom>
          <a:gradFill>
            <a:gsLst>
              <a:gs pos="0">
                <a:schemeClr val="accent6"/>
              </a:gs>
              <a:gs pos="62000">
                <a:schemeClr val="accent6">
                  <a:lumMod val="50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bg1"/>
                </a:solidFill>
                <a:latin typeface="Calibri" panose="020F0502020204030204" pitchFamily="34" charset="0"/>
                <a:cs typeface="Calibri" panose="020F0502020204030204" pitchFamily="34" charset="0"/>
              </a:rPr>
              <a:t>Future Position: Asset Light &amp; Sustainable</a:t>
            </a:r>
          </a:p>
        </p:txBody>
      </p:sp>
      <p:sp>
        <p:nvSpPr>
          <p:cNvPr id="1026" name="Rectangle 1025">
            <a:extLst>
              <a:ext uri="{FF2B5EF4-FFF2-40B4-BE49-F238E27FC236}">
                <a16:creationId xmlns:a16="http://schemas.microsoft.com/office/drawing/2014/main" id="{E010FED6-2724-8762-3BFF-80BEB4DDAC7A}"/>
              </a:ext>
            </a:extLst>
          </p:cNvPr>
          <p:cNvSpPr/>
          <p:nvPr/>
        </p:nvSpPr>
        <p:spPr>
          <a:xfrm>
            <a:off x="3668833" y="4978790"/>
            <a:ext cx="6166815" cy="251923"/>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a:solidFill>
                  <a:schemeClr val="tx1"/>
                </a:solidFill>
                <a:latin typeface="Calibri" panose="020F0502020204030204" pitchFamily="34" charset="0"/>
                <a:cs typeface="Calibri" panose="020F0502020204030204" pitchFamily="34" charset="0"/>
              </a:rPr>
              <a:t>EV Fleet</a:t>
            </a:r>
          </a:p>
        </p:txBody>
      </p:sp>
      <p:sp>
        <p:nvSpPr>
          <p:cNvPr id="1033" name="Left Brace 1032">
            <a:extLst>
              <a:ext uri="{FF2B5EF4-FFF2-40B4-BE49-F238E27FC236}">
                <a16:creationId xmlns:a16="http://schemas.microsoft.com/office/drawing/2014/main" id="{A5829913-6CBF-B5FB-B7CE-C4FAB1C2467E}"/>
              </a:ext>
            </a:extLst>
          </p:cNvPr>
          <p:cNvSpPr/>
          <p:nvPr/>
        </p:nvSpPr>
        <p:spPr>
          <a:xfrm rot="5400000">
            <a:off x="7664870" y="655225"/>
            <a:ext cx="253201" cy="8515899"/>
          </a:xfrm>
          <a:prstGeom prst="leftBrace">
            <a:avLst>
              <a:gd name="adj1" fmla="val 8333"/>
              <a:gd name="adj2" fmla="val 34777"/>
            </a:avLst>
          </a:prstGeom>
          <a:ln w="1905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alibri" panose="020F0502020204030204" pitchFamily="34" charset="0"/>
              <a:cs typeface="Calibri" panose="020F0502020204030204" pitchFamily="34" charset="0"/>
            </a:endParaRPr>
          </a:p>
        </p:txBody>
      </p:sp>
      <p:sp>
        <p:nvSpPr>
          <p:cNvPr id="1035" name="Rectangle 1034">
            <a:extLst>
              <a:ext uri="{FF2B5EF4-FFF2-40B4-BE49-F238E27FC236}">
                <a16:creationId xmlns:a16="http://schemas.microsoft.com/office/drawing/2014/main" id="{E76B6AB6-7A3B-6997-94BE-9233AE3C2D98}"/>
              </a:ext>
            </a:extLst>
          </p:cNvPr>
          <p:cNvSpPr/>
          <p:nvPr/>
        </p:nvSpPr>
        <p:spPr>
          <a:xfrm>
            <a:off x="9942653" y="4981496"/>
            <a:ext cx="2067616" cy="24921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a:solidFill>
                  <a:schemeClr val="tx1"/>
                </a:solidFill>
                <a:latin typeface="Calibri" panose="020F0502020204030204" pitchFamily="34" charset="0"/>
                <a:cs typeface="Calibri" panose="020F0502020204030204" pitchFamily="34" charset="0"/>
              </a:rPr>
              <a:t>Social Network of P2P</a:t>
            </a:r>
          </a:p>
        </p:txBody>
      </p:sp>
      <p:sp>
        <p:nvSpPr>
          <p:cNvPr id="1036" name="Rectangle 1035">
            <a:extLst>
              <a:ext uri="{FF2B5EF4-FFF2-40B4-BE49-F238E27FC236}">
                <a16:creationId xmlns:a16="http://schemas.microsoft.com/office/drawing/2014/main" id="{8EC081A4-BB80-6CD1-8969-EB603C5DB0BF}"/>
              </a:ext>
            </a:extLst>
          </p:cNvPr>
          <p:cNvSpPr/>
          <p:nvPr/>
        </p:nvSpPr>
        <p:spPr>
          <a:xfrm>
            <a:off x="3680013" y="5296207"/>
            <a:ext cx="800446" cy="407562"/>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IN" sz="1200" b="1" i="0">
                <a:solidFill>
                  <a:schemeClr val="tx1"/>
                </a:solidFill>
                <a:effectLst/>
                <a:latin typeface="Calibri" panose="020F0502020204030204" pitchFamily="34" charset="0"/>
                <a:cs typeface="Calibri" panose="020F0502020204030204" pitchFamily="34" charset="0"/>
              </a:rPr>
              <a:t>Industry </a:t>
            </a:r>
          </a:p>
          <a:p>
            <a:r>
              <a:rPr lang="en-IN" sz="1200" b="1" i="0">
                <a:solidFill>
                  <a:schemeClr val="tx1"/>
                </a:solidFill>
                <a:effectLst/>
                <a:latin typeface="Calibri" panose="020F0502020204030204" pitchFamily="34" charset="0"/>
                <a:cs typeface="Calibri" panose="020F0502020204030204" pitchFamily="34" charset="0"/>
              </a:rPr>
              <a:t>Leaders</a:t>
            </a:r>
          </a:p>
        </p:txBody>
      </p:sp>
      <p:pic>
        <p:nvPicPr>
          <p:cNvPr id="1043" name="Picture 14" descr="Blue Dart Express logo in transparent PNG format">
            <a:extLst>
              <a:ext uri="{FF2B5EF4-FFF2-40B4-BE49-F238E27FC236}">
                <a16:creationId xmlns:a16="http://schemas.microsoft.com/office/drawing/2014/main" id="{C8919399-016B-BC30-5B55-D0E1E1482B7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27701" y="5337400"/>
            <a:ext cx="346716" cy="329696"/>
          </a:xfrm>
          <a:prstGeom prst="rect">
            <a:avLst/>
          </a:prstGeom>
          <a:noFill/>
          <a:extLst>
            <a:ext uri="{909E8E84-426E-40DD-AFC4-6F175D3DCCD1}">
              <a14:hiddenFill xmlns:a14="http://schemas.microsoft.com/office/drawing/2010/main">
                <a:solidFill>
                  <a:srgbClr val="FFFFFF"/>
                </a:solidFill>
              </a14:hiddenFill>
            </a:ext>
          </a:extLst>
        </p:spPr>
      </p:pic>
      <p:pic>
        <p:nvPicPr>
          <p:cNvPr id="1044" name="Picture 16" descr="Delhivery logo in transparent PNG and vectorized SVG formats">
            <a:extLst>
              <a:ext uri="{FF2B5EF4-FFF2-40B4-BE49-F238E27FC236}">
                <a16:creationId xmlns:a16="http://schemas.microsoft.com/office/drawing/2014/main" id="{B406612C-D84E-D8F9-060D-BB7AE9FA4F4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87131" y="5337400"/>
            <a:ext cx="227778" cy="324000"/>
          </a:xfrm>
          <a:prstGeom prst="rect">
            <a:avLst/>
          </a:prstGeom>
          <a:noFill/>
          <a:extLst>
            <a:ext uri="{909E8E84-426E-40DD-AFC4-6F175D3DCCD1}">
              <a14:hiddenFill xmlns:a14="http://schemas.microsoft.com/office/drawing/2010/main">
                <a:solidFill>
                  <a:srgbClr val="FFFFFF"/>
                </a:solidFill>
              </a14:hiddenFill>
            </a:ext>
          </a:extLst>
        </p:spPr>
      </p:pic>
      <p:pic>
        <p:nvPicPr>
          <p:cNvPr id="1046" name="Picture 20" descr="DTDC Logo PNG-SVG Logo, Vector, Template Free Downloads | ? logo, Noida,  Page borders design">
            <a:extLst>
              <a:ext uri="{FF2B5EF4-FFF2-40B4-BE49-F238E27FC236}">
                <a16:creationId xmlns:a16="http://schemas.microsoft.com/office/drawing/2014/main" id="{8376E4B1-C853-40AB-5F1D-610DD77A3C71}"/>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r="30839"/>
          <a:stretch/>
        </p:blipFill>
        <p:spPr bwMode="auto">
          <a:xfrm>
            <a:off x="4586169" y="5268729"/>
            <a:ext cx="757588" cy="247748"/>
          </a:xfrm>
          <a:prstGeom prst="rect">
            <a:avLst/>
          </a:prstGeom>
          <a:noFill/>
          <a:extLst>
            <a:ext uri="{909E8E84-426E-40DD-AFC4-6F175D3DCCD1}">
              <a14:hiddenFill xmlns:a14="http://schemas.microsoft.com/office/drawing/2010/main">
                <a:solidFill>
                  <a:srgbClr val="FFFFFF"/>
                </a:solidFill>
              </a14:hiddenFill>
            </a:ext>
          </a:extLst>
        </p:spPr>
      </p:pic>
      <p:sp>
        <p:nvSpPr>
          <p:cNvPr id="1047" name="Rectangle 1046">
            <a:extLst>
              <a:ext uri="{FF2B5EF4-FFF2-40B4-BE49-F238E27FC236}">
                <a16:creationId xmlns:a16="http://schemas.microsoft.com/office/drawing/2014/main" id="{7D611A10-4553-2645-A51A-D0C861009313}"/>
              </a:ext>
            </a:extLst>
          </p:cNvPr>
          <p:cNvSpPr/>
          <p:nvPr/>
        </p:nvSpPr>
        <p:spPr>
          <a:xfrm>
            <a:off x="6574420" y="5280701"/>
            <a:ext cx="3261226" cy="423068"/>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b="1" i="0">
                <a:solidFill>
                  <a:schemeClr val="tx1"/>
                </a:solidFill>
                <a:effectLst/>
                <a:latin typeface="Calibri" panose="020F0502020204030204" pitchFamily="34" charset="0"/>
                <a:cs typeface="Calibri" panose="020F0502020204030204" pitchFamily="34" charset="0"/>
              </a:rPr>
              <a:t>Method</a:t>
            </a:r>
            <a:r>
              <a:rPr lang="en-IN" sz="1200" b="1">
                <a:solidFill>
                  <a:schemeClr val="tx1"/>
                </a:solidFill>
                <a:latin typeface="Calibri" panose="020F0502020204030204" pitchFamily="34" charset="0"/>
                <a:cs typeface="Calibri" panose="020F0502020204030204" pitchFamily="34" charset="0"/>
              </a:rPr>
              <a:t>: </a:t>
            </a:r>
            <a:r>
              <a:rPr lang="en-IN" sz="1200" i="0">
                <a:solidFill>
                  <a:schemeClr val="tx1"/>
                </a:solidFill>
                <a:effectLst/>
                <a:latin typeface="Calibri" panose="020F0502020204030204" pitchFamily="34" charset="0"/>
                <a:cs typeface="Calibri" panose="020F0502020204030204" pitchFamily="34" charset="0"/>
              </a:rPr>
              <a:t>Battery </a:t>
            </a:r>
            <a:r>
              <a:rPr lang="en-IN" sz="1200">
                <a:solidFill>
                  <a:schemeClr val="tx1"/>
                </a:solidFill>
                <a:latin typeface="Calibri" panose="020F0502020204030204" pitchFamily="34" charset="0"/>
                <a:cs typeface="Calibri" panose="020F0502020204030204" pitchFamily="34" charset="0"/>
              </a:rPr>
              <a:t>swapping &amp; charging of fleet at </a:t>
            </a:r>
            <a:r>
              <a:rPr lang="en-IN" sz="1200" b="1">
                <a:solidFill>
                  <a:schemeClr val="tx1"/>
                </a:solidFill>
                <a:latin typeface="Calibri" panose="020F0502020204030204" pitchFamily="34" charset="0"/>
                <a:cs typeface="Calibri" panose="020F0502020204030204" pitchFamily="34" charset="0"/>
              </a:rPr>
              <a:t>warehouse</a:t>
            </a:r>
            <a:r>
              <a:rPr lang="en-IN" sz="1200">
                <a:solidFill>
                  <a:schemeClr val="tx1"/>
                </a:solidFill>
                <a:latin typeface="Calibri" panose="020F0502020204030204" pitchFamily="34" charset="0"/>
                <a:cs typeface="Calibri" panose="020F0502020204030204" pitchFamily="34" charset="0"/>
              </a:rPr>
              <a:t>, powered by </a:t>
            </a:r>
            <a:r>
              <a:rPr lang="en-IN" sz="1200" b="1">
                <a:solidFill>
                  <a:schemeClr val="tx1"/>
                </a:solidFill>
                <a:latin typeface="Calibri" panose="020F0502020204030204" pitchFamily="34" charset="0"/>
                <a:cs typeface="Calibri" panose="020F0502020204030204" pitchFamily="34" charset="0"/>
              </a:rPr>
              <a:t>solar panels</a:t>
            </a:r>
            <a:endParaRPr lang="en-IN" sz="1200" b="1" i="0">
              <a:solidFill>
                <a:schemeClr val="tx1"/>
              </a:solidFill>
              <a:effectLst/>
              <a:latin typeface="Calibri" panose="020F0502020204030204" pitchFamily="34" charset="0"/>
              <a:cs typeface="Calibri" panose="020F0502020204030204" pitchFamily="34" charset="0"/>
            </a:endParaRPr>
          </a:p>
        </p:txBody>
      </p:sp>
      <p:sp>
        <p:nvSpPr>
          <p:cNvPr id="79" name="Rectangle 78">
            <a:extLst>
              <a:ext uri="{FF2B5EF4-FFF2-40B4-BE49-F238E27FC236}">
                <a16:creationId xmlns:a16="http://schemas.microsoft.com/office/drawing/2014/main" id="{E8D130D4-A5C3-6A43-848F-62A53DFF23C3}"/>
              </a:ext>
            </a:extLst>
          </p:cNvPr>
          <p:cNvSpPr/>
          <p:nvPr/>
        </p:nvSpPr>
        <p:spPr>
          <a:xfrm>
            <a:off x="1783238" y="624000"/>
            <a:ext cx="3181725" cy="468743"/>
          </a:xfrm>
          <a:prstGeom prst="rect">
            <a:avLst/>
          </a:prstGeom>
          <a:solidFill>
            <a:schemeClr val="bg1"/>
          </a:solid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b="1">
                <a:solidFill>
                  <a:schemeClr val="tx1"/>
                </a:solidFill>
                <a:latin typeface="Calibri" panose="020F0502020204030204" pitchFamily="34" charset="0"/>
                <a:cs typeface="Calibri" panose="020F0502020204030204" pitchFamily="34" charset="0"/>
              </a:rPr>
              <a:t>Drop Location Identification Input: </a:t>
            </a:r>
            <a:r>
              <a:rPr lang="en-IN" sz="1200">
                <a:solidFill>
                  <a:schemeClr val="tx1"/>
                </a:solidFill>
                <a:latin typeface="Calibri" panose="020F0502020204030204" pitchFamily="34" charset="0"/>
                <a:cs typeface="Calibri" panose="020F0502020204030204" pitchFamily="34" charset="0"/>
              </a:rPr>
              <a:t>Population &amp; Order density, Cost-Benefit analysis</a:t>
            </a:r>
            <a:endParaRPr lang="en-IN" sz="1200" i="0">
              <a:solidFill>
                <a:schemeClr val="tx1"/>
              </a:solidFill>
              <a:effectLst/>
              <a:latin typeface="Calibri" panose="020F0502020204030204" pitchFamily="34" charset="0"/>
              <a:cs typeface="Calibri" panose="020F0502020204030204" pitchFamily="34" charset="0"/>
            </a:endParaRPr>
          </a:p>
        </p:txBody>
      </p:sp>
      <p:pic>
        <p:nvPicPr>
          <p:cNvPr id="1048" name="Picture 22">
            <a:extLst>
              <a:ext uri="{FF2B5EF4-FFF2-40B4-BE49-F238E27FC236}">
                <a16:creationId xmlns:a16="http://schemas.microsoft.com/office/drawing/2014/main" id="{40562492-C16A-70AF-9CD0-C0F3BC98A039}"/>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7828" t="40185" r="9194" b="40911"/>
          <a:stretch/>
        </p:blipFill>
        <p:spPr bwMode="auto">
          <a:xfrm>
            <a:off x="4808905" y="5497318"/>
            <a:ext cx="720246" cy="164082"/>
          </a:xfrm>
          <a:prstGeom prst="rect">
            <a:avLst/>
          </a:prstGeom>
          <a:noFill/>
          <a:extLst>
            <a:ext uri="{909E8E84-426E-40DD-AFC4-6F175D3DCCD1}">
              <a14:hiddenFill xmlns:a14="http://schemas.microsoft.com/office/drawing/2010/main">
                <a:solidFill>
                  <a:srgbClr val="FFFFFF"/>
                </a:solidFill>
              </a14:hiddenFill>
            </a:ext>
          </a:extLst>
        </p:spPr>
      </p:pic>
      <p:sp>
        <p:nvSpPr>
          <p:cNvPr id="1051" name="Rectangle 1050">
            <a:extLst>
              <a:ext uri="{FF2B5EF4-FFF2-40B4-BE49-F238E27FC236}">
                <a16:creationId xmlns:a16="http://schemas.microsoft.com/office/drawing/2014/main" id="{2CA5FC2C-3C2B-313F-244D-7233FFA474E6}"/>
              </a:ext>
            </a:extLst>
          </p:cNvPr>
          <p:cNvSpPr/>
          <p:nvPr/>
        </p:nvSpPr>
        <p:spPr>
          <a:xfrm>
            <a:off x="4564739" y="5297502"/>
            <a:ext cx="1883981" cy="407562"/>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IN" sz="1200" b="1" i="0">
              <a:solidFill>
                <a:schemeClr val="tx1"/>
              </a:solidFill>
              <a:effectLst/>
              <a:latin typeface="Calibri" panose="020F0502020204030204" pitchFamily="34" charset="0"/>
              <a:cs typeface="Calibri" panose="020F0502020204030204" pitchFamily="34" charset="0"/>
            </a:endParaRPr>
          </a:p>
        </p:txBody>
      </p:sp>
      <p:sp>
        <p:nvSpPr>
          <p:cNvPr id="1052" name="Rectangle 1051">
            <a:extLst>
              <a:ext uri="{FF2B5EF4-FFF2-40B4-BE49-F238E27FC236}">
                <a16:creationId xmlns:a16="http://schemas.microsoft.com/office/drawing/2014/main" id="{9A757C74-9E3A-CAD0-DC0A-01F55DE01D8F}"/>
              </a:ext>
            </a:extLst>
          </p:cNvPr>
          <p:cNvSpPr/>
          <p:nvPr/>
        </p:nvSpPr>
        <p:spPr>
          <a:xfrm>
            <a:off x="9937605" y="5265813"/>
            <a:ext cx="2067615" cy="42306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latin typeface="Calibri" panose="020F0502020204030204" pitchFamily="34" charset="0"/>
                <a:cs typeface="Calibri" panose="020F0502020204030204" pitchFamily="34" charset="0"/>
              </a:rPr>
              <a:t>Customer creates own P2P network with trusted folks</a:t>
            </a:r>
            <a:endParaRPr lang="en-IN" sz="1200" i="0">
              <a:solidFill>
                <a:schemeClr val="tx1"/>
              </a:solidFill>
              <a:effectLst/>
              <a:latin typeface="Calibri" panose="020F0502020204030204" pitchFamily="34" charset="0"/>
              <a:cs typeface="Calibri" panose="020F0502020204030204" pitchFamily="34" charset="0"/>
            </a:endParaRPr>
          </a:p>
        </p:txBody>
      </p:sp>
      <p:sp>
        <p:nvSpPr>
          <p:cNvPr id="1053" name="Pentagon 1052">
            <a:extLst>
              <a:ext uri="{FF2B5EF4-FFF2-40B4-BE49-F238E27FC236}">
                <a16:creationId xmlns:a16="http://schemas.microsoft.com/office/drawing/2014/main" id="{B91B7AB7-61AD-22A0-281A-AA6D2B758847}"/>
              </a:ext>
            </a:extLst>
          </p:cNvPr>
          <p:cNvSpPr/>
          <p:nvPr/>
        </p:nvSpPr>
        <p:spPr>
          <a:xfrm>
            <a:off x="3471154" y="5808683"/>
            <a:ext cx="2624842" cy="258954"/>
          </a:xfrm>
          <a:prstGeom prst="homePlat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75% own + 25% outsourced by ‘24</a:t>
            </a:r>
          </a:p>
        </p:txBody>
      </p:sp>
      <p:sp>
        <p:nvSpPr>
          <p:cNvPr id="1054" name="Chevron 1053">
            <a:extLst>
              <a:ext uri="{FF2B5EF4-FFF2-40B4-BE49-F238E27FC236}">
                <a16:creationId xmlns:a16="http://schemas.microsoft.com/office/drawing/2014/main" id="{9A251A4E-C42D-A66D-7FA3-AA31E8D2BDB5}"/>
              </a:ext>
            </a:extLst>
          </p:cNvPr>
          <p:cNvSpPr/>
          <p:nvPr/>
        </p:nvSpPr>
        <p:spPr>
          <a:xfrm>
            <a:off x="6001621" y="5809967"/>
            <a:ext cx="2797721" cy="264850"/>
          </a:xfrm>
          <a:prstGeom prst="chevron">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50% own + 50% (OS +P2P) by ‘27</a:t>
            </a:r>
          </a:p>
        </p:txBody>
      </p:sp>
      <p:sp>
        <p:nvSpPr>
          <p:cNvPr id="1055" name="Chevron 1054">
            <a:extLst>
              <a:ext uri="{FF2B5EF4-FFF2-40B4-BE49-F238E27FC236}">
                <a16:creationId xmlns:a16="http://schemas.microsoft.com/office/drawing/2014/main" id="{58B288A3-FFE7-51DE-FB0E-BF9D3D6CF549}"/>
              </a:ext>
            </a:extLst>
          </p:cNvPr>
          <p:cNvSpPr/>
          <p:nvPr/>
        </p:nvSpPr>
        <p:spPr>
          <a:xfrm>
            <a:off x="8697177" y="5808682"/>
            <a:ext cx="2797722" cy="264850"/>
          </a:xfrm>
          <a:prstGeom prst="chevron">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30% own + 70% (OS +P2P) by ‘30</a:t>
            </a:r>
          </a:p>
        </p:txBody>
      </p:sp>
      <p:pic>
        <p:nvPicPr>
          <p:cNvPr id="1056" name="Picture 24" descr="Home - Good Earth Cotton®">
            <a:extLst>
              <a:ext uri="{FF2B5EF4-FFF2-40B4-BE49-F238E27FC236}">
                <a16:creationId xmlns:a16="http://schemas.microsoft.com/office/drawing/2014/main" id="{825B3CC0-731E-A052-8C41-D7C8C045B625}"/>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6038" t="6038" r="6886" b="6886"/>
          <a:stretch/>
        </p:blipFill>
        <p:spPr bwMode="auto">
          <a:xfrm>
            <a:off x="11528565" y="5706161"/>
            <a:ext cx="469313" cy="469313"/>
          </a:xfrm>
          <a:prstGeom prst="ellipse">
            <a:avLst/>
          </a:prstGeom>
          <a:noFill/>
          <a:extLst>
            <a:ext uri="{909E8E84-426E-40DD-AFC4-6F175D3DCCD1}">
              <a14:hiddenFill xmlns:a14="http://schemas.microsoft.com/office/drawing/2010/main">
                <a:solidFill>
                  <a:srgbClr val="FFFFFF"/>
                </a:solidFill>
              </a14:hiddenFill>
            </a:ext>
          </a:extLst>
        </p:spPr>
      </p:pic>
      <p:sp>
        <p:nvSpPr>
          <p:cNvPr id="1064" name="Oval 1063">
            <a:extLst>
              <a:ext uri="{FF2B5EF4-FFF2-40B4-BE49-F238E27FC236}">
                <a16:creationId xmlns:a16="http://schemas.microsoft.com/office/drawing/2014/main" id="{27DB6904-6BBB-941A-479D-D51FC981CA0C}"/>
              </a:ext>
            </a:extLst>
          </p:cNvPr>
          <p:cNvSpPr/>
          <p:nvPr/>
        </p:nvSpPr>
        <p:spPr>
          <a:xfrm>
            <a:off x="3605282" y="1688525"/>
            <a:ext cx="319901" cy="319901"/>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a:solidFill>
                  <a:schemeClr val="bg1"/>
                </a:solidFill>
                <a:latin typeface="Arial" panose="020B0604020202020204" pitchFamily="34" charset="0"/>
                <a:cs typeface="Arial" panose="020B0604020202020204" pitchFamily="34" charset="0"/>
              </a:rPr>
              <a:t>A</a:t>
            </a:r>
            <a:endParaRPr lang="en-US" b="1">
              <a:solidFill>
                <a:schemeClr val="bg1"/>
              </a:solidFill>
              <a:latin typeface="Arial" panose="020B0604020202020204" pitchFamily="34" charset="0"/>
              <a:cs typeface="Arial" panose="020B0604020202020204" pitchFamily="34" charset="0"/>
            </a:endParaRPr>
          </a:p>
        </p:txBody>
      </p:sp>
      <p:sp>
        <p:nvSpPr>
          <p:cNvPr id="1065" name="Oval 1064">
            <a:extLst>
              <a:ext uri="{FF2B5EF4-FFF2-40B4-BE49-F238E27FC236}">
                <a16:creationId xmlns:a16="http://schemas.microsoft.com/office/drawing/2014/main" id="{44A2016C-079A-5D0E-49B8-29778A1FF5F6}"/>
              </a:ext>
            </a:extLst>
          </p:cNvPr>
          <p:cNvSpPr/>
          <p:nvPr/>
        </p:nvSpPr>
        <p:spPr>
          <a:xfrm>
            <a:off x="6594812" y="1686212"/>
            <a:ext cx="319901" cy="319901"/>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a:solidFill>
                  <a:schemeClr val="bg1"/>
                </a:solidFill>
                <a:latin typeface="Arial" panose="020B0604020202020204" pitchFamily="34" charset="0"/>
                <a:cs typeface="Arial" panose="020B0604020202020204" pitchFamily="34" charset="0"/>
              </a:rPr>
              <a:t>B</a:t>
            </a:r>
            <a:endParaRPr lang="en-US" b="1">
              <a:solidFill>
                <a:schemeClr val="bg1"/>
              </a:solidFill>
              <a:latin typeface="Arial" panose="020B0604020202020204" pitchFamily="34" charset="0"/>
              <a:cs typeface="Arial" panose="020B0604020202020204" pitchFamily="34" charset="0"/>
            </a:endParaRPr>
          </a:p>
        </p:txBody>
      </p:sp>
      <p:sp>
        <p:nvSpPr>
          <p:cNvPr id="1066" name="Oval 1065">
            <a:extLst>
              <a:ext uri="{FF2B5EF4-FFF2-40B4-BE49-F238E27FC236}">
                <a16:creationId xmlns:a16="http://schemas.microsoft.com/office/drawing/2014/main" id="{44ED1EFA-25C1-32A7-FB07-931805FB8C25}"/>
              </a:ext>
            </a:extLst>
          </p:cNvPr>
          <p:cNvSpPr/>
          <p:nvPr/>
        </p:nvSpPr>
        <p:spPr>
          <a:xfrm>
            <a:off x="9563306" y="1686212"/>
            <a:ext cx="319901" cy="319901"/>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a:solidFill>
                  <a:schemeClr val="bg1"/>
                </a:solidFill>
                <a:latin typeface="Arial" panose="020B0604020202020204" pitchFamily="34" charset="0"/>
                <a:cs typeface="Arial" panose="020B0604020202020204" pitchFamily="34" charset="0"/>
              </a:rPr>
              <a:t>C</a:t>
            </a:r>
            <a:endParaRPr lang="en-US" b="1">
              <a:solidFill>
                <a:schemeClr val="bg1"/>
              </a:solidFill>
              <a:latin typeface="Arial" panose="020B0604020202020204" pitchFamily="34" charset="0"/>
              <a:cs typeface="Arial" panose="020B0604020202020204" pitchFamily="34" charset="0"/>
            </a:endParaRPr>
          </a:p>
        </p:txBody>
      </p:sp>
      <p:sp>
        <p:nvSpPr>
          <p:cNvPr id="1084" name="Rectangle 1083">
            <a:extLst>
              <a:ext uri="{FF2B5EF4-FFF2-40B4-BE49-F238E27FC236}">
                <a16:creationId xmlns:a16="http://schemas.microsoft.com/office/drawing/2014/main" id="{9AD1A0C0-5BE1-0992-976A-0FD4CD20DDFC}"/>
              </a:ext>
            </a:extLst>
          </p:cNvPr>
          <p:cNvSpPr/>
          <p:nvPr/>
        </p:nvSpPr>
        <p:spPr>
          <a:xfrm>
            <a:off x="5084375" y="593540"/>
            <a:ext cx="2641321" cy="454641"/>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9690" marR="5080" indent="-47625">
              <a:spcBef>
                <a:spcPts val="95"/>
              </a:spcBef>
              <a:spcAft>
                <a:spcPts val="300"/>
              </a:spcAft>
            </a:pPr>
            <a:r>
              <a:rPr lang="en-IN" sz="1200" b="1">
                <a:solidFill>
                  <a:schemeClr val="tx1"/>
                </a:solidFill>
                <a:latin typeface="Calibri" panose="020F0502020204030204" pitchFamily="34" charset="0"/>
                <a:cs typeface="Calibri" panose="020F0502020204030204" pitchFamily="34" charset="0"/>
              </a:rPr>
              <a:t>Route Input: </a:t>
            </a:r>
            <a:r>
              <a:rPr lang="en-IN" sz="1200">
                <a:solidFill>
                  <a:schemeClr val="tx1"/>
                </a:solidFill>
                <a:latin typeface="Calibri" panose="020F0502020204030204" pitchFamily="34" charset="0"/>
                <a:cs typeface="Calibri" panose="020F0502020204030204" pitchFamily="34" charset="0"/>
              </a:rPr>
              <a:t>Fleet, Distribution Nodes, Historical Data, Potential Routes</a:t>
            </a:r>
          </a:p>
        </p:txBody>
      </p:sp>
      <p:sp>
        <p:nvSpPr>
          <p:cNvPr id="65" name="Rectangle 64">
            <a:extLst>
              <a:ext uri="{FF2B5EF4-FFF2-40B4-BE49-F238E27FC236}">
                <a16:creationId xmlns:a16="http://schemas.microsoft.com/office/drawing/2014/main" id="{507C4F8C-C2DC-7239-CD2B-8107C3260978}"/>
              </a:ext>
            </a:extLst>
          </p:cNvPr>
          <p:cNvSpPr/>
          <p:nvPr/>
        </p:nvSpPr>
        <p:spPr>
          <a:xfrm>
            <a:off x="7816715" y="632433"/>
            <a:ext cx="4232705" cy="468743"/>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9690" marR="5080" indent="-47625" algn="ctr">
              <a:lnSpc>
                <a:spcPct val="100000"/>
              </a:lnSpc>
              <a:spcBef>
                <a:spcPts val="95"/>
              </a:spcBef>
              <a:spcAft>
                <a:spcPts val="300"/>
              </a:spcAft>
            </a:pPr>
            <a:r>
              <a:rPr lang="en-IN" sz="1200" b="1">
                <a:solidFill>
                  <a:schemeClr val="tx1"/>
                </a:solidFill>
                <a:latin typeface="Calibri" panose="020F0502020204030204" pitchFamily="34" charset="0"/>
                <a:cs typeface="Calibri" panose="020F0502020204030204" pitchFamily="34" charset="0"/>
              </a:rPr>
              <a:t>Green Input:</a:t>
            </a:r>
            <a:r>
              <a:rPr lang="en-IN" sz="1200">
                <a:solidFill>
                  <a:schemeClr val="tx1"/>
                </a:solidFill>
                <a:latin typeface="Calibri" panose="020F0502020204030204" pitchFamily="34" charset="0"/>
                <a:cs typeface="Calibri" panose="020F0502020204030204" pitchFamily="34" charset="0"/>
              </a:rPr>
              <a:t> Weather &amp; Traffic Patterns, Customer Requests, Geographic Obstacles, Customer Requests, Accidental Damage</a:t>
            </a:r>
          </a:p>
        </p:txBody>
      </p:sp>
      <p:grpSp>
        <p:nvGrpSpPr>
          <p:cNvPr id="94" name="Group 93">
            <a:extLst>
              <a:ext uri="{FF2B5EF4-FFF2-40B4-BE49-F238E27FC236}">
                <a16:creationId xmlns:a16="http://schemas.microsoft.com/office/drawing/2014/main" id="{5C943357-D657-01FA-8B70-CDFB8F4CC61E}"/>
              </a:ext>
            </a:extLst>
          </p:cNvPr>
          <p:cNvGrpSpPr/>
          <p:nvPr/>
        </p:nvGrpSpPr>
        <p:grpSpPr>
          <a:xfrm>
            <a:off x="2150725" y="4302242"/>
            <a:ext cx="786883" cy="400110"/>
            <a:chOff x="964261" y="3034678"/>
            <a:chExt cx="786883" cy="400110"/>
          </a:xfrm>
        </p:grpSpPr>
        <p:sp>
          <p:nvSpPr>
            <p:cNvPr id="17" name="TextBox 16">
              <a:extLst>
                <a:ext uri="{FF2B5EF4-FFF2-40B4-BE49-F238E27FC236}">
                  <a16:creationId xmlns:a16="http://schemas.microsoft.com/office/drawing/2014/main" id="{55050067-C8A2-D38F-AEF5-74F2B20ABE70}"/>
                </a:ext>
              </a:extLst>
            </p:cNvPr>
            <p:cNvSpPr txBox="1"/>
            <p:nvPr/>
          </p:nvSpPr>
          <p:spPr>
            <a:xfrm>
              <a:off x="964261" y="3034678"/>
              <a:ext cx="786883" cy="400110"/>
            </a:xfrm>
            <a:prstGeom prst="rect">
              <a:avLst/>
            </a:prstGeom>
            <a:solidFill>
              <a:schemeClr val="bg1"/>
            </a:solidFill>
          </p:spPr>
          <p:txBody>
            <a:bodyPr wrap="square" rtlCol="0">
              <a:spAutoFit/>
            </a:bodyPr>
            <a:lstStyle/>
            <a:p>
              <a:r>
                <a:rPr lang="en-US" sz="1000"/>
                <a:t>Tier 1 cities</a:t>
              </a:r>
            </a:p>
            <a:p>
              <a:r>
                <a:rPr lang="en-US" sz="1000"/>
                <a:t>Tier 2 cities</a:t>
              </a:r>
            </a:p>
          </p:txBody>
        </p:sp>
        <p:sp>
          <p:nvSpPr>
            <p:cNvPr id="18" name="Oval 17">
              <a:extLst>
                <a:ext uri="{FF2B5EF4-FFF2-40B4-BE49-F238E27FC236}">
                  <a16:creationId xmlns:a16="http://schemas.microsoft.com/office/drawing/2014/main" id="{C7FCAEF5-FAD5-7F89-BB7B-05F36A2470C7}"/>
                </a:ext>
              </a:extLst>
            </p:cNvPr>
            <p:cNvSpPr/>
            <p:nvPr/>
          </p:nvSpPr>
          <p:spPr>
            <a:xfrm>
              <a:off x="982939" y="3111341"/>
              <a:ext cx="64801" cy="45719"/>
            </a:xfrm>
            <a:prstGeom prst="ellipse">
              <a:avLst/>
            </a:prstGeom>
            <a:solidFill>
              <a:srgbClr val="FFFF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9" name="Oval 18">
              <a:extLst>
                <a:ext uri="{FF2B5EF4-FFF2-40B4-BE49-F238E27FC236}">
                  <a16:creationId xmlns:a16="http://schemas.microsoft.com/office/drawing/2014/main" id="{3E77B0F7-6E4A-6755-7C3E-5ECC6EA8A591}"/>
                </a:ext>
              </a:extLst>
            </p:cNvPr>
            <p:cNvSpPr/>
            <p:nvPr/>
          </p:nvSpPr>
          <p:spPr>
            <a:xfrm>
              <a:off x="982018" y="3274002"/>
              <a:ext cx="64801" cy="45719"/>
            </a:xfrm>
            <a:prstGeom prst="ellipse">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98" name="Rectangle 97">
            <a:extLst>
              <a:ext uri="{FF2B5EF4-FFF2-40B4-BE49-F238E27FC236}">
                <a16:creationId xmlns:a16="http://schemas.microsoft.com/office/drawing/2014/main" id="{17265F68-8473-4287-D42D-03619137B8E3}"/>
              </a:ext>
            </a:extLst>
          </p:cNvPr>
          <p:cNvSpPr/>
          <p:nvPr/>
        </p:nvSpPr>
        <p:spPr>
          <a:xfrm>
            <a:off x="235494" y="624001"/>
            <a:ext cx="1467783" cy="4646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Eco-conscious Route Optimization</a:t>
            </a:r>
          </a:p>
        </p:txBody>
      </p:sp>
      <p:cxnSp>
        <p:nvCxnSpPr>
          <p:cNvPr id="99" name="Straight Connector 98">
            <a:extLst>
              <a:ext uri="{FF2B5EF4-FFF2-40B4-BE49-F238E27FC236}">
                <a16:creationId xmlns:a16="http://schemas.microsoft.com/office/drawing/2014/main" id="{CAC541F4-F3A2-7F62-C569-D254E61A5AFA}"/>
              </a:ext>
            </a:extLst>
          </p:cNvPr>
          <p:cNvCxnSpPr>
            <a:cxnSpLocks/>
          </p:cNvCxnSpPr>
          <p:nvPr/>
        </p:nvCxnSpPr>
        <p:spPr>
          <a:xfrm>
            <a:off x="3430604" y="1218013"/>
            <a:ext cx="8574616" cy="0"/>
          </a:xfrm>
          <a:prstGeom prst="line">
            <a:avLst/>
          </a:prstGeom>
          <a:ln w="19050">
            <a:prstDash val="dash"/>
          </a:ln>
        </p:spPr>
        <p:style>
          <a:lnRef idx="1">
            <a:schemeClr val="accent1"/>
          </a:lnRef>
          <a:fillRef idx="0">
            <a:schemeClr val="accent1"/>
          </a:fillRef>
          <a:effectRef idx="0">
            <a:schemeClr val="accent1"/>
          </a:effectRef>
          <a:fontRef idx="minor">
            <a:schemeClr val="tx1"/>
          </a:fontRef>
        </p:style>
      </p:cxnSp>
      <p:sp>
        <p:nvSpPr>
          <p:cNvPr id="102" name="Rectangle 101">
            <a:extLst>
              <a:ext uri="{FF2B5EF4-FFF2-40B4-BE49-F238E27FC236}">
                <a16:creationId xmlns:a16="http://schemas.microsoft.com/office/drawing/2014/main" id="{14E5E6D9-272A-2029-6E80-E8EF58C33EF4}"/>
              </a:ext>
            </a:extLst>
          </p:cNvPr>
          <p:cNvSpPr/>
          <p:nvPr/>
        </p:nvSpPr>
        <p:spPr>
          <a:xfrm>
            <a:off x="261542" y="1166642"/>
            <a:ext cx="3043392" cy="2685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Optimization Capabilities</a:t>
            </a:r>
          </a:p>
        </p:txBody>
      </p:sp>
      <p:sp>
        <p:nvSpPr>
          <p:cNvPr id="105" name="Left Brace 104">
            <a:extLst>
              <a:ext uri="{FF2B5EF4-FFF2-40B4-BE49-F238E27FC236}">
                <a16:creationId xmlns:a16="http://schemas.microsoft.com/office/drawing/2014/main" id="{A185BB6A-E3AA-B883-5E2F-CE079064864D}"/>
              </a:ext>
            </a:extLst>
          </p:cNvPr>
          <p:cNvSpPr/>
          <p:nvPr/>
        </p:nvSpPr>
        <p:spPr>
          <a:xfrm>
            <a:off x="93807" y="568413"/>
            <a:ext cx="167736" cy="921128"/>
          </a:xfrm>
          <a:prstGeom prst="leftBrace">
            <a:avLst/>
          </a:prstGeom>
          <a:ln w="1905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07" name="Rectangle 106">
            <a:extLst>
              <a:ext uri="{FF2B5EF4-FFF2-40B4-BE49-F238E27FC236}">
                <a16:creationId xmlns:a16="http://schemas.microsoft.com/office/drawing/2014/main" id="{EE99C3DE-CDD3-3E97-27AC-B60057F191C6}"/>
              </a:ext>
            </a:extLst>
          </p:cNvPr>
          <p:cNvSpPr/>
          <p:nvPr/>
        </p:nvSpPr>
        <p:spPr>
          <a:xfrm>
            <a:off x="233887" y="1513239"/>
            <a:ext cx="3033734" cy="35418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IN" sz="1200" b="1" i="0">
                <a:solidFill>
                  <a:schemeClr val="tx1"/>
                </a:solidFill>
                <a:effectLst/>
                <a:latin typeface="Calibri" panose="020F0502020204030204" pitchFamily="34" charset="0"/>
                <a:cs typeface="Calibri" panose="020F0502020204030204" pitchFamily="34" charset="0"/>
              </a:rPr>
              <a:t>Route Planning </a:t>
            </a:r>
            <a:r>
              <a:rPr lang="en-IN" sz="1200" b="0" i="0">
                <a:solidFill>
                  <a:schemeClr val="tx1"/>
                </a:solidFill>
                <a:effectLst/>
                <a:latin typeface="Calibri" panose="020F0502020204030204" pitchFamily="34" charset="0"/>
                <a:cs typeface="Calibri" panose="020F0502020204030204" pitchFamily="34" charset="0"/>
              </a:rPr>
              <a:t>to sequence driver routes based on real-world operational constraints </a:t>
            </a:r>
          </a:p>
        </p:txBody>
      </p:sp>
      <p:sp>
        <p:nvSpPr>
          <p:cNvPr id="108" name="Rectangle 107">
            <a:extLst>
              <a:ext uri="{FF2B5EF4-FFF2-40B4-BE49-F238E27FC236}">
                <a16:creationId xmlns:a16="http://schemas.microsoft.com/office/drawing/2014/main" id="{18C6F2D0-BBCD-1472-36FE-77C579D39050}"/>
              </a:ext>
            </a:extLst>
          </p:cNvPr>
          <p:cNvSpPr/>
          <p:nvPr/>
        </p:nvSpPr>
        <p:spPr>
          <a:xfrm>
            <a:off x="228963" y="1964959"/>
            <a:ext cx="3033734" cy="36178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IN" sz="1200" b="1" i="0">
                <a:solidFill>
                  <a:schemeClr val="tx1"/>
                </a:solidFill>
                <a:effectLst/>
                <a:latin typeface="Calibri" panose="020F0502020204030204" pitchFamily="34" charset="0"/>
                <a:cs typeface="Calibri" panose="020F0502020204030204" pitchFamily="34" charset="0"/>
              </a:rPr>
              <a:t>Freight Allocation</a:t>
            </a:r>
            <a:r>
              <a:rPr lang="en-IN" sz="1200" i="0">
                <a:solidFill>
                  <a:schemeClr val="tx1"/>
                </a:solidFill>
                <a:effectLst/>
                <a:latin typeface="Calibri" panose="020F0502020204030204" pitchFamily="34" charset="0"/>
                <a:cs typeface="Calibri" panose="020F0502020204030204" pitchFamily="34" charset="0"/>
              </a:rPr>
              <a:t> to</a:t>
            </a:r>
            <a:r>
              <a:rPr lang="en-IN" sz="1200" b="1" i="0">
                <a:solidFill>
                  <a:schemeClr val="tx1"/>
                </a:solidFill>
                <a:effectLst/>
                <a:latin typeface="Calibri" panose="020F0502020204030204" pitchFamily="34" charset="0"/>
                <a:cs typeface="Calibri" panose="020F0502020204030204" pitchFamily="34" charset="0"/>
              </a:rPr>
              <a:t> </a:t>
            </a:r>
            <a:r>
              <a:rPr lang="en-IN" sz="1200">
                <a:solidFill>
                  <a:schemeClr val="tx1"/>
                </a:solidFill>
                <a:latin typeface="Calibri" panose="020F0502020204030204" pitchFamily="34" charset="0"/>
                <a:cs typeface="Calibri" panose="020F0502020204030204" pitchFamily="34" charset="0"/>
              </a:rPr>
              <a:t>match</a:t>
            </a:r>
            <a:r>
              <a:rPr lang="en-IN" sz="1200" spc="-35">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live</a:t>
            </a:r>
            <a:r>
              <a:rPr lang="en-IN" sz="1200" spc="5">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volume</a:t>
            </a:r>
            <a:r>
              <a:rPr lang="en-IN" sz="1200">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info</a:t>
            </a:r>
            <a:r>
              <a:rPr lang="en-IN" sz="1200" spc="-45">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with</a:t>
            </a:r>
            <a:r>
              <a:rPr lang="en-IN" sz="1200" spc="-10">
                <a:solidFill>
                  <a:schemeClr val="tx1"/>
                </a:solidFill>
                <a:latin typeface="Calibri" panose="020F0502020204030204" pitchFamily="34" charset="0"/>
                <a:cs typeface="Calibri" panose="020F0502020204030204" pitchFamily="34" charset="0"/>
              </a:rPr>
              <a:t> </a:t>
            </a:r>
            <a:r>
              <a:rPr lang="en-IN" sz="1200">
                <a:solidFill>
                  <a:schemeClr val="tx1"/>
                </a:solidFill>
                <a:latin typeface="Calibri" panose="020F0502020204030204" pitchFamily="34" charset="0"/>
                <a:cs typeface="Calibri" panose="020F0502020204030204" pitchFamily="34" charset="0"/>
              </a:rPr>
              <a:t>fleet</a:t>
            </a:r>
            <a:r>
              <a:rPr lang="en-IN" sz="1200" spc="-20">
                <a:solidFill>
                  <a:schemeClr val="tx1"/>
                </a:solidFill>
                <a:latin typeface="Calibri" panose="020F0502020204030204" pitchFamily="34" charset="0"/>
                <a:cs typeface="Calibri" panose="020F0502020204030204" pitchFamily="34" charset="0"/>
              </a:rPr>
              <a:t> </a:t>
            </a:r>
            <a:r>
              <a:rPr lang="en-IN" sz="1200">
                <a:solidFill>
                  <a:schemeClr val="tx1"/>
                </a:solidFill>
                <a:latin typeface="Calibri" panose="020F0502020204030204" pitchFamily="34" charset="0"/>
                <a:cs typeface="Calibri" panose="020F0502020204030204" pitchFamily="34" charset="0"/>
              </a:rPr>
              <a:t>capacity </a:t>
            </a:r>
            <a:r>
              <a:rPr lang="en-IN" sz="1200" spc="-370">
                <a:solidFill>
                  <a:schemeClr val="tx1"/>
                </a:solidFill>
                <a:latin typeface="Calibri" panose="020F0502020204030204" pitchFamily="34" charset="0"/>
                <a:cs typeface="Calibri" panose="020F0502020204030204" pitchFamily="34" charset="0"/>
              </a:rPr>
              <a:t> </a:t>
            </a:r>
            <a:r>
              <a:rPr lang="en-IN" sz="1200">
                <a:solidFill>
                  <a:schemeClr val="tx1"/>
                </a:solidFill>
                <a:latin typeface="Calibri" panose="020F0502020204030204" pitchFamily="34" charset="0"/>
                <a:cs typeface="Calibri" panose="020F0502020204030204" pitchFamily="34" charset="0"/>
              </a:rPr>
              <a:t>and</a:t>
            </a:r>
            <a:r>
              <a:rPr lang="en-IN" sz="1200" spc="-25">
                <a:solidFill>
                  <a:schemeClr val="tx1"/>
                </a:solidFill>
                <a:latin typeface="Calibri" panose="020F0502020204030204" pitchFamily="34" charset="0"/>
                <a:cs typeface="Calibri" panose="020F0502020204030204" pitchFamily="34" charset="0"/>
              </a:rPr>
              <a:t> </a:t>
            </a:r>
            <a:r>
              <a:rPr lang="en-IN" sz="1200" spc="-5">
                <a:solidFill>
                  <a:schemeClr val="tx1"/>
                </a:solidFill>
                <a:latin typeface="Calibri" panose="020F0502020204030204" pitchFamily="34" charset="0"/>
                <a:cs typeface="Calibri" panose="020F0502020204030204" pitchFamily="34" charset="0"/>
              </a:rPr>
              <a:t>constraints</a:t>
            </a:r>
            <a:endParaRPr lang="en-IN" sz="1200">
              <a:solidFill>
                <a:schemeClr val="tx1"/>
              </a:solidFill>
              <a:latin typeface="Calibri" panose="020F0502020204030204" pitchFamily="34" charset="0"/>
              <a:cs typeface="Calibri" panose="020F0502020204030204" pitchFamily="34" charset="0"/>
            </a:endParaRPr>
          </a:p>
        </p:txBody>
      </p:sp>
      <p:sp>
        <p:nvSpPr>
          <p:cNvPr id="109" name="Rectangle 108">
            <a:extLst>
              <a:ext uri="{FF2B5EF4-FFF2-40B4-BE49-F238E27FC236}">
                <a16:creationId xmlns:a16="http://schemas.microsoft.com/office/drawing/2014/main" id="{80304F78-1100-E8F6-AB0A-E94B10EE51FE}"/>
              </a:ext>
            </a:extLst>
          </p:cNvPr>
          <p:cNvSpPr/>
          <p:nvPr/>
        </p:nvSpPr>
        <p:spPr>
          <a:xfrm>
            <a:off x="224039" y="2424282"/>
            <a:ext cx="3033734" cy="353307"/>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IN" sz="1200" b="1" i="0">
                <a:solidFill>
                  <a:schemeClr val="tx1"/>
                </a:solidFill>
                <a:effectLst/>
                <a:latin typeface="Calibri" panose="020F0502020204030204" pitchFamily="34" charset="0"/>
                <a:cs typeface="Calibri" panose="020F0502020204030204" pitchFamily="34" charset="0"/>
              </a:rPr>
              <a:t>Fleet </a:t>
            </a:r>
            <a:r>
              <a:rPr lang="en-IN" sz="1200" b="1">
                <a:solidFill>
                  <a:schemeClr val="tx1"/>
                </a:solidFill>
                <a:latin typeface="Calibri" panose="020F0502020204030204" pitchFamily="34" charset="0"/>
                <a:cs typeface="Calibri" panose="020F0502020204030204" pitchFamily="34" charset="0"/>
              </a:rPr>
              <a:t>Management </a:t>
            </a:r>
            <a:r>
              <a:rPr lang="en-IN" sz="1200" i="0">
                <a:solidFill>
                  <a:schemeClr val="tx1"/>
                </a:solidFill>
                <a:effectLst/>
                <a:latin typeface="Calibri" panose="020F0502020204030204" pitchFamily="34" charset="0"/>
                <a:cs typeface="Calibri" panose="020F0502020204030204" pitchFamily="34" charset="0"/>
              </a:rPr>
              <a:t>for real-time fleet tracking &amp; driver performance tracking</a:t>
            </a:r>
            <a:endParaRPr lang="en-IN" sz="1200">
              <a:solidFill>
                <a:schemeClr val="tx1"/>
              </a:solidFill>
              <a:latin typeface="Calibri" panose="020F0502020204030204" pitchFamily="34" charset="0"/>
              <a:cs typeface="Calibri" panose="020F0502020204030204" pitchFamily="34" charset="0"/>
            </a:endParaRPr>
          </a:p>
        </p:txBody>
      </p:sp>
      <p:sp>
        <p:nvSpPr>
          <p:cNvPr id="110" name="Rectangle 109">
            <a:extLst>
              <a:ext uri="{FF2B5EF4-FFF2-40B4-BE49-F238E27FC236}">
                <a16:creationId xmlns:a16="http://schemas.microsoft.com/office/drawing/2014/main" id="{217F0D14-E16F-F054-277F-79F11DB97EEC}"/>
              </a:ext>
            </a:extLst>
          </p:cNvPr>
          <p:cNvSpPr/>
          <p:nvPr/>
        </p:nvSpPr>
        <p:spPr>
          <a:xfrm>
            <a:off x="224039" y="2872689"/>
            <a:ext cx="3033734" cy="353307"/>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IN" sz="1200" b="1" i="0">
                <a:solidFill>
                  <a:schemeClr val="tx1"/>
                </a:solidFill>
                <a:effectLst/>
                <a:latin typeface="Calibri" panose="020F0502020204030204" pitchFamily="34" charset="0"/>
                <a:cs typeface="Calibri" panose="020F0502020204030204" pitchFamily="34" charset="0"/>
              </a:rPr>
              <a:t>Field Force Optimization </a:t>
            </a:r>
            <a:r>
              <a:rPr lang="en-IN" sz="1200" i="0">
                <a:solidFill>
                  <a:schemeClr val="tx1"/>
                </a:solidFill>
                <a:effectLst/>
                <a:latin typeface="Calibri" panose="020F0502020204030204" pitchFamily="34" charset="0"/>
                <a:cs typeface="Calibri" panose="020F0502020204030204" pitchFamily="34" charset="0"/>
              </a:rPr>
              <a:t>for optimized sales force – customer allocation </a:t>
            </a:r>
            <a:endParaRPr lang="en-IN" sz="1200">
              <a:solidFill>
                <a:schemeClr val="tx1"/>
              </a:solidFill>
              <a:latin typeface="Calibri" panose="020F0502020204030204" pitchFamily="34" charset="0"/>
              <a:cs typeface="Calibri" panose="020F0502020204030204" pitchFamily="34" charset="0"/>
            </a:endParaRPr>
          </a:p>
        </p:txBody>
      </p:sp>
      <p:sp>
        <p:nvSpPr>
          <p:cNvPr id="111" name="Rectangle 110">
            <a:extLst>
              <a:ext uri="{FF2B5EF4-FFF2-40B4-BE49-F238E27FC236}">
                <a16:creationId xmlns:a16="http://schemas.microsoft.com/office/drawing/2014/main" id="{9A184ED4-2960-3C50-1372-6243B0CFF80B}"/>
              </a:ext>
            </a:extLst>
          </p:cNvPr>
          <p:cNvSpPr/>
          <p:nvPr/>
        </p:nvSpPr>
        <p:spPr>
          <a:xfrm>
            <a:off x="218152" y="3321028"/>
            <a:ext cx="3033734" cy="353307"/>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IN" sz="1200" b="1" i="0">
                <a:solidFill>
                  <a:schemeClr val="tx1"/>
                </a:solidFill>
                <a:effectLst/>
                <a:latin typeface="Calibri" panose="020F0502020204030204" pitchFamily="34" charset="0"/>
                <a:cs typeface="Calibri" panose="020F0502020204030204" pitchFamily="34" charset="0"/>
              </a:rPr>
              <a:t>3D Packing Optimization </a:t>
            </a:r>
            <a:r>
              <a:rPr lang="en-IN" sz="1200" i="0">
                <a:solidFill>
                  <a:schemeClr val="tx1"/>
                </a:solidFill>
                <a:effectLst/>
                <a:latin typeface="Calibri" panose="020F0502020204030204" pitchFamily="34" charset="0"/>
                <a:cs typeface="Calibri" panose="020F0502020204030204" pitchFamily="34" charset="0"/>
              </a:rPr>
              <a:t>with optimised 3D packing algorithm</a:t>
            </a:r>
            <a:endParaRPr lang="en-IN" sz="1200">
              <a:solidFill>
                <a:schemeClr val="tx1"/>
              </a:solidFill>
              <a:latin typeface="Calibri" panose="020F0502020204030204" pitchFamily="34" charset="0"/>
              <a:cs typeface="Calibri" panose="020F0502020204030204" pitchFamily="34" charset="0"/>
            </a:endParaRPr>
          </a:p>
        </p:txBody>
      </p:sp>
      <p:sp>
        <p:nvSpPr>
          <p:cNvPr id="21" name="TextBox 20">
            <a:extLst>
              <a:ext uri="{FF2B5EF4-FFF2-40B4-BE49-F238E27FC236}">
                <a16:creationId xmlns:a16="http://schemas.microsoft.com/office/drawing/2014/main" id="{FB963501-5F15-0B9C-C746-416F8A3C78D1}"/>
              </a:ext>
            </a:extLst>
          </p:cNvPr>
          <p:cNvSpPr txBox="1"/>
          <p:nvPr/>
        </p:nvSpPr>
        <p:spPr>
          <a:xfrm>
            <a:off x="2004623" y="4096318"/>
            <a:ext cx="1077243" cy="276999"/>
          </a:xfrm>
          <a:prstGeom prst="rect">
            <a:avLst/>
          </a:prstGeom>
          <a:noFill/>
        </p:spPr>
        <p:txBody>
          <a:bodyPr wrap="square" rtlCol="0">
            <a:spAutoFit/>
          </a:bodyPr>
          <a:lstStyle/>
          <a:p>
            <a:r>
              <a:rPr lang="en-IN" sz="1200"/>
              <a:t>Legends</a:t>
            </a:r>
          </a:p>
        </p:txBody>
      </p:sp>
      <p:sp>
        <p:nvSpPr>
          <p:cNvPr id="24" name="Chevron 11">
            <a:extLst>
              <a:ext uri="{FF2B5EF4-FFF2-40B4-BE49-F238E27FC236}">
                <a16:creationId xmlns:a16="http://schemas.microsoft.com/office/drawing/2014/main" id="{29205ACD-FF73-36AD-96A0-88D0744222AF}"/>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26" name="Chevron 12">
            <a:extLst>
              <a:ext uri="{FF2B5EF4-FFF2-40B4-BE49-F238E27FC236}">
                <a16:creationId xmlns:a16="http://schemas.microsoft.com/office/drawing/2014/main" id="{D42799C8-F1A8-118E-8037-712E56C95AB4}"/>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7" name="Chevron 13">
            <a:extLst>
              <a:ext uri="{FF2B5EF4-FFF2-40B4-BE49-F238E27FC236}">
                <a16:creationId xmlns:a16="http://schemas.microsoft.com/office/drawing/2014/main" id="{895C96A6-013D-7308-2303-2F020A1EC7F2}"/>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29" name="Chevron 14">
            <a:extLst>
              <a:ext uri="{FF2B5EF4-FFF2-40B4-BE49-F238E27FC236}">
                <a16:creationId xmlns:a16="http://schemas.microsoft.com/office/drawing/2014/main" id="{A767183C-988A-83D1-B13B-965F9A9F9747}"/>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35" name="Chevron 15">
            <a:extLst>
              <a:ext uri="{FF2B5EF4-FFF2-40B4-BE49-F238E27FC236}">
                <a16:creationId xmlns:a16="http://schemas.microsoft.com/office/drawing/2014/main" id="{22E81078-3F32-2121-D843-53A521772EFC}"/>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42" name="Chevron 16">
            <a:extLst>
              <a:ext uri="{FF2B5EF4-FFF2-40B4-BE49-F238E27FC236}">
                <a16:creationId xmlns:a16="http://schemas.microsoft.com/office/drawing/2014/main" id="{A7A4091A-9BB0-FF27-75C7-377BD9A64773}"/>
              </a:ext>
            </a:extLst>
          </p:cNvPr>
          <p:cNvSpPr/>
          <p:nvPr/>
        </p:nvSpPr>
        <p:spPr>
          <a:xfrm>
            <a:off x="831272" y="6234822"/>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Industry Analysis</a:t>
            </a:r>
          </a:p>
        </p:txBody>
      </p:sp>
      <p:sp>
        <p:nvSpPr>
          <p:cNvPr id="46" name="Chevron 12">
            <a:extLst>
              <a:ext uri="{FF2B5EF4-FFF2-40B4-BE49-F238E27FC236}">
                <a16:creationId xmlns:a16="http://schemas.microsoft.com/office/drawing/2014/main" id="{6E91EE74-C193-B48F-9B62-C4A58791D414}"/>
              </a:ext>
            </a:extLst>
          </p:cNvPr>
          <p:cNvSpPr/>
          <p:nvPr/>
        </p:nvSpPr>
        <p:spPr>
          <a:xfrm>
            <a:off x="3441246" y="6241611"/>
            <a:ext cx="1710047"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bg1"/>
                </a:solidFill>
                <a:latin typeface="Arial" panose="020B0604020202020204" pitchFamily="34" charset="0"/>
                <a:cs typeface="Arial" panose="020B0604020202020204" pitchFamily="34" charset="0"/>
              </a:rPr>
              <a:t>Transportation</a:t>
            </a:r>
            <a:endParaRPr lang="en-US" sz="1200" b="1">
              <a:solidFill>
                <a:schemeClr val="bg1"/>
              </a:solidFill>
              <a:latin typeface="Arial" panose="020B0604020202020204" pitchFamily="34" charset="0"/>
              <a:cs typeface="Arial" panose="020B0604020202020204" pitchFamily="34" charset="0"/>
            </a:endParaRPr>
          </a:p>
        </p:txBody>
      </p:sp>
      <p:sp>
        <p:nvSpPr>
          <p:cNvPr id="47" name="Chevron 13">
            <a:extLst>
              <a:ext uri="{FF2B5EF4-FFF2-40B4-BE49-F238E27FC236}">
                <a16:creationId xmlns:a16="http://schemas.microsoft.com/office/drawing/2014/main" id="{167009E1-0B0C-558A-90EB-C16A1F4701C9}"/>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Tree>
    <p:extLst>
      <p:ext uri="{BB962C8B-B14F-4D97-AF65-F5344CB8AC3E}">
        <p14:creationId xmlns:p14="http://schemas.microsoft.com/office/powerpoint/2010/main" val="330859483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322615" y="211885"/>
            <a:ext cx="11421544" cy="616479"/>
          </a:xfrm>
        </p:spPr>
        <p:txBody>
          <a:bodyPr>
            <a:normAutofit lnSpcReduction="10000"/>
          </a:bodyPr>
          <a:lstStyle/>
          <a:p>
            <a:pPr marL="0" indent="0">
              <a:buNone/>
            </a:pPr>
            <a:r>
              <a:rPr lang="en-US" sz="2000">
                <a:latin typeface="Calibri" panose="020F0502020204030204" pitchFamily="34" charset="0"/>
                <a:cs typeface="Calibri" panose="020F0502020204030204" pitchFamily="34" charset="0"/>
              </a:rPr>
              <a:t>Customers will move towards sustainable deliverables provided logistics company develop incentives about ESG</a:t>
            </a:r>
          </a:p>
        </p:txBody>
      </p:sp>
      <p:cxnSp>
        <p:nvCxnSpPr>
          <p:cNvPr id="3" name="Straight Connector 2">
            <a:extLst>
              <a:ext uri="{FF2B5EF4-FFF2-40B4-BE49-F238E27FC236}">
                <a16:creationId xmlns:a16="http://schemas.microsoft.com/office/drawing/2014/main" id="{A7A18A83-16B3-39A0-285E-FDB7C052719C}"/>
              </a:ext>
            </a:extLst>
          </p:cNvPr>
          <p:cNvCxnSpPr>
            <a:cxnSpLocks/>
          </p:cNvCxnSpPr>
          <p:nvPr/>
        </p:nvCxnSpPr>
        <p:spPr>
          <a:xfrm>
            <a:off x="5258058" y="2274867"/>
            <a:ext cx="0" cy="3780004"/>
          </a:xfrm>
          <a:prstGeom prst="line">
            <a:avLst/>
          </a:prstGeom>
          <a:ln w="19050">
            <a:prstDash val="dash"/>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35318E04-3C14-356D-BFE9-7AC852CFCF64}"/>
              </a:ext>
            </a:extLst>
          </p:cNvPr>
          <p:cNvSpPr/>
          <p:nvPr/>
        </p:nvSpPr>
        <p:spPr>
          <a:xfrm>
            <a:off x="324719" y="2274990"/>
            <a:ext cx="4764543" cy="269277"/>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a:latin typeface="Calibri" panose="020F0502020204030204" pitchFamily="34" charset="0"/>
                <a:cs typeface="Calibri" panose="020F0502020204030204" pitchFamily="34" charset="0"/>
              </a:rPr>
              <a:t>Distribution Model after reaching Fulfilment Centers </a:t>
            </a:r>
          </a:p>
        </p:txBody>
      </p:sp>
      <p:sp>
        <p:nvSpPr>
          <p:cNvPr id="8" name="Rectangle 7">
            <a:extLst>
              <a:ext uri="{FF2B5EF4-FFF2-40B4-BE49-F238E27FC236}">
                <a16:creationId xmlns:a16="http://schemas.microsoft.com/office/drawing/2014/main" id="{974D308E-FA85-BB89-7974-CCDECC0CDD5D}"/>
              </a:ext>
            </a:extLst>
          </p:cNvPr>
          <p:cNvSpPr/>
          <p:nvPr/>
        </p:nvSpPr>
        <p:spPr>
          <a:xfrm>
            <a:off x="5411623" y="2274867"/>
            <a:ext cx="6332076" cy="260579"/>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a:latin typeface="Calibri" panose="020F0502020204030204" pitchFamily="34" charset="0"/>
                <a:cs typeface="Calibri" panose="020F0502020204030204" pitchFamily="34" charset="0"/>
              </a:rPr>
              <a:t>Customer Satisfaction</a:t>
            </a:r>
          </a:p>
        </p:txBody>
      </p:sp>
      <p:sp>
        <p:nvSpPr>
          <p:cNvPr id="15" name="Rectangle 14">
            <a:extLst>
              <a:ext uri="{FF2B5EF4-FFF2-40B4-BE49-F238E27FC236}">
                <a16:creationId xmlns:a16="http://schemas.microsoft.com/office/drawing/2014/main" id="{0621F16C-C14E-5364-F4F0-3F4C50321FBB}"/>
              </a:ext>
            </a:extLst>
          </p:cNvPr>
          <p:cNvSpPr/>
          <p:nvPr/>
        </p:nvSpPr>
        <p:spPr>
          <a:xfrm>
            <a:off x="322615" y="3113312"/>
            <a:ext cx="2141230" cy="315035"/>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b="1">
                <a:solidFill>
                  <a:schemeClr val="tx1"/>
                </a:solidFill>
                <a:latin typeface="Calibri" panose="020F0502020204030204" pitchFamily="34" charset="0"/>
                <a:cs typeface="Calibri" panose="020F0502020204030204" pitchFamily="34" charset="0"/>
              </a:rPr>
              <a:t>Address Verification</a:t>
            </a:r>
          </a:p>
        </p:txBody>
      </p:sp>
      <p:sp>
        <p:nvSpPr>
          <p:cNvPr id="17" name="Rectangle 16">
            <a:extLst>
              <a:ext uri="{FF2B5EF4-FFF2-40B4-BE49-F238E27FC236}">
                <a16:creationId xmlns:a16="http://schemas.microsoft.com/office/drawing/2014/main" id="{AFA8C762-3D73-2899-9E40-06EB511F2726}"/>
              </a:ext>
            </a:extLst>
          </p:cNvPr>
          <p:cNvSpPr/>
          <p:nvPr/>
        </p:nvSpPr>
        <p:spPr>
          <a:xfrm>
            <a:off x="2617866" y="3113312"/>
            <a:ext cx="2505802" cy="31503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latin typeface="Calibri" panose="020F0502020204030204" pitchFamily="34" charset="0"/>
                <a:cs typeface="Calibri" panose="020F0502020204030204" pitchFamily="34" charset="0"/>
              </a:rPr>
              <a:t>Front-&amp; back-end address verification</a:t>
            </a:r>
          </a:p>
        </p:txBody>
      </p:sp>
      <p:sp>
        <p:nvSpPr>
          <p:cNvPr id="19" name="Rectangle 18">
            <a:extLst>
              <a:ext uri="{FF2B5EF4-FFF2-40B4-BE49-F238E27FC236}">
                <a16:creationId xmlns:a16="http://schemas.microsoft.com/office/drawing/2014/main" id="{0BC75F1A-2BBE-3876-46C1-0F5F895ACA55}"/>
              </a:ext>
            </a:extLst>
          </p:cNvPr>
          <p:cNvSpPr/>
          <p:nvPr/>
        </p:nvSpPr>
        <p:spPr>
          <a:xfrm>
            <a:off x="322616" y="3489767"/>
            <a:ext cx="2155314" cy="662247"/>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b="1">
                <a:solidFill>
                  <a:schemeClr val="tx1"/>
                </a:solidFill>
                <a:latin typeface="Calibri" panose="020F0502020204030204" pitchFamily="34" charset="0"/>
                <a:cs typeface="Calibri" panose="020F0502020204030204" pitchFamily="34" charset="0"/>
              </a:rPr>
              <a:t>Poor driver assignment &amp; tracking driver behaviour</a:t>
            </a:r>
          </a:p>
        </p:txBody>
      </p:sp>
      <p:sp>
        <p:nvSpPr>
          <p:cNvPr id="20" name="Rectangle 19">
            <a:extLst>
              <a:ext uri="{FF2B5EF4-FFF2-40B4-BE49-F238E27FC236}">
                <a16:creationId xmlns:a16="http://schemas.microsoft.com/office/drawing/2014/main" id="{A7BEAB69-C036-2F84-8368-23EFAE2CCA5D}"/>
              </a:ext>
            </a:extLst>
          </p:cNvPr>
          <p:cNvSpPr/>
          <p:nvPr/>
        </p:nvSpPr>
        <p:spPr>
          <a:xfrm>
            <a:off x="2610518" y="3489767"/>
            <a:ext cx="2527235" cy="662247"/>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latin typeface="Calibri" panose="020F0502020204030204" pitchFamily="34" charset="0"/>
                <a:cs typeface="Calibri" panose="020F0502020204030204" pitchFamily="34" charset="0"/>
              </a:rPr>
              <a:t>Hyper-scaling driver assignment, including actual drive time &amp; vehicle type &amp; capacity</a:t>
            </a:r>
          </a:p>
        </p:txBody>
      </p:sp>
      <p:sp>
        <p:nvSpPr>
          <p:cNvPr id="6" name="Rectangle 5">
            <a:extLst>
              <a:ext uri="{FF2B5EF4-FFF2-40B4-BE49-F238E27FC236}">
                <a16:creationId xmlns:a16="http://schemas.microsoft.com/office/drawing/2014/main" id="{DD12DBB3-8A9C-AF13-2C5F-4DDFFD844D87}"/>
              </a:ext>
            </a:extLst>
          </p:cNvPr>
          <p:cNvSpPr/>
          <p:nvPr/>
        </p:nvSpPr>
        <p:spPr>
          <a:xfrm>
            <a:off x="322615" y="4210480"/>
            <a:ext cx="2155313" cy="513406"/>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b="1">
                <a:solidFill>
                  <a:schemeClr val="tx1"/>
                </a:solidFill>
                <a:latin typeface="Calibri" panose="020F0502020204030204" pitchFamily="34" charset="0"/>
                <a:cs typeface="Calibri" panose="020F0502020204030204" pitchFamily="34" charset="0"/>
              </a:rPr>
              <a:t>High distance travelled by a delivery person </a:t>
            </a:r>
          </a:p>
        </p:txBody>
      </p:sp>
      <p:sp>
        <p:nvSpPr>
          <p:cNvPr id="7" name="Rectangle 6">
            <a:extLst>
              <a:ext uri="{FF2B5EF4-FFF2-40B4-BE49-F238E27FC236}">
                <a16:creationId xmlns:a16="http://schemas.microsoft.com/office/drawing/2014/main" id="{D70EE304-52C7-1DEC-67AA-55ECAF257203}"/>
              </a:ext>
            </a:extLst>
          </p:cNvPr>
          <p:cNvSpPr/>
          <p:nvPr/>
        </p:nvSpPr>
        <p:spPr>
          <a:xfrm>
            <a:off x="2617866" y="4210480"/>
            <a:ext cx="2519887" cy="51340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latin typeface="Calibri" panose="020F0502020204030204" pitchFamily="34" charset="0"/>
                <a:cs typeface="Calibri" panose="020F0502020204030204" pitchFamily="34" charset="0"/>
              </a:rPr>
              <a:t>Route optimization for single orders through AI algorithms</a:t>
            </a:r>
          </a:p>
        </p:txBody>
      </p:sp>
      <p:sp>
        <p:nvSpPr>
          <p:cNvPr id="18" name="Rectangle 17">
            <a:extLst>
              <a:ext uri="{FF2B5EF4-FFF2-40B4-BE49-F238E27FC236}">
                <a16:creationId xmlns:a16="http://schemas.microsoft.com/office/drawing/2014/main" id="{8E34D1F5-7767-8094-A86C-2ECE2F9D95B5}"/>
              </a:ext>
            </a:extLst>
          </p:cNvPr>
          <p:cNvSpPr/>
          <p:nvPr/>
        </p:nvSpPr>
        <p:spPr>
          <a:xfrm>
            <a:off x="325404" y="4800443"/>
            <a:ext cx="2138439" cy="513406"/>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a:solidFill>
                  <a:schemeClr val="tx1"/>
                </a:solidFill>
                <a:latin typeface="Calibri" panose="020F0502020204030204" pitchFamily="34" charset="0"/>
                <a:cs typeface="Calibri" panose="020F0502020204030204" pitchFamily="34" charset="0"/>
              </a:rPr>
              <a:t>Limited Customer Transparency</a:t>
            </a:r>
          </a:p>
        </p:txBody>
      </p:sp>
      <p:sp>
        <p:nvSpPr>
          <p:cNvPr id="21" name="Rectangle 20">
            <a:extLst>
              <a:ext uri="{FF2B5EF4-FFF2-40B4-BE49-F238E27FC236}">
                <a16:creationId xmlns:a16="http://schemas.microsoft.com/office/drawing/2014/main" id="{224A83DE-E10D-39B3-877B-086321D31B8C}"/>
              </a:ext>
            </a:extLst>
          </p:cNvPr>
          <p:cNvSpPr/>
          <p:nvPr/>
        </p:nvSpPr>
        <p:spPr>
          <a:xfrm>
            <a:off x="2617866" y="4800443"/>
            <a:ext cx="2505802" cy="51340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latin typeface="Calibri" panose="020F0502020204030204" pitchFamily="34" charset="0"/>
                <a:cs typeface="Calibri" panose="020F0502020204030204" pitchFamily="34" charset="0"/>
              </a:rPr>
              <a:t>Introduction of new peer-to-peer delivery of product</a:t>
            </a:r>
          </a:p>
        </p:txBody>
      </p:sp>
      <p:sp>
        <p:nvSpPr>
          <p:cNvPr id="22" name="Rectangle 21">
            <a:extLst>
              <a:ext uri="{FF2B5EF4-FFF2-40B4-BE49-F238E27FC236}">
                <a16:creationId xmlns:a16="http://schemas.microsoft.com/office/drawing/2014/main" id="{6803ED4C-1148-FA8E-62CF-4575ED3179D3}"/>
              </a:ext>
            </a:extLst>
          </p:cNvPr>
          <p:cNvSpPr/>
          <p:nvPr/>
        </p:nvSpPr>
        <p:spPr>
          <a:xfrm>
            <a:off x="325404" y="5383565"/>
            <a:ext cx="2155313" cy="662247"/>
          </a:xfrm>
          <a:prstGeom prst="rect">
            <a:avLst/>
          </a:prstGeom>
          <a:solidFill>
            <a:schemeClr val="accent1">
              <a:lumMod val="20000"/>
              <a:lumOff val="8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a:solidFill>
                  <a:schemeClr val="tx1"/>
                </a:solidFill>
                <a:latin typeface="Calibri" panose="020F0502020204030204" pitchFamily="34" charset="0"/>
                <a:cs typeface="Calibri" panose="020F0502020204030204" pitchFamily="34" charset="0"/>
              </a:rPr>
              <a:t>Lack of delivery partner repeatability, hence tacit knowledge is lost</a:t>
            </a:r>
          </a:p>
        </p:txBody>
      </p:sp>
      <p:sp>
        <p:nvSpPr>
          <p:cNvPr id="23" name="Rectangle 22">
            <a:extLst>
              <a:ext uri="{FF2B5EF4-FFF2-40B4-BE49-F238E27FC236}">
                <a16:creationId xmlns:a16="http://schemas.microsoft.com/office/drawing/2014/main" id="{3C979B96-C090-CC2E-2FCC-3F1D9B24210B}"/>
              </a:ext>
            </a:extLst>
          </p:cNvPr>
          <p:cNvSpPr/>
          <p:nvPr/>
        </p:nvSpPr>
        <p:spPr>
          <a:xfrm>
            <a:off x="2613307" y="5383565"/>
            <a:ext cx="2527235" cy="662247"/>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latin typeface="Calibri" panose="020F0502020204030204" pitchFamily="34" charset="0"/>
                <a:cs typeface="Calibri" panose="020F0502020204030204" pitchFamily="34" charset="0"/>
              </a:rPr>
              <a:t>Implementing our peer-to-peer delivery system</a:t>
            </a:r>
          </a:p>
        </p:txBody>
      </p:sp>
      <p:grpSp>
        <p:nvGrpSpPr>
          <p:cNvPr id="61" name="Group 60">
            <a:extLst>
              <a:ext uri="{FF2B5EF4-FFF2-40B4-BE49-F238E27FC236}">
                <a16:creationId xmlns:a16="http://schemas.microsoft.com/office/drawing/2014/main" id="{D02ED25B-82BE-8545-6C96-0AD8F7E1D951}"/>
              </a:ext>
            </a:extLst>
          </p:cNvPr>
          <p:cNvGrpSpPr/>
          <p:nvPr/>
        </p:nvGrpSpPr>
        <p:grpSpPr>
          <a:xfrm>
            <a:off x="369679" y="2627291"/>
            <a:ext cx="2079173" cy="325684"/>
            <a:chOff x="385455" y="1402733"/>
            <a:chExt cx="2079173" cy="325684"/>
          </a:xfrm>
        </p:grpSpPr>
        <p:sp>
          <p:nvSpPr>
            <p:cNvPr id="24" name="object 66">
              <a:extLst>
                <a:ext uri="{FF2B5EF4-FFF2-40B4-BE49-F238E27FC236}">
                  <a16:creationId xmlns:a16="http://schemas.microsoft.com/office/drawing/2014/main" id="{CCC7A35B-B65A-C0FE-B726-4CBB3FCD3227}"/>
                </a:ext>
              </a:extLst>
            </p:cNvPr>
            <p:cNvSpPr txBox="1"/>
            <p:nvPr/>
          </p:nvSpPr>
          <p:spPr>
            <a:xfrm>
              <a:off x="385455" y="1402733"/>
              <a:ext cx="2079173" cy="227626"/>
            </a:xfrm>
            <a:prstGeom prst="rect">
              <a:avLst/>
            </a:prstGeom>
          </p:spPr>
          <p:txBody>
            <a:bodyPr vert="horz" wrap="square" lIns="0" tIns="12065" rIns="0" bIns="0" rtlCol="0">
              <a:spAutoFit/>
            </a:bodyPr>
            <a:lstStyle/>
            <a:p>
              <a:pPr marL="59690" marR="5080" indent="-47625" algn="ctr">
                <a:lnSpc>
                  <a:spcPct val="100000"/>
                </a:lnSpc>
                <a:spcBef>
                  <a:spcPts val="95"/>
                </a:spcBef>
              </a:pPr>
              <a:r>
                <a:rPr lang="en-IN" sz="1400" b="1">
                  <a:latin typeface="Calibri" panose="020F0502020204030204" pitchFamily="34" charset="0"/>
                  <a:cs typeface="Calibri" panose="020F0502020204030204" pitchFamily="34" charset="0"/>
                </a:rPr>
                <a:t>Key Challenges of LMD</a:t>
              </a:r>
            </a:p>
          </p:txBody>
        </p:sp>
        <p:cxnSp>
          <p:nvCxnSpPr>
            <p:cNvPr id="27" name="Straight Connector 26">
              <a:extLst>
                <a:ext uri="{FF2B5EF4-FFF2-40B4-BE49-F238E27FC236}">
                  <a16:creationId xmlns:a16="http://schemas.microsoft.com/office/drawing/2014/main" id="{541DE6E6-1B48-F07C-056D-3CED7BD69144}"/>
                </a:ext>
              </a:extLst>
            </p:cNvPr>
            <p:cNvCxnSpPr>
              <a:cxnSpLocks/>
            </p:cNvCxnSpPr>
            <p:nvPr/>
          </p:nvCxnSpPr>
          <p:spPr>
            <a:xfrm>
              <a:off x="385455" y="1728417"/>
              <a:ext cx="20791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a:extLst>
              <a:ext uri="{FF2B5EF4-FFF2-40B4-BE49-F238E27FC236}">
                <a16:creationId xmlns:a16="http://schemas.microsoft.com/office/drawing/2014/main" id="{01617BEB-16F1-A3F7-BA9D-AF923A92BD31}"/>
              </a:ext>
            </a:extLst>
          </p:cNvPr>
          <p:cNvGrpSpPr/>
          <p:nvPr/>
        </p:nvGrpSpPr>
        <p:grpSpPr>
          <a:xfrm>
            <a:off x="2582458" y="2631283"/>
            <a:ext cx="2527235" cy="321692"/>
            <a:chOff x="2598234" y="1406725"/>
            <a:chExt cx="2527235" cy="321692"/>
          </a:xfrm>
        </p:grpSpPr>
        <p:sp>
          <p:nvSpPr>
            <p:cNvPr id="25" name="object 66">
              <a:extLst>
                <a:ext uri="{FF2B5EF4-FFF2-40B4-BE49-F238E27FC236}">
                  <a16:creationId xmlns:a16="http://schemas.microsoft.com/office/drawing/2014/main" id="{D556EA97-3ECA-FE88-C4D6-B815C28F4274}"/>
                </a:ext>
              </a:extLst>
            </p:cNvPr>
            <p:cNvSpPr txBox="1"/>
            <p:nvPr/>
          </p:nvSpPr>
          <p:spPr>
            <a:xfrm>
              <a:off x="2822264" y="1406725"/>
              <a:ext cx="2079173" cy="227626"/>
            </a:xfrm>
            <a:prstGeom prst="rect">
              <a:avLst/>
            </a:prstGeom>
          </p:spPr>
          <p:txBody>
            <a:bodyPr vert="horz" wrap="square" lIns="0" tIns="12065" rIns="0" bIns="0" rtlCol="0">
              <a:spAutoFit/>
            </a:bodyPr>
            <a:lstStyle/>
            <a:p>
              <a:pPr marL="59690" marR="5080" indent="-47625" algn="ctr">
                <a:lnSpc>
                  <a:spcPct val="100000"/>
                </a:lnSpc>
                <a:spcBef>
                  <a:spcPts val="95"/>
                </a:spcBef>
              </a:pPr>
              <a:r>
                <a:rPr lang="en-IN" sz="1400" b="1">
                  <a:latin typeface="Calibri" panose="020F0502020204030204" pitchFamily="34" charset="0"/>
                  <a:cs typeface="Calibri" panose="020F0502020204030204" pitchFamily="34" charset="0"/>
                </a:rPr>
                <a:t>Key IT Solutions</a:t>
              </a:r>
            </a:p>
          </p:txBody>
        </p:sp>
        <p:cxnSp>
          <p:nvCxnSpPr>
            <p:cNvPr id="28" name="Straight Connector 27">
              <a:extLst>
                <a:ext uri="{FF2B5EF4-FFF2-40B4-BE49-F238E27FC236}">
                  <a16:creationId xmlns:a16="http://schemas.microsoft.com/office/drawing/2014/main" id="{FBA6C622-B992-A21B-F45A-DE69BA71DE26}"/>
                </a:ext>
              </a:extLst>
            </p:cNvPr>
            <p:cNvCxnSpPr>
              <a:cxnSpLocks/>
            </p:cNvCxnSpPr>
            <p:nvPr/>
          </p:nvCxnSpPr>
          <p:spPr>
            <a:xfrm>
              <a:off x="2598234" y="1728417"/>
              <a:ext cx="252723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5" name="Rectangle 34">
            <a:extLst>
              <a:ext uri="{FF2B5EF4-FFF2-40B4-BE49-F238E27FC236}">
                <a16:creationId xmlns:a16="http://schemas.microsoft.com/office/drawing/2014/main" id="{A13D71AE-B740-1270-834C-1E82810BD131}"/>
              </a:ext>
            </a:extLst>
          </p:cNvPr>
          <p:cNvSpPr/>
          <p:nvPr/>
        </p:nvSpPr>
        <p:spPr>
          <a:xfrm>
            <a:off x="5412082" y="2622592"/>
            <a:ext cx="1067177" cy="1653576"/>
          </a:xfrm>
          <a:prstGeom prst="rect">
            <a:avLst/>
          </a:prstGeom>
          <a:solidFill>
            <a:schemeClr val="accent1">
              <a:lumMod val="5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b="1">
                <a:solidFill>
                  <a:schemeClr val="bg1"/>
                </a:solidFill>
                <a:latin typeface="Calibri" panose="020F0502020204030204" pitchFamily="34" charset="0"/>
                <a:cs typeface="Calibri" panose="020F0502020204030204" pitchFamily="34" charset="0"/>
              </a:rPr>
              <a:t>Customer journey before receiving the product </a:t>
            </a:r>
          </a:p>
        </p:txBody>
      </p:sp>
      <p:sp>
        <p:nvSpPr>
          <p:cNvPr id="37" name="Rectangle 36">
            <a:extLst>
              <a:ext uri="{FF2B5EF4-FFF2-40B4-BE49-F238E27FC236}">
                <a16:creationId xmlns:a16="http://schemas.microsoft.com/office/drawing/2014/main" id="{6CB12041-D4F3-99D5-7114-3C0EDB70CC7C}"/>
              </a:ext>
            </a:extLst>
          </p:cNvPr>
          <p:cNvSpPr/>
          <p:nvPr/>
        </p:nvSpPr>
        <p:spPr>
          <a:xfrm>
            <a:off x="6551417" y="2614965"/>
            <a:ext cx="5184924" cy="449511"/>
          </a:xfrm>
          <a:prstGeom prst="rect">
            <a:avLst/>
          </a:prstGeom>
          <a:solidFill>
            <a:schemeClr val="accent1">
              <a:lumMod val="20000"/>
              <a:lumOff val="80000"/>
            </a:schemeClr>
          </a:solid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Customer needs to give the following info one-day prior to scheduled delivery. Customer is shown a notification/prompt for the same.</a:t>
            </a:r>
          </a:p>
        </p:txBody>
      </p:sp>
      <p:sp>
        <p:nvSpPr>
          <p:cNvPr id="38" name="Rectangle 37">
            <a:extLst>
              <a:ext uri="{FF2B5EF4-FFF2-40B4-BE49-F238E27FC236}">
                <a16:creationId xmlns:a16="http://schemas.microsoft.com/office/drawing/2014/main" id="{7557907B-E61D-4C22-731D-9E72C3E97E64}"/>
              </a:ext>
            </a:extLst>
          </p:cNvPr>
          <p:cNvSpPr/>
          <p:nvPr/>
        </p:nvSpPr>
        <p:spPr>
          <a:xfrm>
            <a:off x="6559232" y="3135614"/>
            <a:ext cx="1235124" cy="31376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Preferred time</a:t>
            </a:r>
          </a:p>
        </p:txBody>
      </p:sp>
      <p:sp>
        <p:nvSpPr>
          <p:cNvPr id="39" name="Rectangle 38">
            <a:extLst>
              <a:ext uri="{FF2B5EF4-FFF2-40B4-BE49-F238E27FC236}">
                <a16:creationId xmlns:a16="http://schemas.microsoft.com/office/drawing/2014/main" id="{7377ADF7-128E-DB15-7438-C4D47036DFD0}"/>
              </a:ext>
            </a:extLst>
          </p:cNvPr>
          <p:cNvSpPr/>
          <p:nvPr/>
        </p:nvSpPr>
        <p:spPr>
          <a:xfrm>
            <a:off x="7891243" y="3147580"/>
            <a:ext cx="3852911" cy="31376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Preferred drop location: Home or Fulfilment Centre</a:t>
            </a:r>
          </a:p>
        </p:txBody>
      </p:sp>
      <p:sp>
        <p:nvSpPr>
          <p:cNvPr id="40" name="Rectangle 39">
            <a:extLst>
              <a:ext uri="{FF2B5EF4-FFF2-40B4-BE49-F238E27FC236}">
                <a16:creationId xmlns:a16="http://schemas.microsoft.com/office/drawing/2014/main" id="{B4655F6B-FB67-72F3-A48F-4B0F673A42A0}"/>
              </a:ext>
            </a:extLst>
          </p:cNvPr>
          <p:cNvSpPr/>
          <p:nvPr/>
        </p:nvSpPr>
        <p:spPr>
          <a:xfrm>
            <a:off x="6559230" y="3505788"/>
            <a:ext cx="5184923" cy="313766"/>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Negative/positive ESG points for choosing delivery to home/fulfilment centre</a:t>
            </a:r>
          </a:p>
        </p:txBody>
      </p:sp>
      <p:sp>
        <p:nvSpPr>
          <p:cNvPr id="41" name="Rectangle 40">
            <a:extLst>
              <a:ext uri="{FF2B5EF4-FFF2-40B4-BE49-F238E27FC236}">
                <a16:creationId xmlns:a16="http://schemas.microsoft.com/office/drawing/2014/main" id="{B483C5EB-660D-2205-CF6B-DFC175BE49DD}"/>
              </a:ext>
            </a:extLst>
          </p:cNvPr>
          <p:cNvSpPr/>
          <p:nvPr/>
        </p:nvSpPr>
        <p:spPr>
          <a:xfrm>
            <a:off x="6559230" y="3875463"/>
            <a:ext cx="2230232" cy="393713"/>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Ability to change location till it’s dispatched from WH</a:t>
            </a:r>
          </a:p>
        </p:txBody>
      </p:sp>
      <p:sp>
        <p:nvSpPr>
          <p:cNvPr id="42" name="Rectangle 41">
            <a:extLst>
              <a:ext uri="{FF2B5EF4-FFF2-40B4-BE49-F238E27FC236}">
                <a16:creationId xmlns:a16="http://schemas.microsoft.com/office/drawing/2014/main" id="{374551A2-2A63-1E04-1E77-E96F365DC9DB}"/>
              </a:ext>
            </a:extLst>
          </p:cNvPr>
          <p:cNvSpPr/>
          <p:nvPr/>
        </p:nvSpPr>
        <p:spPr>
          <a:xfrm>
            <a:off x="8923282" y="3875463"/>
            <a:ext cx="2820864" cy="393713"/>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a:solidFill>
                  <a:schemeClr val="tx1"/>
                </a:solidFill>
              </a:rPr>
              <a:t>Real time tracking of both side to ensure lower package miss/return rate</a:t>
            </a:r>
          </a:p>
        </p:txBody>
      </p:sp>
      <p:sp>
        <p:nvSpPr>
          <p:cNvPr id="43" name="Rectangle 42">
            <a:extLst>
              <a:ext uri="{FF2B5EF4-FFF2-40B4-BE49-F238E27FC236}">
                <a16:creationId xmlns:a16="http://schemas.microsoft.com/office/drawing/2014/main" id="{1803B33D-971D-9E5A-C64D-2F09A99C246D}"/>
              </a:ext>
            </a:extLst>
          </p:cNvPr>
          <p:cNvSpPr/>
          <p:nvPr/>
        </p:nvSpPr>
        <p:spPr>
          <a:xfrm>
            <a:off x="5412083" y="4335725"/>
            <a:ext cx="1067177" cy="457290"/>
          </a:xfrm>
          <a:prstGeom prst="rect">
            <a:avLst/>
          </a:prstGeom>
          <a:solidFill>
            <a:schemeClr val="accent1">
              <a:lumMod val="5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b="1">
                <a:solidFill>
                  <a:schemeClr val="bg1"/>
                </a:solidFill>
                <a:latin typeface="Calibri" panose="020F0502020204030204" pitchFamily="34" charset="0"/>
                <a:cs typeface="Calibri" panose="020F0502020204030204" pitchFamily="34" charset="0"/>
              </a:rPr>
              <a:t>Customer Expectations</a:t>
            </a:r>
          </a:p>
        </p:txBody>
      </p:sp>
      <p:sp>
        <p:nvSpPr>
          <p:cNvPr id="44" name="Rectangle 43">
            <a:extLst>
              <a:ext uri="{FF2B5EF4-FFF2-40B4-BE49-F238E27FC236}">
                <a16:creationId xmlns:a16="http://schemas.microsoft.com/office/drawing/2014/main" id="{AA1DC5EA-EA3A-80C9-6431-5235B2EB0C35}"/>
              </a:ext>
            </a:extLst>
          </p:cNvPr>
          <p:cNvSpPr/>
          <p:nvPr/>
        </p:nvSpPr>
        <p:spPr>
          <a:xfrm>
            <a:off x="6558783" y="4332003"/>
            <a:ext cx="1607074" cy="45728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600" b="1">
                <a:solidFill>
                  <a:schemeClr val="tx1"/>
                </a:solidFill>
              </a:rPr>
              <a:t>Visibility</a:t>
            </a:r>
          </a:p>
        </p:txBody>
      </p:sp>
      <p:sp>
        <p:nvSpPr>
          <p:cNvPr id="45" name="Rectangle 44">
            <a:extLst>
              <a:ext uri="{FF2B5EF4-FFF2-40B4-BE49-F238E27FC236}">
                <a16:creationId xmlns:a16="http://schemas.microsoft.com/office/drawing/2014/main" id="{9539D3D2-4CCD-AE1D-B5F3-0D6802A51EE4}"/>
              </a:ext>
            </a:extLst>
          </p:cNvPr>
          <p:cNvSpPr/>
          <p:nvPr/>
        </p:nvSpPr>
        <p:spPr>
          <a:xfrm>
            <a:off x="8348149" y="4332003"/>
            <a:ext cx="1607083" cy="45728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600" b="1">
                <a:solidFill>
                  <a:schemeClr val="tx1"/>
                </a:solidFill>
              </a:rPr>
              <a:t>Reliability</a:t>
            </a:r>
          </a:p>
        </p:txBody>
      </p:sp>
      <p:sp>
        <p:nvSpPr>
          <p:cNvPr id="46" name="Rectangle 45">
            <a:extLst>
              <a:ext uri="{FF2B5EF4-FFF2-40B4-BE49-F238E27FC236}">
                <a16:creationId xmlns:a16="http://schemas.microsoft.com/office/drawing/2014/main" id="{34C72D36-F02C-D2AE-08E0-228D388DC79D}"/>
              </a:ext>
            </a:extLst>
          </p:cNvPr>
          <p:cNvSpPr/>
          <p:nvPr/>
        </p:nvSpPr>
        <p:spPr>
          <a:xfrm>
            <a:off x="10137058" y="4332003"/>
            <a:ext cx="1607088" cy="457289"/>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600" b="1">
                <a:solidFill>
                  <a:schemeClr val="tx1"/>
                </a:solidFill>
              </a:rPr>
              <a:t>Timeliness</a:t>
            </a:r>
          </a:p>
        </p:txBody>
      </p:sp>
      <p:sp>
        <p:nvSpPr>
          <p:cNvPr id="47" name="Rectangle 46">
            <a:extLst>
              <a:ext uri="{FF2B5EF4-FFF2-40B4-BE49-F238E27FC236}">
                <a16:creationId xmlns:a16="http://schemas.microsoft.com/office/drawing/2014/main" id="{AB692B65-2E0E-EA33-9DA5-507CEEF67B4D}"/>
              </a:ext>
            </a:extLst>
          </p:cNvPr>
          <p:cNvSpPr/>
          <p:nvPr/>
        </p:nvSpPr>
        <p:spPr>
          <a:xfrm>
            <a:off x="5412082" y="4826111"/>
            <a:ext cx="1067177" cy="1219590"/>
          </a:xfrm>
          <a:prstGeom prst="rect">
            <a:avLst/>
          </a:prstGeom>
          <a:solidFill>
            <a:schemeClr val="accent1">
              <a:lumMod val="50000"/>
            </a:schemeClr>
          </a:solidFill>
          <a:ln w="952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200" b="1">
                <a:solidFill>
                  <a:schemeClr val="bg1"/>
                </a:solidFill>
                <a:latin typeface="Calibri" panose="020F0502020204030204" pitchFamily="34" charset="0"/>
                <a:cs typeface="Calibri" panose="020F0502020204030204" pitchFamily="34" charset="0"/>
              </a:rPr>
              <a:t>Customer Satisfaction</a:t>
            </a:r>
          </a:p>
        </p:txBody>
      </p:sp>
      <p:sp>
        <p:nvSpPr>
          <p:cNvPr id="48" name="Rectangle 47">
            <a:extLst>
              <a:ext uri="{FF2B5EF4-FFF2-40B4-BE49-F238E27FC236}">
                <a16:creationId xmlns:a16="http://schemas.microsoft.com/office/drawing/2014/main" id="{53EBB5BB-05CD-7656-5A74-9B2FE35D8257}"/>
              </a:ext>
            </a:extLst>
          </p:cNvPr>
          <p:cNvSpPr/>
          <p:nvPr/>
        </p:nvSpPr>
        <p:spPr>
          <a:xfrm>
            <a:off x="6559230" y="4863562"/>
            <a:ext cx="5184916" cy="257261"/>
          </a:xfrm>
          <a:prstGeom prst="rect">
            <a:avLst/>
          </a:prstGeom>
          <a:solidFill>
            <a:schemeClr val="accent1">
              <a:lumMod val="20000"/>
              <a:lumOff val="80000"/>
            </a:schemeClr>
          </a:solid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rPr>
              <a:t>Using anticipatory shipping via social listening</a:t>
            </a:r>
          </a:p>
        </p:txBody>
      </p:sp>
      <p:sp>
        <p:nvSpPr>
          <p:cNvPr id="49" name="Rectangle 48">
            <a:extLst>
              <a:ext uri="{FF2B5EF4-FFF2-40B4-BE49-F238E27FC236}">
                <a16:creationId xmlns:a16="http://schemas.microsoft.com/office/drawing/2014/main" id="{B4C18B98-DB11-D9DD-9089-24B26E2BF520}"/>
              </a:ext>
            </a:extLst>
          </p:cNvPr>
          <p:cNvSpPr/>
          <p:nvPr/>
        </p:nvSpPr>
        <p:spPr>
          <a:xfrm>
            <a:off x="6558783" y="5172792"/>
            <a:ext cx="5184916" cy="872910"/>
          </a:xfrm>
          <a:prstGeom prst="rect">
            <a:avLst/>
          </a:prstGeom>
          <a:no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rPr>
              <a:t>Delivery companies use customer and geolocation data to ensure a package is delivered the first time. By using geolocation to see that a customer isn’t home, the delivery company can automatically leave the package in an alternative location per the recipient’s known preference.</a:t>
            </a:r>
            <a:endParaRPr lang="en-IN" sz="1200">
              <a:solidFill>
                <a:schemeClr val="tx1"/>
              </a:solidFill>
            </a:endParaRPr>
          </a:p>
        </p:txBody>
      </p:sp>
      <p:sp>
        <p:nvSpPr>
          <p:cNvPr id="30" name="Chevron 11">
            <a:extLst>
              <a:ext uri="{FF2B5EF4-FFF2-40B4-BE49-F238E27FC236}">
                <a16:creationId xmlns:a16="http://schemas.microsoft.com/office/drawing/2014/main" id="{5900244D-3FF5-11A4-8742-9130E32A7BC8}"/>
              </a:ext>
            </a:extLst>
          </p:cNvPr>
          <p:cNvSpPr/>
          <p:nvPr/>
        </p:nvSpPr>
        <p:spPr>
          <a:xfrm>
            <a:off x="2072924" y="6243777"/>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31" name="Chevron 12">
            <a:extLst>
              <a:ext uri="{FF2B5EF4-FFF2-40B4-BE49-F238E27FC236}">
                <a16:creationId xmlns:a16="http://schemas.microsoft.com/office/drawing/2014/main" id="{83C686A8-4F4C-E69F-6F9A-7C075A88AADA}"/>
              </a:ext>
            </a:extLst>
          </p:cNvPr>
          <p:cNvSpPr/>
          <p:nvPr/>
        </p:nvSpPr>
        <p:spPr>
          <a:xfrm>
            <a:off x="3403583" y="6243777"/>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32" name="Chevron 13">
            <a:extLst>
              <a:ext uri="{FF2B5EF4-FFF2-40B4-BE49-F238E27FC236}">
                <a16:creationId xmlns:a16="http://schemas.microsoft.com/office/drawing/2014/main" id="{02BAD1C1-E9EA-BA68-E3FD-0D70453CB745}"/>
              </a:ext>
            </a:extLst>
          </p:cNvPr>
          <p:cNvSpPr/>
          <p:nvPr/>
        </p:nvSpPr>
        <p:spPr>
          <a:xfrm>
            <a:off x="4958261" y="6243777"/>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33" name="Chevron 14">
            <a:extLst>
              <a:ext uri="{FF2B5EF4-FFF2-40B4-BE49-F238E27FC236}">
                <a16:creationId xmlns:a16="http://schemas.microsoft.com/office/drawing/2014/main" id="{08BE7E8D-EEDB-DC44-8170-901A18E334D0}"/>
              </a:ext>
            </a:extLst>
          </p:cNvPr>
          <p:cNvSpPr/>
          <p:nvPr/>
        </p:nvSpPr>
        <p:spPr>
          <a:xfrm>
            <a:off x="6265539" y="6243777"/>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34" name="Chevron 15">
            <a:extLst>
              <a:ext uri="{FF2B5EF4-FFF2-40B4-BE49-F238E27FC236}">
                <a16:creationId xmlns:a16="http://schemas.microsoft.com/office/drawing/2014/main" id="{7DE70C49-2AD9-A27F-2BDF-0842238BEC40}"/>
              </a:ext>
            </a:extLst>
          </p:cNvPr>
          <p:cNvSpPr/>
          <p:nvPr/>
        </p:nvSpPr>
        <p:spPr>
          <a:xfrm>
            <a:off x="7819228" y="6243777"/>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36" name="Chevron 16">
            <a:extLst>
              <a:ext uri="{FF2B5EF4-FFF2-40B4-BE49-F238E27FC236}">
                <a16:creationId xmlns:a16="http://schemas.microsoft.com/office/drawing/2014/main" id="{E3C74C54-482D-02A5-D544-BEFE55DA9926}"/>
              </a:ext>
            </a:extLst>
          </p:cNvPr>
          <p:cNvSpPr/>
          <p:nvPr/>
        </p:nvSpPr>
        <p:spPr>
          <a:xfrm>
            <a:off x="769241" y="6234516"/>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Industry Analysis</a:t>
            </a:r>
          </a:p>
        </p:txBody>
      </p:sp>
      <p:sp>
        <p:nvSpPr>
          <p:cNvPr id="50" name="Chevron 12">
            <a:extLst>
              <a:ext uri="{FF2B5EF4-FFF2-40B4-BE49-F238E27FC236}">
                <a16:creationId xmlns:a16="http://schemas.microsoft.com/office/drawing/2014/main" id="{93409E87-9026-5712-1F45-F01DF5DF741F}"/>
              </a:ext>
            </a:extLst>
          </p:cNvPr>
          <p:cNvSpPr/>
          <p:nvPr/>
        </p:nvSpPr>
        <p:spPr>
          <a:xfrm>
            <a:off x="3379215" y="6243777"/>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52" name="Chevron 13">
            <a:extLst>
              <a:ext uri="{FF2B5EF4-FFF2-40B4-BE49-F238E27FC236}">
                <a16:creationId xmlns:a16="http://schemas.microsoft.com/office/drawing/2014/main" id="{3B664A68-FECD-77DF-885F-360247EBF2DE}"/>
              </a:ext>
            </a:extLst>
          </p:cNvPr>
          <p:cNvSpPr/>
          <p:nvPr/>
        </p:nvSpPr>
        <p:spPr>
          <a:xfrm>
            <a:off x="4933893" y="6243777"/>
            <a:ext cx="1472540"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bg1"/>
                </a:solidFill>
                <a:latin typeface="Arial" panose="020B0604020202020204" pitchFamily="34" charset="0"/>
                <a:cs typeface="Arial" panose="020B0604020202020204" pitchFamily="34" charset="0"/>
              </a:rPr>
              <a:t>Distribution</a:t>
            </a:r>
          </a:p>
        </p:txBody>
      </p:sp>
      <p:graphicFrame>
        <p:nvGraphicFramePr>
          <p:cNvPr id="66" name="Table 112">
            <a:extLst>
              <a:ext uri="{FF2B5EF4-FFF2-40B4-BE49-F238E27FC236}">
                <a16:creationId xmlns:a16="http://schemas.microsoft.com/office/drawing/2014/main" id="{0719EC3A-A4C7-8E5B-3C95-AE04D8CF1263}"/>
              </a:ext>
            </a:extLst>
          </p:cNvPr>
          <p:cNvGraphicFramePr>
            <a:graphicFrameLocks noGrp="1"/>
          </p:cNvGraphicFramePr>
          <p:nvPr/>
        </p:nvGraphicFramePr>
        <p:xfrm>
          <a:off x="322615" y="792725"/>
          <a:ext cx="11396851" cy="1314470"/>
        </p:xfrm>
        <a:graphic>
          <a:graphicData uri="http://schemas.openxmlformats.org/drawingml/2006/table">
            <a:tbl>
              <a:tblPr firstRow="1" bandRow="1">
                <a:tableStyleId>{69012ECD-51FC-41F1-AA8D-1B2483CD663E}</a:tableStyleId>
              </a:tblPr>
              <a:tblGrid>
                <a:gridCol w="1196120">
                  <a:extLst>
                    <a:ext uri="{9D8B030D-6E8A-4147-A177-3AD203B41FA5}">
                      <a16:colId xmlns:a16="http://schemas.microsoft.com/office/drawing/2014/main" val="1665903062"/>
                    </a:ext>
                  </a:extLst>
                </a:gridCol>
                <a:gridCol w="2441613">
                  <a:extLst>
                    <a:ext uri="{9D8B030D-6E8A-4147-A177-3AD203B41FA5}">
                      <a16:colId xmlns:a16="http://schemas.microsoft.com/office/drawing/2014/main" val="906186273"/>
                    </a:ext>
                  </a:extLst>
                </a:gridCol>
                <a:gridCol w="1642539">
                  <a:extLst>
                    <a:ext uri="{9D8B030D-6E8A-4147-A177-3AD203B41FA5}">
                      <a16:colId xmlns:a16="http://schemas.microsoft.com/office/drawing/2014/main" val="923700556"/>
                    </a:ext>
                  </a:extLst>
                </a:gridCol>
                <a:gridCol w="1720227">
                  <a:extLst>
                    <a:ext uri="{9D8B030D-6E8A-4147-A177-3AD203B41FA5}">
                      <a16:colId xmlns:a16="http://schemas.microsoft.com/office/drawing/2014/main" val="2629857401"/>
                    </a:ext>
                  </a:extLst>
                </a:gridCol>
                <a:gridCol w="2319532">
                  <a:extLst>
                    <a:ext uri="{9D8B030D-6E8A-4147-A177-3AD203B41FA5}">
                      <a16:colId xmlns:a16="http://schemas.microsoft.com/office/drawing/2014/main" val="2744818558"/>
                    </a:ext>
                  </a:extLst>
                </a:gridCol>
                <a:gridCol w="2076820">
                  <a:extLst>
                    <a:ext uri="{9D8B030D-6E8A-4147-A177-3AD203B41FA5}">
                      <a16:colId xmlns:a16="http://schemas.microsoft.com/office/drawing/2014/main" val="3533452127"/>
                    </a:ext>
                  </a:extLst>
                </a:gridCol>
              </a:tblGrid>
              <a:tr h="445036">
                <a:tc>
                  <a:txBody>
                    <a:bodyPr/>
                    <a:lstStyle/>
                    <a:p>
                      <a:pPr marL="91440" marR="21590" algn="ctr">
                        <a:lnSpc>
                          <a:spcPts val="1220"/>
                        </a:lnSpc>
                      </a:pPr>
                      <a:r>
                        <a:rPr lang="en-IN" sz="1200" b="1" spc="-5">
                          <a:solidFill>
                            <a:schemeClr val="bg1"/>
                          </a:solidFill>
                        </a:rPr>
                        <a:t>Industry/</a:t>
                      </a:r>
                      <a:endParaRPr lang="en-IN" sz="1200" b="1">
                        <a:solidFill>
                          <a:schemeClr val="bg1"/>
                        </a:solidFill>
                      </a:endParaRPr>
                    </a:p>
                    <a:p>
                      <a:pPr marL="91440" marR="21590" algn="ctr">
                        <a:lnSpc>
                          <a:spcPct val="100000"/>
                        </a:lnSpc>
                      </a:pPr>
                      <a:r>
                        <a:rPr lang="en-IN" sz="1200" b="1">
                          <a:solidFill>
                            <a:schemeClr val="bg1"/>
                          </a:solidFill>
                        </a:rPr>
                        <a:t>category</a:t>
                      </a:r>
                      <a:endParaRPr lang="en-IN" sz="1200" b="1">
                        <a:solidFill>
                          <a:schemeClr val="bg1"/>
                        </a:solidFill>
                        <a:latin typeface="Calibri" panose="020F0502020204030204" pitchFamily="34" charset="0"/>
                        <a:cs typeface="Calibri" panose="020F0502020204030204" pitchFamily="34" charset="0"/>
                      </a:endParaRPr>
                    </a:p>
                  </a:txBody>
                  <a:tcPr marL="0" marR="0" marT="0" marB="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15570" algn="ctr">
                        <a:lnSpc>
                          <a:spcPts val="1220"/>
                        </a:lnSpc>
                      </a:pPr>
                      <a:r>
                        <a:rPr lang="en-IN" sz="1200" b="1">
                          <a:solidFill>
                            <a:schemeClr val="bg1"/>
                          </a:solidFill>
                        </a:rPr>
                        <a:t>Speed</a:t>
                      </a:r>
                      <a:r>
                        <a:rPr lang="en-IN" sz="1200" b="1" spc="-45">
                          <a:solidFill>
                            <a:schemeClr val="bg1"/>
                          </a:solidFill>
                        </a:rPr>
                        <a:t> </a:t>
                      </a:r>
                      <a:r>
                        <a:rPr lang="en-IN" sz="1200" b="1">
                          <a:solidFill>
                            <a:schemeClr val="bg1"/>
                          </a:solidFill>
                        </a:rPr>
                        <a:t>and</a:t>
                      </a:r>
                    </a:p>
                    <a:p>
                      <a:pPr marL="115570" algn="ctr">
                        <a:lnSpc>
                          <a:spcPct val="100000"/>
                        </a:lnSpc>
                      </a:pPr>
                      <a:r>
                        <a:rPr lang="en-IN" sz="1200" b="1" spc="-5">
                          <a:solidFill>
                            <a:schemeClr val="bg1"/>
                          </a:solidFill>
                        </a:rPr>
                        <a:t>reliability)</a:t>
                      </a:r>
                      <a:endParaRPr lang="en-IN" sz="1200" b="1">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93345" algn="ctr">
                        <a:lnSpc>
                          <a:spcPct val="100000"/>
                        </a:lnSpc>
                      </a:pPr>
                      <a:r>
                        <a:rPr lang="en-IN" sz="1200" b="1">
                          <a:solidFill>
                            <a:schemeClr val="bg1"/>
                          </a:solidFill>
                        </a:rPr>
                        <a:t>Flexibility</a:t>
                      </a:r>
                      <a:endParaRPr lang="en-IN" sz="1200" b="1">
                        <a:solidFill>
                          <a:schemeClr val="bg1"/>
                        </a:solidFill>
                        <a:latin typeface="Calibri" panose="020F0502020204030204" pitchFamily="34" charset="0"/>
                        <a:cs typeface="Calibri" panose="020F0502020204030204" pitchFamily="34" charset="0"/>
                      </a:endParaRPr>
                    </a:p>
                  </a:txBody>
                  <a:tcPr marL="0" marR="0" marT="127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93980" algn="ctr">
                        <a:lnSpc>
                          <a:spcPts val="1220"/>
                        </a:lnSpc>
                      </a:pPr>
                      <a:r>
                        <a:rPr lang="en-IN" sz="1200" b="1">
                          <a:solidFill>
                            <a:schemeClr val="bg1"/>
                          </a:solidFill>
                        </a:rPr>
                        <a:t>Shipment</a:t>
                      </a:r>
                    </a:p>
                    <a:p>
                      <a:pPr marL="93980" algn="ctr">
                        <a:lnSpc>
                          <a:spcPct val="100000"/>
                        </a:lnSpc>
                      </a:pPr>
                      <a:r>
                        <a:rPr lang="en-IN" sz="1200" b="1">
                          <a:solidFill>
                            <a:schemeClr val="bg1"/>
                          </a:solidFill>
                        </a:rPr>
                        <a:t>Integrity</a:t>
                      </a:r>
                      <a:endParaRPr lang="en-IN" sz="1200" b="1">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92075" marR="12065" algn="ctr">
                        <a:lnSpc>
                          <a:spcPts val="1220"/>
                        </a:lnSpc>
                      </a:pPr>
                      <a:r>
                        <a:rPr lang="en-IN" sz="1200" b="1">
                          <a:solidFill>
                            <a:schemeClr val="bg1"/>
                          </a:solidFill>
                        </a:rPr>
                        <a:t>Customer</a:t>
                      </a:r>
                    </a:p>
                    <a:p>
                      <a:pPr marL="92075" marR="12065" algn="ctr">
                        <a:lnSpc>
                          <a:spcPct val="100000"/>
                        </a:lnSpc>
                      </a:pPr>
                      <a:r>
                        <a:rPr lang="en-IN" sz="1200" b="1" spc="-5">
                          <a:solidFill>
                            <a:schemeClr val="bg1"/>
                          </a:solidFill>
                        </a:rPr>
                        <a:t>service</a:t>
                      </a:r>
                      <a:endParaRPr lang="en-IN" sz="1200" b="1">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01600" algn="ctr">
                        <a:lnSpc>
                          <a:spcPts val="1220"/>
                        </a:lnSpc>
                      </a:pPr>
                      <a:r>
                        <a:rPr lang="en-IN" sz="1200" b="1" spc="-5">
                          <a:solidFill>
                            <a:schemeClr val="bg1"/>
                          </a:solidFill>
                        </a:rPr>
                        <a:t>Tech</a:t>
                      </a:r>
                      <a:r>
                        <a:rPr lang="en-IN" sz="1200" b="1" spc="-30">
                          <a:solidFill>
                            <a:schemeClr val="bg1"/>
                          </a:solidFill>
                        </a:rPr>
                        <a:t> </a:t>
                      </a:r>
                      <a:r>
                        <a:rPr lang="en-IN" sz="1200" b="1">
                          <a:solidFill>
                            <a:schemeClr val="bg1"/>
                          </a:solidFill>
                        </a:rPr>
                        <a:t>enabled</a:t>
                      </a:r>
                    </a:p>
                    <a:p>
                      <a:pPr marL="101600" algn="ctr">
                        <a:lnSpc>
                          <a:spcPct val="100000"/>
                        </a:lnSpc>
                      </a:pPr>
                      <a:r>
                        <a:rPr lang="en-IN" sz="1200" b="1">
                          <a:solidFill>
                            <a:schemeClr val="bg1"/>
                          </a:solidFill>
                        </a:rPr>
                        <a:t>offerings</a:t>
                      </a:r>
                      <a:endParaRPr lang="en-IN" sz="1200" b="1">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2081800"/>
                  </a:ext>
                </a:extLst>
              </a:tr>
              <a:tr h="279992">
                <a:tc>
                  <a:txBody>
                    <a:bodyPr/>
                    <a:lstStyle/>
                    <a:p>
                      <a:pPr marL="91440" marR="21590" algn="ctr">
                        <a:lnSpc>
                          <a:spcPct val="100000"/>
                        </a:lnSpc>
                        <a:spcBef>
                          <a:spcPts val="330"/>
                        </a:spcBef>
                      </a:pPr>
                      <a:r>
                        <a:rPr lang="en-IN" sz="1200" b="0">
                          <a:solidFill>
                            <a:schemeClr val="tx1"/>
                          </a:solidFill>
                        </a:rPr>
                        <a:t>Must</a:t>
                      </a:r>
                      <a:r>
                        <a:rPr lang="en-IN" sz="1200" b="0" spc="-55">
                          <a:solidFill>
                            <a:schemeClr val="tx1"/>
                          </a:solidFill>
                        </a:rPr>
                        <a:t> </a:t>
                      </a:r>
                      <a:r>
                        <a:rPr lang="en-IN" sz="1200" b="0" spc="-5">
                          <a:solidFill>
                            <a:schemeClr val="tx1"/>
                          </a:solidFill>
                        </a:rPr>
                        <a:t>have</a:t>
                      </a:r>
                      <a:endParaRPr lang="en-IN" sz="1200" b="0">
                        <a:solidFill>
                          <a:schemeClr val="tx1"/>
                        </a:solidFill>
                        <a:latin typeface="Calibri" panose="020F0502020204030204" pitchFamily="34" charset="0"/>
                        <a:cs typeface="Calibri" panose="020F0502020204030204" pitchFamily="34" charset="0"/>
                      </a:endParaRPr>
                    </a:p>
                  </a:txBody>
                  <a:tcPr marL="0" marR="0" marT="4191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16839" marR="85725" indent="1270" algn="ctr">
                        <a:lnSpc>
                          <a:spcPct val="100000"/>
                        </a:lnSpc>
                        <a:spcBef>
                          <a:spcPts val="335"/>
                        </a:spcBef>
                      </a:pPr>
                      <a:r>
                        <a:rPr lang="en-US" sz="1200" b="0" spc="-5">
                          <a:solidFill>
                            <a:schemeClr val="tx1"/>
                          </a:solidFill>
                        </a:rPr>
                        <a:t>Premium </a:t>
                      </a:r>
                      <a:r>
                        <a:rPr lang="en-US" sz="1200" b="0">
                          <a:solidFill>
                            <a:schemeClr val="tx1"/>
                          </a:solidFill>
                        </a:rPr>
                        <a:t> </a:t>
                      </a:r>
                      <a:r>
                        <a:rPr lang="en-US" sz="1200" b="0" spc="-5">
                          <a:solidFill>
                            <a:schemeClr val="tx1"/>
                          </a:solidFill>
                        </a:rPr>
                        <a:t>offering, </a:t>
                      </a:r>
                      <a:r>
                        <a:rPr lang="en-US" sz="1200" b="0">
                          <a:solidFill>
                            <a:schemeClr val="tx1"/>
                          </a:solidFill>
                        </a:rPr>
                        <a:t>with </a:t>
                      </a:r>
                      <a:r>
                        <a:rPr lang="en-US" sz="1200" b="0" spc="5">
                          <a:solidFill>
                            <a:schemeClr val="tx1"/>
                          </a:solidFill>
                        </a:rPr>
                        <a:t> </a:t>
                      </a:r>
                      <a:r>
                        <a:rPr lang="en-US" sz="1200" b="0" spc="-5">
                          <a:solidFill>
                            <a:schemeClr val="tx1"/>
                          </a:solidFill>
                        </a:rPr>
                        <a:t>better</a:t>
                      </a:r>
                      <a:r>
                        <a:rPr lang="en-US" sz="1200" b="0" spc="-35">
                          <a:solidFill>
                            <a:schemeClr val="tx1"/>
                          </a:solidFill>
                        </a:rPr>
                        <a:t> </a:t>
                      </a:r>
                      <a:r>
                        <a:rPr lang="en-US" sz="1200" b="0" spc="-5">
                          <a:solidFill>
                            <a:schemeClr val="tx1"/>
                          </a:solidFill>
                        </a:rPr>
                        <a:t>transit</a:t>
                      </a:r>
                      <a:r>
                        <a:rPr lang="en-US" sz="1200" b="0" spc="-20">
                          <a:solidFill>
                            <a:schemeClr val="tx1"/>
                          </a:solidFill>
                        </a:rPr>
                        <a:t> </a:t>
                      </a:r>
                      <a:r>
                        <a:rPr lang="en-US" sz="1200" b="0" spc="-5">
                          <a:solidFill>
                            <a:schemeClr val="tx1"/>
                          </a:solidFill>
                        </a:rPr>
                        <a:t>time</a:t>
                      </a:r>
                      <a:endParaRPr lang="en-US" sz="1200" b="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243204" marR="86995" indent="-143510" algn="ctr">
                        <a:lnSpc>
                          <a:spcPct val="100000"/>
                        </a:lnSpc>
                        <a:spcBef>
                          <a:spcPts val="335"/>
                        </a:spcBef>
                      </a:pPr>
                      <a:r>
                        <a:rPr lang="en-IN" sz="1200" b="0">
                          <a:solidFill>
                            <a:schemeClr val="tx1"/>
                          </a:solidFill>
                        </a:rPr>
                        <a:t>Fle</a:t>
                      </a:r>
                      <a:r>
                        <a:rPr lang="en-IN" sz="1200" b="0" spc="-5">
                          <a:solidFill>
                            <a:schemeClr val="tx1"/>
                          </a:solidFill>
                        </a:rPr>
                        <a:t>x</a:t>
                      </a:r>
                      <a:r>
                        <a:rPr lang="en-IN" sz="1200" b="0">
                          <a:solidFill>
                            <a:schemeClr val="tx1"/>
                          </a:solidFill>
                        </a:rPr>
                        <a:t>ible</a:t>
                      </a:r>
                      <a:r>
                        <a:rPr lang="en-IN" sz="1200" b="0" spc="-15">
                          <a:solidFill>
                            <a:schemeClr val="tx1"/>
                          </a:solidFill>
                        </a:rPr>
                        <a:t> </a:t>
                      </a:r>
                      <a:r>
                        <a:rPr lang="en-IN" sz="1200" b="0">
                          <a:solidFill>
                            <a:schemeClr val="tx1"/>
                          </a:solidFill>
                        </a:rPr>
                        <a:t>pic</a:t>
                      </a:r>
                      <a:r>
                        <a:rPr lang="en-IN" sz="1200" b="0" spc="-5">
                          <a:solidFill>
                            <a:schemeClr val="tx1"/>
                          </a:solidFill>
                        </a:rPr>
                        <a:t>k</a:t>
                      </a:r>
                      <a:r>
                        <a:rPr lang="en-IN" sz="1200" b="0">
                          <a:solidFill>
                            <a:schemeClr val="tx1"/>
                          </a:solidFill>
                        </a:rPr>
                        <a:t>-up  </a:t>
                      </a:r>
                      <a:r>
                        <a:rPr lang="en-IN" sz="1200" b="0" spc="-5">
                          <a:solidFill>
                            <a:schemeClr val="tx1"/>
                          </a:solidFill>
                        </a:rPr>
                        <a:t>scheduling</a:t>
                      </a:r>
                      <a:endParaRPr lang="en-IN" sz="1200" b="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00330" marR="87630" indent="-5080" algn="ctr">
                        <a:lnSpc>
                          <a:spcPct val="100000"/>
                        </a:lnSpc>
                        <a:spcBef>
                          <a:spcPts val="335"/>
                        </a:spcBef>
                      </a:pPr>
                      <a:r>
                        <a:rPr lang="en-IN" sz="1200" b="0" spc="-5">
                          <a:solidFill>
                            <a:schemeClr val="tx1"/>
                          </a:solidFill>
                        </a:rPr>
                        <a:t>Low</a:t>
                      </a:r>
                      <a:r>
                        <a:rPr lang="en-IN" sz="1200" b="0" spc="-40">
                          <a:solidFill>
                            <a:schemeClr val="tx1"/>
                          </a:solidFill>
                        </a:rPr>
                        <a:t> </a:t>
                      </a:r>
                      <a:r>
                        <a:rPr lang="en-IN" sz="1200" b="0" spc="-5">
                          <a:solidFill>
                            <a:schemeClr val="tx1"/>
                          </a:solidFill>
                        </a:rPr>
                        <a:t>damages</a:t>
                      </a:r>
                      <a:r>
                        <a:rPr lang="en-IN" sz="1200" b="0" spc="-45">
                          <a:solidFill>
                            <a:schemeClr val="tx1"/>
                          </a:solidFill>
                        </a:rPr>
                        <a:t> </a:t>
                      </a:r>
                      <a:r>
                        <a:rPr lang="en-IN" sz="1200" b="0" spc="-5">
                          <a:solidFill>
                            <a:schemeClr val="tx1"/>
                          </a:solidFill>
                        </a:rPr>
                        <a:t>&amp; </a:t>
                      </a:r>
                      <a:r>
                        <a:rPr lang="en-IN" sz="1200" b="0" spc="-265">
                          <a:solidFill>
                            <a:schemeClr val="tx1"/>
                          </a:solidFill>
                        </a:rPr>
                        <a:t> </a:t>
                      </a:r>
                      <a:r>
                        <a:rPr lang="en-IN" sz="1200" b="0">
                          <a:solidFill>
                            <a:schemeClr val="tx1"/>
                          </a:solidFill>
                        </a:rPr>
                        <a:t>pilfer</a:t>
                      </a:r>
                      <a:r>
                        <a:rPr lang="en-IN" sz="1200" b="0" spc="-5">
                          <a:solidFill>
                            <a:schemeClr val="tx1"/>
                          </a:solidFill>
                        </a:rPr>
                        <a:t>a</a:t>
                      </a:r>
                      <a:r>
                        <a:rPr lang="en-IN" sz="1200" b="0">
                          <a:solidFill>
                            <a:schemeClr val="tx1"/>
                          </a:solidFill>
                        </a:rPr>
                        <a:t>ge/</a:t>
                      </a:r>
                      <a:r>
                        <a:rPr lang="en-IN" sz="1200" b="0" spc="-5">
                          <a:solidFill>
                            <a:schemeClr val="tx1"/>
                          </a:solidFill>
                        </a:rPr>
                        <a:t>c</a:t>
                      </a:r>
                      <a:r>
                        <a:rPr lang="en-IN" sz="1200" b="0">
                          <a:solidFill>
                            <a:schemeClr val="tx1"/>
                          </a:solidFill>
                        </a:rPr>
                        <a:t>la</a:t>
                      </a:r>
                      <a:r>
                        <a:rPr lang="en-IN" sz="1200" b="0" spc="-5">
                          <a:solidFill>
                            <a:schemeClr val="tx1"/>
                          </a:solidFill>
                        </a:rPr>
                        <a:t>i</a:t>
                      </a:r>
                      <a:r>
                        <a:rPr lang="en-IN" sz="1200" b="0">
                          <a:solidFill>
                            <a:schemeClr val="tx1"/>
                          </a:solidFill>
                        </a:rPr>
                        <a:t>ms</a:t>
                      </a:r>
                      <a:endParaRPr lang="en-IN" sz="1200" b="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124460" marR="136525" algn="ctr">
                        <a:lnSpc>
                          <a:spcPct val="100000"/>
                        </a:lnSpc>
                        <a:spcBef>
                          <a:spcPts val="335"/>
                        </a:spcBef>
                      </a:pPr>
                      <a:r>
                        <a:rPr lang="en-US" sz="1200" b="0" spc="-5">
                          <a:solidFill>
                            <a:schemeClr val="tx1"/>
                          </a:solidFill>
                        </a:rPr>
                        <a:t>24/7 support, </a:t>
                      </a:r>
                      <a:r>
                        <a:rPr lang="en-US" sz="1200" b="0">
                          <a:solidFill>
                            <a:schemeClr val="tx1"/>
                          </a:solidFill>
                        </a:rPr>
                        <a:t> </a:t>
                      </a:r>
                      <a:r>
                        <a:rPr lang="en-US" sz="1200" b="0" spc="-10">
                          <a:solidFill>
                            <a:schemeClr val="tx1"/>
                          </a:solidFill>
                        </a:rPr>
                        <a:t>KAMs</a:t>
                      </a:r>
                      <a:r>
                        <a:rPr lang="en-US" sz="1200" b="0" spc="-20">
                          <a:solidFill>
                            <a:schemeClr val="tx1"/>
                          </a:solidFill>
                        </a:rPr>
                        <a:t> </a:t>
                      </a:r>
                      <a:r>
                        <a:rPr lang="en-US" sz="1200" b="0" spc="-5">
                          <a:solidFill>
                            <a:schemeClr val="tx1"/>
                          </a:solidFill>
                        </a:rPr>
                        <a:t>for</a:t>
                      </a:r>
                      <a:r>
                        <a:rPr lang="en-US" sz="1200" b="0" spc="-30">
                          <a:solidFill>
                            <a:schemeClr val="tx1"/>
                          </a:solidFill>
                        </a:rPr>
                        <a:t> </a:t>
                      </a:r>
                      <a:r>
                        <a:rPr lang="en-US" sz="1200" b="0" spc="-5">
                          <a:solidFill>
                            <a:schemeClr val="tx1"/>
                          </a:solidFill>
                        </a:rPr>
                        <a:t>large </a:t>
                      </a:r>
                      <a:r>
                        <a:rPr lang="en-US" sz="1200" b="0" spc="-265">
                          <a:solidFill>
                            <a:schemeClr val="tx1"/>
                          </a:solidFill>
                        </a:rPr>
                        <a:t> </a:t>
                      </a:r>
                      <a:r>
                        <a:rPr lang="en-US" sz="1200" b="0" spc="-5">
                          <a:solidFill>
                            <a:schemeClr val="tx1"/>
                          </a:solidFill>
                        </a:rPr>
                        <a:t>customers</a:t>
                      </a:r>
                      <a:endParaRPr lang="en-US" sz="1200" b="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339725" marR="273685" indent="-47625" algn="ctr">
                        <a:lnSpc>
                          <a:spcPct val="100000"/>
                        </a:lnSpc>
                        <a:spcBef>
                          <a:spcPts val="335"/>
                        </a:spcBef>
                      </a:pPr>
                      <a:r>
                        <a:rPr lang="en-IN" sz="1200" b="0" spc="20">
                          <a:solidFill>
                            <a:schemeClr val="tx1"/>
                          </a:solidFill>
                        </a:rPr>
                        <a:t>M</a:t>
                      </a:r>
                      <a:r>
                        <a:rPr lang="en-IN" sz="1200" b="0">
                          <a:solidFill>
                            <a:schemeClr val="tx1"/>
                          </a:solidFill>
                        </a:rPr>
                        <a:t>il</a:t>
                      </a:r>
                      <a:r>
                        <a:rPr lang="en-IN" sz="1200" b="0" spc="-5">
                          <a:solidFill>
                            <a:schemeClr val="tx1"/>
                          </a:solidFill>
                        </a:rPr>
                        <a:t>e</a:t>
                      </a:r>
                      <a:r>
                        <a:rPr lang="en-IN" sz="1200" b="0">
                          <a:solidFill>
                            <a:schemeClr val="tx1"/>
                          </a:solidFill>
                        </a:rPr>
                        <a:t>st</a:t>
                      </a:r>
                      <a:r>
                        <a:rPr lang="en-IN" sz="1200" b="0" spc="5">
                          <a:solidFill>
                            <a:schemeClr val="tx1"/>
                          </a:solidFill>
                        </a:rPr>
                        <a:t>o</a:t>
                      </a:r>
                      <a:r>
                        <a:rPr lang="en-IN" sz="1200" b="0">
                          <a:solidFill>
                            <a:schemeClr val="tx1"/>
                          </a:solidFill>
                        </a:rPr>
                        <a:t>ne  </a:t>
                      </a:r>
                      <a:r>
                        <a:rPr lang="en-IN" sz="1200" b="0" spc="-5">
                          <a:solidFill>
                            <a:schemeClr val="tx1"/>
                          </a:solidFill>
                        </a:rPr>
                        <a:t>tracking</a:t>
                      </a:r>
                      <a:endParaRPr lang="en-IN" sz="1200" b="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96211991"/>
                  </a:ext>
                </a:extLst>
              </a:tr>
              <a:tr h="461129">
                <a:tc>
                  <a:txBody>
                    <a:bodyPr/>
                    <a:lstStyle/>
                    <a:p>
                      <a:pPr marL="91440" marR="21590" algn="ctr">
                        <a:lnSpc>
                          <a:spcPct val="100000"/>
                        </a:lnSpc>
                        <a:spcBef>
                          <a:spcPts val="330"/>
                        </a:spcBef>
                      </a:pPr>
                      <a:r>
                        <a:rPr lang="en-IN" sz="1200" b="1" spc="-5">
                          <a:solidFill>
                            <a:schemeClr val="tx1"/>
                          </a:solidFill>
                        </a:rPr>
                        <a:t>Differentiation</a:t>
                      </a:r>
                      <a:endParaRPr lang="en-IN" sz="1200">
                        <a:solidFill>
                          <a:schemeClr val="tx1"/>
                        </a:solidFill>
                        <a:latin typeface="Calibri" panose="020F0502020204030204" pitchFamily="34" charset="0"/>
                        <a:cs typeface="Calibri" panose="020F0502020204030204" pitchFamily="34" charset="0"/>
                      </a:endParaRPr>
                    </a:p>
                  </a:txBody>
                  <a:tcPr marL="0" marR="0" marT="4191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61290" marR="127000" algn="ctr">
                        <a:lnSpc>
                          <a:spcPct val="100000"/>
                        </a:lnSpc>
                        <a:spcBef>
                          <a:spcPts val="335"/>
                        </a:spcBef>
                      </a:pPr>
                      <a:r>
                        <a:rPr sz="1200" spc="-5">
                          <a:solidFill>
                            <a:schemeClr val="tx1"/>
                          </a:solidFill>
                        </a:rPr>
                        <a:t>95%</a:t>
                      </a:r>
                      <a:r>
                        <a:rPr sz="1200" spc="-40">
                          <a:solidFill>
                            <a:schemeClr val="tx1"/>
                          </a:solidFill>
                        </a:rPr>
                        <a:t> </a:t>
                      </a:r>
                      <a:r>
                        <a:rPr sz="1200" spc="-5">
                          <a:solidFill>
                            <a:schemeClr val="tx1"/>
                          </a:solidFill>
                        </a:rPr>
                        <a:t>on-time</a:t>
                      </a:r>
                      <a:r>
                        <a:rPr sz="1200" spc="-55">
                          <a:solidFill>
                            <a:schemeClr val="tx1"/>
                          </a:solidFill>
                        </a:rPr>
                        <a:t> </a:t>
                      </a:r>
                      <a:r>
                        <a:rPr sz="1200" spc="-5">
                          <a:solidFill>
                            <a:schemeClr val="tx1"/>
                          </a:solidFill>
                        </a:rPr>
                        <a:t>SLA </a:t>
                      </a:r>
                      <a:r>
                        <a:rPr sz="1200" spc="-260">
                          <a:solidFill>
                            <a:schemeClr val="tx1"/>
                          </a:solidFill>
                        </a:rPr>
                        <a:t> </a:t>
                      </a:r>
                      <a:r>
                        <a:rPr sz="1200" spc="-10">
                          <a:solidFill>
                            <a:schemeClr val="tx1"/>
                          </a:solidFill>
                        </a:rPr>
                        <a:t>with </a:t>
                      </a:r>
                      <a:r>
                        <a:rPr sz="1200">
                          <a:solidFill>
                            <a:schemeClr val="tx1"/>
                          </a:solidFill>
                        </a:rPr>
                        <a:t>money </a:t>
                      </a:r>
                      <a:r>
                        <a:rPr sz="1200" spc="-5">
                          <a:solidFill>
                            <a:schemeClr val="tx1"/>
                          </a:solidFill>
                        </a:rPr>
                        <a:t>back </a:t>
                      </a:r>
                      <a:r>
                        <a:rPr sz="1200">
                          <a:solidFill>
                            <a:schemeClr val="tx1"/>
                          </a:solidFill>
                        </a:rPr>
                        <a:t> </a:t>
                      </a:r>
                      <a:r>
                        <a:rPr sz="1200" spc="-5">
                          <a:solidFill>
                            <a:schemeClr val="tx1"/>
                          </a:solidFill>
                        </a:rPr>
                        <a:t>guarantee; </a:t>
                      </a:r>
                      <a:r>
                        <a:rPr sz="1200">
                          <a:solidFill>
                            <a:schemeClr val="tx1"/>
                          </a:solidFill>
                        </a:rPr>
                        <a:t>same </a:t>
                      </a:r>
                      <a:r>
                        <a:rPr sz="1200" spc="-265">
                          <a:solidFill>
                            <a:schemeClr val="tx1"/>
                          </a:solidFill>
                        </a:rPr>
                        <a:t> </a:t>
                      </a:r>
                      <a:r>
                        <a:rPr sz="1200" spc="-5">
                          <a:solidFill>
                            <a:schemeClr val="tx1"/>
                          </a:solidFill>
                        </a:rPr>
                        <a:t>day</a:t>
                      </a:r>
                      <a:r>
                        <a:rPr sz="1200" spc="-20">
                          <a:solidFill>
                            <a:schemeClr val="tx1"/>
                          </a:solidFill>
                        </a:rPr>
                        <a:t> </a:t>
                      </a:r>
                      <a:r>
                        <a:rPr sz="1200" spc="-5">
                          <a:solidFill>
                            <a:schemeClr val="tx1"/>
                          </a:solidFill>
                        </a:rPr>
                        <a:t>delivery</a:t>
                      </a:r>
                      <a:endParaRPr sz="120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366395" marR="233679" indent="-120650" algn="ctr">
                        <a:lnSpc>
                          <a:spcPct val="100000"/>
                        </a:lnSpc>
                        <a:spcBef>
                          <a:spcPts val="335"/>
                        </a:spcBef>
                      </a:pPr>
                      <a:r>
                        <a:rPr lang="en-US" sz="1200" spc="-5">
                          <a:solidFill>
                            <a:schemeClr val="tx1"/>
                          </a:solidFill>
                        </a:rPr>
                        <a:t>Flexibility</a:t>
                      </a:r>
                      <a:r>
                        <a:rPr lang="en-US" sz="1200" spc="-50">
                          <a:solidFill>
                            <a:schemeClr val="tx1"/>
                          </a:solidFill>
                        </a:rPr>
                        <a:t> </a:t>
                      </a:r>
                      <a:r>
                        <a:rPr lang="en-US" sz="1200" spc="-5">
                          <a:solidFill>
                            <a:schemeClr val="tx1"/>
                          </a:solidFill>
                        </a:rPr>
                        <a:t>to </a:t>
                      </a:r>
                      <a:r>
                        <a:rPr lang="en-US" sz="1200" spc="-260">
                          <a:solidFill>
                            <a:schemeClr val="tx1"/>
                          </a:solidFill>
                        </a:rPr>
                        <a:t> </a:t>
                      </a:r>
                      <a:r>
                        <a:rPr lang="en-US" sz="1200" spc="-5">
                          <a:solidFill>
                            <a:schemeClr val="tx1"/>
                          </a:solidFill>
                        </a:rPr>
                        <a:t>cater</a:t>
                      </a:r>
                      <a:r>
                        <a:rPr lang="en-US" sz="1200" spc="-35">
                          <a:solidFill>
                            <a:schemeClr val="tx1"/>
                          </a:solidFill>
                        </a:rPr>
                        <a:t> </a:t>
                      </a:r>
                      <a:r>
                        <a:rPr lang="en-US" sz="1200" spc="-5">
                          <a:solidFill>
                            <a:schemeClr val="tx1"/>
                          </a:solidFill>
                        </a:rPr>
                        <a:t>to</a:t>
                      </a:r>
                      <a:r>
                        <a:rPr lang="en-US" sz="1200" spc="0">
                          <a:solidFill>
                            <a:schemeClr val="tx1"/>
                          </a:solidFill>
                        </a:rPr>
                        <a:t> </a:t>
                      </a:r>
                      <a:r>
                        <a:rPr lang="en-US" sz="1200" spc="-5">
                          <a:solidFill>
                            <a:schemeClr val="tx1"/>
                          </a:solidFill>
                        </a:rPr>
                        <a:t>Peak</a:t>
                      </a:r>
                      <a:r>
                        <a:rPr lang="en-US" sz="1200" spc="-45">
                          <a:solidFill>
                            <a:schemeClr val="tx1"/>
                          </a:solidFill>
                        </a:rPr>
                        <a:t> </a:t>
                      </a:r>
                      <a:r>
                        <a:rPr lang="en-US" sz="1200" spc="-5">
                          <a:solidFill>
                            <a:schemeClr val="tx1"/>
                          </a:solidFill>
                        </a:rPr>
                        <a:t>Demand</a:t>
                      </a:r>
                      <a:endParaRPr lang="en-US" sz="120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21920" marR="113030" indent="1270" algn="ctr">
                        <a:lnSpc>
                          <a:spcPct val="100000"/>
                        </a:lnSpc>
                        <a:spcBef>
                          <a:spcPts val="335"/>
                        </a:spcBef>
                      </a:pPr>
                      <a:r>
                        <a:rPr sz="1200" spc="-5">
                          <a:solidFill>
                            <a:schemeClr val="tx1"/>
                          </a:solidFill>
                        </a:rPr>
                        <a:t>Less than </a:t>
                      </a:r>
                      <a:r>
                        <a:rPr sz="1200">
                          <a:solidFill>
                            <a:schemeClr val="tx1"/>
                          </a:solidFill>
                        </a:rPr>
                        <a:t> </a:t>
                      </a:r>
                      <a:r>
                        <a:rPr sz="1200" spc="-5">
                          <a:solidFill>
                            <a:schemeClr val="tx1"/>
                          </a:solidFill>
                        </a:rPr>
                        <a:t>industry claims </a:t>
                      </a:r>
                      <a:r>
                        <a:rPr sz="1200">
                          <a:solidFill>
                            <a:schemeClr val="tx1"/>
                          </a:solidFill>
                        </a:rPr>
                        <a:t> </a:t>
                      </a:r>
                      <a:r>
                        <a:rPr sz="1200" spc="10">
                          <a:solidFill>
                            <a:schemeClr val="tx1"/>
                          </a:solidFill>
                        </a:rPr>
                        <a:t>f</a:t>
                      </a:r>
                      <a:r>
                        <a:rPr sz="1200">
                          <a:solidFill>
                            <a:schemeClr val="tx1"/>
                          </a:solidFill>
                        </a:rPr>
                        <a:t>re</a:t>
                      </a:r>
                      <a:r>
                        <a:rPr sz="1200" spc="-5">
                          <a:solidFill>
                            <a:schemeClr val="tx1"/>
                          </a:solidFill>
                        </a:rPr>
                        <a:t>q</a:t>
                      </a:r>
                      <a:r>
                        <a:rPr sz="1200">
                          <a:solidFill>
                            <a:schemeClr val="tx1"/>
                          </a:solidFill>
                        </a:rPr>
                        <a:t>u</a:t>
                      </a:r>
                      <a:r>
                        <a:rPr sz="1200" spc="-5">
                          <a:solidFill>
                            <a:schemeClr val="tx1"/>
                          </a:solidFill>
                        </a:rPr>
                        <a:t>e</a:t>
                      </a:r>
                      <a:r>
                        <a:rPr sz="1200">
                          <a:solidFill>
                            <a:schemeClr val="tx1"/>
                          </a:solidFill>
                        </a:rPr>
                        <a:t>ncy</a:t>
                      </a:r>
                      <a:r>
                        <a:rPr sz="1200" spc="-35">
                          <a:solidFill>
                            <a:schemeClr val="tx1"/>
                          </a:solidFill>
                        </a:rPr>
                        <a:t> </a:t>
                      </a:r>
                      <a:r>
                        <a:rPr sz="1200">
                          <a:solidFill>
                            <a:schemeClr val="tx1"/>
                          </a:solidFill>
                        </a:rPr>
                        <a:t>%age</a:t>
                      </a:r>
                      <a:endParaRPr sz="120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97155" marR="108585" algn="ctr">
                        <a:lnSpc>
                          <a:spcPct val="100000"/>
                        </a:lnSpc>
                        <a:spcBef>
                          <a:spcPts val="335"/>
                        </a:spcBef>
                      </a:pPr>
                      <a:r>
                        <a:rPr sz="1200" spc="-5">
                          <a:solidFill>
                            <a:schemeClr val="tx1"/>
                          </a:solidFill>
                        </a:rPr>
                        <a:t>Differentiated </a:t>
                      </a:r>
                      <a:r>
                        <a:rPr sz="1200">
                          <a:solidFill>
                            <a:schemeClr val="tx1"/>
                          </a:solidFill>
                        </a:rPr>
                        <a:t> </a:t>
                      </a:r>
                      <a:r>
                        <a:rPr sz="1200" spc="5">
                          <a:solidFill>
                            <a:schemeClr val="tx1"/>
                          </a:solidFill>
                        </a:rPr>
                        <a:t>c</a:t>
                      </a:r>
                      <a:r>
                        <a:rPr sz="1200">
                          <a:solidFill>
                            <a:schemeClr val="tx1"/>
                          </a:solidFill>
                        </a:rPr>
                        <a:t>usto</a:t>
                      </a:r>
                      <a:r>
                        <a:rPr sz="1200" spc="15">
                          <a:solidFill>
                            <a:schemeClr val="tx1"/>
                          </a:solidFill>
                        </a:rPr>
                        <a:t>m</a:t>
                      </a:r>
                      <a:r>
                        <a:rPr sz="1200">
                          <a:solidFill>
                            <a:schemeClr val="tx1"/>
                          </a:solidFill>
                        </a:rPr>
                        <a:t>er</a:t>
                      </a:r>
                      <a:r>
                        <a:rPr sz="1200" spc="-25">
                          <a:solidFill>
                            <a:schemeClr val="tx1"/>
                          </a:solidFill>
                        </a:rPr>
                        <a:t> </a:t>
                      </a:r>
                      <a:r>
                        <a:rPr sz="1200" spc="5">
                          <a:solidFill>
                            <a:schemeClr val="tx1"/>
                          </a:solidFill>
                        </a:rPr>
                        <a:t>s</a:t>
                      </a:r>
                      <a:r>
                        <a:rPr sz="1200">
                          <a:solidFill>
                            <a:schemeClr val="tx1"/>
                          </a:solidFill>
                        </a:rPr>
                        <a:t>er</a:t>
                      </a:r>
                      <a:r>
                        <a:rPr sz="1200" spc="-5">
                          <a:solidFill>
                            <a:schemeClr val="tx1"/>
                          </a:solidFill>
                        </a:rPr>
                        <a:t>vi</a:t>
                      </a:r>
                      <a:r>
                        <a:rPr sz="1200" spc="5">
                          <a:solidFill>
                            <a:schemeClr val="tx1"/>
                          </a:solidFill>
                        </a:rPr>
                        <a:t>c</a:t>
                      </a:r>
                      <a:r>
                        <a:rPr sz="1200">
                          <a:solidFill>
                            <a:schemeClr val="tx1"/>
                          </a:solidFill>
                        </a:rPr>
                        <a:t>e  </a:t>
                      </a:r>
                      <a:r>
                        <a:rPr sz="1200" spc="-5">
                          <a:solidFill>
                            <a:schemeClr val="tx1"/>
                          </a:solidFill>
                        </a:rPr>
                        <a:t>offering – social </a:t>
                      </a:r>
                      <a:r>
                        <a:rPr sz="1200">
                          <a:solidFill>
                            <a:schemeClr val="tx1"/>
                          </a:solidFill>
                        </a:rPr>
                        <a:t> </a:t>
                      </a:r>
                      <a:r>
                        <a:rPr sz="1200" spc="-5">
                          <a:solidFill>
                            <a:schemeClr val="tx1"/>
                          </a:solidFill>
                        </a:rPr>
                        <a:t>media</a:t>
                      </a:r>
                      <a:r>
                        <a:rPr sz="1200" spc="-35">
                          <a:solidFill>
                            <a:schemeClr val="tx1"/>
                          </a:solidFill>
                        </a:rPr>
                        <a:t> </a:t>
                      </a:r>
                      <a:r>
                        <a:rPr sz="1200" spc="-5">
                          <a:solidFill>
                            <a:schemeClr val="tx1"/>
                          </a:solidFill>
                        </a:rPr>
                        <a:t>enabled</a:t>
                      </a:r>
                      <a:endParaRPr sz="120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0160" algn="ctr">
                        <a:lnSpc>
                          <a:spcPct val="100000"/>
                        </a:lnSpc>
                        <a:spcBef>
                          <a:spcPts val="335"/>
                        </a:spcBef>
                      </a:pPr>
                      <a:r>
                        <a:rPr sz="1200" spc="-10">
                          <a:solidFill>
                            <a:schemeClr val="tx1"/>
                          </a:solidFill>
                        </a:rPr>
                        <a:t>API/ERP</a:t>
                      </a:r>
                      <a:r>
                        <a:rPr lang="en-US" sz="1200" spc="0">
                          <a:solidFill>
                            <a:schemeClr val="tx1"/>
                          </a:solidFill>
                        </a:rPr>
                        <a:t> </a:t>
                      </a:r>
                      <a:r>
                        <a:rPr sz="1200" spc="-5">
                          <a:solidFill>
                            <a:schemeClr val="tx1"/>
                          </a:solidFill>
                        </a:rPr>
                        <a:t>Integration, </a:t>
                      </a:r>
                      <a:r>
                        <a:rPr sz="1200">
                          <a:solidFill>
                            <a:schemeClr val="tx1"/>
                          </a:solidFill>
                        </a:rPr>
                        <a:t> </a:t>
                      </a:r>
                      <a:r>
                        <a:rPr sz="1200" spc="-5">
                          <a:solidFill>
                            <a:schemeClr val="tx1"/>
                          </a:solidFill>
                        </a:rPr>
                        <a:t>Return</a:t>
                      </a:r>
                      <a:r>
                        <a:rPr sz="1200" spc="-40">
                          <a:solidFill>
                            <a:schemeClr val="tx1"/>
                          </a:solidFill>
                        </a:rPr>
                        <a:t> </a:t>
                      </a:r>
                      <a:r>
                        <a:rPr sz="1200" spc="-5">
                          <a:solidFill>
                            <a:schemeClr val="tx1"/>
                          </a:solidFill>
                        </a:rPr>
                        <a:t>request</a:t>
                      </a:r>
                      <a:r>
                        <a:rPr sz="1200" spc="-50">
                          <a:solidFill>
                            <a:schemeClr val="tx1"/>
                          </a:solidFill>
                        </a:rPr>
                        <a:t> </a:t>
                      </a:r>
                      <a:r>
                        <a:rPr sz="1200" spc="-5">
                          <a:solidFill>
                            <a:schemeClr val="tx1"/>
                          </a:solidFill>
                        </a:rPr>
                        <a:t>– </a:t>
                      </a:r>
                      <a:r>
                        <a:rPr sz="1200" spc="-260">
                          <a:solidFill>
                            <a:schemeClr val="tx1"/>
                          </a:solidFill>
                        </a:rPr>
                        <a:t> </a:t>
                      </a:r>
                      <a:r>
                        <a:rPr sz="1200" spc="-5">
                          <a:solidFill>
                            <a:schemeClr val="tx1"/>
                          </a:solidFill>
                        </a:rPr>
                        <a:t>QC/Scanning</a:t>
                      </a:r>
                      <a:endParaRPr sz="1200">
                        <a:solidFill>
                          <a:schemeClr val="tx1"/>
                        </a:solidFill>
                        <a:latin typeface="Calibri" panose="020F0502020204030204" pitchFamily="34" charset="0"/>
                        <a:cs typeface="Calibri" panose="020F0502020204030204" pitchFamily="34" charset="0"/>
                      </a:endParaRPr>
                    </a:p>
                  </a:txBody>
                  <a:tcPr marL="0" marR="0" marT="4254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62861735"/>
                  </a:ext>
                </a:extLst>
              </a:tr>
            </a:tbl>
          </a:graphicData>
        </a:graphic>
      </p:graphicFrame>
      <p:pic>
        <p:nvPicPr>
          <p:cNvPr id="1026" name="Picture 2" descr="adress icon">
            <a:extLst>
              <a:ext uri="{FF2B5EF4-FFF2-40B4-BE49-F238E27FC236}">
                <a16:creationId xmlns:a16="http://schemas.microsoft.com/office/drawing/2014/main" id="{608EE965-DB47-8F2B-05D4-BA8DA306B37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449" y="3081730"/>
            <a:ext cx="355718" cy="355718"/>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assignment icon">
            <a:extLst>
              <a:ext uri="{FF2B5EF4-FFF2-40B4-BE49-F238E27FC236}">
                <a16:creationId xmlns:a16="http://schemas.microsoft.com/office/drawing/2014/main" id="{5081C2DF-EF06-DFF5-5B0E-76F512A04EB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500" y="3601296"/>
            <a:ext cx="314769" cy="434401"/>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travel icon">
            <a:extLst>
              <a:ext uri="{FF2B5EF4-FFF2-40B4-BE49-F238E27FC236}">
                <a16:creationId xmlns:a16="http://schemas.microsoft.com/office/drawing/2014/main" id="{B3856419-4559-57A6-F2AE-1BB8E752EDB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015" y="4236019"/>
            <a:ext cx="324019" cy="324019"/>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transparency icon">
            <a:extLst>
              <a:ext uri="{FF2B5EF4-FFF2-40B4-BE49-F238E27FC236}">
                <a16:creationId xmlns:a16="http://schemas.microsoft.com/office/drawing/2014/main" id="{8FFBABD9-FA23-B5BC-4C53-4141EE78C74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449" y="4867051"/>
            <a:ext cx="399548" cy="399548"/>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sad icon">
            <a:extLst>
              <a:ext uri="{FF2B5EF4-FFF2-40B4-BE49-F238E27FC236}">
                <a16:creationId xmlns:a16="http://schemas.microsoft.com/office/drawing/2014/main" id="{6946337D-7774-8243-8AF5-15FBC1B66FC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778" y="5481752"/>
            <a:ext cx="309837" cy="30983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4801942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78617" y="121491"/>
            <a:ext cx="11972473" cy="627684"/>
          </a:xfrm>
        </p:spPr>
        <p:txBody>
          <a:bodyPr vert="horz" lIns="91440" tIns="45720" rIns="91440" bIns="45720" rtlCol="0" anchor="t">
            <a:noAutofit/>
          </a:bodyPr>
          <a:lstStyle/>
          <a:p>
            <a:pPr marL="0" indent="0">
              <a:buNone/>
            </a:pPr>
            <a:r>
              <a:rPr lang="en-US" sz="2000">
                <a:latin typeface="Calibri" panose="020F0502020204030204" pitchFamily="34" charset="0"/>
                <a:cs typeface="Calibri" panose="020F0502020204030204" pitchFamily="34" charset="0"/>
              </a:rPr>
              <a:t>Problems of LMD</a:t>
            </a:r>
            <a:br>
              <a:rPr lang="en-US" sz="2000">
                <a:latin typeface="Calibri" panose="020F0502020204030204" pitchFamily="34" charset="0"/>
                <a:cs typeface="Calibri" panose="020F0502020204030204" pitchFamily="34" charset="0"/>
              </a:rPr>
            </a:br>
            <a:r>
              <a:rPr lang="en-US" sz="2000">
                <a:latin typeface="Calibri" panose="020F0502020204030204" pitchFamily="34" charset="0"/>
                <a:cs typeface="Calibri" panose="020F0502020204030204" pitchFamily="34" charset="0"/>
              </a:rPr>
              <a:t>Story of one parcel -&gt; all the problems it faces/creates</a:t>
            </a:r>
          </a:p>
        </p:txBody>
      </p:sp>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sp>
        <p:nvSpPr>
          <p:cNvPr id="94" name="TextBox 93">
            <a:extLst>
              <a:ext uri="{FF2B5EF4-FFF2-40B4-BE49-F238E27FC236}">
                <a16:creationId xmlns:a16="http://schemas.microsoft.com/office/drawing/2014/main" id="{303843DF-C3F6-7C48-985A-918B2A87D688}"/>
              </a:ext>
            </a:extLst>
          </p:cNvPr>
          <p:cNvSpPr txBox="1"/>
          <p:nvPr/>
        </p:nvSpPr>
        <p:spPr>
          <a:xfrm>
            <a:off x="78617" y="5925607"/>
            <a:ext cx="6512154" cy="215444"/>
          </a:xfrm>
          <a:prstGeom prst="rect">
            <a:avLst/>
          </a:prstGeom>
          <a:noFill/>
          <a:ln>
            <a:noFill/>
          </a:ln>
        </p:spPr>
        <p:txBody>
          <a:bodyPr wrap="square" rtlCol="0">
            <a:spAutoFit/>
          </a:bodyPr>
          <a:lstStyle/>
          <a:p>
            <a:r>
              <a:rPr lang="en-US" sz="800"/>
              <a:t>1. Statista 2. Bain Analysis. 3. </a:t>
            </a:r>
            <a:r>
              <a:rPr lang="en-US" sz="800" err="1"/>
              <a:t>iPAC</a:t>
            </a:r>
            <a:r>
              <a:rPr lang="en-US" sz="800"/>
              <a:t> Analysis 4. Bain Analysis 5. Press Analysis</a:t>
            </a:r>
          </a:p>
        </p:txBody>
      </p:sp>
      <p:sp>
        <p:nvSpPr>
          <p:cNvPr id="22" name="Rectangle 21">
            <a:extLst>
              <a:ext uri="{FF2B5EF4-FFF2-40B4-BE49-F238E27FC236}">
                <a16:creationId xmlns:a16="http://schemas.microsoft.com/office/drawing/2014/main" id="{61BE1A65-7F00-E040-8940-B8C694533077}"/>
              </a:ext>
            </a:extLst>
          </p:cNvPr>
          <p:cNvSpPr/>
          <p:nvPr/>
        </p:nvSpPr>
        <p:spPr>
          <a:xfrm>
            <a:off x="159024" y="1982881"/>
            <a:ext cx="8766313" cy="3025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42900" indent="-342900">
              <a:buAutoNum type="arabicPeriod"/>
            </a:pPr>
            <a:r>
              <a:rPr lang="en-US"/>
              <a:t>Highest Cost – KPMG, Org profit erosion</a:t>
            </a:r>
          </a:p>
          <a:p>
            <a:pPr marL="342900" indent="-342900">
              <a:buAutoNum type="arabicPeriod"/>
            </a:pPr>
            <a:r>
              <a:rPr lang="en-US"/>
              <a:t>Unknown Demand – 3</a:t>
            </a:r>
            <a:r>
              <a:rPr lang="en-US" baseline="30000"/>
              <a:t>rd</a:t>
            </a:r>
            <a:r>
              <a:rPr lang="en-US"/>
              <a:t> regional graph + 60% forecast accuracy</a:t>
            </a:r>
          </a:p>
          <a:p>
            <a:pPr marL="342900" indent="-342900">
              <a:buAutoNum type="arabicPeriod"/>
            </a:pPr>
            <a:r>
              <a:rPr lang="en-US"/>
              <a:t>High expectations – 73% vs 19% KPMG</a:t>
            </a:r>
          </a:p>
          <a:p>
            <a:pPr marL="342900" indent="-342900">
              <a:buAutoNum type="arabicPeriod"/>
            </a:pPr>
            <a:r>
              <a:rPr lang="en-US"/>
              <a:t>Traffic Congestion – WEF Forum</a:t>
            </a:r>
          </a:p>
          <a:p>
            <a:pPr marL="342900" indent="-342900">
              <a:buAutoNum type="arabicPeriod"/>
            </a:pPr>
            <a:r>
              <a:rPr lang="en-US"/>
              <a:t>Emissions – 40% of LMD, 43% are ok with waiting</a:t>
            </a:r>
          </a:p>
        </p:txBody>
      </p:sp>
      <p:sp>
        <p:nvSpPr>
          <p:cNvPr id="144" name="Rectangle 143">
            <a:extLst>
              <a:ext uri="{FF2B5EF4-FFF2-40B4-BE49-F238E27FC236}">
                <a16:creationId xmlns:a16="http://schemas.microsoft.com/office/drawing/2014/main" id="{063B0E13-8E44-F148-972B-762939AE20B2}"/>
              </a:ext>
            </a:extLst>
          </p:cNvPr>
          <p:cNvSpPr/>
          <p:nvPr/>
        </p:nvSpPr>
        <p:spPr>
          <a:xfrm>
            <a:off x="9094304" y="1026164"/>
            <a:ext cx="2816087" cy="4903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How To Win</a:t>
            </a:r>
          </a:p>
        </p:txBody>
      </p:sp>
      <p:sp>
        <p:nvSpPr>
          <p:cNvPr id="19" name="Rectangle 18">
            <a:extLst>
              <a:ext uri="{FF2B5EF4-FFF2-40B4-BE49-F238E27FC236}">
                <a16:creationId xmlns:a16="http://schemas.microsoft.com/office/drawing/2014/main" id="{63A5F461-DD76-114C-B140-FF228ACBFA87}"/>
              </a:ext>
            </a:extLst>
          </p:cNvPr>
          <p:cNvSpPr/>
          <p:nvPr/>
        </p:nvSpPr>
        <p:spPr>
          <a:xfrm>
            <a:off x="159025" y="5108466"/>
            <a:ext cx="3082940" cy="8141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Enormity of the problem </a:t>
            </a:r>
          </a:p>
          <a:p>
            <a:pPr algn="ctr"/>
            <a:endParaRPr lang="en-US"/>
          </a:p>
        </p:txBody>
      </p:sp>
      <p:sp>
        <p:nvSpPr>
          <p:cNvPr id="20" name="Rectangle 19">
            <a:extLst>
              <a:ext uri="{FF2B5EF4-FFF2-40B4-BE49-F238E27FC236}">
                <a16:creationId xmlns:a16="http://schemas.microsoft.com/office/drawing/2014/main" id="{273C7A3D-A3CF-E44B-9905-87ACA5E9E9C6}"/>
              </a:ext>
            </a:extLst>
          </p:cNvPr>
          <p:cNvSpPr/>
          <p:nvPr/>
        </p:nvSpPr>
        <p:spPr>
          <a:xfrm>
            <a:off x="3374898" y="5108466"/>
            <a:ext cx="1909407" cy="8141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People</a:t>
            </a:r>
          </a:p>
        </p:txBody>
      </p:sp>
      <p:sp>
        <p:nvSpPr>
          <p:cNvPr id="21" name="Rectangle 20">
            <a:extLst>
              <a:ext uri="{FF2B5EF4-FFF2-40B4-BE49-F238E27FC236}">
                <a16:creationId xmlns:a16="http://schemas.microsoft.com/office/drawing/2014/main" id="{53835B73-DF4D-4B49-B75A-4AB08E79E48D}"/>
              </a:ext>
            </a:extLst>
          </p:cNvPr>
          <p:cNvSpPr/>
          <p:nvPr/>
        </p:nvSpPr>
        <p:spPr>
          <a:xfrm>
            <a:off x="5328065" y="5115159"/>
            <a:ext cx="1723900" cy="8141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Planet</a:t>
            </a:r>
          </a:p>
        </p:txBody>
      </p:sp>
      <p:sp>
        <p:nvSpPr>
          <p:cNvPr id="23" name="Rectangle 22">
            <a:extLst>
              <a:ext uri="{FF2B5EF4-FFF2-40B4-BE49-F238E27FC236}">
                <a16:creationId xmlns:a16="http://schemas.microsoft.com/office/drawing/2014/main" id="{F21B019F-258A-6B47-9383-1A6C44A601E6}"/>
              </a:ext>
            </a:extLst>
          </p:cNvPr>
          <p:cNvSpPr/>
          <p:nvPr/>
        </p:nvSpPr>
        <p:spPr>
          <a:xfrm>
            <a:off x="7159925" y="5115159"/>
            <a:ext cx="1765412" cy="8141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Profit</a:t>
            </a:r>
          </a:p>
        </p:txBody>
      </p:sp>
      <p:sp>
        <p:nvSpPr>
          <p:cNvPr id="3" name="Rectangle 2">
            <a:extLst>
              <a:ext uri="{FF2B5EF4-FFF2-40B4-BE49-F238E27FC236}">
                <a16:creationId xmlns:a16="http://schemas.microsoft.com/office/drawing/2014/main" id="{2E0BAE93-A4E0-ACB1-DC82-A7B9B3D983F9}"/>
              </a:ext>
            </a:extLst>
          </p:cNvPr>
          <p:cNvSpPr/>
          <p:nvPr/>
        </p:nvSpPr>
        <p:spPr>
          <a:xfrm>
            <a:off x="164699" y="958968"/>
            <a:ext cx="8760637" cy="8141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Add the problem statement – who we are – why the problem – what we are doing!</a:t>
            </a:r>
          </a:p>
        </p:txBody>
      </p:sp>
    </p:spTree>
    <p:extLst>
      <p:ext uri="{BB962C8B-B14F-4D97-AF65-F5344CB8AC3E}">
        <p14:creationId xmlns:p14="http://schemas.microsoft.com/office/powerpoint/2010/main" val="135655829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621"/>
        <p:cNvGrpSpPr/>
        <p:nvPr/>
      </p:nvGrpSpPr>
      <p:grpSpPr>
        <a:xfrm>
          <a:off x="0" y="0"/>
          <a:ext cx="0" cy="0"/>
          <a:chOff x="0" y="0"/>
          <a:chExt cx="0" cy="0"/>
        </a:xfrm>
      </p:grpSpPr>
      <p:sp>
        <p:nvSpPr>
          <p:cNvPr id="1622" name="Google Shape;1622;p65"/>
          <p:cNvSpPr txBox="1"/>
          <p:nvPr/>
        </p:nvSpPr>
        <p:spPr>
          <a:xfrm>
            <a:off x="1424133" y="2045435"/>
            <a:ext cx="9396400" cy="643200"/>
          </a:xfrm>
          <a:prstGeom prst="rect">
            <a:avLst/>
          </a:prstGeom>
          <a:no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pPr algn="ctr">
              <a:lnSpc>
                <a:spcPct val="115000"/>
              </a:lnSpc>
            </a:pPr>
            <a:r>
              <a:rPr lang="en-IN" sz="1467">
                <a:solidFill>
                  <a:schemeClr val="tx1">
                    <a:lumMod val="95000"/>
                    <a:lumOff val="5000"/>
                  </a:schemeClr>
                </a:solidFill>
              </a:rPr>
              <a:t>You can easily resize these resources without losing quality. To change the color, just ungroup the resource and click on the object you want to change. Then, click on the paint bucket and select the color you want. Group the resource again when you’re done. You can also look for more </a:t>
            </a:r>
            <a:r>
              <a:rPr lang="en-IN" sz="1467">
                <a:solidFill>
                  <a:schemeClr val="tx1">
                    <a:lumMod val="95000"/>
                    <a:lumOff val="5000"/>
                  </a:schemeClr>
                </a:solidFill>
                <a:uFill>
                  <a:noFill/>
                </a:uFill>
                <a:hlinkClick r:id="rId3">
                  <a:extLst>
                    <a:ext uri="{A12FA001-AC4F-418D-AE19-62706E023703}">
                      <ahyp:hlinkClr xmlns:ahyp="http://schemas.microsoft.com/office/drawing/2018/hyperlinkcolor" val="tx"/>
                    </a:ext>
                  </a:extLst>
                </a:hlinkClick>
              </a:rPr>
              <a:t>infographics</a:t>
            </a:r>
            <a:r>
              <a:rPr lang="en-IN" sz="1467">
                <a:solidFill>
                  <a:schemeClr val="tx1">
                    <a:lumMod val="95000"/>
                    <a:lumOff val="5000"/>
                  </a:schemeClr>
                </a:solidFill>
              </a:rPr>
              <a:t> on Slidesgo.</a:t>
            </a:r>
          </a:p>
        </p:txBody>
      </p:sp>
      <p:grpSp>
        <p:nvGrpSpPr>
          <p:cNvPr id="1623" name="Google Shape;1623;p65"/>
          <p:cNvGrpSpPr/>
          <p:nvPr/>
        </p:nvGrpSpPr>
        <p:grpSpPr>
          <a:xfrm>
            <a:off x="6874771" y="4114315"/>
            <a:ext cx="632392" cy="735055"/>
            <a:chOff x="4727025" y="1332775"/>
            <a:chExt cx="59900" cy="69625"/>
          </a:xfrm>
          <a:noFill/>
        </p:grpSpPr>
        <p:sp>
          <p:nvSpPr>
            <p:cNvPr id="1624" name="Google Shape;1624;p6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25" name="Google Shape;1625;p6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626" name="Google Shape;1626;p65"/>
          <p:cNvGrpSpPr/>
          <p:nvPr/>
        </p:nvGrpSpPr>
        <p:grpSpPr>
          <a:xfrm>
            <a:off x="7692979" y="3085787"/>
            <a:ext cx="740871" cy="742708"/>
            <a:chOff x="4820425" y="1329900"/>
            <a:chExt cx="70175" cy="70350"/>
          </a:xfrm>
          <a:noFill/>
        </p:grpSpPr>
        <p:sp>
          <p:nvSpPr>
            <p:cNvPr id="1627" name="Google Shape;1627;p6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28" name="Google Shape;1628;p6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29" name="Google Shape;1629;p6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30" name="Google Shape;1630;p6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631" name="Google Shape;1631;p65"/>
          <p:cNvGrpSpPr/>
          <p:nvPr/>
        </p:nvGrpSpPr>
        <p:grpSpPr>
          <a:xfrm>
            <a:off x="8528138" y="3091794"/>
            <a:ext cx="776765" cy="711828"/>
            <a:chOff x="4903200" y="1331525"/>
            <a:chExt cx="73575" cy="67425"/>
          </a:xfrm>
          <a:noFill/>
        </p:grpSpPr>
        <p:sp>
          <p:nvSpPr>
            <p:cNvPr id="1632" name="Google Shape;1632;p6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33" name="Google Shape;1633;p6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634" name="Google Shape;1634;p65"/>
          <p:cNvGrpSpPr/>
          <p:nvPr/>
        </p:nvGrpSpPr>
        <p:grpSpPr>
          <a:xfrm>
            <a:off x="7674108" y="4104946"/>
            <a:ext cx="778613" cy="753793"/>
            <a:chOff x="4815575" y="1416800"/>
            <a:chExt cx="73750" cy="71400"/>
          </a:xfrm>
          <a:noFill/>
        </p:grpSpPr>
        <p:sp>
          <p:nvSpPr>
            <p:cNvPr id="1635" name="Google Shape;1635;p6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36" name="Google Shape;1636;p6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37" name="Google Shape;1637;p6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638" name="Google Shape;1638;p65"/>
          <p:cNvGrpSpPr/>
          <p:nvPr/>
        </p:nvGrpSpPr>
        <p:grpSpPr>
          <a:xfrm>
            <a:off x="8520483" y="4145195"/>
            <a:ext cx="786531" cy="673293"/>
            <a:chOff x="4902475" y="1418875"/>
            <a:chExt cx="74500" cy="63775"/>
          </a:xfrm>
          <a:noFill/>
        </p:grpSpPr>
        <p:sp>
          <p:nvSpPr>
            <p:cNvPr id="1639" name="Google Shape;1639;p6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40" name="Google Shape;1640;p65"/>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641" name="Google Shape;1641;p65"/>
          <p:cNvGrpSpPr/>
          <p:nvPr/>
        </p:nvGrpSpPr>
        <p:grpSpPr>
          <a:xfrm>
            <a:off x="7687437" y="5101334"/>
            <a:ext cx="751956" cy="756169"/>
            <a:chOff x="4818100" y="1507675"/>
            <a:chExt cx="71225" cy="71625"/>
          </a:xfrm>
          <a:noFill/>
        </p:grpSpPr>
        <p:sp>
          <p:nvSpPr>
            <p:cNvPr id="1642" name="Google Shape;1642;p6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43" name="Google Shape;1643;p6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44" name="Google Shape;1644;p6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45" name="Google Shape;1645;p6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646" name="Google Shape;1646;p65"/>
          <p:cNvGrpSpPr/>
          <p:nvPr/>
        </p:nvGrpSpPr>
        <p:grpSpPr>
          <a:xfrm>
            <a:off x="6772101" y="5105949"/>
            <a:ext cx="837735" cy="784673"/>
            <a:chOff x="4721450" y="1509475"/>
            <a:chExt cx="79350" cy="74325"/>
          </a:xfrm>
          <a:noFill/>
        </p:grpSpPr>
        <p:sp>
          <p:nvSpPr>
            <p:cNvPr id="1647" name="Google Shape;1647;p6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48" name="Google Shape;1648;p6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49" name="Google Shape;1649;p6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50" name="Google Shape;1650;p6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651" name="Google Shape;1651;p65"/>
          <p:cNvGrpSpPr/>
          <p:nvPr/>
        </p:nvGrpSpPr>
        <p:grpSpPr>
          <a:xfrm>
            <a:off x="8566144" y="5085369"/>
            <a:ext cx="742717" cy="750363"/>
            <a:chOff x="4906800" y="1507500"/>
            <a:chExt cx="70350" cy="71075"/>
          </a:xfrm>
          <a:noFill/>
        </p:grpSpPr>
        <p:sp>
          <p:nvSpPr>
            <p:cNvPr id="1652" name="Google Shape;1652;p6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53" name="Google Shape;1653;p6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54" name="Google Shape;1654;p6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55" name="Google Shape;1655;p6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56" name="Google Shape;1656;p6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657" name="Google Shape;1657;p65"/>
          <p:cNvGrpSpPr/>
          <p:nvPr/>
        </p:nvGrpSpPr>
        <p:grpSpPr>
          <a:xfrm>
            <a:off x="5949621" y="3121284"/>
            <a:ext cx="690579" cy="690579"/>
            <a:chOff x="3736598" y="2170606"/>
            <a:chExt cx="404889" cy="404889"/>
          </a:xfrm>
          <a:noFill/>
        </p:grpSpPr>
        <p:sp>
          <p:nvSpPr>
            <p:cNvPr id="1658" name="Google Shape;1658;p6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59" name="Google Shape;1659;p6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60" name="Google Shape;1660;p6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61" name="Google Shape;1661;p6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662" name="Google Shape;1662;p65"/>
          <p:cNvGrpSpPr/>
          <p:nvPr/>
        </p:nvGrpSpPr>
        <p:grpSpPr>
          <a:xfrm>
            <a:off x="4972369" y="3121415"/>
            <a:ext cx="782648" cy="690320"/>
            <a:chOff x="3161917" y="2170682"/>
            <a:chExt cx="458870" cy="404737"/>
          </a:xfrm>
          <a:noFill/>
        </p:grpSpPr>
        <p:sp>
          <p:nvSpPr>
            <p:cNvPr id="1663" name="Google Shape;1663;p6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64" name="Google Shape;1664;p6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65" name="Google Shape;1665;p6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666" name="Google Shape;1666;p65"/>
          <p:cNvGrpSpPr/>
          <p:nvPr/>
        </p:nvGrpSpPr>
        <p:grpSpPr>
          <a:xfrm>
            <a:off x="5003066" y="4136534"/>
            <a:ext cx="721257" cy="690617"/>
            <a:chOff x="3179914" y="2889488"/>
            <a:chExt cx="422876" cy="404911"/>
          </a:xfrm>
          <a:noFill/>
        </p:grpSpPr>
        <p:sp>
          <p:nvSpPr>
            <p:cNvPr id="1667" name="Google Shape;1667;p6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68" name="Google Shape;1668;p6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69" name="Google Shape;1669;p6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70" name="Google Shape;1670;p6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71" name="Google Shape;1671;p6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72" name="Google Shape;1672;p6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673" name="Google Shape;1673;p65"/>
          <p:cNvGrpSpPr/>
          <p:nvPr/>
        </p:nvGrpSpPr>
        <p:grpSpPr>
          <a:xfrm>
            <a:off x="5937457" y="4136478"/>
            <a:ext cx="714907" cy="690729"/>
            <a:chOff x="3729467" y="2889422"/>
            <a:chExt cx="419153" cy="404977"/>
          </a:xfrm>
          <a:noFill/>
        </p:grpSpPr>
        <p:sp>
          <p:nvSpPr>
            <p:cNvPr id="1674" name="Google Shape;1674;p6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75" name="Google Shape;1675;p6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76" name="Google Shape;1676;p6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77" name="Google Shape;1677;p6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78" name="Google Shape;1678;p6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79" name="Google Shape;1679;p6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80" name="Google Shape;1680;p6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681" name="Google Shape;1681;p65"/>
          <p:cNvGrpSpPr/>
          <p:nvPr/>
        </p:nvGrpSpPr>
        <p:grpSpPr>
          <a:xfrm>
            <a:off x="2653502" y="4594384"/>
            <a:ext cx="1287135" cy="179481"/>
            <a:chOff x="4411970" y="2962952"/>
            <a:chExt cx="706544" cy="104212"/>
          </a:xfrm>
          <a:noFill/>
        </p:grpSpPr>
        <p:sp>
          <p:nvSpPr>
            <p:cNvPr id="1682" name="Google Shape;1682;p6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83" name="Google Shape;1683;p6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84" name="Google Shape;1684;p6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85" name="Google Shape;1685;p6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686" name="Google Shape;1686;p65"/>
          <p:cNvGrpSpPr/>
          <p:nvPr/>
        </p:nvGrpSpPr>
        <p:grpSpPr>
          <a:xfrm>
            <a:off x="2653501" y="4054769"/>
            <a:ext cx="1280211" cy="385563"/>
            <a:chOff x="4411970" y="2726085"/>
            <a:chExt cx="643107" cy="193659"/>
          </a:xfrm>
          <a:noFill/>
        </p:grpSpPr>
        <p:sp>
          <p:nvSpPr>
            <p:cNvPr id="1687" name="Google Shape;1687;p6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88" name="Google Shape;1688;p6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89" name="Google Shape;1689;p6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690" name="Google Shape;1690;p65"/>
          <p:cNvGrpSpPr/>
          <p:nvPr/>
        </p:nvGrpSpPr>
        <p:grpSpPr>
          <a:xfrm>
            <a:off x="1331499" y="4393867"/>
            <a:ext cx="1082004" cy="336779"/>
            <a:chOff x="4411970" y="4340222"/>
            <a:chExt cx="779467" cy="242683"/>
          </a:xfrm>
          <a:noFill/>
        </p:grpSpPr>
        <p:sp>
          <p:nvSpPr>
            <p:cNvPr id="1691" name="Google Shape;1691;p6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92" name="Google Shape;1692;p6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93" name="Google Shape;1693;p6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694" name="Google Shape;1694;p65"/>
          <p:cNvGrpSpPr/>
          <p:nvPr/>
        </p:nvGrpSpPr>
        <p:grpSpPr>
          <a:xfrm>
            <a:off x="2653501" y="3612411"/>
            <a:ext cx="1286880" cy="288307"/>
            <a:chOff x="4411970" y="2468674"/>
            <a:chExt cx="747317" cy="167425"/>
          </a:xfrm>
          <a:noFill/>
        </p:grpSpPr>
        <p:sp>
          <p:nvSpPr>
            <p:cNvPr id="1695" name="Google Shape;1695;p6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696" name="Google Shape;1696;p6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697" name="Google Shape;1697;p65"/>
          <p:cNvSpPr/>
          <p:nvPr/>
        </p:nvSpPr>
        <p:spPr>
          <a:xfrm>
            <a:off x="1329165" y="4018786"/>
            <a:ext cx="1080824" cy="257311"/>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698" name="Google Shape;1698;p65"/>
          <p:cNvGrpSpPr/>
          <p:nvPr/>
        </p:nvGrpSpPr>
        <p:grpSpPr>
          <a:xfrm>
            <a:off x="1330257" y="3112916"/>
            <a:ext cx="2612055" cy="278379"/>
            <a:chOff x="6336019" y="3733725"/>
            <a:chExt cx="2566206" cy="351310"/>
          </a:xfrm>
          <a:noFill/>
        </p:grpSpPr>
        <p:sp>
          <p:nvSpPr>
            <p:cNvPr id="1699" name="Google Shape;1699;p65"/>
            <p:cNvSpPr/>
            <p:nvPr/>
          </p:nvSpPr>
          <p:spPr>
            <a:xfrm>
              <a:off x="6336019" y="3733735"/>
              <a:ext cx="1881300" cy="351300"/>
            </a:xfrm>
            <a:prstGeom prst="homePlate">
              <a:avLst>
                <a:gd name="adj" fmla="val 50000"/>
              </a:avLst>
            </a:pr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00" name="Google Shape;1700;p65"/>
            <p:cNvSpPr/>
            <p:nvPr/>
          </p:nvSpPr>
          <p:spPr>
            <a:xfrm>
              <a:off x="8098525" y="3733725"/>
              <a:ext cx="346500" cy="351300"/>
            </a:xfrm>
            <a:prstGeom prst="chevron">
              <a:avLst>
                <a:gd name="adj" fmla="val 50000"/>
              </a:avLst>
            </a:pr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01" name="Google Shape;1701;p65"/>
            <p:cNvSpPr/>
            <p:nvPr/>
          </p:nvSpPr>
          <p:spPr>
            <a:xfrm>
              <a:off x="8327125" y="3733725"/>
              <a:ext cx="346500" cy="351300"/>
            </a:xfrm>
            <a:prstGeom prst="chevron">
              <a:avLst>
                <a:gd name="adj" fmla="val 50000"/>
              </a:avLst>
            </a:pr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02" name="Google Shape;1702;p65"/>
            <p:cNvSpPr/>
            <p:nvPr/>
          </p:nvSpPr>
          <p:spPr>
            <a:xfrm>
              <a:off x="8555725" y="3733725"/>
              <a:ext cx="346500" cy="351300"/>
            </a:xfrm>
            <a:prstGeom prst="chevron">
              <a:avLst>
                <a:gd name="adj" fmla="val 50000"/>
              </a:avLst>
            </a:pr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703" name="Google Shape;1703;p65"/>
          <p:cNvGrpSpPr/>
          <p:nvPr/>
        </p:nvGrpSpPr>
        <p:grpSpPr>
          <a:xfrm>
            <a:off x="2653502" y="5267469"/>
            <a:ext cx="1262068" cy="204267"/>
            <a:chOff x="4404545" y="3301592"/>
            <a:chExt cx="782403" cy="129272"/>
          </a:xfrm>
          <a:noFill/>
        </p:grpSpPr>
        <p:sp>
          <p:nvSpPr>
            <p:cNvPr id="1704" name="Google Shape;1704;p6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05" name="Google Shape;1705;p65"/>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706" name="Google Shape;1706;p65"/>
          <p:cNvGrpSpPr/>
          <p:nvPr/>
        </p:nvGrpSpPr>
        <p:grpSpPr>
          <a:xfrm>
            <a:off x="2653502" y="4927917"/>
            <a:ext cx="1283009" cy="185503"/>
            <a:chOff x="4411970" y="3131459"/>
            <a:chExt cx="710520" cy="117397"/>
          </a:xfrm>
          <a:noFill/>
        </p:grpSpPr>
        <p:sp>
          <p:nvSpPr>
            <p:cNvPr id="1707" name="Google Shape;1707;p6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08" name="Google Shape;1708;p6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709" name="Google Shape;1709;p65" descr="Timeline background shape"/>
          <p:cNvSpPr/>
          <p:nvPr/>
        </p:nvSpPr>
        <p:spPr>
          <a:xfrm>
            <a:off x="2653501" y="5625788"/>
            <a:ext cx="1280400" cy="204000"/>
          </a:xfrm>
          <a:prstGeom prst="homePlate">
            <a:avLst>
              <a:gd name="adj" fmla="val 50000"/>
            </a:avLst>
          </a:prstGeom>
          <a:no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710" name="Google Shape;1710;p65"/>
          <p:cNvGrpSpPr/>
          <p:nvPr/>
        </p:nvGrpSpPr>
        <p:grpSpPr>
          <a:xfrm>
            <a:off x="1320361" y="4828804"/>
            <a:ext cx="1098451" cy="611984"/>
            <a:chOff x="4411970" y="1801825"/>
            <a:chExt cx="734586" cy="409262"/>
          </a:xfrm>
          <a:noFill/>
        </p:grpSpPr>
        <p:sp>
          <p:nvSpPr>
            <p:cNvPr id="1711" name="Google Shape;1711;p6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12" name="Google Shape;1712;p6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713" name="Google Shape;1713;p65"/>
          <p:cNvGrpSpPr/>
          <p:nvPr/>
        </p:nvGrpSpPr>
        <p:grpSpPr>
          <a:xfrm>
            <a:off x="4126991" y="3118897"/>
            <a:ext cx="695352" cy="695352"/>
            <a:chOff x="5681300" y="2527788"/>
            <a:chExt cx="805800" cy="805800"/>
          </a:xfrm>
          <a:noFill/>
        </p:grpSpPr>
        <p:sp>
          <p:nvSpPr>
            <p:cNvPr id="1714" name="Google Shape;1714;p65"/>
            <p:cNvSpPr/>
            <p:nvPr/>
          </p:nvSpPr>
          <p:spPr>
            <a:xfrm>
              <a:off x="5681300" y="2527788"/>
              <a:ext cx="805800" cy="805800"/>
            </a:xfrm>
            <a:prstGeom prst="ellipse">
              <a:avLst/>
            </a:pr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15" name="Google Shape;1715;p65"/>
            <p:cNvSpPr/>
            <p:nvPr/>
          </p:nvSpPr>
          <p:spPr>
            <a:xfrm>
              <a:off x="5681300" y="2527788"/>
              <a:ext cx="805800" cy="805800"/>
            </a:xfrm>
            <a:prstGeom prst="pie">
              <a:avLst>
                <a:gd name="adj1" fmla="val 0"/>
                <a:gd name="adj2" fmla="val 16200000"/>
              </a:avLst>
            </a:pr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716" name="Google Shape;1716;p65"/>
          <p:cNvGrpSpPr/>
          <p:nvPr/>
        </p:nvGrpSpPr>
        <p:grpSpPr>
          <a:xfrm>
            <a:off x="4119311" y="4126487"/>
            <a:ext cx="710711" cy="710711"/>
            <a:chOff x="4049800" y="640400"/>
            <a:chExt cx="858900" cy="858900"/>
          </a:xfrm>
          <a:noFill/>
        </p:grpSpPr>
        <p:sp>
          <p:nvSpPr>
            <p:cNvPr id="1717" name="Google Shape;1717;p65"/>
            <p:cNvSpPr/>
            <p:nvPr/>
          </p:nvSpPr>
          <p:spPr>
            <a:xfrm>
              <a:off x="4049800" y="640400"/>
              <a:ext cx="858900" cy="858900"/>
            </a:xfrm>
            <a:prstGeom prst="donut">
              <a:avLst>
                <a:gd name="adj" fmla="val 25000"/>
              </a:avLst>
            </a:pr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18" name="Google Shape;1718;p65"/>
            <p:cNvSpPr/>
            <p:nvPr/>
          </p:nvSpPr>
          <p:spPr>
            <a:xfrm>
              <a:off x="4049800" y="640400"/>
              <a:ext cx="858900" cy="858900"/>
            </a:xfrm>
            <a:prstGeom prst="blockArc">
              <a:avLst>
                <a:gd name="adj1" fmla="val 7914150"/>
                <a:gd name="adj2" fmla="val 0"/>
                <a:gd name="adj3" fmla="val 25000"/>
              </a:avLst>
            </a:pr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719" name="Google Shape;1719;p65"/>
          <p:cNvGrpSpPr/>
          <p:nvPr/>
        </p:nvGrpSpPr>
        <p:grpSpPr>
          <a:xfrm>
            <a:off x="4135110" y="5145689"/>
            <a:ext cx="678605" cy="678129"/>
            <a:chOff x="5201900" y="1050116"/>
            <a:chExt cx="717240" cy="716737"/>
          </a:xfrm>
          <a:noFill/>
        </p:grpSpPr>
        <p:sp>
          <p:nvSpPr>
            <p:cNvPr id="1720" name="Google Shape;1720;p65"/>
            <p:cNvSpPr/>
            <p:nvPr/>
          </p:nvSpPr>
          <p:spPr>
            <a:xfrm>
              <a:off x="5201900" y="1050116"/>
              <a:ext cx="716700" cy="716700"/>
            </a:xfrm>
            <a:prstGeom prst="donut">
              <a:avLst>
                <a:gd name="adj" fmla="val 4716"/>
              </a:avLst>
            </a:pr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21" name="Google Shape;1721;p65"/>
            <p:cNvSpPr/>
            <p:nvPr/>
          </p:nvSpPr>
          <p:spPr>
            <a:xfrm>
              <a:off x="5269594" y="1117818"/>
              <a:ext cx="581100" cy="581100"/>
            </a:xfrm>
            <a:prstGeom prst="donut">
              <a:avLst>
                <a:gd name="adj" fmla="val 5814"/>
              </a:avLst>
            </a:pr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22" name="Google Shape;1722;p65"/>
            <p:cNvSpPr/>
            <p:nvPr/>
          </p:nvSpPr>
          <p:spPr>
            <a:xfrm>
              <a:off x="5339279" y="1187526"/>
              <a:ext cx="441900" cy="441600"/>
            </a:xfrm>
            <a:prstGeom prst="donut">
              <a:avLst>
                <a:gd name="adj" fmla="val 7648"/>
              </a:avLst>
            </a:pr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23" name="Google Shape;1723;p65"/>
            <p:cNvSpPr/>
            <p:nvPr/>
          </p:nvSpPr>
          <p:spPr>
            <a:xfrm>
              <a:off x="5414892" y="1263155"/>
              <a:ext cx="290700" cy="290700"/>
            </a:xfrm>
            <a:prstGeom prst="donut">
              <a:avLst>
                <a:gd name="adj" fmla="val 10182"/>
              </a:avLst>
            </a:pr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24" name="Google Shape;1724;p65"/>
            <p:cNvSpPr/>
            <p:nvPr/>
          </p:nvSpPr>
          <p:spPr>
            <a:xfrm rot="-3809958">
              <a:off x="5202435" y="1050148"/>
              <a:ext cx="716705" cy="716705"/>
            </a:xfrm>
            <a:prstGeom prst="blockArc">
              <a:avLst>
                <a:gd name="adj1" fmla="val 5266439"/>
                <a:gd name="adj2" fmla="val 19995741"/>
                <a:gd name="adj3" fmla="val 4692"/>
              </a:avLst>
            </a:pr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25" name="Google Shape;1725;p65"/>
            <p:cNvSpPr/>
            <p:nvPr/>
          </p:nvSpPr>
          <p:spPr>
            <a:xfrm rot="-3906059">
              <a:off x="5269616" y="1117617"/>
              <a:ext cx="581445" cy="581445"/>
            </a:xfrm>
            <a:prstGeom prst="blockArc">
              <a:avLst>
                <a:gd name="adj1" fmla="val 3085776"/>
                <a:gd name="adj2" fmla="val 20100839"/>
                <a:gd name="adj3" fmla="val 5564"/>
              </a:avLst>
            </a:pr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26" name="Google Shape;1726;p65"/>
            <p:cNvSpPr/>
            <p:nvPr/>
          </p:nvSpPr>
          <p:spPr>
            <a:xfrm rot="-4222340">
              <a:off x="5339825" y="1187386"/>
              <a:ext cx="442087" cy="442087"/>
            </a:xfrm>
            <a:prstGeom prst="blockArc">
              <a:avLst>
                <a:gd name="adj1" fmla="val 8884448"/>
                <a:gd name="adj2" fmla="val 20414899"/>
                <a:gd name="adj3" fmla="val 7688"/>
              </a:avLst>
            </a:pr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27" name="Google Shape;1727;p65"/>
            <p:cNvSpPr/>
            <p:nvPr/>
          </p:nvSpPr>
          <p:spPr>
            <a:xfrm rot="-4538880">
              <a:off x="5414922" y="1262925"/>
              <a:ext cx="290465" cy="290465"/>
            </a:xfrm>
            <a:prstGeom prst="blockArc">
              <a:avLst>
                <a:gd name="adj1" fmla="val 6490304"/>
                <a:gd name="adj2" fmla="val 20700625"/>
                <a:gd name="adj3" fmla="val 10156"/>
              </a:avLst>
            </a:pr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728" name="Google Shape;1728;p65"/>
          <p:cNvGrpSpPr/>
          <p:nvPr/>
        </p:nvGrpSpPr>
        <p:grpSpPr>
          <a:xfrm>
            <a:off x="5971287" y="5158979"/>
            <a:ext cx="674200" cy="672008"/>
            <a:chOff x="6039282" y="1042577"/>
            <a:chExt cx="734315" cy="731929"/>
          </a:xfrm>
          <a:noFill/>
        </p:grpSpPr>
        <p:sp>
          <p:nvSpPr>
            <p:cNvPr id="1729" name="Google Shape;1729;p6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30" name="Google Shape;1730;p6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31" name="Google Shape;1731;p6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32" name="Google Shape;1732;p6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33" name="Google Shape;1733;p6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34" name="Google Shape;1734;p6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35" name="Google Shape;1735;p6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36" name="Google Shape;1736;p6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37" name="Google Shape;1737;p6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38" name="Google Shape;1738;p6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39" name="Google Shape;1739;p6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40" name="Google Shape;1740;p6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41" name="Google Shape;1741;p6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42" name="Google Shape;1742;p6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43" name="Google Shape;1743;p6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44" name="Google Shape;1744;p6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45" name="Google Shape;1745;p6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46" name="Google Shape;1746;p6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47" name="Google Shape;1747;p6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48" name="Google Shape;1748;p6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49" name="Google Shape;1749;p6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750" name="Google Shape;1750;p65"/>
          <p:cNvGrpSpPr/>
          <p:nvPr/>
        </p:nvGrpSpPr>
        <p:grpSpPr>
          <a:xfrm>
            <a:off x="6788089" y="3065149"/>
            <a:ext cx="756992" cy="802848"/>
            <a:chOff x="1825800" y="1651625"/>
            <a:chExt cx="539989" cy="571775"/>
          </a:xfrm>
          <a:noFill/>
        </p:grpSpPr>
        <p:sp>
          <p:nvSpPr>
            <p:cNvPr id="1751" name="Google Shape;1751;p65"/>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52" name="Google Shape;1752;p65"/>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53" name="Google Shape;1753;p65"/>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54" name="Google Shape;1754;p6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755" name="Google Shape;1755;p65"/>
          <p:cNvGrpSpPr/>
          <p:nvPr/>
        </p:nvGrpSpPr>
        <p:grpSpPr>
          <a:xfrm>
            <a:off x="5021328" y="5140773"/>
            <a:ext cx="677497" cy="677273"/>
            <a:chOff x="1897577" y="2802432"/>
            <a:chExt cx="492176" cy="492014"/>
          </a:xfrm>
          <a:noFill/>
        </p:grpSpPr>
        <p:sp>
          <p:nvSpPr>
            <p:cNvPr id="1756" name="Google Shape;1756;p65"/>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57" name="Google Shape;1757;p65"/>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58" name="Google Shape;1758;p65"/>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59" name="Google Shape;1759;p65"/>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60" name="Google Shape;1760;p65"/>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61" name="Google Shape;1761;p65"/>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62" name="Google Shape;1762;p65"/>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63" name="Google Shape;1763;p65"/>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64" name="Google Shape;1764;p65"/>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65" name="Google Shape;1765;p65"/>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66" name="Google Shape;1766;p65"/>
            <p:cNvSpPr/>
            <p:nvPr/>
          </p:nvSpPr>
          <p:spPr>
            <a:xfrm>
              <a:off x="2143379" y="3048492"/>
              <a:ext cx="16" cy="16"/>
            </a:xfrm>
            <a:custGeom>
              <a:avLst/>
              <a:gdLst/>
              <a:ahLst/>
              <a:cxnLst/>
              <a:rect l="l" t="t" r="r" b="b"/>
              <a:pathLst>
                <a:path w="1" h="1" fill="none" extrusionOk="0">
                  <a:moveTo>
                    <a:pt x="0" y="0"/>
                  </a:moveTo>
                  <a:lnTo>
                    <a:pt x="0"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67" name="Google Shape;1767;p65"/>
            <p:cNvSpPr/>
            <p:nvPr/>
          </p:nvSpPr>
          <p:spPr>
            <a:xfrm>
              <a:off x="2143379" y="3048492"/>
              <a:ext cx="16" cy="16"/>
            </a:xfrm>
            <a:custGeom>
              <a:avLst/>
              <a:gdLst/>
              <a:ahLst/>
              <a:cxnLst/>
              <a:rect l="l" t="t" r="r" b="b"/>
              <a:pathLst>
                <a:path w="1" h="1" fill="none" extrusionOk="0">
                  <a:moveTo>
                    <a:pt x="0" y="0"/>
                  </a:moveTo>
                  <a:lnTo>
                    <a:pt x="0"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768" name="Google Shape;1768;p65"/>
          <p:cNvGrpSpPr/>
          <p:nvPr/>
        </p:nvGrpSpPr>
        <p:grpSpPr>
          <a:xfrm>
            <a:off x="1330034" y="5558831"/>
            <a:ext cx="1078969" cy="267789"/>
            <a:chOff x="2013045" y="4813233"/>
            <a:chExt cx="921986" cy="228854"/>
          </a:xfrm>
          <a:noFill/>
        </p:grpSpPr>
        <p:sp>
          <p:nvSpPr>
            <p:cNvPr id="1769" name="Google Shape;1769;p65"/>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70" name="Google Shape;1770;p65"/>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771" name="Google Shape;1771;p65"/>
          <p:cNvGrpSpPr/>
          <p:nvPr/>
        </p:nvGrpSpPr>
        <p:grpSpPr>
          <a:xfrm>
            <a:off x="1341314" y="3541340"/>
            <a:ext cx="1056561" cy="359921"/>
            <a:chOff x="1046767" y="4756633"/>
            <a:chExt cx="859646" cy="292841"/>
          </a:xfrm>
          <a:noFill/>
        </p:grpSpPr>
        <p:sp>
          <p:nvSpPr>
            <p:cNvPr id="1772" name="Google Shape;1772;p65"/>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73" name="Google Shape;1773;p65"/>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74" name="Google Shape;1774;p65"/>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775" name="Google Shape;1775;p65"/>
          <p:cNvSpPr/>
          <p:nvPr/>
        </p:nvSpPr>
        <p:spPr>
          <a:xfrm>
            <a:off x="9919651" y="3134230"/>
            <a:ext cx="247213" cy="125341"/>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776" name="Google Shape;1776;p65"/>
          <p:cNvSpPr/>
          <p:nvPr/>
        </p:nvSpPr>
        <p:spPr>
          <a:xfrm>
            <a:off x="9518925" y="3110767"/>
            <a:ext cx="229028" cy="172264"/>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777" name="Google Shape;1777;p65"/>
          <p:cNvSpPr/>
          <p:nvPr/>
        </p:nvSpPr>
        <p:spPr>
          <a:xfrm>
            <a:off x="10348643" y="3119373"/>
            <a:ext cx="223751" cy="155703"/>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778" name="Google Shape;1778;p65"/>
          <p:cNvSpPr/>
          <p:nvPr/>
        </p:nvSpPr>
        <p:spPr>
          <a:xfrm>
            <a:off x="10741584" y="3110767"/>
            <a:ext cx="218473" cy="172264"/>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779" name="Google Shape;1779;p65"/>
          <p:cNvGrpSpPr/>
          <p:nvPr/>
        </p:nvGrpSpPr>
        <p:grpSpPr>
          <a:xfrm>
            <a:off x="9522455" y="3400750"/>
            <a:ext cx="221964" cy="188663"/>
            <a:chOff x="4660325" y="1866850"/>
            <a:chExt cx="68350" cy="58100"/>
          </a:xfrm>
          <a:noFill/>
        </p:grpSpPr>
        <p:sp>
          <p:nvSpPr>
            <p:cNvPr id="1780" name="Google Shape;1780;p6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81" name="Google Shape;1781;p6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782" name="Google Shape;1782;p65"/>
          <p:cNvGrpSpPr/>
          <p:nvPr/>
        </p:nvGrpSpPr>
        <p:grpSpPr>
          <a:xfrm>
            <a:off x="9934915" y="3435049"/>
            <a:ext cx="216687" cy="120065"/>
            <a:chOff x="4791775" y="1877500"/>
            <a:chExt cx="66725" cy="36975"/>
          </a:xfrm>
          <a:noFill/>
        </p:grpSpPr>
        <p:sp>
          <p:nvSpPr>
            <p:cNvPr id="1783" name="Google Shape;1783;p6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84" name="Google Shape;1784;p6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785" name="Google Shape;1785;p65"/>
          <p:cNvGrpSpPr/>
          <p:nvPr/>
        </p:nvGrpSpPr>
        <p:grpSpPr>
          <a:xfrm>
            <a:off x="10363866" y="3435049"/>
            <a:ext cx="193305" cy="120065"/>
            <a:chOff x="4923925" y="1877500"/>
            <a:chExt cx="59525" cy="36975"/>
          </a:xfrm>
          <a:noFill/>
        </p:grpSpPr>
        <p:sp>
          <p:nvSpPr>
            <p:cNvPr id="1786" name="Google Shape;1786;p6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87" name="Google Shape;1787;p6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788" name="Google Shape;1788;p65"/>
          <p:cNvGrpSpPr/>
          <p:nvPr/>
        </p:nvGrpSpPr>
        <p:grpSpPr>
          <a:xfrm>
            <a:off x="10756521" y="3411303"/>
            <a:ext cx="188596" cy="167556"/>
            <a:chOff x="5058450" y="1870100"/>
            <a:chExt cx="58075" cy="51600"/>
          </a:xfrm>
          <a:noFill/>
        </p:grpSpPr>
        <p:sp>
          <p:nvSpPr>
            <p:cNvPr id="1789" name="Google Shape;1789;p6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90" name="Google Shape;1790;p6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791" name="Google Shape;1791;p65"/>
          <p:cNvGrpSpPr/>
          <p:nvPr/>
        </p:nvGrpSpPr>
        <p:grpSpPr>
          <a:xfrm>
            <a:off x="9975874" y="3974514"/>
            <a:ext cx="134769" cy="143527"/>
            <a:chOff x="4811425" y="2065025"/>
            <a:chExt cx="41500" cy="44200"/>
          </a:xfrm>
          <a:noFill/>
        </p:grpSpPr>
        <p:sp>
          <p:nvSpPr>
            <p:cNvPr id="1792" name="Google Shape;1792;p6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93" name="Google Shape;1793;p6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794" name="Google Shape;1794;p65"/>
          <p:cNvGrpSpPr/>
          <p:nvPr/>
        </p:nvGrpSpPr>
        <p:grpSpPr>
          <a:xfrm>
            <a:off x="10365790" y="3974798"/>
            <a:ext cx="161156" cy="142957"/>
            <a:chOff x="4929875" y="2065025"/>
            <a:chExt cx="49625" cy="44025"/>
          </a:xfrm>
          <a:noFill/>
        </p:grpSpPr>
        <p:sp>
          <p:nvSpPr>
            <p:cNvPr id="1795" name="Google Shape;1795;p6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96" name="Google Shape;1796;p6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797" name="Google Shape;1797;p65"/>
          <p:cNvGrpSpPr/>
          <p:nvPr/>
        </p:nvGrpSpPr>
        <p:grpSpPr>
          <a:xfrm>
            <a:off x="10804015" y="3978817"/>
            <a:ext cx="93608" cy="134921"/>
            <a:chOff x="5083925" y="2066350"/>
            <a:chExt cx="28825" cy="41550"/>
          </a:xfrm>
          <a:noFill/>
        </p:grpSpPr>
        <p:sp>
          <p:nvSpPr>
            <p:cNvPr id="1798" name="Google Shape;1798;p6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799" name="Google Shape;1799;p6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800" name="Google Shape;1800;p65"/>
          <p:cNvGrpSpPr/>
          <p:nvPr/>
        </p:nvGrpSpPr>
        <p:grpSpPr>
          <a:xfrm>
            <a:off x="9512753" y="3999679"/>
            <a:ext cx="241368" cy="93195"/>
            <a:chOff x="4659775" y="2072775"/>
            <a:chExt cx="74325" cy="28700"/>
          </a:xfrm>
          <a:noFill/>
        </p:grpSpPr>
        <p:sp>
          <p:nvSpPr>
            <p:cNvPr id="1801" name="Google Shape;1801;p6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02" name="Google Shape;1802;p6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03" name="Google Shape;1803;p6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804" name="Google Shape;1804;p65"/>
          <p:cNvGrpSpPr/>
          <p:nvPr/>
        </p:nvGrpSpPr>
        <p:grpSpPr>
          <a:xfrm>
            <a:off x="10739229" y="3720433"/>
            <a:ext cx="223183" cy="118929"/>
            <a:chOff x="4662475" y="1976500"/>
            <a:chExt cx="68725" cy="36625"/>
          </a:xfrm>
          <a:noFill/>
        </p:grpSpPr>
        <p:sp>
          <p:nvSpPr>
            <p:cNvPr id="1805" name="Google Shape;1805;p6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06" name="Google Shape;1806;p6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07" name="Google Shape;1807;p6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808" name="Google Shape;1808;p65"/>
          <p:cNvGrpSpPr/>
          <p:nvPr/>
        </p:nvGrpSpPr>
        <p:grpSpPr>
          <a:xfrm>
            <a:off x="10335102" y="3725019"/>
            <a:ext cx="222532" cy="109756"/>
            <a:chOff x="4920150" y="1977875"/>
            <a:chExt cx="68525" cy="33800"/>
          </a:xfrm>
          <a:noFill/>
        </p:grpSpPr>
        <p:sp>
          <p:nvSpPr>
            <p:cNvPr id="1809" name="Google Shape;1809;p6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10" name="Google Shape;1810;p6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11" name="Google Shape;1811;p6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812" name="Google Shape;1812;p65"/>
          <p:cNvGrpSpPr/>
          <p:nvPr/>
        </p:nvGrpSpPr>
        <p:grpSpPr>
          <a:xfrm>
            <a:off x="9549977" y="4263577"/>
            <a:ext cx="166920" cy="170479"/>
            <a:chOff x="4676550" y="2160575"/>
            <a:chExt cx="51400" cy="52500"/>
          </a:xfrm>
          <a:noFill/>
        </p:grpSpPr>
        <p:sp>
          <p:nvSpPr>
            <p:cNvPr id="1813" name="Google Shape;1813;p6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14" name="Google Shape;1814;p6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15" name="Google Shape;1815;p6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816" name="Google Shape;1816;p65"/>
          <p:cNvGrpSpPr/>
          <p:nvPr/>
        </p:nvGrpSpPr>
        <p:grpSpPr>
          <a:xfrm>
            <a:off x="9946322" y="4272952"/>
            <a:ext cx="193873" cy="151725"/>
            <a:chOff x="4768325" y="2163475"/>
            <a:chExt cx="59700" cy="46725"/>
          </a:xfrm>
          <a:noFill/>
        </p:grpSpPr>
        <p:sp>
          <p:nvSpPr>
            <p:cNvPr id="1817" name="Google Shape;1817;p6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18" name="Google Shape;1818;p6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819" name="Google Shape;1819;p65"/>
          <p:cNvSpPr/>
          <p:nvPr/>
        </p:nvSpPr>
        <p:spPr>
          <a:xfrm>
            <a:off x="10388929" y="4261629"/>
            <a:ext cx="114879" cy="174375"/>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820" name="Google Shape;1820;p65"/>
          <p:cNvSpPr/>
          <p:nvPr/>
        </p:nvSpPr>
        <p:spPr>
          <a:xfrm>
            <a:off x="10752096" y="5604409"/>
            <a:ext cx="197445" cy="21731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821" name="Google Shape;1821;p65"/>
          <p:cNvSpPr/>
          <p:nvPr/>
        </p:nvSpPr>
        <p:spPr>
          <a:xfrm>
            <a:off x="9554038" y="4575370"/>
            <a:ext cx="158801" cy="217887"/>
          </a:xfrm>
          <a:custGeom>
            <a:avLst/>
            <a:gdLst/>
            <a:ahLst/>
            <a:cxnLst/>
            <a:rect l="l" t="t" r="r" b="b"/>
            <a:pathLst>
              <a:path w="1956" h="2684" extrusionOk="0">
                <a:moveTo>
                  <a:pt x="1" y="0"/>
                </a:moveTo>
                <a:lnTo>
                  <a:pt x="787" y="1342"/>
                </a:lnTo>
                <a:lnTo>
                  <a:pt x="1" y="2683"/>
                </a:lnTo>
                <a:lnTo>
                  <a:pt x="1955" y="1342"/>
                </a:lnTo>
                <a:lnTo>
                  <a:pt x="1" y="0"/>
                </a:lnTo>
                <a:close/>
              </a:path>
            </a:pathLst>
          </a:custGeom>
          <a:no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822" name="Google Shape;1822;p65"/>
          <p:cNvSpPr/>
          <p:nvPr/>
        </p:nvSpPr>
        <p:spPr>
          <a:xfrm>
            <a:off x="9511333" y="5625516"/>
            <a:ext cx="244209" cy="17510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823" name="Google Shape;1823;p65"/>
          <p:cNvSpPr/>
          <p:nvPr/>
        </p:nvSpPr>
        <p:spPr>
          <a:xfrm>
            <a:off x="9534431" y="4934374"/>
            <a:ext cx="198015" cy="150020"/>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no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824" name="Google Shape;1824;p65"/>
          <p:cNvSpPr/>
          <p:nvPr/>
        </p:nvSpPr>
        <p:spPr>
          <a:xfrm>
            <a:off x="10379430" y="4910264"/>
            <a:ext cx="133877" cy="19824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825" name="Google Shape;1825;p65"/>
          <p:cNvGrpSpPr/>
          <p:nvPr/>
        </p:nvGrpSpPr>
        <p:grpSpPr>
          <a:xfrm>
            <a:off x="9968079" y="4613078"/>
            <a:ext cx="150357" cy="142471"/>
            <a:chOff x="4768575" y="2253950"/>
            <a:chExt cx="46300" cy="43875"/>
          </a:xfrm>
          <a:noFill/>
        </p:grpSpPr>
        <p:sp>
          <p:nvSpPr>
            <p:cNvPr id="1826" name="Google Shape;1826;p6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27" name="Google Shape;1827;p6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828" name="Google Shape;1828;p65"/>
          <p:cNvGrpSpPr/>
          <p:nvPr/>
        </p:nvGrpSpPr>
        <p:grpSpPr>
          <a:xfrm>
            <a:off x="10367577" y="5265112"/>
            <a:ext cx="157583" cy="194995"/>
            <a:chOff x="4960900" y="2433225"/>
            <a:chExt cx="48525" cy="60050"/>
          </a:xfrm>
          <a:noFill/>
        </p:grpSpPr>
        <p:sp>
          <p:nvSpPr>
            <p:cNvPr id="1829" name="Google Shape;1829;p6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30" name="Google Shape;1830;p6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831" name="Google Shape;1831;p65"/>
          <p:cNvGrpSpPr/>
          <p:nvPr/>
        </p:nvGrpSpPr>
        <p:grpSpPr>
          <a:xfrm>
            <a:off x="9952329" y="5617193"/>
            <a:ext cx="181859" cy="191747"/>
            <a:chOff x="4854075" y="2527625"/>
            <a:chExt cx="56000" cy="59050"/>
          </a:xfrm>
          <a:noFill/>
        </p:grpSpPr>
        <p:sp>
          <p:nvSpPr>
            <p:cNvPr id="1832" name="Google Shape;1832;p6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33" name="Google Shape;1833;p6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834" name="Google Shape;1834;p65"/>
          <p:cNvSpPr/>
          <p:nvPr/>
        </p:nvSpPr>
        <p:spPr>
          <a:xfrm>
            <a:off x="9972667" y="5274164"/>
            <a:ext cx="141184" cy="176891"/>
          </a:xfrm>
          <a:custGeom>
            <a:avLst/>
            <a:gdLst/>
            <a:ahLst/>
            <a:cxnLst/>
            <a:rect l="l" t="t" r="r" b="b"/>
            <a:pathLst>
              <a:path w="1739" h="2179" extrusionOk="0">
                <a:moveTo>
                  <a:pt x="1" y="1"/>
                </a:moveTo>
                <a:lnTo>
                  <a:pt x="1" y="2179"/>
                </a:lnTo>
                <a:lnTo>
                  <a:pt x="758" y="2179"/>
                </a:lnTo>
                <a:lnTo>
                  <a:pt x="1739" y="1090"/>
                </a:lnTo>
                <a:lnTo>
                  <a:pt x="758" y="1"/>
                </a:lnTo>
                <a:close/>
              </a:path>
            </a:pathLst>
          </a:custGeom>
          <a:no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835" name="Google Shape;1835;p65"/>
          <p:cNvSpPr/>
          <p:nvPr/>
        </p:nvSpPr>
        <p:spPr>
          <a:xfrm>
            <a:off x="10744222" y="4260369"/>
            <a:ext cx="213196" cy="176891"/>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836" name="Google Shape;1836;p65"/>
          <p:cNvSpPr/>
          <p:nvPr/>
        </p:nvSpPr>
        <p:spPr>
          <a:xfrm>
            <a:off x="9543239" y="5274164"/>
            <a:ext cx="180397" cy="176891"/>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837" name="Google Shape;1837;p65"/>
          <p:cNvGrpSpPr/>
          <p:nvPr/>
        </p:nvGrpSpPr>
        <p:grpSpPr>
          <a:xfrm>
            <a:off x="10784611" y="4902186"/>
            <a:ext cx="132416" cy="214396"/>
            <a:chOff x="5059700" y="2334775"/>
            <a:chExt cx="40775" cy="66025"/>
          </a:xfrm>
          <a:noFill/>
        </p:grpSpPr>
        <p:sp>
          <p:nvSpPr>
            <p:cNvPr id="1838" name="Google Shape;1838;p6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39" name="Google Shape;1839;p6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40" name="Google Shape;1840;p6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41" name="Google Shape;1841;p6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42" name="Google Shape;1842;p6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43" name="Google Shape;1843;p6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44" name="Google Shape;1844;p6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45" name="Google Shape;1845;p6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46" name="Google Shape;1846;p6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847" name="Google Shape;1847;p65"/>
          <p:cNvGrpSpPr/>
          <p:nvPr/>
        </p:nvGrpSpPr>
        <p:grpSpPr>
          <a:xfrm>
            <a:off x="10727496" y="5255695"/>
            <a:ext cx="246645" cy="213828"/>
            <a:chOff x="5037700" y="2430325"/>
            <a:chExt cx="75950" cy="65850"/>
          </a:xfrm>
          <a:noFill/>
        </p:grpSpPr>
        <p:sp>
          <p:nvSpPr>
            <p:cNvPr id="1848" name="Google Shape;1848;p6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49" name="Google Shape;1849;p6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grp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850" name="Google Shape;1850;p65"/>
          <p:cNvGrpSpPr/>
          <p:nvPr/>
        </p:nvGrpSpPr>
        <p:grpSpPr>
          <a:xfrm>
            <a:off x="9953504" y="4944298"/>
            <a:ext cx="230685" cy="130172"/>
            <a:chOff x="4756975" y="2341800"/>
            <a:chExt cx="91975" cy="51925"/>
          </a:xfrm>
          <a:noFill/>
        </p:grpSpPr>
        <p:sp>
          <p:nvSpPr>
            <p:cNvPr id="1851" name="Google Shape;1851;p6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52" name="Google Shape;1852;p6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53" name="Google Shape;1853;p6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54" name="Google Shape;1854;p6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55" name="Google Shape;1855;p6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56" name="Google Shape;1856;p6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57" name="Google Shape;1857;p6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58" name="Google Shape;1858;p6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59" name="Google Shape;1859;p6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60" name="Google Shape;1860;p6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61" name="Google Shape;1861;p6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62" name="Google Shape;1862;p6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63" name="Google Shape;1863;p6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64" name="Google Shape;1864;p6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65" name="Google Shape;1865;p6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66" name="Google Shape;1866;p6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67" name="Google Shape;1867;p6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68" name="Google Shape;1868;p6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69" name="Google Shape;1869;p6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70" name="Google Shape;1870;p6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871" name="Google Shape;1871;p65"/>
          <p:cNvGrpSpPr/>
          <p:nvPr/>
        </p:nvGrpSpPr>
        <p:grpSpPr>
          <a:xfrm>
            <a:off x="10309421" y="5595894"/>
            <a:ext cx="283329" cy="234348"/>
            <a:chOff x="4943575" y="2516350"/>
            <a:chExt cx="98675" cy="81700"/>
          </a:xfrm>
          <a:noFill/>
        </p:grpSpPr>
        <p:sp>
          <p:nvSpPr>
            <p:cNvPr id="1872" name="Google Shape;1872;p6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73" name="Google Shape;1873;p6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74" name="Google Shape;1874;p6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75" name="Google Shape;1875;p6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76" name="Google Shape;1876;p6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77" name="Google Shape;1877;p6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78" name="Google Shape;1878;p6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79" name="Google Shape;1879;p6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80" name="Google Shape;1880;p6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81" name="Google Shape;1881;p6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82" name="Google Shape;1882;p6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83" name="Google Shape;1883;p6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84" name="Google Shape;1884;p6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85" name="Google Shape;1885;p6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86" name="Google Shape;1886;p6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87" name="Google Shape;1887;p6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88" name="Google Shape;1888;p6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89" name="Google Shape;1889;p6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90" name="Google Shape;1890;p6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91" name="Google Shape;1891;p6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92" name="Google Shape;1892;p6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93" name="Google Shape;1893;p6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94" name="Google Shape;1894;p6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95" name="Google Shape;1895;p6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96" name="Google Shape;1896;p6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97" name="Google Shape;1897;p6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98" name="Google Shape;1898;p6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899" name="Google Shape;1899;p6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00" name="Google Shape;1900;p6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01" name="Google Shape;1901;p6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02" name="Google Shape;1902;p6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03" name="Google Shape;1903;p6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04" name="Google Shape;1904;p6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05" name="Google Shape;1905;p6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06" name="Google Shape;1906;p6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07" name="Google Shape;1907;p6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08" name="Google Shape;1908;p6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09" name="Google Shape;1909;p6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10" name="Google Shape;1910;p6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11" name="Google Shape;1911;p6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12" name="Google Shape;1912;p6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13" name="Google Shape;1913;p6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14" name="Google Shape;1914;p6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15" name="Google Shape;1915;p6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16" name="Google Shape;1916;p6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17" name="Google Shape;1917;p6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18" name="Google Shape;1918;p6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19" name="Google Shape;1919;p6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20" name="Google Shape;1920;p6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21" name="Google Shape;1921;p6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22" name="Google Shape;1922;p6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23" name="Google Shape;1923;p6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24" name="Google Shape;1924;p6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25" name="Google Shape;1925;p6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26" name="Google Shape;1926;p6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27" name="Google Shape;1927;p6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28" name="Google Shape;1928;p6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29" name="Google Shape;1929;p6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30" name="Google Shape;1930;p6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31" name="Google Shape;1931;p6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32" name="Google Shape;1932;p6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33" name="Google Shape;1933;p6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34" name="Google Shape;1934;p6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35" name="Google Shape;1935;p6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36" name="Google Shape;1936;p6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37" name="Google Shape;1937;p6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38" name="Google Shape;1938;p6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39" name="Google Shape;1939;p6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40" name="Google Shape;1940;p6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41" name="Google Shape;1941;p6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42" name="Google Shape;1942;p6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43" name="Google Shape;1943;p6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44" name="Google Shape;1944;p6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45" name="Google Shape;1945;p6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46" name="Google Shape;1946;p6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47" name="Google Shape;1947;p6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48" name="Google Shape;1948;p6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49" name="Google Shape;1949;p6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grp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950" name="Google Shape;1950;p65"/>
          <p:cNvSpPr/>
          <p:nvPr/>
        </p:nvSpPr>
        <p:spPr>
          <a:xfrm>
            <a:off x="10330144" y="4568089"/>
            <a:ext cx="232449" cy="232449"/>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951" name="Google Shape;1951;p65"/>
          <p:cNvSpPr/>
          <p:nvPr/>
        </p:nvSpPr>
        <p:spPr>
          <a:xfrm>
            <a:off x="10751819" y="4606513"/>
            <a:ext cx="198000" cy="155600"/>
          </a:xfrm>
          <a:prstGeom prst="stripedRightArrow">
            <a:avLst>
              <a:gd name="adj1" fmla="val 50000"/>
              <a:gd name="adj2" fmla="val 50000"/>
            </a:avLst>
          </a:prstGeom>
          <a:no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952" name="Google Shape;1952;p65"/>
          <p:cNvSpPr/>
          <p:nvPr/>
        </p:nvSpPr>
        <p:spPr>
          <a:xfrm>
            <a:off x="9554637" y="3701096"/>
            <a:ext cx="157600" cy="157600"/>
          </a:xfrm>
          <a:prstGeom prst="curvedRightArrow">
            <a:avLst>
              <a:gd name="adj1" fmla="val 25000"/>
              <a:gd name="adj2" fmla="val 50000"/>
              <a:gd name="adj3" fmla="val 25000"/>
            </a:avLst>
          </a:prstGeom>
          <a:no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953" name="Google Shape;1953;p65"/>
          <p:cNvSpPr/>
          <p:nvPr/>
        </p:nvSpPr>
        <p:spPr>
          <a:xfrm flipH="1">
            <a:off x="9964459" y="3701096"/>
            <a:ext cx="157600" cy="157600"/>
          </a:xfrm>
          <a:prstGeom prst="curvedRightArrow">
            <a:avLst>
              <a:gd name="adj1" fmla="val 25000"/>
              <a:gd name="adj2" fmla="val 50000"/>
              <a:gd name="adj3" fmla="val 25000"/>
            </a:avLst>
          </a:prstGeom>
          <a:noFill/>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954" name="Google Shape;1954;p65"/>
          <p:cNvSpPr txBox="1">
            <a:spLocks noGrp="1"/>
          </p:cNvSpPr>
          <p:nvPr>
            <p:ph type="title" idx="4294967295"/>
          </p:nvPr>
        </p:nvSpPr>
        <p:spPr>
          <a:xfrm>
            <a:off x="1424133" y="1244600"/>
            <a:ext cx="9396400" cy="643200"/>
          </a:xfrm>
          <a:prstGeom prst="rect">
            <a:avLst/>
          </a:prstGeom>
          <a:no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vert="horz" wrap="square" lIns="121900" tIns="121900" rIns="121900" bIns="121900" rtlCol="0" anchor="t" anchorCtr="0">
            <a:noAutofit/>
          </a:bodyPr>
          <a:lstStyle/>
          <a:p>
            <a:pPr algn="ctr">
              <a:spcBef>
                <a:spcPts val="0"/>
              </a:spcBef>
              <a:buClr>
                <a:schemeClr val="dk1"/>
              </a:buClr>
              <a:buSzPts val="1100"/>
            </a:pPr>
            <a:r>
              <a:rPr lang="en-IN">
                <a:solidFill>
                  <a:schemeClr val="tx1">
                    <a:lumMod val="95000"/>
                    <a:lumOff val="5000"/>
                  </a:schemeClr>
                </a:solidFill>
                <a:latin typeface="Arial"/>
                <a:ea typeface="Arial"/>
                <a:cs typeface="Arial"/>
                <a:sym typeface="Arial"/>
              </a:rPr>
              <a:t>Use our editable graphic resources...</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958"/>
        <p:cNvGrpSpPr/>
        <p:nvPr/>
      </p:nvGrpSpPr>
      <p:grpSpPr>
        <a:xfrm>
          <a:off x="0" y="0"/>
          <a:ext cx="0" cy="0"/>
          <a:chOff x="0" y="0"/>
          <a:chExt cx="0" cy="0"/>
        </a:xfrm>
      </p:grpSpPr>
      <p:grpSp>
        <p:nvGrpSpPr>
          <p:cNvPr id="1959" name="Google Shape;1959;p66"/>
          <p:cNvGrpSpPr/>
          <p:nvPr/>
        </p:nvGrpSpPr>
        <p:grpSpPr>
          <a:xfrm>
            <a:off x="4857268" y="1568987"/>
            <a:ext cx="2770909" cy="1822077"/>
            <a:chOff x="235800" y="830650"/>
            <a:chExt cx="6978450" cy="4588844"/>
          </a:xfrm>
        </p:grpSpPr>
        <p:sp>
          <p:nvSpPr>
            <p:cNvPr id="1960" name="Google Shape;1960;p66"/>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61" name="Google Shape;1961;p66"/>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62" name="Google Shape;1962;p66"/>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63" name="Google Shape;1963;p66"/>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64" name="Google Shape;1964;p66"/>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65" name="Google Shape;1965;p66"/>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966" name="Google Shape;1966;p66"/>
          <p:cNvGrpSpPr/>
          <p:nvPr/>
        </p:nvGrpSpPr>
        <p:grpSpPr>
          <a:xfrm>
            <a:off x="984605" y="4010456"/>
            <a:ext cx="3497168" cy="1778053"/>
            <a:chOff x="238125" y="1038125"/>
            <a:chExt cx="7146800" cy="3633625"/>
          </a:xfrm>
        </p:grpSpPr>
        <p:sp>
          <p:nvSpPr>
            <p:cNvPr id="1967" name="Google Shape;1967;p6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68" name="Google Shape;1968;p6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69" name="Google Shape;1969;p6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70" name="Google Shape;1970;p6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71" name="Google Shape;1971;p6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72" name="Google Shape;1972;p6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73" name="Google Shape;1973;p6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74" name="Google Shape;1974;p6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75" name="Google Shape;1975;p6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76" name="Google Shape;1976;p6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77" name="Google Shape;1977;p6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78" name="Google Shape;1978;p6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79" name="Google Shape;1979;p6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80" name="Google Shape;1980;p6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81" name="Google Shape;1981;p6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82" name="Google Shape;1982;p6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83" name="Google Shape;1983;p6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84" name="Google Shape;1984;p6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85" name="Google Shape;1985;p6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86" name="Google Shape;1986;p6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87" name="Google Shape;1987;p6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88" name="Google Shape;1988;p6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89" name="Google Shape;1989;p6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90" name="Google Shape;1990;p6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91" name="Google Shape;1991;p6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92" name="Google Shape;1992;p6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93" name="Google Shape;1993;p6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94" name="Google Shape;1994;p6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95" name="Google Shape;1995;p6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96" name="Google Shape;1996;p6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97" name="Google Shape;1997;p6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98" name="Google Shape;1998;p6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999" name="Google Shape;1999;p6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00" name="Google Shape;2000;p6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01" name="Google Shape;2001;p6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02" name="Google Shape;2002;p6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03" name="Google Shape;2003;p6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04" name="Google Shape;2004;p6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05" name="Google Shape;2005;p6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06" name="Google Shape;2006;p6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07" name="Google Shape;2007;p6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08" name="Google Shape;2008;p6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09" name="Google Shape;2009;p6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10" name="Google Shape;2010;p6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11" name="Google Shape;2011;p6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12" name="Google Shape;2012;p6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13" name="Google Shape;2013;p6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14" name="Google Shape;2014;p6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15" name="Google Shape;2015;p6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16" name="Google Shape;2016;p6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17" name="Google Shape;2017;p6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18" name="Google Shape;2018;p6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19" name="Google Shape;2019;p6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20" name="Google Shape;2020;p6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21" name="Google Shape;2021;p6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22" name="Google Shape;2022;p6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23" name="Google Shape;2023;p6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24" name="Google Shape;2024;p6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25" name="Google Shape;2025;p6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26" name="Google Shape;2026;p6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27" name="Google Shape;2027;p6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28" name="Google Shape;2028;p6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29" name="Google Shape;2029;p6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30" name="Google Shape;2030;p6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31" name="Google Shape;2031;p6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32" name="Google Shape;2032;p6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33" name="Google Shape;2033;p6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34" name="Google Shape;2034;p6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35" name="Google Shape;2035;p6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36" name="Google Shape;2036;p6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37" name="Google Shape;2037;p6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38" name="Google Shape;2038;p6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39" name="Google Shape;2039;p6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40" name="Google Shape;2040;p6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41" name="Google Shape;2041;p6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42" name="Google Shape;2042;p6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43" name="Google Shape;2043;p6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44" name="Google Shape;2044;p6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45" name="Google Shape;2045;p6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46" name="Google Shape;2046;p6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47" name="Google Shape;2047;p6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48" name="Google Shape;2048;p6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49" name="Google Shape;2049;p6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50" name="Google Shape;2050;p6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51" name="Google Shape;2051;p6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52" name="Google Shape;2052;p6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53" name="Google Shape;2053;p6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54" name="Google Shape;2054;p6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55" name="Google Shape;2055;p6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56" name="Google Shape;2056;p6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57" name="Google Shape;2057;p6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58" name="Google Shape;2058;p6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59" name="Google Shape;2059;p6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60" name="Google Shape;2060;p6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61" name="Google Shape;2061;p6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62" name="Google Shape;2062;p6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63" name="Google Shape;2063;p6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64" name="Google Shape;2064;p6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65" name="Google Shape;2065;p6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66" name="Google Shape;2066;p6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67" name="Google Shape;2067;p6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68" name="Google Shape;2068;p6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69" name="Google Shape;2069;p6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70" name="Google Shape;2070;p6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71" name="Google Shape;2071;p6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72" name="Google Shape;2072;p6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73" name="Google Shape;2073;p6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74" name="Google Shape;2074;p6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75" name="Google Shape;2075;p6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76" name="Google Shape;2076;p6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77" name="Google Shape;2077;p6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78" name="Google Shape;2078;p6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79" name="Google Shape;2079;p6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80" name="Google Shape;2080;p6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81" name="Google Shape;2081;p6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82" name="Google Shape;2082;p6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83" name="Google Shape;2083;p6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84" name="Google Shape;2084;p6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85" name="Google Shape;2085;p6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86" name="Google Shape;2086;p6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87" name="Google Shape;2087;p6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88" name="Google Shape;2088;p6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89" name="Google Shape;2089;p6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90" name="Google Shape;2090;p6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91" name="Google Shape;2091;p6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92" name="Google Shape;2092;p6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93" name="Google Shape;2093;p6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94" name="Google Shape;2094;p6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95" name="Google Shape;2095;p6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96" name="Google Shape;2096;p6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97" name="Google Shape;2097;p6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98" name="Google Shape;2098;p6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099" name="Google Shape;2099;p6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00" name="Google Shape;2100;p6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01" name="Google Shape;2101;p6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02" name="Google Shape;2102;p6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03" name="Google Shape;2103;p6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04" name="Google Shape;2104;p6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05" name="Google Shape;2105;p6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06" name="Google Shape;2106;p6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07" name="Google Shape;2107;p6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08" name="Google Shape;2108;p6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09" name="Google Shape;2109;p6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10" name="Google Shape;2110;p6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11" name="Google Shape;2111;p6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12" name="Google Shape;2112;p6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13" name="Google Shape;2113;p6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14" name="Google Shape;2114;p6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15" name="Google Shape;2115;p6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16" name="Google Shape;2116;p6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17" name="Google Shape;2117;p6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18" name="Google Shape;2118;p6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19" name="Google Shape;2119;p6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20" name="Google Shape;2120;p6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21" name="Google Shape;2121;p6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22" name="Google Shape;2122;p6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23" name="Google Shape;2123;p6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24" name="Google Shape;2124;p6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25" name="Google Shape;2125;p6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26" name="Google Shape;2126;p6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27" name="Google Shape;2127;p6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28" name="Google Shape;2128;p6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29" name="Google Shape;2129;p6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30" name="Google Shape;2130;p6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31" name="Google Shape;2131;p6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32" name="Google Shape;2132;p6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33" name="Google Shape;2133;p6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34" name="Google Shape;2134;p6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35" name="Google Shape;2135;p6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36" name="Google Shape;2136;p6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37" name="Google Shape;2137;p6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38" name="Google Shape;2138;p6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39" name="Google Shape;2139;p6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40" name="Google Shape;2140;p6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41" name="Google Shape;2141;p6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42" name="Google Shape;2142;p6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43" name="Google Shape;2143;p6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44" name="Google Shape;2144;p6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45" name="Google Shape;2145;p6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46" name="Google Shape;2146;p6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47" name="Google Shape;2147;p6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48" name="Google Shape;2148;p6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49" name="Google Shape;2149;p6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50" name="Google Shape;2150;p6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51" name="Google Shape;2151;p6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52" name="Google Shape;2152;p6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53" name="Google Shape;2153;p6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54" name="Google Shape;2154;p6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55" name="Google Shape;2155;p6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56" name="Google Shape;2156;p6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57" name="Google Shape;2157;p6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58" name="Google Shape;2158;p6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59" name="Google Shape;2159;p6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60" name="Google Shape;2160;p6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61" name="Google Shape;2161;p6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62" name="Google Shape;2162;p6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63" name="Google Shape;2163;p6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64" name="Google Shape;2164;p6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65" name="Google Shape;2165;p6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66" name="Google Shape;2166;p6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67" name="Google Shape;2167;p6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68" name="Google Shape;2168;p6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69" name="Google Shape;2169;p6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70" name="Google Shape;2170;p6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71" name="Google Shape;2171;p6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72" name="Google Shape;2172;p6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73" name="Google Shape;2173;p6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74" name="Google Shape;2174;p6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75" name="Google Shape;2175;p6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76" name="Google Shape;2176;p6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77" name="Google Shape;2177;p6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78" name="Google Shape;2178;p6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79" name="Google Shape;2179;p6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80" name="Google Shape;2180;p6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81" name="Google Shape;2181;p6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82" name="Google Shape;2182;p6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83" name="Google Shape;2183;p6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84" name="Google Shape;2184;p6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85" name="Google Shape;2185;p6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86" name="Google Shape;2186;p6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87" name="Google Shape;2187;p6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88" name="Google Shape;2188;p6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89" name="Google Shape;2189;p6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90" name="Google Shape;2190;p6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91" name="Google Shape;2191;p6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92" name="Google Shape;2192;p6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93" name="Google Shape;2193;p6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94" name="Google Shape;2194;p6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95" name="Google Shape;2195;p6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96" name="Google Shape;2196;p6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97" name="Google Shape;2197;p6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98" name="Google Shape;2198;p6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199" name="Google Shape;2199;p6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00" name="Google Shape;2200;p6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01" name="Google Shape;2201;p6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02" name="Google Shape;2202;p6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03" name="Google Shape;2203;p6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04" name="Google Shape;2204;p6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05" name="Google Shape;2205;p6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06" name="Google Shape;2206;p6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07" name="Google Shape;2207;p6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08" name="Google Shape;2208;p6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09" name="Google Shape;2209;p6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10" name="Google Shape;2210;p6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11" name="Google Shape;2211;p6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12" name="Google Shape;2212;p6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13" name="Google Shape;2213;p6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14" name="Google Shape;2214;p6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15" name="Google Shape;2215;p6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16" name="Google Shape;2216;p6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17" name="Google Shape;2217;p6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18" name="Google Shape;2218;p6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19" name="Google Shape;2219;p6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20" name="Google Shape;2220;p6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21" name="Google Shape;2221;p6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22" name="Google Shape;2222;p6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23" name="Google Shape;2223;p6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24" name="Google Shape;2224;p6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25" name="Google Shape;2225;p6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26" name="Google Shape;2226;p6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27" name="Google Shape;2227;p6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28" name="Google Shape;2228;p6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29" name="Google Shape;2229;p6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30" name="Google Shape;2230;p6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31" name="Google Shape;2231;p6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32" name="Google Shape;2232;p6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33" name="Google Shape;2233;p6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34" name="Google Shape;2234;p6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35" name="Google Shape;2235;p6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36" name="Google Shape;2236;p6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37" name="Google Shape;2237;p6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38" name="Google Shape;2238;p6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39" name="Google Shape;2239;p6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40" name="Google Shape;2240;p6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41" name="Google Shape;2241;p6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42" name="Google Shape;2242;p6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43" name="Google Shape;2243;p6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44" name="Google Shape;2244;p6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45" name="Google Shape;2245;p6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46" name="Google Shape;2246;p6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47" name="Google Shape;2247;p6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48" name="Google Shape;2248;p6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49" name="Google Shape;2249;p6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50" name="Google Shape;2250;p6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51" name="Google Shape;2251;p6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52" name="Google Shape;2252;p6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53" name="Google Shape;2253;p6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54" name="Google Shape;2254;p6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55" name="Google Shape;2255;p6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56" name="Google Shape;2256;p6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57" name="Google Shape;2257;p6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58" name="Google Shape;2258;p6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59" name="Google Shape;2259;p6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60" name="Google Shape;2260;p6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61" name="Google Shape;2261;p6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62" name="Google Shape;2262;p6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63" name="Google Shape;2263;p6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64" name="Google Shape;2264;p6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65" name="Google Shape;2265;p6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66" name="Google Shape;2266;p6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67" name="Google Shape;2267;p6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68" name="Google Shape;2268;p6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69" name="Google Shape;2269;p6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70" name="Google Shape;2270;p6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71" name="Google Shape;2271;p6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72" name="Google Shape;2272;p6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73" name="Google Shape;2273;p6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74" name="Google Shape;2274;p6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75" name="Google Shape;2275;p6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76" name="Google Shape;2276;p6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77" name="Google Shape;2277;p6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78" name="Google Shape;2278;p6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79" name="Google Shape;2279;p6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80" name="Google Shape;2280;p6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81" name="Google Shape;2281;p6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82" name="Google Shape;2282;p6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83" name="Google Shape;2283;p6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84" name="Google Shape;2284;p6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85" name="Google Shape;2285;p6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86" name="Google Shape;2286;p6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87" name="Google Shape;2287;p6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88" name="Google Shape;2288;p6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89" name="Google Shape;2289;p6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90" name="Google Shape;2290;p6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91" name="Google Shape;2291;p6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92" name="Google Shape;2292;p6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93" name="Google Shape;2293;p6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94" name="Google Shape;2294;p6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95" name="Google Shape;2295;p6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96" name="Google Shape;2296;p6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97" name="Google Shape;2297;p6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98" name="Google Shape;2298;p6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299" name="Google Shape;2299;p6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00" name="Google Shape;2300;p6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01" name="Google Shape;2301;p6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02" name="Google Shape;2302;p6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03" name="Google Shape;2303;p6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04" name="Google Shape;2304;p6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05" name="Google Shape;2305;p6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06" name="Google Shape;2306;p6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07" name="Google Shape;2307;p6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08" name="Google Shape;2308;p6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09" name="Google Shape;2309;p6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10" name="Google Shape;2310;p6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11" name="Google Shape;2311;p6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12" name="Google Shape;2312;p6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13" name="Google Shape;2313;p6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14" name="Google Shape;2314;p6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15" name="Google Shape;2315;p6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16" name="Google Shape;2316;p6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17" name="Google Shape;2317;p6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18" name="Google Shape;2318;p6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19" name="Google Shape;2319;p6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20" name="Google Shape;2320;p6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21" name="Google Shape;2321;p6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22" name="Google Shape;2322;p6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23" name="Google Shape;2323;p6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24" name="Google Shape;2324;p6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25" name="Google Shape;2325;p6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26" name="Google Shape;2326;p6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27" name="Google Shape;2327;p6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28" name="Google Shape;2328;p6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29" name="Google Shape;2329;p6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30" name="Google Shape;2330;p6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31" name="Google Shape;2331;p6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32" name="Google Shape;2332;p6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33" name="Google Shape;2333;p6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34" name="Google Shape;2334;p6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35" name="Google Shape;2335;p6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36" name="Google Shape;2336;p6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37" name="Google Shape;2337;p6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38" name="Google Shape;2338;p6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39" name="Google Shape;2339;p6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40" name="Google Shape;2340;p6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41" name="Google Shape;2341;p6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42" name="Google Shape;2342;p6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43" name="Google Shape;2343;p6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44" name="Google Shape;2344;p6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45" name="Google Shape;2345;p6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46" name="Google Shape;2346;p6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47" name="Google Shape;2347;p6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48" name="Google Shape;2348;p6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49" name="Google Shape;2349;p6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50" name="Google Shape;2350;p6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51" name="Google Shape;2351;p6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52" name="Google Shape;2352;p6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53" name="Google Shape;2353;p6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54" name="Google Shape;2354;p6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55" name="Google Shape;2355;p6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56" name="Google Shape;2356;p6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57" name="Google Shape;2357;p6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58" name="Google Shape;2358;p6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59" name="Google Shape;2359;p6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60" name="Google Shape;2360;p6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61" name="Google Shape;2361;p6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62" name="Google Shape;2362;p6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63" name="Google Shape;2363;p6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64" name="Google Shape;2364;p6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65" name="Google Shape;2365;p6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66" name="Google Shape;2366;p6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67" name="Google Shape;2367;p6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68" name="Google Shape;2368;p6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69" name="Google Shape;2369;p6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70" name="Google Shape;2370;p6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71" name="Google Shape;2371;p6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72" name="Google Shape;2372;p6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73" name="Google Shape;2373;p6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74" name="Google Shape;2374;p6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75" name="Google Shape;2375;p6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76" name="Google Shape;2376;p6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77" name="Google Shape;2377;p6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78" name="Google Shape;2378;p6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79" name="Google Shape;2379;p6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80" name="Google Shape;2380;p6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81" name="Google Shape;2381;p6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82" name="Google Shape;2382;p6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83" name="Google Shape;2383;p6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84" name="Google Shape;2384;p6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85" name="Google Shape;2385;p6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86" name="Google Shape;2386;p6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87" name="Google Shape;2387;p6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88" name="Google Shape;2388;p6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89" name="Google Shape;2389;p6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90" name="Google Shape;2390;p6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91" name="Google Shape;2391;p6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92" name="Google Shape;2392;p6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93" name="Google Shape;2393;p6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94" name="Google Shape;2394;p6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95" name="Google Shape;2395;p6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96" name="Google Shape;2396;p6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97" name="Google Shape;2397;p6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98" name="Google Shape;2398;p6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399" name="Google Shape;2399;p6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00" name="Google Shape;2400;p6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01" name="Google Shape;2401;p6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02" name="Google Shape;2402;p6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03" name="Google Shape;2403;p6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04" name="Google Shape;2404;p6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05" name="Google Shape;2405;p6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06" name="Google Shape;2406;p6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07" name="Google Shape;2407;p6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08" name="Google Shape;2408;p6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09" name="Google Shape;2409;p6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10" name="Google Shape;2410;p6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11" name="Google Shape;2411;p6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12" name="Google Shape;2412;p6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13" name="Google Shape;2413;p6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14" name="Google Shape;2414;p6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15" name="Google Shape;2415;p6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16" name="Google Shape;2416;p6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17" name="Google Shape;2417;p6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18" name="Google Shape;2418;p6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19" name="Google Shape;2419;p6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20" name="Google Shape;2420;p6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21" name="Google Shape;2421;p6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22" name="Google Shape;2422;p6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23" name="Google Shape;2423;p6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24" name="Google Shape;2424;p6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25" name="Google Shape;2425;p6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26" name="Google Shape;2426;p6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27" name="Google Shape;2427;p6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28" name="Google Shape;2428;p6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29" name="Google Shape;2429;p6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30" name="Google Shape;2430;p6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31" name="Google Shape;2431;p6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32" name="Google Shape;2432;p6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33" name="Google Shape;2433;p6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34" name="Google Shape;2434;p6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35" name="Google Shape;2435;p6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36" name="Google Shape;2436;p6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37" name="Google Shape;2437;p6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38" name="Google Shape;2438;p6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39" name="Google Shape;2439;p6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40" name="Google Shape;2440;p6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41" name="Google Shape;2441;p6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42" name="Google Shape;2442;p6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43" name="Google Shape;2443;p6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44" name="Google Shape;2444;p6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45" name="Google Shape;2445;p6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46" name="Google Shape;2446;p6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47" name="Google Shape;2447;p6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48" name="Google Shape;2448;p6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49" name="Google Shape;2449;p6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50" name="Google Shape;2450;p6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51" name="Google Shape;2451;p6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52" name="Google Shape;2452;p6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53" name="Google Shape;2453;p6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54" name="Google Shape;2454;p6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55" name="Google Shape;2455;p6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56" name="Google Shape;2456;p6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57" name="Google Shape;2457;p6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58" name="Google Shape;2458;p6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59" name="Google Shape;2459;p6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60" name="Google Shape;2460;p6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61" name="Google Shape;2461;p6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62" name="Google Shape;2462;p6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63" name="Google Shape;2463;p6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64" name="Google Shape;2464;p6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65" name="Google Shape;2465;p6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66" name="Google Shape;2466;p6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67" name="Google Shape;2467;p6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68" name="Google Shape;2468;p6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69" name="Google Shape;2469;p6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70" name="Google Shape;2470;p6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71" name="Google Shape;2471;p6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72" name="Google Shape;2472;p6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73" name="Google Shape;2473;p6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74" name="Google Shape;2474;p6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75" name="Google Shape;2475;p6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76" name="Google Shape;2476;p6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77" name="Google Shape;2477;p6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78" name="Google Shape;2478;p6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79" name="Google Shape;2479;p6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80" name="Google Shape;2480;p6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81" name="Google Shape;2481;p6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82" name="Google Shape;2482;p6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83" name="Google Shape;2483;p6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84" name="Google Shape;2484;p6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85" name="Google Shape;2485;p6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86" name="Google Shape;2486;p6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87" name="Google Shape;2487;p6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88" name="Google Shape;2488;p6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89" name="Google Shape;2489;p6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90" name="Google Shape;2490;p6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91" name="Google Shape;2491;p6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92" name="Google Shape;2492;p6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93" name="Google Shape;2493;p6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94" name="Google Shape;2494;p6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95" name="Google Shape;2495;p6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96" name="Google Shape;2496;p6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97" name="Google Shape;2497;p6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98" name="Google Shape;2498;p6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499" name="Google Shape;2499;p6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00" name="Google Shape;2500;p6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01" name="Google Shape;2501;p6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02" name="Google Shape;2502;p6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03" name="Google Shape;2503;p6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04" name="Google Shape;2504;p6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05" name="Google Shape;2505;p6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06" name="Google Shape;2506;p6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07" name="Google Shape;2507;p6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08" name="Google Shape;2508;p6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09" name="Google Shape;2509;p6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10" name="Google Shape;2510;p6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11" name="Google Shape;2511;p6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12" name="Google Shape;2512;p6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13" name="Google Shape;2513;p6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14" name="Google Shape;2514;p6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15" name="Google Shape;2515;p6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16" name="Google Shape;2516;p6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17" name="Google Shape;2517;p6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18" name="Google Shape;2518;p6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19" name="Google Shape;2519;p6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20" name="Google Shape;2520;p6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21" name="Google Shape;2521;p6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22" name="Google Shape;2522;p6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23" name="Google Shape;2523;p6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24" name="Google Shape;2524;p6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25" name="Google Shape;2525;p6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26" name="Google Shape;2526;p6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27" name="Google Shape;2527;p6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28" name="Google Shape;2528;p6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29" name="Google Shape;2529;p6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30" name="Google Shape;2530;p6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31" name="Google Shape;2531;p6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32" name="Google Shape;2532;p6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33" name="Google Shape;2533;p6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34" name="Google Shape;2534;p6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35" name="Google Shape;2535;p6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36" name="Google Shape;2536;p6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37" name="Google Shape;2537;p6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38" name="Google Shape;2538;p6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39" name="Google Shape;2539;p6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40" name="Google Shape;2540;p6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41" name="Google Shape;2541;p6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42" name="Google Shape;2542;p6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43" name="Google Shape;2543;p6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44" name="Google Shape;2544;p6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45" name="Google Shape;2545;p6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46" name="Google Shape;2546;p6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47" name="Google Shape;2547;p6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48" name="Google Shape;2548;p6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49" name="Google Shape;2549;p6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50" name="Google Shape;2550;p6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51" name="Google Shape;2551;p6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52" name="Google Shape;2552;p6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53" name="Google Shape;2553;p6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54" name="Google Shape;2554;p6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55" name="Google Shape;2555;p6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56" name="Google Shape;2556;p6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57" name="Google Shape;2557;p6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58" name="Google Shape;2558;p6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59" name="Google Shape;2559;p6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60" name="Google Shape;2560;p6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61" name="Google Shape;2561;p6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62" name="Google Shape;2562;p6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63" name="Google Shape;2563;p6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64" name="Google Shape;2564;p6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65" name="Google Shape;2565;p6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66" name="Google Shape;2566;p6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67" name="Google Shape;2567;p6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68" name="Google Shape;2568;p6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69" name="Google Shape;2569;p6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70" name="Google Shape;2570;p6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71" name="Google Shape;2571;p6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72" name="Google Shape;2572;p6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73" name="Google Shape;2573;p6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74" name="Google Shape;2574;p6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75" name="Google Shape;2575;p6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76" name="Google Shape;2576;p6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77" name="Google Shape;2577;p6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78" name="Google Shape;2578;p6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79" name="Google Shape;2579;p6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80" name="Google Shape;2580;p6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81" name="Google Shape;2581;p6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82" name="Google Shape;2582;p6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83" name="Google Shape;2583;p6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84" name="Google Shape;2584;p6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85" name="Google Shape;2585;p6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86" name="Google Shape;2586;p6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87" name="Google Shape;2587;p6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88" name="Google Shape;2588;p6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89" name="Google Shape;2589;p6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90" name="Google Shape;2590;p6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91" name="Google Shape;2591;p6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92" name="Google Shape;2592;p6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93" name="Google Shape;2593;p6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94" name="Google Shape;2594;p6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95" name="Google Shape;2595;p6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96" name="Google Shape;2596;p6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97" name="Google Shape;2597;p6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98" name="Google Shape;2598;p6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599" name="Google Shape;2599;p6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00" name="Google Shape;2600;p6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01" name="Google Shape;2601;p6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02" name="Google Shape;2602;p6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03" name="Google Shape;2603;p6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04" name="Google Shape;2604;p6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05" name="Google Shape;2605;p6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06" name="Google Shape;2606;p6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07" name="Google Shape;2607;p6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08" name="Google Shape;2608;p6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09" name="Google Shape;2609;p6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10" name="Google Shape;2610;p6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11" name="Google Shape;2611;p6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12" name="Google Shape;2612;p6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13" name="Google Shape;2613;p6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14" name="Google Shape;2614;p6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15" name="Google Shape;2615;p6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16" name="Google Shape;2616;p6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17" name="Google Shape;2617;p6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18" name="Google Shape;2618;p6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19" name="Google Shape;2619;p6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20" name="Google Shape;2620;p6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21" name="Google Shape;2621;p6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22" name="Google Shape;2622;p6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23" name="Google Shape;2623;p6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24" name="Google Shape;2624;p6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25" name="Google Shape;2625;p6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26" name="Google Shape;2626;p6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27" name="Google Shape;2627;p6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28" name="Google Shape;2628;p6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29" name="Google Shape;2629;p6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30" name="Google Shape;2630;p6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31" name="Google Shape;2631;p6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32" name="Google Shape;2632;p6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33" name="Google Shape;2633;p6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34" name="Google Shape;2634;p6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35" name="Google Shape;2635;p6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36" name="Google Shape;2636;p6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37" name="Google Shape;2637;p6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38" name="Google Shape;2638;p6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39" name="Google Shape;2639;p6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40" name="Google Shape;2640;p6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41" name="Google Shape;2641;p6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42" name="Google Shape;2642;p6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43" name="Google Shape;2643;p6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44" name="Google Shape;2644;p6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45" name="Google Shape;2645;p6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46" name="Google Shape;2646;p6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47" name="Google Shape;2647;p6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48" name="Google Shape;2648;p6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49" name="Google Shape;2649;p6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50" name="Google Shape;2650;p6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51" name="Google Shape;2651;p6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52" name="Google Shape;2652;p6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53" name="Google Shape;2653;p6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54" name="Google Shape;2654;p6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55" name="Google Shape;2655;p6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56" name="Google Shape;2656;p6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57" name="Google Shape;2657;p6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58" name="Google Shape;2658;p6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59" name="Google Shape;2659;p6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60" name="Google Shape;2660;p6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61" name="Google Shape;2661;p6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62" name="Google Shape;2662;p6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63" name="Google Shape;2663;p6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64" name="Google Shape;2664;p6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65" name="Google Shape;2665;p6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66" name="Google Shape;2666;p6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67" name="Google Shape;2667;p6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68" name="Google Shape;2668;p6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69" name="Google Shape;2669;p6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70" name="Google Shape;2670;p6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71" name="Google Shape;2671;p6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72" name="Google Shape;2672;p6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73" name="Google Shape;2673;p6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74" name="Google Shape;2674;p6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75" name="Google Shape;2675;p6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76" name="Google Shape;2676;p6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77" name="Google Shape;2677;p6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78" name="Google Shape;2678;p6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79" name="Google Shape;2679;p6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80" name="Google Shape;2680;p6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81" name="Google Shape;2681;p6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82" name="Google Shape;2682;p6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83" name="Google Shape;2683;p6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84" name="Google Shape;2684;p6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85" name="Google Shape;2685;p6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86" name="Google Shape;2686;p6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87" name="Google Shape;2687;p6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88" name="Google Shape;2688;p6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89" name="Google Shape;2689;p6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90" name="Google Shape;2690;p6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91" name="Google Shape;2691;p6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92" name="Google Shape;2692;p6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93" name="Google Shape;2693;p6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94" name="Google Shape;2694;p6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95" name="Google Shape;2695;p6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96" name="Google Shape;2696;p6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97" name="Google Shape;2697;p6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98" name="Google Shape;2698;p6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699" name="Google Shape;2699;p6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00" name="Google Shape;2700;p6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01" name="Google Shape;2701;p6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02" name="Google Shape;2702;p6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03" name="Google Shape;2703;p6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04" name="Google Shape;2704;p6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05" name="Google Shape;2705;p6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06" name="Google Shape;2706;p6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07" name="Google Shape;2707;p6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08" name="Google Shape;2708;p6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09" name="Google Shape;2709;p6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10" name="Google Shape;2710;p6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11" name="Google Shape;2711;p6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12" name="Google Shape;2712;p6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13" name="Google Shape;2713;p6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14" name="Google Shape;2714;p6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15" name="Google Shape;2715;p6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16" name="Google Shape;2716;p6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17" name="Google Shape;2717;p6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18" name="Google Shape;2718;p6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19" name="Google Shape;2719;p6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20" name="Google Shape;2720;p6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21" name="Google Shape;2721;p6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22" name="Google Shape;2722;p6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23" name="Google Shape;2723;p6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24" name="Google Shape;2724;p6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25" name="Google Shape;2725;p6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26" name="Google Shape;2726;p6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27" name="Google Shape;2727;p6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28" name="Google Shape;2728;p6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29" name="Google Shape;2729;p6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30" name="Google Shape;2730;p6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31" name="Google Shape;2731;p6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32" name="Google Shape;2732;p6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33" name="Google Shape;2733;p6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34" name="Google Shape;2734;p6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35" name="Google Shape;2735;p6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36" name="Google Shape;2736;p6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37" name="Google Shape;2737;p6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38" name="Google Shape;2738;p6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39" name="Google Shape;2739;p6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40" name="Google Shape;2740;p6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41" name="Google Shape;2741;p6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42" name="Google Shape;2742;p6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43" name="Google Shape;2743;p6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44" name="Google Shape;2744;p6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45" name="Google Shape;2745;p6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46" name="Google Shape;2746;p6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47" name="Google Shape;2747;p6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48" name="Google Shape;2748;p6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49" name="Google Shape;2749;p6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50" name="Google Shape;2750;p6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51" name="Google Shape;2751;p6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52" name="Google Shape;2752;p6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53" name="Google Shape;2753;p6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54" name="Google Shape;2754;p6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55" name="Google Shape;2755;p6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56" name="Google Shape;2756;p6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57" name="Google Shape;2757;p6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58" name="Google Shape;2758;p6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59" name="Google Shape;2759;p6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60" name="Google Shape;2760;p6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61" name="Google Shape;2761;p6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62" name="Google Shape;2762;p6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63" name="Google Shape;2763;p6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64" name="Google Shape;2764;p6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65" name="Google Shape;2765;p6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66" name="Google Shape;2766;p6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67" name="Google Shape;2767;p6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68" name="Google Shape;2768;p6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69" name="Google Shape;2769;p6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70" name="Google Shape;2770;p6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71" name="Google Shape;2771;p6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72" name="Google Shape;2772;p6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73" name="Google Shape;2773;p6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74" name="Google Shape;2774;p6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75" name="Google Shape;2775;p6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76" name="Google Shape;2776;p6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77" name="Google Shape;2777;p6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78" name="Google Shape;2778;p6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79" name="Google Shape;2779;p6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80" name="Google Shape;2780;p6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81" name="Google Shape;2781;p6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82" name="Google Shape;2782;p6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83" name="Google Shape;2783;p6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84" name="Google Shape;2784;p6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85" name="Google Shape;2785;p6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86" name="Google Shape;2786;p6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87" name="Google Shape;2787;p6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88" name="Google Shape;2788;p6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89" name="Google Shape;2789;p6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90" name="Google Shape;2790;p6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91" name="Google Shape;2791;p6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92" name="Google Shape;2792;p6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93" name="Google Shape;2793;p6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94" name="Google Shape;2794;p6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95" name="Google Shape;2795;p6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96" name="Google Shape;2796;p6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97" name="Google Shape;2797;p6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98" name="Google Shape;2798;p6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799" name="Google Shape;2799;p6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00" name="Google Shape;2800;p6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01" name="Google Shape;2801;p6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02" name="Google Shape;2802;p6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03" name="Google Shape;2803;p6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04" name="Google Shape;2804;p6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05" name="Google Shape;2805;p6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06" name="Google Shape;2806;p6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07" name="Google Shape;2807;p6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08" name="Google Shape;2808;p6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09" name="Google Shape;2809;p6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10" name="Google Shape;2810;p6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11" name="Google Shape;2811;p6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12" name="Google Shape;2812;p6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13" name="Google Shape;2813;p6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14" name="Google Shape;2814;p6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15" name="Google Shape;2815;p6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16" name="Google Shape;2816;p6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17" name="Google Shape;2817;p6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18" name="Google Shape;2818;p6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19" name="Google Shape;2819;p6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20" name="Google Shape;2820;p6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21" name="Google Shape;2821;p6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22" name="Google Shape;2822;p6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23" name="Google Shape;2823;p6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24" name="Google Shape;2824;p6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25" name="Google Shape;2825;p6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26" name="Google Shape;2826;p6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27" name="Google Shape;2827;p6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28" name="Google Shape;2828;p6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29" name="Google Shape;2829;p6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30" name="Google Shape;2830;p6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31" name="Google Shape;2831;p6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32" name="Google Shape;2832;p6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33" name="Google Shape;2833;p6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34" name="Google Shape;2834;p6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35" name="Google Shape;2835;p6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36" name="Google Shape;2836;p6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37" name="Google Shape;2837;p6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38" name="Google Shape;2838;p6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39" name="Google Shape;2839;p6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40" name="Google Shape;2840;p6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41" name="Google Shape;2841;p6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42" name="Google Shape;2842;p6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43" name="Google Shape;2843;p6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44" name="Google Shape;2844;p6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45" name="Google Shape;2845;p6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46" name="Google Shape;2846;p6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47" name="Google Shape;2847;p6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48" name="Google Shape;2848;p6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49" name="Google Shape;2849;p6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50" name="Google Shape;2850;p6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51" name="Google Shape;2851;p6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52" name="Google Shape;2852;p6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53" name="Google Shape;2853;p6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54" name="Google Shape;2854;p6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55" name="Google Shape;2855;p6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56" name="Google Shape;2856;p6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57" name="Google Shape;2857;p6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58" name="Google Shape;2858;p6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59" name="Google Shape;2859;p6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60" name="Google Shape;2860;p6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61" name="Google Shape;2861;p6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62" name="Google Shape;2862;p6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63" name="Google Shape;2863;p6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64" name="Google Shape;2864;p6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65" name="Google Shape;2865;p6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66" name="Google Shape;2866;p6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67" name="Google Shape;2867;p6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68" name="Google Shape;2868;p6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69" name="Google Shape;2869;p6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70" name="Google Shape;2870;p6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71" name="Google Shape;2871;p6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72" name="Google Shape;2872;p6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73" name="Google Shape;2873;p6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74" name="Google Shape;2874;p6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75" name="Google Shape;2875;p6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76" name="Google Shape;2876;p6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77" name="Google Shape;2877;p6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78" name="Google Shape;2878;p6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79" name="Google Shape;2879;p6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80" name="Google Shape;2880;p6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81" name="Google Shape;2881;p6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82" name="Google Shape;2882;p6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83" name="Google Shape;2883;p6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84" name="Google Shape;2884;p6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85" name="Google Shape;2885;p6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86" name="Google Shape;2886;p6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87" name="Google Shape;2887;p6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88" name="Google Shape;2888;p6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89" name="Google Shape;2889;p6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90" name="Google Shape;2890;p6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91" name="Google Shape;2891;p6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92" name="Google Shape;2892;p6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93" name="Google Shape;2893;p6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94" name="Google Shape;2894;p6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95" name="Google Shape;2895;p6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96" name="Google Shape;2896;p6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97" name="Google Shape;2897;p6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98" name="Google Shape;2898;p6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899" name="Google Shape;2899;p6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00" name="Google Shape;2900;p6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01" name="Google Shape;2901;p6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02" name="Google Shape;2902;p6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03" name="Google Shape;2903;p6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04" name="Google Shape;2904;p6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05" name="Google Shape;2905;p6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06" name="Google Shape;2906;p6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07" name="Google Shape;2907;p6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08" name="Google Shape;2908;p6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09" name="Google Shape;2909;p6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10" name="Google Shape;2910;p6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11" name="Google Shape;2911;p6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12" name="Google Shape;2912;p6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13" name="Google Shape;2913;p6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14" name="Google Shape;2914;p6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15" name="Google Shape;2915;p6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16" name="Google Shape;2916;p6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17" name="Google Shape;2917;p6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18" name="Google Shape;2918;p6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19" name="Google Shape;2919;p6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20" name="Google Shape;2920;p6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21" name="Google Shape;2921;p6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22" name="Google Shape;2922;p6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23" name="Google Shape;2923;p6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24" name="Google Shape;2924;p6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25" name="Google Shape;2925;p6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26" name="Google Shape;2926;p6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27" name="Google Shape;2927;p6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28" name="Google Shape;2928;p6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29" name="Google Shape;2929;p6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30" name="Google Shape;2930;p6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31" name="Google Shape;2931;p6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32" name="Google Shape;2932;p6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33" name="Google Shape;2933;p6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34" name="Google Shape;2934;p6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35" name="Google Shape;2935;p6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36" name="Google Shape;2936;p6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37" name="Google Shape;2937;p6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38" name="Google Shape;2938;p6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39" name="Google Shape;2939;p6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40" name="Google Shape;2940;p6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41" name="Google Shape;2941;p6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42" name="Google Shape;2942;p6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43" name="Google Shape;2943;p6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44" name="Google Shape;2944;p6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45" name="Google Shape;2945;p6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46" name="Google Shape;2946;p6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47" name="Google Shape;2947;p6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48" name="Google Shape;2948;p6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49" name="Google Shape;2949;p6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50" name="Google Shape;2950;p6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51" name="Google Shape;2951;p6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52" name="Google Shape;2952;p6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53" name="Google Shape;2953;p6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54" name="Google Shape;2954;p6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55" name="Google Shape;2955;p6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56" name="Google Shape;2956;p6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57" name="Google Shape;2957;p6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58" name="Google Shape;2958;p6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59" name="Google Shape;2959;p6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60" name="Google Shape;2960;p6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61" name="Google Shape;2961;p6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62" name="Google Shape;2962;p6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63" name="Google Shape;2963;p6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64" name="Google Shape;2964;p6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65" name="Google Shape;2965;p6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66" name="Google Shape;2966;p6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67" name="Google Shape;2967;p6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68" name="Google Shape;2968;p6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69" name="Google Shape;2969;p6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70" name="Google Shape;2970;p6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71" name="Google Shape;2971;p6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72" name="Google Shape;2972;p6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73" name="Google Shape;2973;p6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74" name="Google Shape;2974;p6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75" name="Google Shape;2975;p6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76" name="Google Shape;2976;p6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77" name="Google Shape;2977;p6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78" name="Google Shape;2978;p6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79" name="Google Shape;2979;p6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80" name="Google Shape;2980;p6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81" name="Google Shape;2981;p6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82" name="Google Shape;2982;p6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83" name="Google Shape;2983;p6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84" name="Google Shape;2984;p6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85" name="Google Shape;2985;p6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86" name="Google Shape;2986;p6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87" name="Google Shape;2987;p6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88" name="Google Shape;2988;p6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89" name="Google Shape;2989;p6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90" name="Google Shape;2990;p6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91" name="Google Shape;2991;p6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92" name="Google Shape;2992;p6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93" name="Google Shape;2993;p6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94" name="Google Shape;2994;p6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95" name="Google Shape;2995;p6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96" name="Google Shape;2996;p6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97" name="Google Shape;2997;p6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98" name="Google Shape;2998;p6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2999" name="Google Shape;2999;p6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00" name="Google Shape;3000;p6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01" name="Google Shape;3001;p6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02" name="Google Shape;3002;p6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03" name="Google Shape;3003;p6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04" name="Google Shape;3004;p6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05" name="Google Shape;3005;p6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06" name="Google Shape;3006;p6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07" name="Google Shape;3007;p6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08" name="Google Shape;3008;p6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09" name="Google Shape;3009;p6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10" name="Google Shape;3010;p6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11" name="Google Shape;3011;p6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12" name="Google Shape;3012;p6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13" name="Google Shape;3013;p6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14" name="Google Shape;3014;p6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15" name="Google Shape;3015;p6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16" name="Google Shape;3016;p6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17" name="Google Shape;3017;p6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18" name="Google Shape;3018;p6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19" name="Google Shape;3019;p6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20" name="Google Shape;3020;p6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21" name="Google Shape;3021;p6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22" name="Google Shape;3022;p6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23" name="Google Shape;3023;p6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24" name="Google Shape;3024;p6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25" name="Google Shape;3025;p6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26" name="Google Shape;3026;p6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27" name="Google Shape;3027;p6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28" name="Google Shape;3028;p6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29" name="Google Shape;3029;p6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30" name="Google Shape;3030;p6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31" name="Google Shape;3031;p6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32" name="Google Shape;3032;p6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33" name="Google Shape;3033;p6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34" name="Google Shape;3034;p6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35" name="Google Shape;3035;p6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36" name="Google Shape;3036;p6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37" name="Google Shape;3037;p6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38" name="Google Shape;3038;p6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39" name="Google Shape;3039;p6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40" name="Google Shape;3040;p6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41" name="Google Shape;3041;p6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42" name="Google Shape;3042;p6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43" name="Google Shape;3043;p6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44" name="Google Shape;3044;p6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45" name="Google Shape;3045;p6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46" name="Google Shape;3046;p6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47" name="Google Shape;3047;p6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48" name="Google Shape;3048;p6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49" name="Google Shape;3049;p6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50" name="Google Shape;3050;p6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51" name="Google Shape;3051;p6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52" name="Google Shape;3052;p6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53" name="Google Shape;3053;p6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54" name="Google Shape;3054;p6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55" name="Google Shape;3055;p6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56" name="Google Shape;3056;p6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57" name="Google Shape;3057;p6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58" name="Google Shape;3058;p6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59" name="Google Shape;3059;p6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60" name="Google Shape;3060;p6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61" name="Google Shape;3061;p6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62" name="Google Shape;3062;p6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63" name="Google Shape;3063;p6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64" name="Google Shape;3064;p6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65" name="Google Shape;3065;p6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66" name="Google Shape;3066;p6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67" name="Google Shape;3067;p6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68" name="Google Shape;3068;p6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69" name="Google Shape;3069;p6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70" name="Google Shape;3070;p6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71" name="Google Shape;3071;p6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72" name="Google Shape;3072;p6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73" name="Google Shape;3073;p6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74" name="Google Shape;3074;p6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75" name="Google Shape;3075;p6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76" name="Google Shape;3076;p6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77" name="Google Shape;3077;p6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78" name="Google Shape;3078;p6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79" name="Google Shape;3079;p6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80" name="Google Shape;3080;p6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81" name="Google Shape;3081;p6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82" name="Google Shape;3082;p6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83" name="Google Shape;3083;p6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84" name="Google Shape;3084;p6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85" name="Google Shape;3085;p6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86" name="Google Shape;3086;p6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87" name="Google Shape;3087;p6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88" name="Google Shape;3088;p6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89" name="Google Shape;3089;p6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90" name="Google Shape;3090;p6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91" name="Google Shape;3091;p6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92" name="Google Shape;3092;p6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93" name="Google Shape;3093;p6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94" name="Google Shape;3094;p6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95" name="Google Shape;3095;p6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96" name="Google Shape;3096;p6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97" name="Google Shape;3097;p6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98" name="Google Shape;3098;p6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099" name="Google Shape;3099;p6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00" name="Google Shape;3100;p6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01" name="Google Shape;3101;p6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02" name="Google Shape;3102;p6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03" name="Google Shape;3103;p6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04" name="Google Shape;3104;p6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05" name="Google Shape;3105;p6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06" name="Google Shape;3106;p6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07" name="Google Shape;3107;p6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08" name="Google Shape;3108;p6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09" name="Google Shape;3109;p6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10" name="Google Shape;3110;p6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11" name="Google Shape;3111;p6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12" name="Google Shape;3112;p6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13" name="Google Shape;3113;p6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14" name="Google Shape;3114;p6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15" name="Google Shape;3115;p6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16" name="Google Shape;3116;p6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17" name="Google Shape;3117;p6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18" name="Google Shape;3118;p6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19" name="Google Shape;3119;p6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20" name="Google Shape;3120;p6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21" name="Google Shape;3121;p6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22" name="Google Shape;3122;p6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23" name="Google Shape;3123;p6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24" name="Google Shape;3124;p6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25" name="Google Shape;3125;p6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26" name="Google Shape;3126;p6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27" name="Google Shape;3127;p6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28" name="Google Shape;3128;p6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29" name="Google Shape;3129;p6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30" name="Google Shape;3130;p6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31" name="Google Shape;3131;p6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32" name="Google Shape;3132;p6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33" name="Google Shape;3133;p6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34" name="Google Shape;3134;p6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35" name="Google Shape;3135;p6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36" name="Google Shape;3136;p6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37" name="Google Shape;3137;p6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38" name="Google Shape;3138;p6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39" name="Google Shape;3139;p6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40" name="Google Shape;3140;p6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41" name="Google Shape;3141;p6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42" name="Google Shape;3142;p6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43" name="Google Shape;3143;p6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44" name="Google Shape;3144;p6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45" name="Google Shape;3145;p6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46" name="Google Shape;3146;p6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47" name="Google Shape;3147;p6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48" name="Google Shape;3148;p6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49" name="Google Shape;3149;p6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50" name="Google Shape;3150;p6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51" name="Google Shape;3151;p6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52" name="Google Shape;3152;p6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53" name="Google Shape;3153;p6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54" name="Google Shape;3154;p6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55" name="Google Shape;3155;p6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56" name="Google Shape;3156;p6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57" name="Google Shape;3157;p6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58" name="Google Shape;3158;p6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59" name="Google Shape;3159;p6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60" name="Google Shape;3160;p6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61" name="Google Shape;3161;p6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62" name="Google Shape;3162;p6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63" name="Google Shape;3163;p6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64" name="Google Shape;3164;p6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65" name="Google Shape;3165;p6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66" name="Google Shape;3166;p6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67" name="Google Shape;3167;p6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68" name="Google Shape;3168;p6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69" name="Google Shape;3169;p6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70" name="Google Shape;3170;p6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71" name="Google Shape;3171;p6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72" name="Google Shape;3172;p6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73" name="Google Shape;3173;p6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74" name="Google Shape;3174;p6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75" name="Google Shape;3175;p6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76" name="Google Shape;3176;p6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77" name="Google Shape;3177;p6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78" name="Google Shape;3178;p6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79" name="Google Shape;3179;p6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80" name="Google Shape;3180;p6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81" name="Google Shape;3181;p6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82" name="Google Shape;3182;p6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83" name="Google Shape;3183;p6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84" name="Google Shape;3184;p6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85" name="Google Shape;3185;p6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86" name="Google Shape;3186;p6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87" name="Google Shape;3187;p6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88" name="Google Shape;3188;p6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89" name="Google Shape;3189;p6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90" name="Google Shape;3190;p6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91" name="Google Shape;3191;p6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92" name="Google Shape;3192;p6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93" name="Google Shape;3193;p6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94" name="Google Shape;3194;p6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95" name="Google Shape;3195;p6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96" name="Google Shape;3196;p6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97" name="Google Shape;3197;p6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98" name="Google Shape;3198;p6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199" name="Google Shape;3199;p6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00" name="Google Shape;3200;p6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01" name="Google Shape;3201;p6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02" name="Google Shape;3202;p6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03" name="Google Shape;3203;p6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04" name="Google Shape;3204;p6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05" name="Google Shape;3205;p6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06" name="Google Shape;3206;p6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07" name="Google Shape;3207;p6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08" name="Google Shape;3208;p6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09" name="Google Shape;3209;p6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10" name="Google Shape;3210;p6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11" name="Google Shape;3211;p6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12" name="Google Shape;3212;p6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13" name="Google Shape;3213;p6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14" name="Google Shape;3214;p6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15" name="Google Shape;3215;p6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16" name="Google Shape;3216;p6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17" name="Google Shape;3217;p6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18" name="Google Shape;3218;p6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19" name="Google Shape;3219;p6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20" name="Google Shape;3220;p6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21" name="Google Shape;3221;p6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22" name="Google Shape;3222;p6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23" name="Google Shape;3223;p6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24" name="Google Shape;3224;p6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25" name="Google Shape;3225;p6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26" name="Google Shape;3226;p6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27" name="Google Shape;3227;p6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28" name="Google Shape;3228;p6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29" name="Google Shape;3229;p6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30" name="Google Shape;3230;p6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31" name="Google Shape;3231;p6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32" name="Google Shape;3232;p6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33" name="Google Shape;3233;p6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34" name="Google Shape;3234;p6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35" name="Google Shape;3235;p6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36" name="Google Shape;3236;p6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37" name="Google Shape;3237;p6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38" name="Google Shape;3238;p6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39" name="Google Shape;3239;p6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40" name="Google Shape;3240;p6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41" name="Google Shape;3241;p6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42" name="Google Shape;3242;p6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43" name="Google Shape;3243;p6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44" name="Google Shape;3244;p6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45" name="Google Shape;3245;p6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46" name="Google Shape;3246;p6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47" name="Google Shape;3247;p6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48" name="Google Shape;3248;p6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49" name="Google Shape;3249;p6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50" name="Google Shape;3250;p6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51" name="Google Shape;3251;p6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52" name="Google Shape;3252;p6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53" name="Google Shape;3253;p6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54" name="Google Shape;3254;p6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55" name="Google Shape;3255;p6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56" name="Google Shape;3256;p6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57" name="Google Shape;3257;p6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58" name="Google Shape;3258;p6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59" name="Google Shape;3259;p6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60" name="Google Shape;3260;p6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61" name="Google Shape;3261;p6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62" name="Google Shape;3262;p6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63" name="Google Shape;3263;p6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64" name="Google Shape;3264;p6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65" name="Google Shape;3265;p6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66" name="Google Shape;3266;p6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67" name="Google Shape;3267;p6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68" name="Google Shape;3268;p6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69" name="Google Shape;3269;p6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70" name="Google Shape;3270;p6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71" name="Google Shape;3271;p6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72" name="Google Shape;3272;p6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73" name="Google Shape;3273;p6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74" name="Google Shape;3274;p6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75" name="Google Shape;3275;p6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76" name="Google Shape;3276;p6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77" name="Google Shape;3277;p6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78" name="Google Shape;3278;p6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79" name="Google Shape;3279;p6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80" name="Google Shape;3280;p6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81" name="Google Shape;3281;p6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82" name="Google Shape;3282;p6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83" name="Google Shape;3283;p6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84" name="Google Shape;3284;p6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85" name="Google Shape;3285;p6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86" name="Google Shape;3286;p6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87" name="Google Shape;3287;p6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88" name="Google Shape;3288;p6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89" name="Google Shape;3289;p6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90" name="Google Shape;3290;p6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91" name="Google Shape;3291;p6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92" name="Google Shape;3292;p6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93" name="Google Shape;3293;p6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94" name="Google Shape;3294;p6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95" name="Google Shape;3295;p6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96" name="Google Shape;3296;p6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97" name="Google Shape;3297;p6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98" name="Google Shape;3298;p6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299" name="Google Shape;3299;p6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00" name="Google Shape;3300;p6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01" name="Google Shape;3301;p6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02" name="Google Shape;3302;p6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03" name="Google Shape;3303;p6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04" name="Google Shape;3304;p6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05" name="Google Shape;3305;p6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06" name="Google Shape;3306;p6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07" name="Google Shape;3307;p6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08" name="Google Shape;3308;p6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09" name="Google Shape;3309;p6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10" name="Google Shape;3310;p6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11" name="Google Shape;3311;p6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12" name="Google Shape;3312;p6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13" name="Google Shape;3313;p6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14" name="Google Shape;3314;p6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15" name="Google Shape;3315;p6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16" name="Google Shape;3316;p6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17" name="Google Shape;3317;p6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18" name="Google Shape;3318;p6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19" name="Google Shape;3319;p6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20" name="Google Shape;3320;p6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21" name="Google Shape;3321;p6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22" name="Google Shape;3322;p6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23" name="Google Shape;3323;p6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24" name="Google Shape;3324;p6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25" name="Google Shape;3325;p6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26" name="Google Shape;3326;p6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27" name="Google Shape;3327;p6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28" name="Google Shape;3328;p6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29" name="Google Shape;3329;p6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30" name="Google Shape;3330;p6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31" name="Google Shape;3331;p6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32" name="Google Shape;3332;p6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33" name="Google Shape;3333;p6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34" name="Google Shape;3334;p6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35" name="Google Shape;3335;p6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36" name="Google Shape;3336;p6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37" name="Google Shape;3337;p6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38" name="Google Shape;3338;p6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39" name="Google Shape;3339;p6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40" name="Google Shape;3340;p6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41" name="Google Shape;3341;p6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42" name="Google Shape;3342;p6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43" name="Google Shape;3343;p6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44" name="Google Shape;3344;p6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45" name="Google Shape;3345;p6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46" name="Google Shape;3346;p6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47" name="Google Shape;3347;p6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48" name="Google Shape;3348;p6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49" name="Google Shape;3349;p6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50" name="Google Shape;3350;p6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51" name="Google Shape;3351;p6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52" name="Google Shape;3352;p6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53" name="Google Shape;3353;p6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54" name="Google Shape;3354;p6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55" name="Google Shape;3355;p6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56" name="Google Shape;3356;p6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57" name="Google Shape;3357;p6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58" name="Google Shape;3358;p6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59" name="Google Shape;3359;p6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60" name="Google Shape;3360;p6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61" name="Google Shape;3361;p6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62" name="Google Shape;3362;p6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63" name="Google Shape;3363;p6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64" name="Google Shape;3364;p6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65" name="Google Shape;3365;p6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66" name="Google Shape;3366;p6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67" name="Google Shape;3367;p6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68" name="Google Shape;3368;p6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69" name="Google Shape;3369;p6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70" name="Google Shape;3370;p6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71" name="Google Shape;3371;p6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72" name="Google Shape;3372;p6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73" name="Google Shape;3373;p6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74" name="Google Shape;3374;p6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75" name="Google Shape;3375;p6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76" name="Google Shape;3376;p6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77" name="Google Shape;3377;p6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78" name="Google Shape;3378;p6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79" name="Google Shape;3379;p6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80" name="Google Shape;3380;p6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81" name="Google Shape;3381;p6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82" name="Google Shape;3382;p6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83" name="Google Shape;3383;p6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84" name="Google Shape;3384;p6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85" name="Google Shape;3385;p6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86" name="Google Shape;3386;p6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87" name="Google Shape;3387;p6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88" name="Google Shape;3388;p6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89" name="Google Shape;3389;p6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90" name="Google Shape;3390;p6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91" name="Google Shape;3391;p6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92" name="Google Shape;3392;p6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93" name="Google Shape;3393;p6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94" name="Google Shape;3394;p6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95" name="Google Shape;3395;p6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96" name="Google Shape;3396;p6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97" name="Google Shape;3397;p6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98" name="Google Shape;3398;p6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399" name="Google Shape;3399;p6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00" name="Google Shape;3400;p6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01" name="Google Shape;3401;p6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02" name="Google Shape;3402;p6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03" name="Google Shape;3403;p6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04" name="Google Shape;3404;p6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05" name="Google Shape;3405;p6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06" name="Google Shape;3406;p6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07" name="Google Shape;3407;p6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08" name="Google Shape;3408;p6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09" name="Google Shape;3409;p6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10" name="Google Shape;3410;p6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11" name="Google Shape;3411;p6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12" name="Google Shape;3412;p6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13" name="Google Shape;3413;p6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14" name="Google Shape;3414;p6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15" name="Google Shape;3415;p6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16" name="Google Shape;3416;p6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17" name="Google Shape;3417;p6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18" name="Google Shape;3418;p6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19" name="Google Shape;3419;p6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20" name="Google Shape;3420;p6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21" name="Google Shape;3421;p6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22" name="Google Shape;3422;p6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23" name="Google Shape;3423;p6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24" name="Google Shape;3424;p6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25" name="Google Shape;3425;p6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26" name="Google Shape;3426;p6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27" name="Google Shape;3427;p6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28" name="Google Shape;3428;p6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29" name="Google Shape;3429;p6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30" name="Google Shape;3430;p6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31" name="Google Shape;3431;p6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32" name="Google Shape;3432;p6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33" name="Google Shape;3433;p6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34" name="Google Shape;3434;p6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35" name="Google Shape;3435;p6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36" name="Google Shape;3436;p6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37" name="Google Shape;3437;p6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38" name="Google Shape;3438;p6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39" name="Google Shape;3439;p6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40" name="Google Shape;3440;p6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41" name="Google Shape;3441;p6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42" name="Google Shape;3442;p6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43" name="Google Shape;3443;p6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44" name="Google Shape;3444;p6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45" name="Google Shape;3445;p6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46" name="Google Shape;3446;p6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47" name="Google Shape;3447;p6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48" name="Google Shape;3448;p6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49" name="Google Shape;3449;p6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50" name="Google Shape;3450;p6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51" name="Google Shape;3451;p6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52" name="Google Shape;3452;p6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53" name="Google Shape;3453;p6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54" name="Google Shape;3454;p6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55" name="Google Shape;3455;p6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56" name="Google Shape;3456;p6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57" name="Google Shape;3457;p6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58" name="Google Shape;3458;p6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59" name="Google Shape;3459;p6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60" name="Google Shape;3460;p6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61" name="Google Shape;3461;p6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62" name="Google Shape;3462;p6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63" name="Google Shape;3463;p6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64" name="Google Shape;3464;p6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65" name="Google Shape;3465;p6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66" name="Google Shape;3466;p6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67" name="Google Shape;3467;p6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68" name="Google Shape;3468;p6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69" name="Google Shape;3469;p6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70" name="Google Shape;3470;p6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71" name="Google Shape;3471;p6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72" name="Google Shape;3472;p6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73" name="Google Shape;3473;p6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74" name="Google Shape;3474;p6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75" name="Google Shape;3475;p6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76" name="Google Shape;3476;p6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77" name="Google Shape;3477;p6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78" name="Google Shape;3478;p6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79" name="Google Shape;3479;p6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80" name="Google Shape;3480;p6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81" name="Google Shape;3481;p6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82" name="Google Shape;3482;p6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83" name="Google Shape;3483;p6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84" name="Google Shape;3484;p6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85" name="Google Shape;3485;p6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86" name="Google Shape;3486;p6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87" name="Google Shape;3487;p6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88" name="Google Shape;3488;p6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89" name="Google Shape;3489;p6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90" name="Google Shape;3490;p6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91" name="Google Shape;3491;p6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92" name="Google Shape;3492;p6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93" name="Google Shape;3493;p6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94" name="Google Shape;3494;p6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95" name="Google Shape;3495;p6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96" name="Google Shape;3496;p6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97" name="Google Shape;3497;p6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98" name="Google Shape;3498;p6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499" name="Google Shape;3499;p6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00" name="Google Shape;3500;p6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01" name="Google Shape;3501;p6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02" name="Google Shape;3502;p6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03" name="Google Shape;3503;p6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04" name="Google Shape;3504;p6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05" name="Google Shape;3505;p6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06" name="Google Shape;3506;p6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07" name="Google Shape;3507;p6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08" name="Google Shape;3508;p6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09" name="Google Shape;3509;p6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10" name="Google Shape;3510;p6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11" name="Google Shape;3511;p6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12" name="Google Shape;3512;p6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13" name="Google Shape;3513;p6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14" name="Google Shape;3514;p6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15" name="Google Shape;3515;p6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16" name="Google Shape;3516;p6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17" name="Google Shape;3517;p6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18" name="Google Shape;3518;p6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19" name="Google Shape;3519;p6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20" name="Google Shape;3520;p6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21" name="Google Shape;3521;p6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22" name="Google Shape;3522;p6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23" name="Google Shape;3523;p6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24" name="Google Shape;3524;p6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25" name="Google Shape;3525;p6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26" name="Google Shape;3526;p6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27" name="Google Shape;3527;p6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28" name="Google Shape;3528;p6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29" name="Google Shape;3529;p6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30" name="Google Shape;3530;p6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31" name="Google Shape;3531;p6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32" name="Google Shape;3532;p6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33" name="Google Shape;3533;p6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34" name="Google Shape;3534;p6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35" name="Google Shape;3535;p6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36" name="Google Shape;3536;p6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37" name="Google Shape;3537;p6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38" name="Google Shape;3538;p6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3539" name="Google Shape;3539;p66"/>
          <p:cNvGrpSpPr/>
          <p:nvPr/>
        </p:nvGrpSpPr>
        <p:grpSpPr>
          <a:xfrm>
            <a:off x="7948415" y="1641515"/>
            <a:ext cx="3247947" cy="1730300"/>
            <a:chOff x="233350" y="949250"/>
            <a:chExt cx="7137300" cy="3802300"/>
          </a:xfrm>
        </p:grpSpPr>
        <p:sp>
          <p:nvSpPr>
            <p:cNvPr id="3540" name="Google Shape;3540;p6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41" name="Google Shape;3541;p6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42" name="Google Shape;3542;p6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43" name="Google Shape;3543;p6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44" name="Google Shape;3544;p6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45" name="Google Shape;3545;p6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46" name="Google Shape;3546;p6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47" name="Google Shape;3547;p6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48" name="Google Shape;3548;p6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49" name="Google Shape;3549;p6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50" name="Google Shape;3550;p6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51" name="Google Shape;3551;p6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52" name="Google Shape;3552;p6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53" name="Google Shape;3553;p6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54" name="Google Shape;3554;p6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55" name="Google Shape;3555;p6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56" name="Google Shape;3556;p6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57" name="Google Shape;3557;p6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58" name="Google Shape;3558;p6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59" name="Google Shape;3559;p6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60" name="Google Shape;3560;p6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61" name="Google Shape;3561;p6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62" name="Google Shape;3562;p6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63" name="Google Shape;3563;p6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64" name="Google Shape;3564;p6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65" name="Google Shape;3565;p6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66" name="Google Shape;3566;p6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67" name="Google Shape;3567;p6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68" name="Google Shape;3568;p6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69" name="Google Shape;3569;p6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70" name="Google Shape;3570;p6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71" name="Google Shape;3571;p6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72" name="Google Shape;3572;p6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73" name="Google Shape;3573;p6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74" name="Google Shape;3574;p6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75" name="Google Shape;3575;p6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76" name="Google Shape;3576;p6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77" name="Google Shape;3577;p6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78" name="Google Shape;3578;p6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79" name="Google Shape;3579;p6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80" name="Google Shape;3580;p6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81" name="Google Shape;3581;p6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82" name="Google Shape;3582;p6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83" name="Google Shape;3583;p6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84" name="Google Shape;3584;p6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85" name="Google Shape;3585;p6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86" name="Google Shape;3586;p6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87" name="Google Shape;3587;p6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88" name="Google Shape;3588;p6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89" name="Google Shape;3589;p6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90" name="Google Shape;3590;p6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3591" name="Google Shape;3591;p66"/>
          <p:cNvGrpSpPr/>
          <p:nvPr/>
        </p:nvGrpSpPr>
        <p:grpSpPr>
          <a:xfrm>
            <a:off x="10285914" y="4259635"/>
            <a:ext cx="138975" cy="427120"/>
            <a:chOff x="7564426" y="3224343"/>
            <a:chExt cx="119985" cy="368801"/>
          </a:xfrm>
        </p:grpSpPr>
        <p:sp>
          <p:nvSpPr>
            <p:cNvPr id="3592" name="Google Shape;3592;p6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93" name="Google Shape;3593;p6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3594" name="Google Shape;3594;p66"/>
          <p:cNvGrpSpPr/>
          <p:nvPr/>
        </p:nvGrpSpPr>
        <p:grpSpPr>
          <a:xfrm>
            <a:off x="9885231" y="4251769"/>
            <a:ext cx="252652" cy="442843"/>
            <a:chOff x="8370831" y="3202002"/>
            <a:chExt cx="218129" cy="382376"/>
          </a:xfrm>
        </p:grpSpPr>
        <p:sp>
          <p:nvSpPr>
            <p:cNvPr id="3595" name="Google Shape;3595;p6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96" name="Google Shape;3596;p6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3597" name="Google Shape;3597;p66"/>
          <p:cNvGrpSpPr/>
          <p:nvPr/>
        </p:nvGrpSpPr>
        <p:grpSpPr>
          <a:xfrm>
            <a:off x="10849750" y="4799945"/>
            <a:ext cx="412572" cy="356000"/>
            <a:chOff x="6742064" y="3750480"/>
            <a:chExt cx="399315" cy="344560"/>
          </a:xfrm>
        </p:grpSpPr>
        <p:sp>
          <p:nvSpPr>
            <p:cNvPr id="3598" name="Google Shape;3598;p6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599" name="Google Shape;3599;p6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3600" name="Google Shape;3600;p66"/>
          <p:cNvGrpSpPr/>
          <p:nvPr/>
        </p:nvGrpSpPr>
        <p:grpSpPr>
          <a:xfrm>
            <a:off x="10235109" y="5268008"/>
            <a:ext cx="240583" cy="375477"/>
            <a:chOff x="7248525" y="3739696"/>
            <a:chExt cx="230531" cy="359790"/>
          </a:xfrm>
        </p:grpSpPr>
        <p:sp>
          <p:nvSpPr>
            <p:cNvPr id="3601" name="Google Shape;3601;p6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02" name="Google Shape;3602;p6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3603" name="Google Shape;3603;p66"/>
          <p:cNvGrpSpPr/>
          <p:nvPr/>
        </p:nvGrpSpPr>
        <p:grpSpPr>
          <a:xfrm>
            <a:off x="10563001" y="4792308"/>
            <a:ext cx="217195" cy="371613"/>
            <a:chOff x="7601242" y="3729267"/>
            <a:chExt cx="222566" cy="380803"/>
          </a:xfrm>
        </p:grpSpPr>
        <p:sp>
          <p:nvSpPr>
            <p:cNvPr id="3604" name="Google Shape;3604;p6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05" name="Google Shape;3605;p6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3606" name="Google Shape;3606;p66"/>
          <p:cNvSpPr/>
          <p:nvPr/>
        </p:nvSpPr>
        <p:spPr>
          <a:xfrm>
            <a:off x="10517703" y="4275450"/>
            <a:ext cx="307792" cy="395433"/>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3607" name="Google Shape;3607;p66"/>
          <p:cNvGrpSpPr/>
          <p:nvPr/>
        </p:nvGrpSpPr>
        <p:grpSpPr>
          <a:xfrm>
            <a:off x="9882529" y="4793828"/>
            <a:ext cx="258057" cy="367987"/>
            <a:chOff x="8304647" y="3738687"/>
            <a:chExt cx="225076" cy="320956"/>
          </a:xfrm>
        </p:grpSpPr>
        <p:sp>
          <p:nvSpPr>
            <p:cNvPr id="3608" name="Google Shape;3608;p66"/>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09" name="Google Shape;3609;p6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10" name="Google Shape;3610;p6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3611" name="Google Shape;3611;p66"/>
          <p:cNvGrpSpPr/>
          <p:nvPr/>
        </p:nvGrpSpPr>
        <p:grpSpPr>
          <a:xfrm>
            <a:off x="10245852" y="4793828"/>
            <a:ext cx="237989" cy="367987"/>
            <a:chOff x="8615101" y="3738687"/>
            <a:chExt cx="207573" cy="320956"/>
          </a:xfrm>
        </p:grpSpPr>
        <p:sp>
          <p:nvSpPr>
            <p:cNvPr id="3612" name="Google Shape;3612;p66"/>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13" name="Google Shape;3613;p6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14" name="Google Shape;3614;p6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3615" name="Google Shape;3615;p66"/>
          <p:cNvSpPr/>
          <p:nvPr/>
        </p:nvSpPr>
        <p:spPr>
          <a:xfrm>
            <a:off x="10907772" y="4247006"/>
            <a:ext cx="296529" cy="384925"/>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3616" name="Google Shape;3616;p66"/>
          <p:cNvGrpSpPr/>
          <p:nvPr/>
        </p:nvGrpSpPr>
        <p:grpSpPr>
          <a:xfrm>
            <a:off x="10546561" y="5330710"/>
            <a:ext cx="250076" cy="250076"/>
            <a:chOff x="8565775" y="671075"/>
            <a:chExt cx="441000" cy="441000"/>
          </a:xfrm>
        </p:grpSpPr>
        <p:sp>
          <p:nvSpPr>
            <p:cNvPr id="3617" name="Google Shape;3617;p66"/>
            <p:cNvSpPr/>
            <p:nvPr/>
          </p:nvSpPr>
          <p:spPr>
            <a:xfrm>
              <a:off x="8565775" y="671075"/>
              <a:ext cx="441000" cy="441000"/>
            </a:xfrm>
            <a:prstGeom prst="ellipse">
              <a:avLst/>
            </a:pr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18" name="Google Shape;3618;p66"/>
            <p:cNvSpPr/>
            <p:nvPr/>
          </p:nvSpPr>
          <p:spPr>
            <a:xfrm>
              <a:off x="8706625" y="811925"/>
              <a:ext cx="159300" cy="159300"/>
            </a:xfrm>
            <a:prstGeom prst="ellipse">
              <a:avLst/>
            </a:pr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3619" name="Google Shape;3619;p66"/>
          <p:cNvSpPr/>
          <p:nvPr/>
        </p:nvSpPr>
        <p:spPr>
          <a:xfrm>
            <a:off x="10926915" y="5325269"/>
            <a:ext cx="258244" cy="260955"/>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3620" name="Google Shape;3620;p66"/>
          <p:cNvSpPr/>
          <p:nvPr/>
        </p:nvSpPr>
        <p:spPr>
          <a:xfrm flipH="1">
            <a:off x="9892498" y="5280545"/>
            <a:ext cx="238119" cy="350407"/>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3621" name="Google Shape;3621;p66"/>
          <p:cNvGrpSpPr/>
          <p:nvPr/>
        </p:nvGrpSpPr>
        <p:grpSpPr>
          <a:xfrm>
            <a:off x="8085857" y="4094077"/>
            <a:ext cx="783820" cy="690308"/>
            <a:chOff x="6000718" y="3070557"/>
            <a:chExt cx="587865" cy="517731"/>
          </a:xfrm>
        </p:grpSpPr>
        <p:sp>
          <p:nvSpPr>
            <p:cNvPr id="3622" name="Google Shape;3622;p66"/>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23" name="Google Shape;3623;p66"/>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24" name="Google Shape;3624;p66"/>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25" name="Google Shape;3625;p66"/>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26" name="Google Shape;3626;p66"/>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27" name="Google Shape;3627;p66"/>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28" name="Google Shape;3628;p66"/>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29" name="Google Shape;3629;p66"/>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30" name="Google Shape;3630;p66"/>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31" name="Google Shape;3631;p66"/>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3632" name="Google Shape;3632;p66"/>
          <p:cNvGrpSpPr/>
          <p:nvPr/>
        </p:nvGrpSpPr>
        <p:grpSpPr>
          <a:xfrm>
            <a:off x="8105597" y="4952290"/>
            <a:ext cx="743553" cy="688516"/>
            <a:chOff x="6015523" y="3714217"/>
            <a:chExt cx="557665" cy="516387"/>
          </a:xfrm>
        </p:grpSpPr>
        <p:grpSp>
          <p:nvGrpSpPr>
            <p:cNvPr id="3633" name="Google Shape;3633;p66"/>
            <p:cNvGrpSpPr/>
            <p:nvPr/>
          </p:nvGrpSpPr>
          <p:grpSpPr>
            <a:xfrm>
              <a:off x="6036094" y="3716980"/>
              <a:ext cx="529822" cy="510480"/>
              <a:chOff x="3148311" y="-545634"/>
              <a:chExt cx="1006118" cy="969572"/>
            </a:xfrm>
          </p:grpSpPr>
          <p:sp>
            <p:nvSpPr>
              <p:cNvPr id="3634" name="Google Shape;3634;p66"/>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35" name="Google Shape;3635;p66"/>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36" name="Google Shape;3636;p66"/>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37" name="Google Shape;3637;p66"/>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38" name="Google Shape;3638;p66"/>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39" name="Google Shape;3639;p66"/>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40" name="Google Shape;3640;p66"/>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41" name="Google Shape;3641;p66"/>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42" name="Google Shape;3642;p66"/>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43" name="Google Shape;3643;p66"/>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3644" name="Google Shape;3644;p66"/>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3645" name="Google Shape;3645;p66"/>
          <p:cNvGrpSpPr/>
          <p:nvPr/>
        </p:nvGrpSpPr>
        <p:grpSpPr>
          <a:xfrm>
            <a:off x="8943972" y="4098171"/>
            <a:ext cx="768403" cy="682495"/>
            <a:chOff x="6644304" y="3073628"/>
            <a:chExt cx="576302" cy="511871"/>
          </a:xfrm>
        </p:grpSpPr>
        <p:grpSp>
          <p:nvGrpSpPr>
            <p:cNvPr id="3646" name="Google Shape;3646;p66"/>
            <p:cNvGrpSpPr/>
            <p:nvPr/>
          </p:nvGrpSpPr>
          <p:grpSpPr>
            <a:xfrm>
              <a:off x="6712169" y="3073651"/>
              <a:ext cx="481611" cy="506713"/>
              <a:chOff x="1833536" y="-546641"/>
              <a:chExt cx="914567" cy="962419"/>
            </a:xfrm>
          </p:grpSpPr>
          <p:grpSp>
            <p:nvGrpSpPr>
              <p:cNvPr id="3647" name="Google Shape;3647;p66"/>
              <p:cNvGrpSpPr/>
              <p:nvPr/>
            </p:nvGrpSpPr>
            <p:grpSpPr>
              <a:xfrm>
                <a:off x="1833536" y="-524249"/>
                <a:ext cx="914567" cy="940027"/>
                <a:chOff x="1833536" y="-524249"/>
                <a:chExt cx="914567" cy="940027"/>
              </a:xfrm>
            </p:grpSpPr>
            <p:sp>
              <p:nvSpPr>
                <p:cNvPr id="3648" name="Google Shape;3648;p66"/>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49" name="Google Shape;3649;p66"/>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50" name="Google Shape;3650;p66"/>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51" name="Google Shape;3651;p66"/>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52" name="Google Shape;3652;p66"/>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3653" name="Google Shape;3653;p66"/>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54" name="Google Shape;3654;p66"/>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55" name="Google Shape;3655;p66"/>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56" name="Google Shape;3656;p66"/>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3657" name="Google Shape;3657;p6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3658" name="Google Shape;3658;p66"/>
          <p:cNvGrpSpPr/>
          <p:nvPr/>
        </p:nvGrpSpPr>
        <p:grpSpPr>
          <a:xfrm>
            <a:off x="8954300" y="4952191"/>
            <a:ext cx="747515" cy="688663"/>
            <a:chOff x="6652051" y="3714143"/>
            <a:chExt cx="560636" cy="516497"/>
          </a:xfrm>
        </p:grpSpPr>
        <p:grpSp>
          <p:nvGrpSpPr>
            <p:cNvPr id="3659" name="Google Shape;3659;p66"/>
            <p:cNvGrpSpPr/>
            <p:nvPr/>
          </p:nvGrpSpPr>
          <p:grpSpPr>
            <a:xfrm>
              <a:off x="6669657" y="3716715"/>
              <a:ext cx="466768" cy="464314"/>
              <a:chOff x="3139766" y="765669"/>
              <a:chExt cx="886380" cy="881888"/>
            </a:xfrm>
          </p:grpSpPr>
          <p:grpSp>
            <p:nvGrpSpPr>
              <p:cNvPr id="3660" name="Google Shape;3660;p66"/>
              <p:cNvGrpSpPr/>
              <p:nvPr/>
            </p:nvGrpSpPr>
            <p:grpSpPr>
              <a:xfrm>
                <a:off x="3139766" y="765669"/>
                <a:ext cx="886380" cy="881888"/>
                <a:chOff x="3139766" y="765669"/>
                <a:chExt cx="886380" cy="881888"/>
              </a:xfrm>
            </p:grpSpPr>
            <p:sp>
              <p:nvSpPr>
                <p:cNvPr id="3661" name="Google Shape;3661;p66"/>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62" name="Google Shape;3662;p66"/>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63" name="Google Shape;3663;p66"/>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64" name="Google Shape;3664;p66"/>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65" name="Google Shape;3665;p66"/>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66" name="Google Shape;3666;p66"/>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67" name="Google Shape;3667;p66"/>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68" name="Google Shape;3668;p66"/>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69" name="Google Shape;3669;p66"/>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3670" name="Google Shape;3670;p66"/>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71" name="Google Shape;3671;p66"/>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72" name="Google Shape;3672;p66"/>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73" name="Google Shape;3673;p66"/>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3674" name="Google Shape;3674;p66"/>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3675" name="Google Shape;3675;p66"/>
          <p:cNvGrpSpPr/>
          <p:nvPr/>
        </p:nvGrpSpPr>
        <p:grpSpPr>
          <a:xfrm>
            <a:off x="987704" y="1618840"/>
            <a:ext cx="3616888" cy="1787550"/>
            <a:chOff x="793334" y="1192826"/>
            <a:chExt cx="2665073" cy="1317140"/>
          </a:xfrm>
        </p:grpSpPr>
        <p:sp>
          <p:nvSpPr>
            <p:cNvPr id="3676" name="Google Shape;3676;p66"/>
            <p:cNvSpPr/>
            <p:nvPr/>
          </p:nvSpPr>
          <p:spPr>
            <a:xfrm>
              <a:off x="2759899" y="2034536"/>
              <a:ext cx="14" cy="14"/>
            </a:xfrm>
            <a:custGeom>
              <a:avLst/>
              <a:gdLst/>
              <a:ahLst/>
              <a:cxnLst/>
              <a:rect l="l" t="t" r="r" b="b"/>
              <a:pathLst>
                <a:path w="1" h="1" extrusionOk="0">
                  <a:moveTo>
                    <a:pt x="1"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77" name="Google Shape;3677;p66"/>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78" name="Google Shape;3678;p66"/>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79" name="Google Shape;3679;p66"/>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80" name="Google Shape;3680;p66"/>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81" name="Google Shape;3681;p66"/>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82" name="Google Shape;3682;p66"/>
            <p:cNvSpPr/>
            <p:nvPr/>
          </p:nvSpPr>
          <p:spPr>
            <a:xfrm>
              <a:off x="1460410" y="1905428"/>
              <a:ext cx="14" cy="14"/>
            </a:xfrm>
            <a:custGeom>
              <a:avLst/>
              <a:gdLst/>
              <a:ahLst/>
              <a:cxnLst/>
              <a:rect l="l" t="t" r="r" b="b"/>
              <a:pathLst>
                <a:path w="1" h="1" extrusionOk="0">
                  <a:moveTo>
                    <a:pt x="0"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83" name="Google Shape;3683;p66"/>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84" name="Google Shape;3684;p66"/>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85" name="Google Shape;3685;p66"/>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86" name="Google Shape;3686;p66"/>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87" name="Google Shape;3687;p66"/>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88" name="Google Shape;3688;p66"/>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89" name="Google Shape;3689;p66"/>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90" name="Google Shape;3690;p66"/>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91" name="Google Shape;3691;p66"/>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92" name="Google Shape;3692;p66"/>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93" name="Google Shape;3693;p66"/>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94" name="Google Shape;3694;p66"/>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95" name="Google Shape;3695;p66"/>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96" name="Google Shape;3696;p66"/>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97" name="Google Shape;3697;p66"/>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98" name="Google Shape;3698;p66"/>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699" name="Google Shape;3699;p66"/>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00" name="Google Shape;3700;p66"/>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01" name="Google Shape;3701;p66"/>
            <p:cNvSpPr/>
            <p:nvPr/>
          </p:nvSpPr>
          <p:spPr>
            <a:xfrm>
              <a:off x="1309917" y="1312268"/>
              <a:ext cx="14" cy="14"/>
            </a:xfrm>
            <a:custGeom>
              <a:avLst/>
              <a:gdLst/>
              <a:ahLst/>
              <a:cxnLst/>
              <a:rect l="l" t="t" r="r" b="b"/>
              <a:pathLst>
                <a:path w="1" h="1" extrusionOk="0">
                  <a:moveTo>
                    <a:pt x="1"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02" name="Google Shape;3702;p66"/>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03" name="Google Shape;3703;p66"/>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04" name="Google Shape;3704;p66"/>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05" name="Google Shape;3705;p66"/>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06" name="Google Shape;3706;p66"/>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07" name="Google Shape;3707;p66"/>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08" name="Google Shape;3708;p66"/>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09" name="Google Shape;3709;p66"/>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10" name="Google Shape;3710;p66"/>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11" name="Google Shape;3711;p66"/>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12" name="Google Shape;3712;p66"/>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13" name="Google Shape;3713;p66"/>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14" name="Google Shape;3714;p66"/>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15" name="Google Shape;3715;p66"/>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16" name="Google Shape;3716;p66"/>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17" name="Google Shape;3717;p66"/>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18" name="Google Shape;3718;p66"/>
            <p:cNvSpPr/>
            <p:nvPr/>
          </p:nvSpPr>
          <p:spPr>
            <a:xfrm>
              <a:off x="2229155" y="2179503"/>
              <a:ext cx="54" cy="14"/>
            </a:xfrm>
            <a:custGeom>
              <a:avLst/>
              <a:gdLst/>
              <a:ahLst/>
              <a:cxnLst/>
              <a:rect l="l" t="t" r="r" b="b"/>
              <a:pathLst>
                <a:path w="4" h="1" extrusionOk="0">
                  <a:moveTo>
                    <a:pt x="4" y="1"/>
                  </a:moveTo>
                  <a:lnTo>
                    <a:pt x="1" y="1"/>
                  </a:ln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19" name="Google Shape;3719;p66"/>
            <p:cNvSpPr/>
            <p:nvPr/>
          </p:nvSpPr>
          <p:spPr>
            <a:xfrm>
              <a:off x="2229209" y="2179503"/>
              <a:ext cx="54" cy="109"/>
            </a:xfrm>
            <a:custGeom>
              <a:avLst/>
              <a:gdLst/>
              <a:ahLst/>
              <a:cxnLst/>
              <a:rect l="l" t="t" r="r" b="b"/>
              <a:pathLst>
                <a:path w="4" h="8" extrusionOk="0">
                  <a:moveTo>
                    <a:pt x="4"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20" name="Google Shape;3720;p66"/>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21" name="Google Shape;3721;p66"/>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22" name="Google Shape;3722;p66"/>
            <p:cNvSpPr/>
            <p:nvPr/>
          </p:nvSpPr>
          <p:spPr>
            <a:xfrm>
              <a:off x="2233106" y="2183400"/>
              <a:ext cx="109" cy="68"/>
            </a:xfrm>
            <a:custGeom>
              <a:avLst/>
              <a:gdLst/>
              <a:ahLst/>
              <a:cxnLst/>
              <a:rect l="l" t="t" r="r" b="b"/>
              <a:pathLst>
                <a:path w="8" h="5" extrusionOk="0">
                  <a:moveTo>
                    <a:pt x="7"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23" name="Google Shape;3723;p66"/>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24" name="Google Shape;3724;p66"/>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25" name="Google Shape;3725;p66"/>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26" name="Google Shape;3726;p66"/>
            <p:cNvSpPr/>
            <p:nvPr/>
          </p:nvSpPr>
          <p:spPr>
            <a:xfrm>
              <a:off x="2229915" y="2180508"/>
              <a:ext cx="163" cy="149"/>
            </a:xfrm>
            <a:custGeom>
              <a:avLst/>
              <a:gdLst/>
              <a:ahLst/>
              <a:cxnLst/>
              <a:rect l="l" t="t" r="r" b="b"/>
              <a:pathLst>
                <a:path w="12" h="11" extrusionOk="0">
                  <a:moveTo>
                    <a:pt x="11" y="1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27" name="Google Shape;3727;p66"/>
            <p:cNvSpPr/>
            <p:nvPr/>
          </p:nvSpPr>
          <p:spPr>
            <a:xfrm>
              <a:off x="2230200" y="2180834"/>
              <a:ext cx="163" cy="163"/>
            </a:xfrm>
            <a:custGeom>
              <a:avLst/>
              <a:gdLst/>
              <a:ahLst/>
              <a:cxnLst/>
              <a:rect l="l" t="t" r="r" b="b"/>
              <a:pathLst>
                <a:path w="12" h="12" extrusionOk="0">
                  <a:moveTo>
                    <a:pt x="11"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28" name="Google Shape;3728;p66"/>
            <p:cNvSpPr/>
            <p:nvPr/>
          </p:nvSpPr>
          <p:spPr>
            <a:xfrm>
              <a:off x="2229399" y="2179843"/>
              <a:ext cx="149" cy="149"/>
            </a:xfrm>
            <a:custGeom>
              <a:avLst/>
              <a:gdLst/>
              <a:ahLst/>
              <a:cxnLst/>
              <a:rect l="l" t="t" r="r" b="b"/>
              <a:pathLst>
                <a:path w="11" h="11" extrusionOk="0">
                  <a:moveTo>
                    <a:pt x="11" y="11"/>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29" name="Google Shape;3729;p66"/>
            <p:cNvSpPr/>
            <p:nvPr/>
          </p:nvSpPr>
          <p:spPr>
            <a:xfrm>
              <a:off x="2229684" y="2180169"/>
              <a:ext cx="109" cy="163"/>
            </a:xfrm>
            <a:custGeom>
              <a:avLst/>
              <a:gdLst/>
              <a:ahLst/>
              <a:cxnLst/>
              <a:rect l="l" t="t" r="r" b="b"/>
              <a:pathLst>
                <a:path w="8" h="12" extrusionOk="0">
                  <a:moveTo>
                    <a:pt x="7" y="1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30" name="Google Shape;3730;p66"/>
            <p:cNvSpPr/>
            <p:nvPr/>
          </p:nvSpPr>
          <p:spPr>
            <a:xfrm>
              <a:off x="2230485" y="2181173"/>
              <a:ext cx="163" cy="204"/>
            </a:xfrm>
            <a:custGeom>
              <a:avLst/>
              <a:gdLst/>
              <a:ahLst/>
              <a:cxnLst/>
              <a:rect l="l" t="t" r="r" b="b"/>
              <a:pathLst>
                <a:path w="12" h="15" extrusionOk="0">
                  <a:moveTo>
                    <a:pt x="11" y="1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31" name="Google Shape;3731;p66"/>
            <p:cNvSpPr/>
            <p:nvPr/>
          </p:nvSpPr>
          <p:spPr>
            <a:xfrm>
              <a:off x="2232156" y="2182830"/>
              <a:ext cx="149" cy="109"/>
            </a:xfrm>
            <a:custGeom>
              <a:avLst/>
              <a:gdLst/>
              <a:ahLst/>
              <a:cxnLst/>
              <a:rect l="l" t="t" r="r" b="b"/>
              <a:pathLst>
                <a:path w="11" h="8" extrusionOk="0">
                  <a:moveTo>
                    <a:pt x="11"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32" name="Google Shape;3732;p66"/>
            <p:cNvSpPr/>
            <p:nvPr/>
          </p:nvSpPr>
          <p:spPr>
            <a:xfrm>
              <a:off x="2231870" y="2182545"/>
              <a:ext cx="109" cy="163"/>
            </a:xfrm>
            <a:custGeom>
              <a:avLst/>
              <a:gdLst/>
              <a:ahLst/>
              <a:cxnLst/>
              <a:rect l="l" t="t" r="r" b="b"/>
              <a:pathLst>
                <a:path w="8" h="12" extrusionOk="0">
                  <a:moveTo>
                    <a:pt x="7" y="1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33" name="Google Shape;3733;p66"/>
            <p:cNvSpPr/>
            <p:nvPr/>
          </p:nvSpPr>
          <p:spPr>
            <a:xfrm>
              <a:off x="2232821" y="2183264"/>
              <a:ext cx="109" cy="54"/>
            </a:xfrm>
            <a:custGeom>
              <a:avLst/>
              <a:gdLst/>
              <a:ahLst/>
              <a:cxnLst/>
              <a:rect l="l" t="t" r="r" b="b"/>
              <a:pathLst>
                <a:path w="8" h="4" extrusionOk="0">
                  <a:moveTo>
                    <a:pt x="7"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34" name="Google Shape;3734;p66"/>
            <p:cNvSpPr/>
            <p:nvPr/>
          </p:nvSpPr>
          <p:spPr>
            <a:xfrm>
              <a:off x="2231205" y="2181974"/>
              <a:ext cx="149" cy="109"/>
            </a:xfrm>
            <a:custGeom>
              <a:avLst/>
              <a:gdLst/>
              <a:ahLst/>
              <a:cxnLst/>
              <a:rect l="l" t="t" r="r" b="b"/>
              <a:pathLst>
                <a:path w="11" h="8" extrusionOk="0">
                  <a:moveTo>
                    <a:pt x="11"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35" name="Google Shape;3735;p66"/>
            <p:cNvSpPr/>
            <p:nvPr/>
          </p:nvSpPr>
          <p:spPr>
            <a:xfrm>
              <a:off x="2231531" y="2182259"/>
              <a:ext cx="163" cy="163"/>
            </a:xfrm>
            <a:custGeom>
              <a:avLst/>
              <a:gdLst/>
              <a:ahLst/>
              <a:cxnLst/>
              <a:rect l="l" t="t" r="r" b="b"/>
              <a:pathLst>
                <a:path w="12" h="12" extrusionOk="0">
                  <a:moveTo>
                    <a:pt x="11"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36" name="Google Shape;3736;p66"/>
            <p:cNvSpPr/>
            <p:nvPr/>
          </p:nvSpPr>
          <p:spPr>
            <a:xfrm>
              <a:off x="2230771" y="2181553"/>
              <a:ext cx="163" cy="109"/>
            </a:xfrm>
            <a:custGeom>
              <a:avLst/>
              <a:gdLst/>
              <a:ahLst/>
              <a:cxnLst/>
              <a:rect l="l" t="t" r="r" b="b"/>
              <a:pathLst>
                <a:path w="12" h="8" extrusionOk="0">
                  <a:moveTo>
                    <a:pt x="11"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37" name="Google Shape;3737;p66"/>
            <p:cNvSpPr/>
            <p:nvPr/>
          </p:nvSpPr>
          <p:spPr>
            <a:xfrm>
              <a:off x="2232481" y="2183074"/>
              <a:ext cx="163" cy="54"/>
            </a:xfrm>
            <a:custGeom>
              <a:avLst/>
              <a:gdLst/>
              <a:ahLst/>
              <a:cxnLst/>
              <a:rect l="l" t="t" r="r" b="b"/>
              <a:pathLst>
                <a:path w="12" h="4" extrusionOk="0">
                  <a:moveTo>
                    <a:pt x="11"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38" name="Google Shape;3738;p66"/>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39" name="Google Shape;3739;p66"/>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40" name="Google Shape;3740;p66"/>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41" name="Google Shape;3741;p66"/>
            <p:cNvSpPr/>
            <p:nvPr/>
          </p:nvSpPr>
          <p:spPr>
            <a:xfrm>
              <a:off x="2185707" y="2266820"/>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42" name="Google Shape;3742;p66"/>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43" name="Google Shape;3743;p66"/>
            <p:cNvSpPr/>
            <p:nvPr/>
          </p:nvSpPr>
          <p:spPr>
            <a:xfrm>
              <a:off x="2182435" y="2266725"/>
              <a:ext cx="149" cy="14"/>
            </a:xfrm>
            <a:custGeom>
              <a:avLst/>
              <a:gdLst/>
              <a:ahLst/>
              <a:cxnLst/>
              <a:rect l="l" t="t" r="r" b="b"/>
              <a:pathLst>
                <a:path w="11" h="1" extrusionOk="0">
                  <a:moveTo>
                    <a:pt x="0" y="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44" name="Google Shape;3744;p66"/>
            <p:cNvSpPr/>
            <p:nvPr/>
          </p:nvSpPr>
          <p:spPr>
            <a:xfrm>
              <a:off x="2184336" y="2266820"/>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45" name="Google Shape;3745;p66"/>
            <p:cNvSpPr/>
            <p:nvPr/>
          </p:nvSpPr>
          <p:spPr>
            <a:xfrm>
              <a:off x="2186236" y="2266779"/>
              <a:ext cx="149" cy="14"/>
            </a:xfrm>
            <a:custGeom>
              <a:avLst/>
              <a:gdLst/>
              <a:ahLst/>
              <a:cxnLst/>
              <a:rect l="l" t="t" r="r" b="b"/>
              <a:pathLst>
                <a:path w="11" h="1" extrusionOk="0">
                  <a:moveTo>
                    <a:pt x="0" y="0"/>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46" name="Google Shape;3746;p66"/>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47" name="Google Shape;3747;p66"/>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48" name="Google Shape;3748;p66"/>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49" name="Google Shape;3749;p66"/>
            <p:cNvSpPr/>
            <p:nvPr/>
          </p:nvSpPr>
          <p:spPr>
            <a:xfrm>
              <a:off x="2188178" y="2266019"/>
              <a:ext cx="109" cy="109"/>
            </a:xfrm>
            <a:custGeom>
              <a:avLst/>
              <a:gdLst/>
              <a:ahLst/>
              <a:cxnLst/>
              <a:rect l="l" t="t" r="r" b="b"/>
              <a:pathLst>
                <a:path w="8" h="8" extrusionOk="0">
                  <a:moveTo>
                    <a:pt x="8"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50" name="Google Shape;3750;p66"/>
            <p:cNvSpPr/>
            <p:nvPr/>
          </p:nvSpPr>
          <p:spPr>
            <a:xfrm>
              <a:off x="2187893" y="2266250"/>
              <a:ext cx="109" cy="68"/>
            </a:xfrm>
            <a:custGeom>
              <a:avLst/>
              <a:gdLst/>
              <a:ahLst/>
              <a:cxnLst/>
              <a:rect l="l" t="t" r="r" b="b"/>
              <a:pathLst>
                <a:path w="8" h="5" extrusionOk="0">
                  <a:moveTo>
                    <a:pt x="1" y="4"/>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51" name="Google Shape;3751;p66"/>
            <p:cNvSpPr/>
            <p:nvPr/>
          </p:nvSpPr>
          <p:spPr>
            <a:xfrm>
              <a:off x="2187608" y="2266440"/>
              <a:ext cx="109" cy="68"/>
            </a:xfrm>
            <a:custGeom>
              <a:avLst/>
              <a:gdLst/>
              <a:ahLst/>
              <a:cxnLst/>
              <a:rect l="l" t="t" r="r" b="b"/>
              <a:pathLst>
                <a:path w="8" h="5" extrusionOk="0">
                  <a:moveTo>
                    <a:pt x="1" y="4"/>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52" name="Google Shape;3752;p66"/>
            <p:cNvSpPr/>
            <p:nvPr/>
          </p:nvSpPr>
          <p:spPr>
            <a:xfrm>
              <a:off x="2186712" y="2266725"/>
              <a:ext cx="109" cy="14"/>
            </a:xfrm>
            <a:custGeom>
              <a:avLst/>
              <a:gdLst/>
              <a:ahLst/>
              <a:cxnLst/>
              <a:rect l="l" t="t" r="r" b="b"/>
              <a:pathLst>
                <a:path w="8" h="1" extrusionOk="0">
                  <a:moveTo>
                    <a:pt x="0" y="1"/>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53" name="Google Shape;3753;p66"/>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54" name="Google Shape;3754;p66"/>
            <p:cNvSpPr/>
            <p:nvPr/>
          </p:nvSpPr>
          <p:spPr>
            <a:xfrm>
              <a:off x="2201728" y="2250323"/>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55" name="Google Shape;3755;p66"/>
            <p:cNvSpPr/>
            <p:nvPr/>
          </p:nvSpPr>
          <p:spPr>
            <a:xfrm>
              <a:off x="2193881" y="2234886"/>
              <a:ext cx="109" cy="54"/>
            </a:xfrm>
            <a:custGeom>
              <a:avLst/>
              <a:gdLst/>
              <a:ahLst/>
              <a:cxnLst/>
              <a:rect l="l" t="t" r="r" b="b"/>
              <a:pathLst>
                <a:path w="8" h="4" extrusionOk="0">
                  <a:moveTo>
                    <a:pt x="8"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56" name="Google Shape;3756;p66"/>
            <p:cNvSpPr/>
            <p:nvPr/>
          </p:nvSpPr>
          <p:spPr>
            <a:xfrm>
              <a:off x="2203113" y="2250419"/>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57" name="Google Shape;3757;p66"/>
            <p:cNvSpPr/>
            <p:nvPr/>
          </p:nvSpPr>
          <p:spPr>
            <a:xfrm>
              <a:off x="2195021" y="2235687"/>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58" name="Google Shape;3758;p66"/>
            <p:cNvSpPr/>
            <p:nvPr/>
          </p:nvSpPr>
          <p:spPr>
            <a:xfrm>
              <a:off x="2195211" y="2235931"/>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59" name="Google Shape;3759;p66"/>
            <p:cNvSpPr/>
            <p:nvPr/>
          </p:nvSpPr>
          <p:spPr>
            <a:xfrm>
              <a:off x="2200927" y="2250228"/>
              <a:ext cx="95" cy="14"/>
            </a:xfrm>
            <a:custGeom>
              <a:avLst/>
              <a:gdLst/>
              <a:ahLst/>
              <a:cxnLst/>
              <a:rect l="l" t="t" r="r" b="b"/>
              <a:pathLst>
                <a:path w="7" h="1" extrusionOk="0">
                  <a:moveTo>
                    <a:pt x="7"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60" name="Google Shape;3760;p66"/>
            <p:cNvSpPr/>
            <p:nvPr/>
          </p:nvSpPr>
          <p:spPr>
            <a:xfrm>
              <a:off x="2194600" y="2235361"/>
              <a:ext cx="54" cy="14"/>
            </a:xfrm>
            <a:custGeom>
              <a:avLst/>
              <a:gdLst/>
              <a:ahLst/>
              <a:cxnLst/>
              <a:rect l="l" t="t" r="r" b="b"/>
              <a:pathLst>
                <a:path w="4" h="1" extrusionOk="0">
                  <a:moveTo>
                    <a:pt x="4"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61" name="Google Shape;3761;p66"/>
            <p:cNvSpPr/>
            <p:nvPr/>
          </p:nvSpPr>
          <p:spPr>
            <a:xfrm>
              <a:off x="2194315" y="2235117"/>
              <a:ext cx="54" cy="68"/>
            </a:xfrm>
            <a:custGeom>
              <a:avLst/>
              <a:gdLst/>
              <a:ahLst/>
              <a:cxnLst/>
              <a:rect l="l" t="t" r="r" b="b"/>
              <a:pathLst>
                <a:path w="4" h="5" extrusionOk="0">
                  <a:moveTo>
                    <a:pt x="4"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62" name="Google Shape;3762;p66"/>
            <p:cNvSpPr/>
            <p:nvPr/>
          </p:nvSpPr>
          <p:spPr>
            <a:xfrm>
              <a:off x="2203588" y="2250419"/>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63" name="Google Shape;3763;p66"/>
            <p:cNvSpPr/>
            <p:nvPr/>
          </p:nvSpPr>
          <p:spPr>
            <a:xfrm>
              <a:off x="2195116" y="2235836"/>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64" name="Google Shape;3764;p66"/>
            <p:cNvSpPr/>
            <p:nvPr/>
          </p:nvSpPr>
          <p:spPr>
            <a:xfrm>
              <a:off x="2194831" y="2235497"/>
              <a:ext cx="68" cy="68"/>
            </a:xfrm>
            <a:custGeom>
              <a:avLst/>
              <a:gdLst/>
              <a:ahLst/>
              <a:cxnLst/>
              <a:rect l="l" t="t" r="r" b="b"/>
              <a:pathLst>
                <a:path w="5" h="5" extrusionOk="0">
                  <a:moveTo>
                    <a:pt x="4"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65" name="Google Shape;3765;p66"/>
            <p:cNvSpPr/>
            <p:nvPr/>
          </p:nvSpPr>
          <p:spPr>
            <a:xfrm>
              <a:off x="2206005" y="2249468"/>
              <a:ext cx="109" cy="109"/>
            </a:xfrm>
            <a:custGeom>
              <a:avLst/>
              <a:gdLst/>
              <a:ahLst/>
              <a:cxnLst/>
              <a:rect l="l" t="t" r="r" b="b"/>
              <a:pathLst>
                <a:path w="8" h="8" extrusionOk="0">
                  <a:moveTo>
                    <a:pt x="8"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66" name="Google Shape;3766;p66"/>
            <p:cNvSpPr/>
            <p:nvPr/>
          </p:nvSpPr>
          <p:spPr>
            <a:xfrm>
              <a:off x="2205625" y="2249753"/>
              <a:ext cx="163" cy="109"/>
            </a:xfrm>
            <a:custGeom>
              <a:avLst/>
              <a:gdLst/>
              <a:ahLst/>
              <a:cxnLst/>
              <a:rect l="l" t="t" r="r" b="b"/>
              <a:pathLst>
                <a:path w="12" h="8" extrusionOk="0">
                  <a:moveTo>
                    <a:pt x="11"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67" name="Google Shape;3767;p66"/>
            <p:cNvSpPr/>
            <p:nvPr/>
          </p:nvSpPr>
          <p:spPr>
            <a:xfrm>
              <a:off x="2258102" y="2213298"/>
              <a:ext cx="68" cy="68"/>
            </a:xfrm>
            <a:custGeom>
              <a:avLst/>
              <a:gdLst/>
              <a:ahLst/>
              <a:cxnLst/>
              <a:rect l="l" t="t" r="r" b="b"/>
              <a:pathLst>
                <a:path w="5" h="5" extrusionOk="0">
                  <a:moveTo>
                    <a:pt x="4"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68" name="Google Shape;3768;p66"/>
            <p:cNvSpPr/>
            <p:nvPr/>
          </p:nvSpPr>
          <p:spPr>
            <a:xfrm>
              <a:off x="2257722" y="2213732"/>
              <a:ext cx="109" cy="149"/>
            </a:xfrm>
            <a:custGeom>
              <a:avLst/>
              <a:gdLst/>
              <a:ahLst/>
              <a:cxnLst/>
              <a:rect l="l" t="t" r="r" b="b"/>
              <a:pathLst>
                <a:path w="8" h="11" extrusionOk="0">
                  <a:moveTo>
                    <a:pt x="8"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69" name="Google Shape;3769;p66"/>
            <p:cNvSpPr/>
            <p:nvPr/>
          </p:nvSpPr>
          <p:spPr>
            <a:xfrm>
              <a:off x="2257152" y="2214533"/>
              <a:ext cx="54" cy="109"/>
            </a:xfrm>
            <a:custGeom>
              <a:avLst/>
              <a:gdLst/>
              <a:ahLst/>
              <a:cxnLst/>
              <a:rect l="l" t="t" r="r" b="b"/>
              <a:pathLst>
                <a:path w="4" h="8" extrusionOk="0">
                  <a:moveTo>
                    <a:pt x="4"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70" name="Google Shape;3770;p66"/>
            <p:cNvSpPr/>
            <p:nvPr/>
          </p:nvSpPr>
          <p:spPr>
            <a:xfrm>
              <a:off x="2257437" y="2214153"/>
              <a:ext cx="109" cy="163"/>
            </a:xfrm>
            <a:custGeom>
              <a:avLst/>
              <a:gdLst/>
              <a:ahLst/>
              <a:cxnLst/>
              <a:rect l="l" t="t" r="r" b="b"/>
              <a:pathLst>
                <a:path w="8" h="12" extrusionOk="0">
                  <a:moveTo>
                    <a:pt x="8"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71" name="Google Shape;3771;p66"/>
            <p:cNvSpPr/>
            <p:nvPr/>
          </p:nvSpPr>
          <p:spPr>
            <a:xfrm>
              <a:off x="2258482" y="2212687"/>
              <a:ext cx="109" cy="149"/>
            </a:xfrm>
            <a:custGeom>
              <a:avLst/>
              <a:gdLst/>
              <a:ahLst/>
              <a:cxnLst/>
              <a:rect l="l" t="t" r="r" b="b"/>
              <a:pathLst>
                <a:path w="8" h="11" extrusionOk="0">
                  <a:moveTo>
                    <a:pt x="8"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72" name="Google Shape;3772;p66"/>
            <p:cNvSpPr/>
            <p:nvPr/>
          </p:nvSpPr>
          <p:spPr>
            <a:xfrm>
              <a:off x="2204865" y="2250133"/>
              <a:ext cx="163" cy="68"/>
            </a:xfrm>
            <a:custGeom>
              <a:avLst/>
              <a:gdLst/>
              <a:ahLst/>
              <a:cxnLst/>
              <a:rect l="l" t="t" r="r" b="b"/>
              <a:pathLst>
                <a:path w="12" h="5" extrusionOk="0">
                  <a:moveTo>
                    <a:pt x="11"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73" name="Google Shape;3773;p66"/>
            <p:cNvSpPr/>
            <p:nvPr/>
          </p:nvSpPr>
          <p:spPr>
            <a:xfrm>
              <a:off x="2258822" y="2212211"/>
              <a:ext cx="109" cy="149"/>
            </a:xfrm>
            <a:custGeom>
              <a:avLst/>
              <a:gdLst/>
              <a:ahLst/>
              <a:cxnLst/>
              <a:rect l="l" t="t" r="r" b="b"/>
              <a:pathLst>
                <a:path w="8" h="11" extrusionOk="0">
                  <a:moveTo>
                    <a:pt x="7" y="0"/>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74" name="Google Shape;3774;p66"/>
            <p:cNvSpPr/>
            <p:nvPr/>
          </p:nvSpPr>
          <p:spPr>
            <a:xfrm>
              <a:off x="2193460" y="2234696"/>
              <a:ext cx="14" cy="14"/>
            </a:xfrm>
            <a:custGeom>
              <a:avLst/>
              <a:gdLst/>
              <a:ahLst/>
              <a:cxnLst/>
              <a:rect l="l" t="t" r="r" b="b"/>
              <a:pathLst>
                <a:path w="1" h="1" extrusionOk="0">
                  <a:moveTo>
                    <a:pt x="0" y="0"/>
                  </a:moveTo>
                  <a:lnTo>
                    <a:pt x="0" y="0"/>
                  </a:ln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75" name="Google Shape;3775;p66"/>
            <p:cNvSpPr/>
            <p:nvPr/>
          </p:nvSpPr>
          <p:spPr>
            <a:xfrm>
              <a:off x="2205245" y="2249943"/>
              <a:ext cx="163" cy="109"/>
            </a:xfrm>
            <a:custGeom>
              <a:avLst/>
              <a:gdLst/>
              <a:ahLst/>
              <a:cxnLst/>
              <a:rect l="l" t="t" r="r" b="b"/>
              <a:pathLst>
                <a:path w="12" h="8" extrusionOk="0">
                  <a:moveTo>
                    <a:pt x="11"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76" name="Google Shape;3776;p66"/>
            <p:cNvSpPr/>
            <p:nvPr/>
          </p:nvSpPr>
          <p:spPr>
            <a:xfrm>
              <a:off x="2204485" y="2250283"/>
              <a:ext cx="109" cy="14"/>
            </a:xfrm>
            <a:custGeom>
              <a:avLst/>
              <a:gdLst/>
              <a:ahLst/>
              <a:cxnLst/>
              <a:rect l="l" t="t" r="r" b="b"/>
              <a:pathLst>
                <a:path w="8" h="1" extrusionOk="0">
                  <a:moveTo>
                    <a:pt x="8"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77" name="Google Shape;3777;p66"/>
            <p:cNvSpPr/>
            <p:nvPr/>
          </p:nvSpPr>
          <p:spPr>
            <a:xfrm>
              <a:off x="2278916" y="2252890"/>
              <a:ext cx="258" cy="163"/>
            </a:xfrm>
            <a:custGeom>
              <a:avLst/>
              <a:gdLst/>
              <a:ahLst/>
              <a:cxnLst/>
              <a:rect l="l" t="t" r="r" b="b"/>
              <a:pathLst>
                <a:path w="19" h="12" extrusionOk="0">
                  <a:moveTo>
                    <a:pt x="1" y="11"/>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78" name="Google Shape;3778;p66"/>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79" name="Google Shape;3779;p66"/>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80" name="Google Shape;3780;p66"/>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81" name="Google Shape;3781;p66"/>
            <p:cNvSpPr/>
            <p:nvPr/>
          </p:nvSpPr>
          <p:spPr>
            <a:xfrm>
              <a:off x="2276445" y="2253609"/>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82" name="Google Shape;3782;p66"/>
            <p:cNvSpPr/>
            <p:nvPr/>
          </p:nvSpPr>
          <p:spPr>
            <a:xfrm>
              <a:off x="2280301" y="2250704"/>
              <a:ext cx="14" cy="14"/>
            </a:xfrm>
            <a:custGeom>
              <a:avLst/>
              <a:gdLst/>
              <a:ahLst/>
              <a:cxnLst/>
              <a:rect l="l" t="t" r="r" b="b"/>
              <a:pathLst>
                <a:path w="1" h="1" extrusionOk="0">
                  <a:moveTo>
                    <a:pt x="0" y="1"/>
                  </a:moveTo>
                  <a:lnTo>
                    <a:pt x="0" y="1"/>
                  </a:ln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83" name="Google Shape;3783;p66"/>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84" name="Google Shape;3784;p66"/>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85" name="Google Shape;3785;p66"/>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86" name="Google Shape;3786;p66"/>
            <p:cNvSpPr/>
            <p:nvPr/>
          </p:nvSpPr>
          <p:spPr>
            <a:xfrm>
              <a:off x="2276119" y="2239584"/>
              <a:ext cx="149" cy="14"/>
            </a:xfrm>
            <a:custGeom>
              <a:avLst/>
              <a:gdLst/>
              <a:ahLst/>
              <a:cxnLst/>
              <a:rect l="l" t="t" r="r" b="b"/>
              <a:pathLst>
                <a:path w="11" h="1" extrusionOk="0">
                  <a:moveTo>
                    <a:pt x="11"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87" name="Google Shape;3787;p66"/>
            <p:cNvSpPr/>
            <p:nvPr/>
          </p:nvSpPr>
          <p:spPr>
            <a:xfrm>
              <a:off x="2277111" y="2239869"/>
              <a:ext cx="109" cy="68"/>
            </a:xfrm>
            <a:custGeom>
              <a:avLst/>
              <a:gdLst/>
              <a:ahLst/>
              <a:cxnLst/>
              <a:rect l="l" t="t" r="r" b="b"/>
              <a:pathLst>
                <a:path w="8" h="5" extrusionOk="0">
                  <a:moveTo>
                    <a:pt x="8"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88" name="Google Shape;3788;p66"/>
            <p:cNvSpPr/>
            <p:nvPr/>
          </p:nvSpPr>
          <p:spPr>
            <a:xfrm>
              <a:off x="2276595" y="2239679"/>
              <a:ext cx="149" cy="68"/>
            </a:xfrm>
            <a:custGeom>
              <a:avLst/>
              <a:gdLst/>
              <a:ahLst/>
              <a:cxnLst/>
              <a:rect l="l" t="t" r="r" b="b"/>
              <a:pathLst>
                <a:path w="11" h="5" extrusionOk="0">
                  <a:moveTo>
                    <a:pt x="11"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89" name="Google Shape;3789;p66"/>
            <p:cNvSpPr/>
            <p:nvPr/>
          </p:nvSpPr>
          <p:spPr>
            <a:xfrm>
              <a:off x="2277735" y="2240154"/>
              <a:ext cx="54" cy="14"/>
            </a:xfrm>
            <a:custGeom>
              <a:avLst/>
              <a:gdLst/>
              <a:ahLst/>
              <a:cxnLst/>
              <a:rect l="l" t="t" r="r" b="b"/>
              <a:pathLst>
                <a:path w="4" h="1" extrusionOk="0">
                  <a:moveTo>
                    <a:pt x="4"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90" name="Google Shape;3790;p66"/>
            <p:cNvSpPr/>
            <p:nvPr/>
          </p:nvSpPr>
          <p:spPr>
            <a:xfrm>
              <a:off x="2278210" y="2240439"/>
              <a:ext cx="149" cy="109"/>
            </a:xfrm>
            <a:custGeom>
              <a:avLst/>
              <a:gdLst/>
              <a:ahLst/>
              <a:cxnLst/>
              <a:rect l="l" t="t" r="r" b="b"/>
              <a:pathLst>
                <a:path w="11" h="8" extrusionOk="0">
                  <a:moveTo>
                    <a:pt x="11"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91" name="Google Shape;3791;p66"/>
            <p:cNvSpPr/>
            <p:nvPr/>
          </p:nvSpPr>
          <p:spPr>
            <a:xfrm>
              <a:off x="2278726" y="2240779"/>
              <a:ext cx="163" cy="54"/>
            </a:xfrm>
            <a:custGeom>
              <a:avLst/>
              <a:gdLst/>
              <a:ahLst/>
              <a:cxnLst/>
              <a:rect l="l" t="t" r="r" b="b"/>
              <a:pathLst>
                <a:path w="12" h="4" extrusionOk="0">
                  <a:moveTo>
                    <a:pt x="11"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92" name="Google Shape;3792;p66"/>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93" name="Google Shape;3793;p66"/>
            <p:cNvSpPr/>
            <p:nvPr/>
          </p:nvSpPr>
          <p:spPr>
            <a:xfrm>
              <a:off x="2277396" y="2253460"/>
              <a:ext cx="299" cy="68"/>
            </a:xfrm>
            <a:custGeom>
              <a:avLst/>
              <a:gdLst/>
              <a:ahLst/>
              <a:cxnLst/>
              <a:rect l="l" t="t" r="r" b="b"/>
              <a:pathLst>
                <a:path w="22" h="5" extrusionOk="0">
                  <a:moveTo>
                    <a:pt x="1" y="4"/>
                  </a:moveTo>
                  <a:lnTo>
                    <a:pt x="22"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94" name="Google Shape;3794;p66"/>
            <p:cNvSpPr/>
            <p:nvPr/>
          </p:nvSpPr>
          <p:spPr>
            <a:xfrm>
              <a:off x="2276921" y="2253514"/>
              <a:ext cx="394" cy="54"/>
            </a:xfrm>
            <a:custGeom>
              <a:avLst/>
              <a:gdLst/>
              <a:ahLst/>
              <a:cxnLst/>
              <a:rect l="l" t="t" r="r" b="b"/>
              <a:pathLst>
                <a:path w="29" h="4" extrusionOk="0">
                  <a:moveTo>
                    <a:pt x="1" y="4"/>
                  </a:moveTo>
                  <a:lnTo>
                    <a:pt x="29"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95" name="Google Shape;3795;p66"/>
            <p:cNvSpPr/>
            <p:nvPr/>
          </p:nvSpPr>
          <p:spPr>
            <a:xfrm>
              <a:off x="2277776" y="2253419"/>
              <a:ext cx="299" cy="54"/>
            </a:xfrm>
            <a:custGeom>
              <a:avLst/>
              <a:gdLst/>
              <a:ahLst/>
              <a:cxnLst/>
              <a:rect l="l" t="t" r="r" b="b"/>
              <a:pathLst>
                <a:path w="22" h="4" extrusionOk="0">
                  <a:moveTo>
                    <a:pt x="1" y="4"/>
                  </a:moveTo>
                  <a:lnTo>
                    <a:pt x="2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96" name="Google Shape;3796;p66"/>
            <p:cNvSpPr/>
            <p:nvPr/>
          </p:nvSpPr>
          <p:spPr>
            <a:xfrm>
              <a:off x="2276595" y="2253609"/>
              <a:ext cx="299" cy="14"/>
            </a:xfrm>
            <a:custGeom>
              <a:avLst/>
              <a:gdLst/>
              <a:ahLst/>
              <a:cxnLst/>
              <a:rect l="l" t="t" r="r" b="b"/>
              <a:pathLst>
                <a:path w="22" h="1" extrusionOk="0">
                  <a:moveTo>
                    <a:pt x="0" y="0"/>
                  </a:moveTo>
                  <a:lnTo>
                    <a:pt x="2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97" name="Google Shape;3797;p66"/>
            <p:cNvSpPr/>
            <p:nvPr/>
          </p:nvSpPr>
          <p:spPr>
            <a:xfrm>
              <a:off x="2275644" y="2253555"/>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98" name="Google Shape;3798;p66"/>
            <p:cNvSpPr/>
            <p:nvPr/>
          </p:nvSpPr>
          <p:spPr>
            <a:xfrm>
              <a:off x="2252019" y="2279556"/>
              <a:ext cx="149" cy="353"/>
            </a:xfrm>
            <a:custGeom>
              <a:avLst/>
              <a:gdLst/>
              <a:ahLst/>
              <a:cxnLst/>
              <a:rect l="l" t="t" r="r" b="b"/>
              <a:pathLst>
                <a:path w="11" h="26" extrusionOk="0">
                  <a:moveTo>
                    <a:pt x="11" y="1"/>
                  </a:moveTo>
                  <a:lnTo>
                    <a:pt x="0"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799" name="Google Shape;3799;p66"/>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00" name="Google Shape;3800;p66"/>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01" name="Google Shape;3801;p66"/>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02" name="Google Shape;3802;p66"/>
            <p:cNvSpPr/>
            <p:nvPr/>
          </p:nvSpPr>
          <p:spPr>
            <a:xfrm>
              <a:off x="2193595" y="2177277"/>
              <a:ext cx="353" cy="14"/>
            </a:xfrm>
            <a:custGeom>
              <a:avLst/>
              <a:gdLst/>
              <a:ahLst/>
              <a:cxnLst/>
              <a:rect l="l" t="t" r="r" b="b"/>
              <a:pathLst>
                <a:path w="26" h="1" extrusionOk="0">
                  <a:moveTo>
                    <a:pt x="25"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03" name="Google Shape;3803;p66"/>
            <p:cNvSpPr/>
            <p:nvPr/>
          </p:nvSpPr>
          <p:spPr>
            <a:xfrm>
              <a:off x="2185897" y="2177697"/>
              <a:ext cx="394" cy="14"/>
            </a:xfrm>
            <a:custGeom>
              <a:avLst/>
              <a:gdLst/>
              <a:ahLst/>
              <a:cxnLst/>
              <a:rect l="l" t="t" r="r" b="b"/>
              <a:pathLst>
                <a:path w="29" h="1" extrusionOk="0">
                  <a:moveTo>
                    <a:pt x="29"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04" name="Google Shape;3804;p66"/>
            <p:cNvSpPr/>
            <p:nvPr/>
          </p:nvSpPr>
          <p:spPr>
            <a:xfrm>
              <a:off x="2200113" y="2177372"/>
              <a:ext cx="625" cy="109"/>
            </a:xfrm>
            <a:custGeom>
              <a:avLst/>
              <a:gdLst/>
              <a:ahLst/>
              <a:cxnLst/>
              <a:rect l="l" t="t" r="r" b="b"/>
              <a:pathLst>
                <a:path w="46" h="8" extrusionOk="0">
                  <a:moveTo>
                    <a:pt x="46"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05" name="Google Shape;3805;p66"/>
            <p:cNvSpPr/>
            <p:nvPr/>
          </p:nvSpPr>
          <p:spPr>
            <a:xfrm>
              <a:off x="2192889" y="2177317"/>
              <a:ext cx="394" cy="14"/>
            </a:xfrm>
            <a:custGeom>
              <a:avLst/>
              <a:gdLst/>
              <a:ahLst/>
              <a:cxnLst/>
              <a:rect l="l" t="t" r="r" b="b"/>
              <a:pathLst>
                <a:path w="29" h="1" extrusionOk="0">
                  <a:moveTo>
                    <a:pt x="28"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06" name="Google Shape;3806;p66"/>
            <p:cNvSpPr/>
            <p:nvPr/>
          </p:nvSpPr>
          <p:spPr>
            <a:xfrm>
              <a:off x="2197492" y="2177277"/>
              <a:ext cx="774" cy="14"/>
            </a:xfrm>
            <a:custGeom>
              <a:avLst/>
              <a:gdLst/>
              <a:ahLst/>
              <a:cxnLst/>
              <a:rect l="l" t="t" r="r" b="b"/>
              <a:pathLst>
                <a:path w="57" h="1" extrusionOk="0">
                  <a:moveTo>
                    <a:pt x="57"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07" name="Google Shape;3807;p66"/>
            <p:cNvSpPr/>
            <p:nvPr/>
          </p:nvSpPr>
          <p:spPr>
            <a:xfrm>
              <a:off x="2198497" y="2177277"/>
              <a:ext cx="679" cy="54"/>
            </a:xfrm>
            <a:custGeom>
              <a:avLst/>
              <a:gdLst/>
              <a:ahLst/>
              <a:cxnLst/>
              <a:rect l="l" t="t" r="r" b="b"/>
              <a:pathLst>
                <a:path w="50" h="4" extrusionOk="0">
                  <a:moveTo>
                    <a:pt x="49"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08" name="Google Shape;3808;p66"/>
            <p:cNvSpPr/>
            <p:nvPr/>
          </p:nvSpPr>
          <p:spPr>
            <a:xfrm>
              <a:off x="2197261" y="2177222"/>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09" name="Google Shape;3809;p66"/>
            <p:cNvSpPr/>
            <p:nvPr/>
          </p:nvSpPr>
          <p:spPr>
            <a:xfrm>
              <a:off x="2195401" y="2177277"/>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10" name="Google Shape;3810;p66"/>
            <p:cNvSpPr/>
            <p:nvPr/>
          </p:nvSpPr>
          <p:spPr>
            <a:xfrm>
              <a:off x="2136421" y="2173421"/>
              <a:ext cx="679" cy="149"/>
            </a:xfrm>
            <a:custGeom>
              <a:avLst/>
              <a:gdLst/>
              <a:ahLst/>
              <a:cxnLst/>
              <a:rect l="l" t="t" r="r" b="b"/>
              <a:pathLst>
                <a:path w="50" h="11" extrusionOk="0">
                  <a:moveTo>
                    <a:pt x="0" y="11"/>
                  </a:moveTo>
                  <a:lnTo>
                    <a:pt x="4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11" name="Google Shape;3811;p66"/>
            <p:cNvSpPr/>
            <p:nvPr/>
          </p:nvSpPr>
          <p:spPr>
            <a:xfrm>
              <a:off x="2199257" y="2177317"/>
              <a:ext cx="679" cy="68"/>
            </a:xfrm>
            <a:custGeom>
              <a:avLst/>
              <a:gdLst/>
              <a:ahLst/>
              <a:cxnLst/>
              <a:rect l="l" t="t" r="r" b="b"/>
              <a:pathLst>
                <a:path w="50" h="5" extrusionOk="0">
                  <a:moveTo>
                    <a:pt x="49"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12" name="Google Shape;3812;p66"/>
            <p:cNvSpPr/>
            <p:nvPr/>
          </p:nvSpPr>
          <p:spPr>
            <a:xfrm>
              <a:off x="2187852" y="2177562"/>
              <a:ext cx="394" cy="14"/>
            </a:xfrm>
            <a:custGeom>
              <a:avLst/>
              <a:gdLst/>
              <a:ahLst/>
              <a:cxnLst/>
              <a:rect l="l" t="t" r="r" b="b"/>
              <a:pathLst>
                <a:path w="29" h="1" extrusionOk="0">
                  <a:moveTo>
                    <a:pt x="28"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13" name="Google Shape;3813;p66"/>
            <p:cNvSpPr/>
            <p:nvPr/>
          </p:nvSpPr>
          <p:spPr>
            <a:xfrm>
              <a:off x="2187323" y="2177602"/>
              <a:ext cx="299" cy="14"/>
            </a:xfrm>
            <a:custGeom>
              <a:avLst/>
              <a:gdLst/>
              <a:ahLst/>
              <a:cxnLst/>
              <a:rect l="l" t="t" r="r" b="b"/>
              <a:pathLst>
                <a:path w="22" h="1" extrusionOk="0">
                  <a:moveTo>
                    <a:pt x="22"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14" name="Google Shape;3814;p66"/>
            <p:cNvSpPr/>
            <p:nvPr/>
          </p:nvSpPr>
          <p:spPr>
            <a:xfrm>
              <a:off x="2186847" y="2177602"/>
              <a:ext cx="258" cy="14"/>
            </a:xfrm>
            <a:custGeom>
              <a:avLst/>
              <a:gdLst/>
              <a:ahLst/>
              <a:cxnLst/>
              <a:rect l="l" t="t" r="r" b="b"/>
              <a:pathLst>
                <a:path w="19" h="1" extrusionOk="0">
                  <a:moveTo>
                    <a:pt x="18"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15" name="Google Shape;3815;p66"/>
            <p:cNvSpPr/>
            <p:nvPr/>
          </p:nvSpPr>
          <p:spPr>
            <a:xfrm>
              <a:off x="2200832" y="2177467"/>
              <a:ext cx="475" cy="109"/>
            </a:xfrm>
            <a:custGeom>
              <a:avLst/>
              <a:gdLst/>
              <a:ahLst/>
              <a:cxnLst/>
              <a:rect l="l" t="t" r="r" b="b"/>
              <a:pathLst>
                <a:path w="35" h="8" extrusionOk="0">
                  <a:moveTo>
                    <a:pt x="35"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16" name="Google Shape;3816;p66"/>
            <p:cNvSpPr/>
            <p:nvPr/>
          </p:nvSpPr>
          <p:spPr>
            <a:xfrm>
              <a:off x="2186372" y="2177657"/>
              <a:ext cx="353" cy="14"/>
            </a:xfrm>
            <a:custGeom>
              <a:avLst/>
              <a:gdLst/>
              <a:ahLst/>
              <a:cxnLst/>
              <a:rect l="l" t="t" r="r" b="b"/>
              <a:pathLst>
                <a:path w="26" h="1" extrusionOk="0">
                  <a:moveTo>
                    <a:pt x="25"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17" name="Google Shape;3817;p66"/>
            <p:cNvSpPr/>
            <p:nvPr/>
          </p:nvSpPr>
          <p:spPr>
            <a:xfrm>
              <a:off x="2192075" y="2177317"/>
              <a:ext cx="489" cy="14"/>
            </a:xfrm>
            <a:custGeom>
              <a:avLst/>
              <a:gdLst/>
              <a:ahLst/>
              <a:cxnLst/>
              <a:rect l="l" t="t" r="r" b="b"/>
              <a:pathLst>
                <a:path w="36" h="1" extrusionOk="0">
                  <a:moveTo>
                    <a:pt x="36"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18" name="Google Shape;3818;p66"/>
            <p:cNvSpPr/>
            <p:nvPr/>
          </p:nvSpPr>
          <p:spPr>
            <a:xfrm>
              <a:off x="2191219" y="2177372"/>
              <a:ext cx="394" cy="14"/>
            </a:xfrm>
            <a:custGeom>
              <a:avLst/>
              <a:gdLst/>
              <a:ahLst/>
              <a:cxnLst/>
              <a:rect l="l" t="t" r="r" b="b"/>
              <a:pathLst>
                <a:path w="29" h="1" extrusionOk="0">
                  <a:moveTo>
                    <a:pt x="29"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19" name="Google Shape;3819;p66"/>
            <p:cNvSpPr/>
            <p:nvPr/>
          </p:nvSpPr>
          <p:spPr>
            <a:xfrm>
              <a:off x="2190513" y="2177412"/>
              <a:ext cx="394" cy="14"/>
            </a:xfrm>
            <a:custGeom>
              <a:avLst/>
              <a:gdLst/>
              <a:ahLst/>
              <a:cxnLst/>
              <a:rect l="l" t="t" r="r" b="b"/>
              <a:pathLst>
                <a:path w="29" h="1" extrusionOk="0">
                  <a:moveTo>
                    <a:pt x="28"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20" name="Google Shape;3820;p66"/>
            <p:cNvSpPr/>
            <p:nvPr/>
          </p:nvSpPr>
          <p:spPr>
            <a:xfrm>
              <a:off x="2189223" y="2177467"/>
              <a:ext cx="353" cy="14"/>
            </a:xfrm>
            <a:custGeom>
              <a:avLst/>
              <a:gdLst/>
              <a:ahLst/>
              <a:cxnLst/>
              <a:rect l="l" t="t" r="r" b="b"/>
              <a:pathLst>
                <a:path w="26" h="1" extrusionOk="0">
                  <a:moveTo>
                    <a:pt x="25"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21" name="Google Shape;3821;p66"/>
            <p:cNvSpPr/>
            <p:nvPr/>
          </p:nvSpPr>
          <p:spPr>
            <a:xfrm>
              <a:off x="2188558" y="2177507"/>
              <a:ext cx="394" cy="14"/>
            </a:xfrm>
            <a:custGeom>
              <a:avLst/>
              <a:gdLst/>
              <a:ahLst/>
              <a:cxnLst/>
              <a:rect l="l" t="t" r="r" b="b"/>
              <a:pathLst>
                <a:path w="29" h="1" extrusionOk="0">
                  <a:moveTo>
                    <a:pt x="29"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22" name="Google Shape;3822;p66"/>
            <p:cNvSpPr/>
            <p:nvPr/>
          </p:nvSpPr>
          <p:spPr>
            <a:xfrm>
              <a:off x="2189889" y="2177412"/>
              <a:ext cx="394" cy="14"/>
            </a:xfrm>
            <a:custGeom>
              <a:avLst/>
              <a:gdLst/>
              <a:ahLst/>
              <a:cxnLst/>
              <a:rect l="l" t="t" r="r" b="b"/>
              <a:pathLst>
                <a:path w="29" h="1" extrusionOk="0">
                  <a:moveTo>
                    <a:pt x="29"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23" name="Google Shape;3823;p66"/>
            <p:cNvSpPr/>
            <p:nvPr/>
          </p:nvSpPr>
          <p:spPr>
            <a:xfrm>
              <a:off x="2194695" y="2177277"/>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24" name="Google Shape;3824;p66"/>
            <p:cNvSpPr/>
            <p:nvPr/>
          </p:nvSpPr>
          <p:spPr>
            <a:xfrm>
              <a:off x="2195971" y="2177222"/>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25" name="Google Shape;3825;p66"/>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26" name="Google Shape;3826;p66"/>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27" name="Google Shape;3827;p66"/>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28" name="Google Shape;3828;p66"/>
            <p:cNvSpPr/>
            <p:nvPr/>
          </p:nvSpPr>
          <p:spPr>
            <a:xfrm>
              <a:off x="2229915" y="2176991"/>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29" name="Google Shape;3829;p66"/>
            <p:cNvSpPr/>
            <p:nvPr/>
          </p:nvSpPr>
          <p:spPr>
            <a:xfrm>
              <a:off x="2229250" y="2175661"/>
              <a:ext cx="109" cy="109"/>
            </a:xfrm>
            <a:custGeom>
              <a:avLst/>
              <a:gdLst/>
              <a:ahLst/>
              <a:cxnLst/>
              <a:rect l="l" t="t" r="r" b="b"/>
              <a:pathLst>
                <a:path w="8" h="8" extrusionOk="0">
                  <a:moveTo>
                    <a:pt x="1" y="0"/>
                  </a:moveTo>
                  <a:lnTo>
                    <a:pt x="8" y="7"/>
                  </a:lnTo>
                  <a:lnTo>
                    <a:pt x="8"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30" name="Google Shape;3830;p66"/>
            <p:cNvSpPr/>
            <p:nvPr/>
          </p:nvSpPr>
          <p:spPr>
            <a:xfrm>
              <a:off x="2230065" y="2177412"/>
              <a:ext cx="14" cy="68"/>
            </a:xfrm>
            <a:custGeom>
              <a:avLst/>
              <a:gdLst/>
              <a:ahLst/>
              <a:cxnLst/>
              <a:rect l="l" t="t" r="r" b="b"/>
              <a:pathLst>
                <a:path w="1" h="5" extrusionOk="0">
                  <a:moveTo>
                    <a:pt x="0" y="1"/>
                  </a:moveTo>
                  <a:lnTo>
                    <a:pt x="0" y="4"/>
                  </a:ln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31" name="Google Shape;3831;p66"/>
            <p:cNvSpPr/>
            <p:nvPr/>
          </p:nvSpPr>
          <p:spPr>
            <a:xfrm>
              <a:off x="2229494" y="2175892"/>
              <a:ext cx="95" cy="109"/>
            </a:xfrm>
            <a:custGeom>
              <a:avLst/>
              <a:gdLst/>
              <a:ahLst/>
              <a:cxnLst/>
              <a:rect l="l" t="t" r="r" b="b"/>
              <a:pathLst>
                <a:path w="7" h="8" extrusionOk="0">
                  <a:moveTo>
                    <a:pt x="0" y="1"/>
                  </a:moveTo>
                  <a:lnTo>
                    <a:pt x="7"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32" name="Google Shape;3832;p66"/>
            <p:cNvSpPr/>
            <p:nvPr/>
          </p:nvSpPr>
          <p:spPr>
            <a:xfrm>
              <a:off x="2228965" y="2175566"/>
              <a:ext cx="244" cy="54"/>
            </a:xfrm>
            <a:custGeom>
              <a:avLst/>
              <a:gdLst/>
              <a:ahLst/>
              <a:cxnLst/>
              <a:rect l="l" t="t" r="r" b="b"/>
              <a:pathLst>
                <a:path w="18" h="4" extrusionOk="0">
                  <a:moveTo>
                    <a:pt x="18"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33" name="Google Shape;3833;p66"/>
            <p:cNvSpPr/>
            <p:nvPr/>
          </p:nvSpPr>
          <p:spPr>
            <a:xfrm>
              <a:off x="2230010" y="2177181"/>
              <a:ext cx="14" cy="54"/>
            </a:xfrm>
            <a:custGeom>
              <a:avLst/>
              <a:gdLst/>
              <a:ahLst/>
              <a:cxnLst/>
              <a:rect l="l" t="t" r="r" b="b"/>
              <a:pathLst>
                <a:path w="1" h="4" extrusionOk="0">
                  <a:moveTo>
                    <a:pt x="1"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34" name="Google Shape;3834;p66"/>
            <p:cNvSpPr/>
            <p:nvPr/>
          </p:nvSpPr>
          <p:spPr>
            <a:xfrm>
              <a:off x="2229915" y="2176896"/>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35" name="Google Shape;3835;p66"/>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36" name="Google Shape;3836;p66"/>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37" name="Google Shape;3837;p66"/>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38" name="Google Shape;3838;p66"/>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39" name="Google Shape;3839;p66"/>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40" name="Google Shape;3840;p66"/>
            <p:cNvSpPr/>
            <p:nvPr/>
          </p:nvSpPr>
          <p:spPr>
            <a:xfrm>
              <a:off x="2231056" y="2177127"/>
              <a:ext cx="638" cy="109"/>
            </a:xfrm>
            <a:custGeom>
              <a:avLst/>
              <a:gdLst/>
              <a:ahLst/>
              <a:cxnLst/>
              <a:rect l="l" t="t" r="r" b="b"/>
              <a:pathLst>
                <a:path w="47" h="8" extrusionOk="0">
                  <a:moveTo>
                    <a:pt x="1" y="8"/>
                  </a:moveTo>
                  <a:lnTo>
                    <a:pt x="46"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41" name="Google Shape;3841;p66"/>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42" name="Google Shape;3842;p66"/>
            <p:cNvSpPr/>
            <p:nvPr/>
          </p:nvSpPr>
          <p:spPr>
            <a:xfrm>
              <a:off x="2232536" y="2177032"/>
              <a:ext cx="489" cy="14"/>
            </a:xfrm>
            <a:custGeom>
              <a:avLst/>
              <a:gdLst/>
              <a:ahLst/>
              <a:cxnLst/>
              <a:rect l="l" t="t" r="r" b="b"/>
              <a:pathLst>
                <a:path w="36" h="1" extrusionOk="0">
                  <a:moveTo>
                    <a:pt x="0" y="1"/>
                  </a:moveTo>
                  <a:lnTo>
                    <a:pt x="3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43" name="Google Shape;3843;p66"/>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44" name="Google Shape;3844;p66"/>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45" name="Google Shape;3845;p66"/>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46" name="Google Shape;3846;p66"/>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47" name="Google Shape;3847;p66"/>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48" name="Google Shape;3848;p66"/>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49" name="Google Shape;3849;p66"/>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50" name="Google Shape;3850;p66"/>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51" name="Google Shape;3851;p66"/>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52" name="Google Shape;3852;p66"/>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53" name="Google Shape;3853;p66"/>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54" name="Google Shape;3854;p66"/>
            <p:cNvSpPr/>
            <p:nvPr/>
          </p:nvSpPr>
          <p:spPr>
            <a:xfrm>
              <a:off x="2034182" y="1771051"/>
              <a:ext cx="109" cy="163"/>
            </a:xfrm>
            <a:custGeom>
              <a:avLst/>
              <a:gdLst/>
              <a:ahLst/>
              <a:cxnLst/>
              <a:rect l="l" t="t" r="r" b="b"/>
              <a:pathLst>
                <a:path w="8" h="12" extrusionOk="0">
                  <a:moveTo>
                    <a:pt x="0" y="1"/>
                  </a:moveTo>
                  <a:lnTo>
                    <a:pt x="7"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55" name="Google Shape;3855;p66"/>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56" name="Google Shape;3856;p66"/>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57" name="Google Shape;3857;p66"/>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58" name="Google Shape;3858;p66"/>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59" name="Google Shape;3859;p66"/>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60" name="Google Shape;3860;p66"/>
            <p:cNvSpPr/>
            <p:nvPr/>
          </p:nvSpPr>
          <p:spPr>
            <a:xfrm>
              <a:off x="2110039" y="1759836"/>
              <a:ext cx="14" cy="448"/>
            </a:xfrm>
            <a:custGeom>
              <a:avLst/>
              <a:gdLst/>
              <a:ahLst/>
              <a:cxnLst/>
              <a:rect l="l" t="t" r="r" b="b"/>
              <a:pathLst>
                <a:path w="1" h="33" extrusionOk="0">
                  <a:moveTo>
                    <a:pt x="0" y="1"/>
                  </a:moveTo>
                  <a:lnTo>
                    <a:pt x="0"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61" name="Google Shape;3861;p66"/>
            <p:cNvSpPr/>
            <p:nvPr/>
          </p:nvSpPr>
          <p:spPr>
            <a:xfrm>
              <a:off x="2110039" y="1762878"/>
              <a:ext cx="14" cy="299"/>
            </a:xfrm>
            <a:custGeom>
              <a:avLst/>
              <a:gdLst/>
              <a:ahLst/>
              <a:cxnLst/>
              <a:rect l="l" t="t" r="r" b="b"/>
              <a:pathLst>
                <a:path w="1" h="22" extrusionOk="0">
                  <a:moveTo>
                    <a:pt x="0" y="1"/>
                  </a:moveTo>
                  <a:lnTo>
                    <a:pt x="0"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62" name="Google Shape;3862;p66"/>
            <p:cNvSpPr/>
            <p:nvPr/>
          </p:nvSpPr>
          <p:spPr>
            <a:xfrm>
              <a:off x="2119218" y="1809706"/>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63" name="Google Shape;3863;p66"/>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64" name="Google Shape;3864;p66"/>
            <p:cNvSpPr/>
            <p:nvPr/>
          </p:nvSpPr>
          <p:spPr>
            <a:xfrm>
              <a:off x="2119028" y="1808987"/>
              <a:ext cx="14" cy="163"/>
            </a:xfrm>
            <a:custGeom>
              <a:avLst/>
              <a:gdLst/>
              <a:ahLst/>
              <a:cxnLst/>
              <a:rect l="l" t="t" r="r" b="b"/>
              <a:pathLst>
                <a:path w="1" h="12" extrusionOk="0">
                  <a:moveTo>
                    <a:pt x="0"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65" name="Google Shape;3865;p66"/>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66" name="Google Shape;3866;p66"/>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67" name="Google Shape;3867;p66"/>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68" name="Google Shape;3868;p66"/>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69" name="Google Shape;3869;p66"/>
            <p:cNvSpPr/>
            <p:nvPr/>
          </p:nvSpPr>
          <p:spPr>
            <a:xfrm>
              <a:off x="2109985" y="1761452"/>
              <a:ext cx="14" cy="394"/>
            </a:xfrm>
            <a:custGeom>
              <a:avLst/>
              <a:gdLst/>
              <a:ahLst/>
              <a:cxnLst/>
              <a:rect l="l" t="t" r="r" b="b"/>
              <a:pathLst>
                <a:path w="1" h="29" extrusionOk="0">
                  <a:moveTo>
                    <a:pt x="1" y="29"/>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70" name="Google Shape;3870;p66"/>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71" name="Google Shape;3871;p66"/>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72" name="Google Shape;3872;p66"/>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73" name="Google Shape;3873;p66"/>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74" name="Google Shape;3874;p66"/>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75" name="Google Shape;3875;p66"/>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76" name="Google Shape;3876;p66"/>
            <p:cNvSpPr/>
            <p:nvPr/>
          </p:nvSpPr>
          <p:spPr>
            <a:xfrm>
              <a:off x="2135375" y="1790168"/>
              <a:ext cx="14" cy="109"/>
            </a:xfrm>
            <a:custGeom>
              <a:avLst/>
              <a:gdLst/>
              <a:ahLst/>
              <a:cxnLst/>
              <a:rect l="l" t="t" r="r" b="b"/>
              <a:pathLst>
                <a:path w="1" h="8" extrusionOk="0">
                  <a:moveTo>
                    <a:pt x="0"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77" name="Google Shape;3877;p66"/>
            <p:cNvSpPr/>
            <p:nvPr/>
          </p:nvSpPr>
          <p:spPr>
            <a:xfrm>
              <a:off x="2127962" y="1796916"/>
              <a:ext cx="434" cy="434"/>
            </a:xfrm>
            <a:custGeom>
              <a:avLst/>
              <a:gdLst/>
              <a:ahLst/>
              <a:cxnLst/>
              <a:rect l="l" t="t" r="r" b="b"/>
              <a:pathLst>
                <a:path w="32" h="32" extrusionOk="0">
                  <a:moveTo>
                    <a:pt x="0" y="32"/>
                  </a:moveTo>
                  <a:lnTo>
                    <a:pt x="3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78" name="Google Shape;3878;p66"/>
            <p:cNvSpPr/>
            <p:nvPr/>
          </p:nvSpPr>
          <p:spPr>
            <a:xfrm>
              <a:off x="2128573" y="1796577"/>
              <a:ext cx="109" cy="163"/>
            </a:xfrm>
            <a:custGeom>
              <a:avLst/>
              <a:gdLst/>
              <a:ahLst/>
              <a:cxnLst/>
              <a:rect l="l" t="t" r="r" b="b"/>
              <a:pathLst>
                <a:path w="8" h="12" extrusionOk="0">
                  <a:moveTo>
                    <a:pt x="1" y="11"/>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79" name="Google Shape;3879;p66"/>
            <p:cNvSpPr/>
            <p:nvPr/>
          </p:nvSpPr>
          <p:spPr>
            <a:xfrm>
              <a:off x="2135416" y="1789028"/>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80" name="Google Shape;3880;p66"/>
            <p:cNvSpPr/>
            <p:nvPr/>
          </p:nvSpPr>
          <p:spPr>
            <a:xfrm>
              <a:off x="2131668" y="1793821"/>
              <a:ext cx="54" cy="14"/>
            </a:xfrm>
            <a:custGeom>
              <a:avLst/>
              <a:gdLst/>
              <a:ahLst/>
              <a:cxnLst/>
              <a:rect l="l" t="t" r="r" b="b"/>
              <a:pathLst>
                <a:path w="4" h="1" extrusionOk="0">
                  <a:moveTo>
                    <a:pt x="0" y="1"/>
                  </a:moveTo>
                  <a:lnTo>
                    <a:pt x="0" y="1"/>
                  </a:ln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81" name="Google Shape;3881;p66"/>
            <p:cNvSpPr/>
            <p:nvPr/>
          </p:nvSpPr>
          <p:spPr>
            <a:xfrm>
              <a:off x="2131899" y="1793726"/>
              <a:ext cx="299" cy="68"/>
            </a:xfrm>
            <a:custGeom>
              <a:avLst/>
              <a:gdLst/>
              <a:ahLst/>
              <a:cxnLst/>
              <a:rect l="l" t="t" r="r" b="b"/>
              <a:pathLst>
                <a:path w="22" h="5" extrusionOk="0">
                  <a:moveTo>
                    <a:pt x="1" y="4"/>
                  </a:moveTo>
                  <a:lnTo>
                    <a:pt x="22"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82" name="Google Shape;3882;p66"/>
            <p:cNvSpPr/>
            <p:nvPr/>
          </p:nvSpPr>
          <p:spPr>
            <a:xfrm>
              <a:off x="2131763" y="1793821"/>
              <a:ext cx="109" cy="14"/>
            </a:xfrm>
            <a:custGeom>
              <a:avLst/>
              <a:gdLst/>
              <a:ahLst/>
              <a:cxnLst/>
              <a:rect l="l" t="t" r="r" b="b"/>
              <a:pathLst>
                <a:path w="8" h="1" extrusionOk="0">
                  <a:moveTo>
                    <a:pt x="0" y="1"/>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83" name="Google Shape;3883;p66"/>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84" name="Google Shape;3884;p66"/>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85" name="Google Shape;3885;p66"/>
            <p:cNvSpPr/>
            <p:nvPr/>
          </p:nvSpPr>
          <p:spPr>
            <a:xfrm>
              <a:off x="2135375" y="1789639"/>
              <a:ext cx="14" cy="68"/>
            </a:xfrm>
            <a:custGeom>
              <a:avLst/>
              <a:gdLst/>
              <a:ahLst/>
              <a:cxnLst/>
              <a:rect l="l" t="t" r="r" b="b"/>
              <a:pathLst>
                <a:path w="1" h="5" extrusionOk="0">
                  <a:moveTo>
                    <a:pt x="0"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86" name="Google Shape;3886;p66"/>
            <p:cNvSpPr/>
            <p:nvPr/>
          </p:nvSpPr>
          <p:spPr>
            <a:xfrm>
              <a:off x="2135470" y="1788308"/>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87" name="Google Shape;3887;p66"/>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88" name="Google Shape;3888;p66"/>
            <p:cNvSpPr/>
            <p:nvPr/>
          </p:nvSpPr>
          <p:spPr>
            <a:xfrm>
              <a:off x="2137222" y="1859943"/>
              <a:ext cx="163" cy="244"/>
            </a:xfrm>
            <a:custGeom>
              <a:avLst/>
              <a:gdLst/>
              <a:ahLst/>
              <a:cxnLst/>
              <a:rect l="l" t="t" r="r" b="b"/>
              <a:pathLst>
                <a:path w="12" h="18" extrusionOk="0">
                  <a:moveTo>
                    <a:pt x="1" y="0"/>
                  </a:moveTo>
                  <a:lnTo>
                    <a:pt x="11"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89" name="Google Shape;3889;p66"/>
            <p:cNvSpPr/>
            <p:nvPr/>
          </p:nvSpPr>
          <p:spPr>
            <a:xfrm>
              <a:off x="2134615" y="1857418"/>
              <a:ext cx="149" cy="68"/>
            </a:xfrm>
            <a:custGeom>
              <a:avLst/>
              <a:gdLst/>
              <a:ahLst/>
              <a:cxnLst/>
              <a:rect l="l" t="t" r="r" b="b"/>
              <a:pathLst>
                <a:path w="11" h="5" extrusionOk="0">
                  <a:moveTo>
                    <a:pt x="0" y="1"/>
                  </a:moveTo>
                  <a:lnTo>
                    <a:pt x="1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90" name="Google Shape;3890;p66"/>
            <p:cNvSpPr/>
            <p:nvPr/>
          </p:nvSpPr>
          <p:spPr>
            <a:xfrm>
              <a:off x="2136706" y="1859034"/>
              <a:ext cx="149" cy="204"/>
            </a:xfrm>
            <a:custGeom>
              <a:avLst/>
              <a:gdLst/>
              <a:ahLst/>
              <a:cxnLst/>
              <a:rect l="l" t="t" r="r" b="b"/>
              <a:pathLst>
                <a:path w="11" h="15" extrusionOk="0">
                  <a:moveTo>
                    <a:pt x="0" y="1"/>
                  </a:moveTo>
                  <a:lnTo>
                    <a:pt x="11"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91" name="Google Shape;3891;p66"/>
            <p:cNvSpPr/>
            <p:nvPr/>
          </p:nvSpPr>
          <p:spPr>
            <a:xfrm>
              <a:off x="2137466" y="1860459"/>
              <a:ext cx="149" cy="258"/>
            </a:xfrm>
            <a:custGeom>
              <a:avLst/>
              <a:gdLst/>
              <a:ahLst/>
              <a:cxnLst/>
              <a:rect l="l" t="t" r="r" b="b"/>
              <a:pathLst>
                <a:path w="11" h="19" extrusionOk="0">
                  <a:moveTo>
                    <a:pt x="0" y="1"/>
                  </a:moveTo>
                  <a:lnTo>
                    <a:pt x="11"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92" name="Google Shape;3892;p66"/>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93" name="Google Shape;3893;p66"/>
            <p:cNvSpPr/>
            <p:nvPr/>
          </p:nvSpPr>
          <p:spPr>
            <a:xfrm>
              <a:off x="2137697" y="1861029"/>
              <a:ext cx="109" cy="258"/>
            </a:xfrm>
            <a:custGeom>
              <a:avLst/>
              <a:gdLst/>
              <a:ahLst/>
              <a:cxnLst/>
              <a:rect l="l" t="t" r="r" b="b"/>
              <a:pathLst>
                <a:path w="8" h="19" extrusionOk="0">
                  <a:moveTo>
                    <a:pt x="1" y="1"/>
                  </a:moveTo>
                  <a:lnTo>
                    <a:pt x="8"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94" name="Google Shape;3894;p66"/>
            <p:cNvSpPr/>
            <p:nvPr/>
          </p:nvSpPr>
          <p:spPr>
            <a:xfrm>
              <a:off x="2135036" y="1857567"/>
              <a:ext cx="163" cy="54"/>
            </a:xfrm>
            <a:custGeom>
              <a:avLst/>
              <a:gdLst/>
              <a:ahLst/>
              <a:cxnLst/>
              <a:rect l="l" t="t" r="r" b="b"/>
              <a:pathLst>
                <a:path w="12" h="4" extrusionOk="0">
                  <a:moveTo>
                    <a:pt x="1" y="0"/>
                  </a:moveTo>
                  <a:lnTo>
                    <a:pt x="1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95" name="Google Shape;3895;p66"/>
            <p:cNvSpPr/>
            <p:nvPr/>
          </p:nvSpPr>
          <p:spPr>
            <a:xfrm>
              <a:off x="2137982" y="1861654"/>
              <a:ext cx="68" cy="204"/>
            </a:xfrm>
            <a:custGeom>
              <a:avLst/>
              <a:gdLst/>
              <a:ahLst/>
              <a:cxnLst/>
              <a:rect l="l" t="t" r="r" b="b"/>
              <a:pathLst>
                <a:path w="5" h="15" extrusionOk="0">
                  <a:moveTo>
                    <a:pt x="1" y="0"/>
                  </a:moveTo>
                  <a:lnTo>
                    <a:pt x="4"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96" name="Google Shape;3896;p66"/>
            <p:cNvSpPr/>
            <p:nvPr/>
          </p:nvSpPr>
          <p:spPr>
            <a:xfrm>
              <a:off x="2138172" y="1862265"/>
              <a:ext cx="68" cy="204"/>
            </a:xfrm>
            <a:custGeom>
              <a:avLst/>
              <a:gdLst/>
              <a:ahLst/>
              <a:cxnLst/>
              <a:rect l="l" t="t" r="r" b="b"/>
              <a:pathLst>
                <a:path w="5" h="15" extrusionOk="0">
                  <a:moveTo>
                    <a:pt x="1" y="1"/>
                  </a:moveTo>
                  <a:lnTo>
                    <a:pt x="4"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97" name="Google Shape;3897;p66"/>
            <p:cNvSpPr/>
            <p:nvPr/>
          </p:nvSpPr>
          <p:spPr>
            <a:xfrm>
              <a:off x="2136081" y="1858273"/>
              <a:ext cx="163" cy="163"/>
            </a:xfrm>
            <a:custGeom>
              <a:avLst/>
              <a:gdLst/>
              <a:ahLst/>
              <a:cxnLst/>
              <a:rect l="l" t="t" r="r" b="b"/>
              <a:pathLst>
                <a:path w="12" h="12" extrusionOk="0">
                  <a:moveTo>
                    <a:pt x="1" y="1"/>
                  </a:moveTo>
                  <a:lnTo>
                    <a:pt x="1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98" name="Google Shape;3898;p66"/>
            <p:cNvSpPr/>
            <p:nvPr/>
          </p:nvSpPr>
          <p:spPr>
            <a:xfrm>
              <a:off x="2136421" y="1858613"/>
              <a:ext cx="149" cy="204"/>
            </a:xfrm>
            <a:custGeom>
              <a:avLst/>
              <a:gdLst/>
              <a:ahLst/>
              <a:cxnLst/>
              <a:rect l="l" t="t" r="r" b="b"/>
              <a:pathLst>
                <a:path w="11" h="15" extrusionOk="0">
                  <a:moveTo>
                    <a:pt x="0" y="0"/>
                  </a:moveTo>
                  <a:lnTo>
                    <a:pt x="11"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899" name="Google Shape;3899;p66"/>
            <p:cNvSpPr/>
            <p:nvPr/>
          </p:nvSpPr>
          <p:spPr>
            <a:xfrm>
              <a:off x="2135755" y="1857947"/>
              <a:ext cx="149" cy="149"/>
            </a:xfrm>
            <a:custGeom>
              <a:avLst/>
              <a:gdLst/>
              <a:ahLst/>
              <a:cxnLst/>
              <a:rect l="l" t="t" r="r" b="b"/>
              <a:pathLst>
                <a:path w="11" h="11" extrusionOk="0">
                  <a:moveTo>
                    <a:pt x="0" y="0"/>
                  </a:moveTo>
                  <a:lnTo>
                    <a:pt x="1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00" name="Google Shape;3900;p66"/>
            <p:cNvSpPr/>
            <p:nvPr/>
          </p:nvSpPr>
          <p:spPr>
            <a:xfrm>
              <a:off x="2119883" y="1812408"/>
              <a:ext cx="54" cy="109"/>
            </a:xfrm>
            <a:custGeom>
              <a:avLst/>
              <a:gdLst/>
              <a:ahLst/>
              <a:cxnLst/>
              <a:rect l="l" t="t" r="r" b="b"/>
              <a:pathLst>
                <a:path w="4" h="8" extrusionOk="0">
                  <a:moveTo>
                    <a:pt x="0" y="1"/>
                  </a:moveTo>
                  <a:lnTo>
                    <a:pt x="4"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01" name="Google Shape;3901;p66"/>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02" name="Google Shape;3902;p66"/>
            <p:cNvSpPr/>
            <p:nvPr/>
          </p:nvSpPr>
          <p:spPr>
            <a:xfrm>
              <a:off x="2135416" y="1857703"/>
              <a:ext cx="163" cy="163"/>
            </a:xfrm>
            <a:custGeom>
              <a:avLst/>
              <a:gdLst/>
              <a:ahLst/>
              <a:cxnLst/>
              <a:rect l="l" t="t" r="r" b="b"/>
              <a:pathLst>
                <a:path w="12" h="12" extrusionOk="0">
                  <a:moveTo>
                    <a:pt x="1" y="1"/>
                  </a:moveTo>
                  <a:lnTo>
                    <a:pt x="1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03" name="Google Shape;3903;p66"/>
            <p:cNvSpPr/>
            <p:nvPr/>
          </p:nvSpPr>
          <p:spPr>
            <a:xfrm>
              <a:off x="2119978" y="1812653"/>
              <a:ext cx="109" cy="204"/>
            </a:xfrm>
            <a:custGeom>
              <a:avLst/>
              <a:gdLst/>
              <a:ahLst/>
              <a:cxnLst/>
              <a:rect l="l" t="t" r="r" b="b"/>
              <a:pathLst>
                <a:path w="8" h="15" extrusionOk="0">
                  <a:moveTo>
                    <a:pt x="0" y="0"/>
                  </a:moveTo>
                  <a:lnTo>
                    <a:pt x="7"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04" name="Google Shape;3904;p66"/>
            <p:cNvSpPr/>
            <p:nvPr/>
          </p:nvSpPr>
          <p:spPr>
            <a:xfrm>
              <a:off x="2136991" y="1859468"/>
              <a:ext cx="109" cy="204"/>
            </a:xfrm>
            <a:custGeom>
              <a:avLst/>
              <a:gdLst/>
              <a:ahLst/>
              <a:cxnLst/>
              <a:rect l="l" t="t" r="r" b="b"/>
              <a:pathLst>
                <a:path w="8" h="15" extrusionOk="0">
                  <a:moveTo>
                    <a:pt x="0" y="0"/>
                  </a:moveTo>
                  <a:lnTo>
                    <a:pt x="7"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05" name="Google Shape;3905;p66"/>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06" name="Google Shape;3906;p66"/>
            <p:cNvSpPr/>
            <p:nvPr/>
          </p:nvSpPr>
          <p:spPr>
            <a:xfrm>
              <a:off x="2121730" y="1810562"/>
              <a:ext cx="109" cy="54"/>
            </a:xfrm>
            <a:custGeom>
              <a:avLst/>
              <a:gdLst/>
              <a:ahLst/>
              <a:cxnLst/>
              <a:rect l="l" t="t" r="r" b="b"/>
              <a:pathLst>
                <a:path w="8" h="4" extrusionOk="0">
                  <a:moveTo>
                    <a:pt x="8"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07" name="Google Shape;3907;p66"/>
            <p:cNvSpPr/>
            <p:nvPr/>
          </p:nvSpPr>
          <p:spPr>
            <a:xfrm>
              <a:off x="2138362" y="1862985"/>
              <a:ext cx="68" cy="109"/>
            </a:xfrm>
            <a:custGeom>
              <a:avLst/>
              <a:gdLst/>
              <a:ahLst/>
              <a:cxnLst/>
              <a:rect l="l" t="t" r="r" b="b"/>
              <a:pathLst>
                <a:path w="5" h="8" extrusionOk="0">
                  <a:moveTo>
                    <a:pt x="1" y="1"/>
                  </a:moveTo>
                  <a:lnTo>
                    <a:pt x="4"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08" name="Google Shape;3908;p66"/>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09" name="Google Shape;3909;p66"/>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10" name="Google Shape;3910;p66"/>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11" name="Google Shape;3911;p66"/>
            <p:cNvSpPr/>
            <p:nvPr/>
          </p:nvSpPr>
          <p:spPr>
            <a:xfrm>
              <a:off x="1924802" y="1946215"/>
              <a:ext cx="163" cy="54"/>
            </a:xfrm>
            <a:custGeom>
              <a:avLst/>
              <a:gdLst/>
              <a:ahLst/>
              <a:cxnLst/>
              <a:rect l="l" t="t" r="r" b="b"/>
              <a:pathLst>
                <a:path w="12" h="4" extrusionOk="0">
                  <a:moveTo>
                    <a:pt x="1" y="4"/>
                  </a:moveTo>
                  <a:lnTo>
                    <a:pt x="1" y="4"/>
                  </a:ln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12" name="Google Shape;3912;p66"/>
            <p:cNvSpPr/>
            <p:nvPr/>
          </p:nvSpPr>
          <p:spPr>
            <a:xfrm>
              <a:off x="1925752" y="1946065"/>
              <a:ext cx="68" cy="14"/>
            </a:xfrm>
            <a:custGeom>
              <a:avLst/>
              <a:gdLst/>
              <a:ahLst/>
              <a:cxnLst/>
              <a:rect l="l" t="t" r="r" b="b"/>
              <a:pathLst>
                <a:path w="5" h="1" extrusionOk="0">
                  <a:moveTo>
                    <a:pt x="1"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13" name="Google Shape;3913;p66"/>
            <p:cNvSpPr/>
            <p:nvPr/>
          </p:nvSpPr>
          <p:spPr>
            <a:xfrm>
              <a:off x="1928943" y="1940268"/>
              <a:ext cx="109" cy="14"/>
            </a:xfrm>
            <a:custGeom>
              <a:avLst/>
              <a:gdLst/>
              <a:ahLst/>
              <a:cxnLst/>
              <a:rect l="l" t="t" r="r" b="b"/>
              <a:pathLst>
                <a:path w="8" h="1" extrusionOk="0">
                  <a:moveTo>
                    <a:pt x="7"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14" name="Google Shape;3914;p66"/>
            <p:cNvSpPr/>
            <p:nvPr/>
          </p:nvSpPr>
          <p:spPr>
            <a:xfrm>
              <a:off x="1925752" y="1940268"/>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15" name="Google Shape;3915;p66"/>
            <p:cNvSpPr/>
            <p:nvPr/>
          </p:nvSpPr>
          <p:spPr>
            <a:xfrm>
              <a:off x="1932880" y="1939181"/>
              <a:ext cx="68" cy="54"/>
            </a:xfrm>
            <a:custGeom>
              <a:avLst/>
              <a:gdLst/>
              <a:ahLst/>
              <a:cxnLst/>
              <a:rect l="l" t="t" r="r" b="b"/>
              <a:pathLst>
                <a:path w="5" h="4" extrusionOk="0">
                  <a:moveTo>
                    <a:pt x="4"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16" name="Google Shape;3916;p66"/>
            <p:cNvSpPr/>
            <p:nvPr/>
          </p:nvSpPr>
          <p:spPr>
            <a:xfrm>
              <a:off x="1931835" y="1939562"/>
              <a:ext cx="109" cy="54"/>
            </a:xfrm>
            <a:custGeom>
              <a:avLst/>
              <a:gdLst/>
              <a:ahLst/>
              <a:cxnLst/>
              <a:rect l="l" t="t" r="r" b="b"/>
              <a:pathLst>
                <a:path w="8" h="4" extrusionOk="0">
                  <a:moveTo>
                    <a:pt x="8"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17" name="Google Shape;3917;p66"/>
            <p:cNvSpPr/>
            <p:nvPr/>
          </p:nvSpPr>
          <p:spPr>
            <a:xfrm>
              <a:off x="1925901" y="1946025"/>
              <a:ext cx="109" cy="14"/>
            </a:xfrm>
            <a:custGeom>
              <a:avLst/>
              <a:gdLst/>
              <a:ahLst/>
              <a:cxnLst/>
              <a:rect l="l" t="t" r="r" b="b"/>
              <a:pathLst>
                <a:path w="8" h="1" extrusionOk="0">
                  <a:moveTo>
                    <a:pt x="0" y="0"/>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18" name="Google Shape;3918;p66"/>
            <p:cNvSpPr/>
            <p:nvPr/>
          </p:nvSpPr>
          <p:spPr>
            <a:xfrm>
              <a:off x="1925521" y="1946120"/>
              <a:ext cx="109" cy="14"/>
            </a:xfrm>
            <a:custGeom>
              <a:avLst/>
              <a:gdLst/>
              <a:ahLst/>
              <a:cxnLst/>
              <a:rect l="l" t="t" r="r" b="b"/>
              <a:pathLst>
                <a:path w="8" h="1" extrusionOk="0">
                  <a:moveTo>
                    <a:pt x="0" y="0"/>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19" name="Google Shape;3919;p66"/>
            <p:cNvSpPr/>
            <p:nvPr/>
          </p:nvSpPr>
          <p:spPr>
            <a:xfrm>
              <a:off x="1926947" y="1940322"/>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20" name="Google Shape;3920;p66"/>
            <p:cNvSpPr/>
            <p:nvPr/>
          </p:nvSpPr>
          <p:spPr>
            <a:xfrm>
              <a:off x="1925087" y="1946160"/>
              <a:ext cx="258" cy="68"/>
            </a:xfrm>
            <a:custGeom>
              <a:avLst/>
              <a:gdLst/>
              <a:ahLst/>
              <a:cxnLst/>
              <a:rect l="l" t="t" r="r" b="b"/>
              <a:pathLst>
                <a:path w="19" h="5" extrusionOk="0">
                  <a:moveTo>
                    <a:pt x="1" y="4"/>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21" name="Google Shape;3921;p66"/>
            <p:cNvSpPr/>
            <p:nvPr/>
          </p:nvSpPr>
          <p:spPr>
            <a:xfrm>
              <a:off x="1928033" y="1940322"/>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22" name="Google Shape;3922;p66"/>
            <p:cNvSpPr/>
            <p:nvPr/>
          </p:nvSpPr>
          <p:spPr>
            <a:xfrm>
              <a:off x="1926037" y="1946025"/>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23" name="Google Shape;3923;p66"/>
            <p:cNvSpPr/>
            <p:nvPr/>
          </p:nvSpPr>
          <p:spPr>
            <a:xfrm>
              <a:off x="1929893" y="1940132"/>
              <a:ext cx="149" cy="14"/>
            </a:xfrm>
            <a:custGeom>
              <a:avLst/>
              <a:gdLst/>
              <a:ahLst/>
              <a:cxnLst/>
              <a:rect l="l" t="t" r="r" b="b"/>
              <a:pathLst>
                <a:path w="11" h="1" extrusionOk="0">
                  <a:moveTo>
                    <a:pt x="11"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24" name="Google Shape;3924;p66"/>
            <p:cNvSpPr/>
            <p:nvPr/>
          </p:nvSpPr>
          <p:spPr>
            <a:xfrm>
              <a:off x="1930884" y="1939888"/>
              <a:ext cx="109" cy="14"/>
            </a:xfrm>
            <a:custGeom>
              <a:avLst/>
              <a:gdLst/>
              <a:ahLst/>
              <a:cxnLst/>
              <a:rect l="l" t="t" r="r" b="b"/>
              <a:pathLst>
                <a:path w="8" h="1" extrusionOk="0">
                  <a:moveTo>
                    <a:pt x="8"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25" name="Google Shape;3925;p66"/>
            <p:cNvSpPr/>
            <p:nvPr/>
          </p:nvSpPr>
          <p:spPr>
            <a:xfrm>
              <a:off x="1926132" y="1945970"/>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26" name="Google Shape;3926;p66"/>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27" name="Google Shape;3927;p66"/>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28" name="Google Shape;3928;p66"/>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29" name="Google Shape;3929;p66"/>
            <p:cNvSpPr/>
            <p:nvPr/>
          </p:nvSpPr>
          <p:spPr>
            <a:xfrm>
              <a:off x="1944856" y="1949405"/>
              <a:ext cx="68" cy="14"/>
            </a:xfrm>
            <a:custGeom>
              <a:avLst/>
              <a:gdLst/>
              <a:ahLst/>
              <a:cxnLst/>
              <a:rect l="l" t="t" r="r" b="b"/>
              <a:pathLst>
                <a:path w="5" h="1" extrusionOk="0">
                  <a:moveTo>
                    <a:pt x="1"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30" name="Google Shape;3930;p66"/>
            <p:cNvSpPr/>
            <p:nvPr/>
          </p:nvSpPr>
          <p:spPr>
            <a:xfrm>
              <a:off x="1945141" y="1949500"/>
              <a:ext cx="68" cy="14"/>
            </a:xfrm>
            <a:custGeom>
              <a:avLst/>
              <a:gdLst/>
              <a:ahLst/>
              <a:cxnLst/>
              <a:rect l="l" t="t" r="r" b="b"/>
              <a:pathLst>
                <a:path w="5" h="1" extrusionOk="0">
                  <a:moveTo>
                    <a:pt x="4"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31" name="Google Shape;3931;p66"/>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32" name="Google Shape;3932;p66"/>
            <p:cNvSpPr/>
            <p:nvPr/>
          </p:nvSpPr>
          <p:spPr>
            <a:xfrm>
              <a:off x="1927612" y="1950587"/>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33" name="Google Shape;3933;p66"/>
            <p:cNvSpPr/>
            <p:nvPr/>
          </p:nvSpPr>
          <p:spPr>
            <a:xfrm>
              <a:off x="1927843" y="1950777"/>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34" name="Google Shape;3934;p66"/>
            <p:cNvSpPr/>
            <p:nvPr/>
          </p:nvSpPr>
          <p:spPr>
            <a:xfrm>
              <a:off x="1944666" y="1949351"/>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35" name="Google Shape;3935;p66"/>
            <p:cNvSpPr/>
            <p:nvPr/>
          </p:nvSpPr>
          <p:spPr>
            <a:xfrm>
              <a:off x="1927802" y="1950736"/>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36" name="Google Shape;3936;p66"/>
            <p:cNvSpPr/>
            <p:nvPr/>
          </p:nvSpPr>
          <p:spPr>
            <a:xfrm>
              <a:off x="1927748" y="1950682"/>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37" name="Google Shape;3937;p66"/>
            <p:cNvSpPr/>
            <p:nvPr/>
          </p:nvSpPr>
          <p:spPr>
            <a:xfrm>
              <a:off x="1927137" y="1950546"/>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38" name="Google Shape;3938;p66"/>
            <p:cNvSpPr/>
            <p:nvPr/>
          </p:nvSpPr>
          <p:spPr>
            <a:xfrm>
              <a:off x="1944475" y="1949310"/>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39" name="Google Shape;3939;p66"/>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40" name="Google Shape;3940;p66"/>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41" name="Google Shape;3941;p66"/>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42" name="Google Shape;3942;p66"/>
            <p:cNvSpPr/>
            <p:nvPr/>
          </p:nvSpPr>
          <p:spPr>
            <a:xfrm>
              <a:off x="2074819" y="1958475"/>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43" name="Google Shape;3943;p66"/>
            <p:cNvSpPr/>
            <p:nvPr/>
          </p:nvSpPr>
          <p:spPr>
            <a:xfrm>
              <a:off x="2069972" y="1992704"/>
              <a:ext cx="109" cy="109"/>
            </a:xfrm>
            <a:custGeom>
              <a:avLst/>
              <a:gdLst/>
              <a:ahLst/>
              <a:cxnLst/>
              <a:rect l="l" t="t" r="r" b="b"/>
              <a:pathLst>
                <a:path w="8" h="8" extrusionOk="0">
                  <a:moveTo>
                    <a:pt x="7"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44" name="Google Shape;3944;p66"/>
            <p:cNvSpPr/>
            <p:nvPr/>
          </p:nvSpPr>
          <p:spPr>
            <a:xfrm>
              <a:off x="2074860" y="1958855"/>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45" name="Google Shape;3945;p66"/>
            <p:cNvSpPr/>
            <p:nvPr/>
          </p:nvSpPr>
          <p:spPr>
            <a:xfrm>
              <a:off x="2074670" y="1957525"/>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46" name="Google Shape;3946;p66"/>
            <p:cNvSpPr/>
            <p:nvPr/>
          </p:nvSpPr>
          <p:spPr>
            <a:xfrm>
              <a:off x="2074385" y="1955678"/>
              <a:ext cx="68" cy="204"/>
            </a:xfrm>
            <a:custGeom>
              <a:avLst/>
              <a:gdLst/>
              <a:ahLst/>
              <a:cxnLst/>
              <a:rect l="l" t="t" r="r" b="b"/>
              <a:pathLst>
                <a:path w="5" h="15" extrusionOk="0">
                  <a:moveTo>
                    <a:pt x="1" y="0"/>
                  </a:moveTo>
                  <a:lnTo>
                    <a:pt x="4"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47" name="Google Shape;3947;p66"/>
            <p:cNvSpPr/>
            <p:nvPr/>
          </p:nvSpPr>
          <p:spPr>
            <a:xfrm>
              <a:off x="2074480" y="1956384"/>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48" name="Google Shape;3948;p66"/>
            <p:cNvSpPr/>
            <p:nvPr/>
          </p:nvSpPr>
          <p:spPr>
            <a:xfrm>
              <a:off x="2074344" y="1955244"/>
              <a:ext cx="54" cy="258"/>
            </a:xfrm>
            <a:custGeom>
              <a:avLst/>
              <a:gdLst/>
              <a:ahLst/>
              <a:cxnLst/>
              <a:rect l="l" t="t" r="r" b="b"/>
              <a:pathLst>
                <a:path w="4" h="19" extrusionOk="0">
                  <a:moveTo>
                    <a:pt x="4" y="18"/>
                  </a:moveTo>
                  <a:lnTo>
                    <a:pt x="0" y="1"/>
                  </a:ln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49" name="Google Shape;3949;p66"/>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50" name="Google Shape;3950;p66"/>
            <p:cNvSpPr/>
            <p:nvPr/>
          </p:nvSpPr>
          <p:spPr>
            <a:xfrm>
              <a:off x="2054141" y="1965983"/>
              <a:ext cx="109" cy="204"/>
            </a:xfrm>
            <a:custGeom>
              <a:avLst/>
              <a:gdLst/>
              <a:ahLst/>
              <a:cxnLst/>
              <a:rect l="l" t="t" r="r" b="b"/>
              <a:pathLst>
                <a:path w="8" h="15" extrusionOk="0">
                  <a:moveTo>
                    <a:pt x="0" y="1"/>
                  </a:moveTo>
                  <a:lnTo>
                    <a:pt x="7"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51" name="Google Shape;3951;p66"/>
            <p:cNvSpPr/>
            <p:nvPr/>
          </p:nvSpPr>
          <p:spPr>
            <a:xfrm>
              <a:off x="2054331" y="1966323"/>
              <a:ext cx="109" cy="204"/>
            </a:xfrm>
            <a:custGeom>
              <a:avLst/>
              <a:gdLst/>
              <a:ahLst/>
              <a:cxnLst/>
              <a:rect l="l" t="t" r="r" b="b"/>
              <a:pathLst>
                <a:path w="8" h="15" extrusionOk="0">
                  <a:moveTo>
                    <a:pt x="0" y="0"/>
                  </a:moveTo>
                  <a:lnTo>
                    <a:pt x="7"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52" name="Google Shape;3952;p66"/>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53" name="Google Shape;3953;p66"/>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54" name="Google Shape;3954;p66"/>
            <p:cNvSpPr/>
            <p:nvPr/>
          </p:nvSpPr>
          <p:spPr>
            <a:xfrm>
              <a:off x="2060414" y="1992514"/>
              <a:ext cx="14" cy="774"/>
            </a:xfrm>
            <a:custGeom>
              <a:avLst/>
              <a:gdLst/>
              <a:ahLst/>
              <a:cxnLst/>
              <a:rect l="l" t="t" r="r" b="b"/>
              <a:pathLst>
                <a:path w="1" h="57" extrusionOk="0">
                  <a:moveTo>
                    <a:pt x="1" y="0"/>
                  </a:moveTo>
                  <a:lnTo>
                    <a:pt x="1" y="56"/>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55" name="Google Shape;3955;p66"/>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56" name="Google Shape;3956;p66"/>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57" name="Google Shape;3957;p66"/>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58" name="Google Shape;3958;p66"/>
            <p:cNvSpPr/>
            <p:nvPr/>
          </p:nvSpPr>
          <p:spPr>
            <a:xfrm>
              <a:off x="2060319" y="1990369"/>
              <a:ext cx="14" cy="638"/>
            </a:xfrm>
            <a:custGeom>
              <a:avLst/>
              <a:gdLst/>
              <a:ahLst/>
              <a:cxnLst/>
              <a:rect l="l" t="t" r="r" b="b"/>
              <a:pathLst>
                <a:path w="1" h="47" extrusionOk="0">
                  <a:moveTo>
                    <a:pt x="1" y="1"/>
                  </a:moveTo>
                  <a:lnTo>
                    <a:pt x="1" y="46"/>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59" name="Google Shape;3959;p66"/>
            <p:cNvSpPr/>
            <p:nvPr/>
          </p:nvSpPr>
          <p:spPr>
            <a:xfrm>
              <a:off x="2060319" y="1989378"/>
              <a:ext cx="14" cy="584"/>
            </a:xfrm>
            <a:custGeom>
              <a:avLst/>
              <a:gdLst/>
              <a:ahLst/>
              <a:cxnLst/>
              <a:rect l="l" t="t" r="r" b="b"/>
              <a:pathLst>
                <a:path w="1" h="43" extrusionOk="0">
                  <a:moveTo>
                    <a:pt x="1" y="0"/>
                  </a:moveTo>
                  <a:lnTo>
                    <a:pt x="1" y="4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60" name="Google Shape;3960;p66"/>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61" name="Google Shape;3961;p66"/>
            <p:cNvSpPr/>
            <p:nvPr/>
          </p:nvSpPr>
          <p:spPr>
            <a:xfrm>
              <a:off x="2054806" y="1966934"/>
              <a:ext cx="149" cy="163"/>
            </a:xfrm>
            <a:custGeom>
              <a:avLst/>
              <a:gdLst/>
              <a:ahLst/>
              <a:cxnLst/>
              <a:rect l="l" t="t" r="r" b="b"/>
              <a:pathLst>
                <a:path w="11" h="12" extrusionOk="0">
                  <a:moveTo>
                    <a:pt x="11" y="1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62" name="Google Shape;3962;p66"/>
            <p:cNvSpPr/>
            <p:nvPr/>
          </p:nvSpPr>
          <p:spPr>
            <a:xfrm>
              <a:off x="2053951" y="1965603"/>
              <a:ext cx="109" cy="204"/>
            </a:xfrm>
            <a:custGeom>
              <a:avLst/>
              <a:gdLst/>
              <a:ahLst/>
              <a:cxnLst/>
              <a:rect l="l" t="t" r="r" b="b"/>
              <a:pathLst>
                <a:path w="8" h="15" extrusionOk="0">
                  <a:moveTo>
                    <a:pt x="0" y="1"/>
                  </a:moveTo>
                  <a:lnTo>
                    <a:pt x="7"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63" name="Google Shape;3963;p66"/>
            <p:cNvSpPr/>
            <p:nvPr/>
          </p:nvSpPr>
          <p:spPr>
            <a:xfrm>
              <a:off x="2060373" y="1991414"/>
              <a:ext cx="0" cy="679"/>
            </a:xfrm>
            <a:custGeom>
              <a:avLst/>
              <a:gdLst/>
              <a:ahLst/>
              <a:cxnLst/>
              <a:rect l="l" t="t" r="r" b="b"/>
              <a:pathLst>
                <a:path h="50" extrusionOk="0">
                  <a:moveTo>
                    <a:pt x="0" y="1"/>
                  </a:moveTo>
                  <a:lnTo>
                    <a:pt x="0" y="5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64" name="Google Shape;3964;p66"/>
            <p:cNvSpPr/>
            <p:nvPr/>
          </p:nvSpPr>
          <p:spPr>
            <a:xfrm>
              <a:off x="2053801" y="1965128"/>
              <a:ext cx="109" cy="258"/>
            </a:xfrm>
            <a:custGeom>
              <a:avLst/>
              <a:gdLst/>
              <a:ahLst/>
              <a:cxnLst/>
              <a:rect l="l" t="t" r="r" b="b"/>
              <a:pathLst>
                <a:path w="8" h="19" extrusionOk="0">
                  <a:moveTo>
                    <a:pt x="1" y="1"/>
                  </a:moveTo>
                  <a:lnTo>
                    <a:pt x="8"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65" name="Google Shape;3965;p66"/>
            <p:cNvSpPr/>
            <p:nvPr/>
          </p:nvSpPr>
          <p:spPr>
            <a:xfrm>
              <a:off x="2060224" y="1987477"/>
              <a:ext cx="14" cy="584"/>
            </a:xfrm>
            <a:custGeom>
              <a:avLst/>
              <a:gdLst/>
              <a:ahLst/>
              <a:cxnLst/>
              <a:rect l="l" t="t" r="r" b="b"/>
              <a:pathLst>
                <a:path w="1" h="43" extrusionOk="0">
                  <a:moveTo>
                    <a:pt x="1" y="0"/>
                  </a:moveTo>
                  <a:lnTo>
                    <a:pt x="1" y="4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66" name="Google Shape;3966;p66"/>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67" name="Google Shape;3967;p66"/>
            <p:cNvSpPr/>
            <p:nvPr/>
          </p:nvSpPr>
          <p:spPr>
            <a:xfrm>
              <a:off x="2059939" y="1982820"/>
              <a:ext cx="14" cy="434"/>
            </a:xfrm>
            <a:custGeom>
              <a:avLst/>
              <a:gdLst/>
              <a:ahLst/>
              <a:cxnLst/>
              <a:rect l="l" t="t" r="r" b="b"/>
              <a:pathLst>
                <a:path w="1" h="32" extrusionOk="0">
                  <a:moveTo>
                    <a:pt x="1" y="0"/>
                  </a:moveTo>
                  <a:lnTo>
                    <a:pt x="1"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68" name="Google Shape;3968;p66"/>
            <p:cNvSpPr/>
            <p:nvPr/>
          </p:nvSpPr>
          <p:spPr>
            <a:xfrm>
              <a:off x="2060088" y="1984435"/>
              <a:ext cx="0" cy="530"/>
            </a:xfrm>
            <a:custGeom>
              <a:avLst/>
              <a:gdLst/>
              <a:ahLst/>
              <a:cxnLst/>
              <a:rect l="l" t="t" r="r" b="b"/>
              <a:pathLst>
                <a:path h="39" extrusionOk="0">
                  <a:moveTo>
                    <a:pt x="0" y="0"/>
                  </a:moveTo>
                  <a:lnTo>
                    <a:pt x="0" y="3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69" name="Google Shape;3969;p66"/>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70" name="Google Shape;3970;p66"/>
            <p:cNvSpPr/>
            <p:nvPr/>
          </p:nvSpPr>
          <p:spPr>
            <a:xfrm>
              <a:off x="2060468" y="1993695"/>
              <a:ext cx="54" cy="923"/>
            </a:xfrm>
            <a:custGeom>
              <a:avLst/>
              <a:gdLst/>
              <a:ahLst/>
              <a:cxnLst/>
              <a:rect l="l" t="t" r="r" b="b"/>
              <a:pathLst>
                <a:path w="4" h="68" extrusionOk="0">
                  <a:moveTo>
                    <a:pt x="0" y="1"/>
                  </a:moveTo>
                  <a:lnTo>
                    <a:pt x="4" y="6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71" name="Google Shape;3971;p66"/>
            <p:cNvSpPr/>
            <p:nvPr/>
          </p:nvSpPr>
          <p:spPr>
            <a:xfrm>
              <a:off x="2060183" y="1986621"/>
              <a:ext cx="0" cy="584"/>
            </a:xfrm>
            <a:custGeom>
              <a:avLst/>
              <a:gdLst/>
              <a:ahLst/>
              <a:cxnLst/>
              <a:rect l="l" t="t" r="r" b="b"/>
              <a:pathLst>
                <a:path h="43" extrusionOk="0">
                  <a:moveTo>
                    <a:pt x="0" y="0"/>
                  </a:moveTo>
                  <a:lnTo>
                    <a:pt x="0" y="4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72" name="Google Shape;3972;p66"/>
            <p:cNvSpPr/>
            <p:nvPr/>
          </p:nvSpPr>
          <p:spPr>
            <a:xfrm>
              <a:off x="2060129" y="1985807"/>
              <a:ext cx="14" cy="638"/>
            </a:xfrm>
            <a:custGeom>
              <a:avLst/>
              <a:gdLst/>
              <a:ahLst/>
              <a:cxnLst/>
              <a:rect l="l" t="t" r="r" b="b"/>
              <a:pathLst>
                <a:path w="1" h="47" extrusionOk="0">
                  <a:moveTo>
                    <a:pt x="1" y="1"/>
                  </a:moveTo>
                  <a:lnTo>
                    <a:pt x="1" y="46"/>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73" name="Google Shape;3973;p66"/>
            <p:cNvSpPr/>
            <p:nvPr/>
          </p:nvSpPr>
          <p:spPr>
            <a:xfrm>
              <a:off x="2060088" y="1985101"/>
              <a:ext cx="0" cy="530"/>
            </a:xfrm>
            <a:custGeom>
              <a:avLst/>
              <a:gdLst/>
              <a:ahLst/>
              <a:cxnLst/>
              <a:rect l="l" t="t" r="r" b="b"/>
              <a:pathLst>
                <a:path h="39" extrusionOk="0">
                  <a:moveTo>
                    <a:pt x="0" y="0"/>
                  </a:moveTo>
                  <a:lnTo>
                    <a:pt x="0" y="3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74" name="Google Shape;3974;p66"/>
            <p:cNvSpPr/>
            <p:nvPr/>
          </p:nvSpPr>
          <p:spPr>
            <a:xfrm>
              <a:off x="2054562" y="1966649"/>
              <a:ext cx="109" cy="163"/>
            </a:xfrm>
            <a:custGeom>
              <a:avLst/>
              <a:gdLst/>
              <a:ahLst/>
              <a:cxnLst/>
              <a:rect l="l" t="t" r="r" b="b"/>
              <a:pathLst>
                <a:path w="8" h="12" extrusionOk="0">
                  <a:moveTo>
                    <a:pt x="1" y="1"/>
                  </a:moveTo>
                  <a:lnTo>
                    <a:pt x="8"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75" name="Google Shape;3975;p66"/>
            <p:cNvSpPr/>
            <p:nvPr/>
          </p:nvSpPr>
          <p:spPr>
            <a:xfrm>
              <a:off x="2060509" y="1994795"/>
              <a:ext cx="14" cy="530"/>
            </a:xfrm>
            <a:custGeom>
              <a:avLst/>
              <a:gdLst/>
              <a:ahLst/>
              <a:cxnLst/>
              <a:rect l="l" t="t" r="r" b="b"/>
              <a:pathLst>
                <a:path w="1" h="39" extrusionOk="0">
                  <a:moveTo>
                    <a:pt x="1" y="39"/>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76" name="Google Shape;3976;p66"/>
            <p:cNvSpPr/>
            <p:nvPr/>
          </p:nvSpPr>
          <p:spPr>
            <a:xfrm>
              <a:off x="2055091" y="1967178"/>
              <a:ext cx="149" cy="149"/>
            </a:xfrm>
            <a:custGeom>
              <a:avLst/>
              <a:gdLst/>
              <a:ahLst/>
              <a:cxnLst/>
              <a:rect l="l" t="t" r="r" b="b"/>
              <a:pathLst>
                <a:path w="11" h="11" extrusionOk="0">
                  <a:moveTo>
                    <a:pt x="0" y="0"/>
                  </a:moveTo>
                  <a:lnTo>
                    <a:pt x="1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77" name="Google Shape;3977;p66"/>
            <p:cNvSpPr/>
            <p:nvPr/>
          </p:nvSpPr>
          <p:spPr>
            <a:xfrm>
              <a:off x="2055376" y="1967463"/>
              <a:ext cx="149" cy="109"/>
            </a:xfrm>
            <a:custGeom>
              <a:avLst/>
              <a:gdLst/>
              <a:ahLst/>
              <a:cxnLst/>
              <a:rect l="l" t="t" r="r" b="b"/>
              <a:pathLst>
                <a:path w="11" h="8" extrusionOk="0">
                  <a:moveTo>
                    <a:pt x="0" y="0"/>
                  </a:moveTo>
                  <a:lnTo>
                    <a:pt x="1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78" name="Google Shape;3978;p66"/>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79" name="Google Shape;3979;p66"/>
            <p:cNvSpPr/>
            <p:nvPr/>
          </p:nvSpPr>
          <p:spPr>
            <a:xfrm>
              <a:off x="2060278" y="1988427"/>
              <a:ext cx="0" cy="530"/>
            </a:xfrm>
            <a:custGeom>
              <a:avLst/>
              <a:gdLst/>
              <a:ahLst/>
              <a:cxnLst/>
              <a:rect l="l" t="t" r="r" b="b"/>
              <a:pathLst>
                <a:path h="39" extrusionOk="0">
                  <a:moveTo>
                    <a:pt x="0" y="0"/>
                  </a:moveTo>
                  <a:lnTo>
                    <a:pt x="0" y="3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80" name="Google Shape;3980;p66"/>
            <p:cNvSpPr/>
            <p:nvPr/>
          </p:nvSpPr>
          <p:spPr>
            <a:xfrm>
              <a:off x="2056137" y="1967884"/>
              <a:ext cx="149" cy="109"/>
            </a:xfrm>
            <a:custGeom>
              <a:avLst/>
              <a:gdLst/>
              <a:ahLst/>
              <a:cxnLst/>
              <a:rect l="l" t="t" r="r" b="b"/>
              <a:pathLst>
                <a:path w="11" h="8" extrusionOk="0">
                  <a:moveTo>
                    <a:pt x="0" y="1"/>
                  </a:moveTo>
                  <a:lnTo>
                    <a:pt x="1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81" name="Google Shape;3981;p66"/>
            <p:cNvSpPr/>
            <p:nvPr/>
          </p:nvSpPr>
          <p:spPr>
            <a:xfrm>
              <a:off x="2055757" y="1967654"/>
              <a:ext cx="149" cy="109"/>
            </a:xfrm>
            <a:custGeom>
              <a:avLst/>
              <a:gdLst/>
              <a:ahLst/>
              <a:cxnLst/>
              <a:rect l="l" t="t" r="r" b="b"/>
              <a:pathLst>
                <a:path w="11" h="8" extrusionOk="0">
                  <a:moveTo>
                    <a:pt x="0" y="0"/>
                  </a:moveTo>
                  <a:lnTo>
                    <a:pt x="1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82" name="Google Shape;3982;p66"/>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83" name="Google Shape;3983;p66"/>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84" name="Google Shape;3984;p66"/>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85" name="Google Shape;3985;p66"/>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86" name="Google Shape;3986;p66"/>
            <p:cNvSpPr/>
            <p:nvPr/>
          </p:nvSpPr>
          <p:spPr>
            <a:xfrm>
              <a:off x="2159136" y="1988902"/>
              <a:ext cx="204" cy="299"/>
            </a:xfrm>
            <a:custGeom>
              <a:avLst/>
              <a:gdLst/>
              <a:ahLst/>
              <a:cxnLst/>
              <a:rect l="l" t="t" r="r" b="b"/>
              <a:pathLst>
                <a:path w="15" h="22" extrusionOk="0">
                  <a:moveTo>
                    <a:pt x="1" y="21"/>
                  </a:moveTo>
                  <a:lnTo>
                    <a:pt x="1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87" name="Google Shape;3987;p66"/>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88" name="Google Shape;3988;p66"/>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89" name="Google Shape;3989;p66"/>
            <p:cNvSpPr/>
            <p:nvPr/>
          </p:nvSpPr>
          <p:spPr>
            <a:xfrm>
              <a:off x="2159611" y="1988332"/>
              <a:ext cx="204" cy="299"/>
            </a:xfrm>
            <a:custGeom>
              <a:avLst/>
              <a:gdLst/>
              <a:ahLst/>
              <a:cxnLst/>
              <a:rect l="l" t="t" r="r" b="b"/>
              <a:pathLst>
                <a:path w="15" h="22" extrusionOk="0">
                  <a:moveTo>
                    <a:pt x="1" y="21"/>
                  </a:moveTo>
                  <a:lnTo>
                    <a:pt x="1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90" name="Google Shape;3990;p66"/>
            <p:cNvSpPr/>
            <p:nvPr/>
          </p:nvSpPr>
          <p:spPr>
            <a:xfrm>
              <a:off x="2161132" y="1986757"/>
              <a:ext cx="258" cy="258"/>
            </a:xfrm>
            <a:custGeom>
              <a:avLst/>
              <a:gdLst/>
              <a:ahLst/>
              <a:cxnLst/>
              <a:rect l="l" t="t" r="r" b="b"/>
              <a:pathLst>
                <a:path w="19" h="19" extrusionOk="0">
                  <a:moveTo>
                    <a:pt x="1" y="18"/>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91" name="Google Shape;3991;p66"/>
            <p:cNvSpPr/>
            <p:nvPr/>
          </p:nvSpPr>
          <p:spPr>
            <a:xfrm>
              <a:off x="2160086" y="1987803"/>
              <a:ext cx="258" cy="258"/>
            </a:xfrm>
            <a:custGeom>
              <a:avLst/>
              <a:gdLst/>
              <a:ahLst/>
              <a:cxnLst/>
              <a:rect l="l" t="t" r="r" b="b"/>
              <a:pathLst>
                <a:path w="19" h="19" extrusionOk="0">
                  <a:moveTo>
                    <a:pt x="1" y="18"/>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92" name="Google Shape;3992;p66"/>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93" name="Google Shape;3993;p66"/>
            <p:cNvSpPr/>
            <p:nvPr/>
          </p:nvSpPr>
          <p:spPr>
            <a:xfrm>
              <a:off x="2160616" y="1987287"/>
              <a:ext cx="244" cy="244"/>
            </a:xfrm>
            <a:custGeom>
              <a:avLst/>
              <a:gdLst/>
              <a:ahLst/>
              <a:cxnLst/>
              <a:rect l="l" t="t" r="r" b="b"/>
              <a:pathLst>
                <a:path w="18" h="18" extrusionOk="0">
                  <a:moveTo>
                    <a:pt x="0" y="18"/>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94" name="Google Shape;3994;p66"/>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95" name="Google Shape;3995;p66"/>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96" name="Google Shape;3996;p66"/>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97" name="Google Shape;3997;p66"/>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98" name="Google Shape;3998;p66"/>
            <p:cNvSpPr/>
            <p:nvPr/>
          </p:nvSpPr>
          <p:spPr>
            <a:xfrm>
              <a:off x="2115213" y="2000688"/>
              <a:ext cx="14" cy="109"/>
            </a:xfrm>
            <a:custGeom>
              <a:avLst/>
              <a:gdLst/>
              <a:ahLst/>
              <a:cxnLst/>
              <a:rect l="l" t="t" r="r" b="b"/>
              <a:pathLst>
                <a:path w="1" h="8" extrusionOk="0">
                  <a:moveTo>
                    <a:pt x="1"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3999" name="Google Shape;3999;p66"/>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00" name="Google Shape;4000;p66"/>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01" name="Google Shape;4001;p66"/>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02" name="Google Shape;4002;p66"/>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03" name="Google Shape;4003;p66"/>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04" name="Google Shape;4004;p66"/>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05" name="Google Shape;4005;p66"/>
            <p:cNvSpPr/>
            <p:nvPr/>
          </p:nvSpPr>
          <p:spPr>
            <a:xfrm>
              <a:off x="2153718" y="1945875"/>
              <a:ext cx="68" cy="204"/>
            </a:xfrm>
            <a:custGeom>
              <a:avLst/>
              <a:gdLst/>
              <a:ahLst/>
              <a:cxnLst/>
              <a:rect l="l" t="t" r="r" b="b"/>
              <a:pathLst>
                <a:path w="5" h="15" extrusionOk="0">
                  <a:moveTo>
                    <a:pt x="4" y="1"/>
                  </a:moveTo>
                  <a:lnTo>
                    <a:pt x="1"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06" name="Google Shape;4006;p66"/>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07" name="Google Shape;4007;p66"/>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08" name="Google Shape;4008;p66"/>
            <p:cNvSpPr/>
            <p:nvPr/>
          </p:nvSpPr>
          <p:spPr>
            <a:xfrm>
              <a:off x="2115172" y="2000918"/>
              <a:ext cx="14" cy="109"/>
            </a:xfrm>
            <a:custGeom>
              <a:avLst/>
              <a:gdLst/>
              <a:ahLst/>
              <a:cxnLst/>
              <a:rect l="l" t="t" r="r" b="b"/>
              <a:pathLst>
                <a:path w="1" h="8" extrusionOk="0">
                  <a:moveTo>
                    <a:pt x="0"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09" name="Google Shape;4009;p66"/>
            <p:cNvSpPr/>
            <p:nvPr/>
          </p:nvSpPr>
          <p:spPr>
            <a:xfrm>
              <a:off x="2153487" y="1948645"/>
              <a:ext cx="14" cy="299"/>
            </a:xfrm>
            <a:custGeom>
              <a:avLst/>
              <a:gdLst/>
              <a:ahLst/>
              <a:cxnLst/>
              <a:rect l="l" t="t" r="r" b="b"/>
              <a:pathLst>
                <a:path w="1" h="22" extrusionOk="0">
                  <a:moveTo>
                    <a:pt x="0" y="21"/>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10" name="Google Shape;4010;p66"/>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11" name="Google Shape;4011;p66"/>
            <p:cNvSpPr/>
            <p:nvPr/>
          </p:nvSpPr>
          <p:spPr>
            <a:xfrm>
              <a:off x="2113597" y="2006825"/>
              <a:ext cx="109" cy="204"/>
            </a:xfrm>
            <a:custGeom>
              <a:avLst/>
              <a:gdLst/>
              <a:ahLst/>
              <a:cxnLst/>
              <a:rect l="l" t="t" r="r" b="b"/>
              <a:pathLst>
                <a:path w="8" h="15" extrusionOk="0">
                  <a:moveTo>
                    <a:pt x="1" y="14"/>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12" name="Google Shape;4012;p66"/>
            <p:cNvSpPr/>
            <p:nvPr/>
          </p:nvSpPr>
          <p:spPr>
            <a:xfrm>
              <a:off x="2114506" y="2003824"/>
              <a:ext cx="54" cy="244"/>
            </a:xfrm>
            <a:custGeom>
              <a:avLst/>
              <a:gdLst/>
              <a:ahLst/>
              <a:cxnLst/>
              <a:rect l="l" t="t" r="r" b="b"/>
              <a:pathLst>
                <a:path w="4" h="18" extrusionOk="0">
                  <a:moveTo>
                    <a:pt x="0" y="1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13" name="Google Shape;4013;p66"/>
            <p:cNvSpPr/>
            <p:nvPr/>
          </p:nvSpPr>
          <p:spPr>
            <a:xfrm>
              <a:off x="2115117" y="2001204"/>
              <a:ext cx="14" cy="163"/>
            </a:xfrm>
            <a:custGeom>
              <a:avLst/>
              <a:gdLst/>
              <a:ahLst/>
              <a:cxnLst/>
              <a:rect l="l" t="t" r="r" b="b"/>
              <a:pathLst>
                <a:path w="1" h="12" extrusionOk="0">
                  <a:moveTo>
                    <a:pt x="1"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14" name="Google Shape;4014;p66"/>
            <p:cNvSpPr/>
            <p:nvPr/>
          </p:nvSpPr>
          <p:spPr>
            <a:xfrm>
              <a:off x="2113977" y="2005535"/>
              <a:ext cx="109" cy="258"/>
            </a:xfrm>
            <a:custGeom>
              <a:avLst/>
              <a:gdLst/>
              <a:ahLst/>
              <a:cxnLst/>
              <a:rect l="l" t="t" r="r" b="b"/>
              <a:pathLst>
                <a:path w="8" h="19" extrusionOk="0">
                  <a:moveTo>
                    <a:pt x="1" y="18"/>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15" name="Google Shape;4015;p66"/>
            <p:cNvSpPr/>
            <p:nvPr/>
          </p:nvSpPr>
          <p:spPr>
            <a:xfrm>
              <a:off x="2114602" y="2003254"/>
              <a:ext cx="109" cy="244"/>
            </a:xfrm>
            <a:custGeom>
              <a:avLst/>
              <a:gdLst/>
              <a:ahLst/>
              <a:cxnLst/>
              <a:rect l="l" t="t" r="r" b="b"/>
              <a:pathLst>
                <a:path w="8" h="18" extrusionOk="0">
                  <a:moveTo>
                    <a:pt x="0" y="18"/>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16" name="Google Shape;4016;p66"/>
            <p:cNvSpPr/>
            <p:nvPr/>
          </p:nvSpPr>
          <p:spPr>
            <a:xfrm>
              <a:off x="2114221" y="2004924"/>
              <a:ext cx="54" cy="299"/>
            </a:xfrm>
            <a:custGeom>
              <a:avLst/>
              <a:gdLst/>
              <a:ahLst/>
              <a:cxnLst/>
              <a:rect l="l" t="t" r="r" b="b"/>
              <a:pathLst>
                <a:path w="4" h="22" extrusionOk="0">
                  <a:moveTo>
                    <a:pt x="0" y="21"/>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17" name="Google Shape;4017;p66"/>
            <p:cNvSpPr/>
            <p:nvPr/>
          </p:nvSpPr>
          <p:spPr>
            <a:xfrm>
              <a:off x="2113787" y="2006159"/>
              <a:ext cx="109" cy="244"/>
            </a:xfrm>
            <a:custGeom>
              <a:avLst/>
              <a:gdLst/>
              <a:ahLst/>
              <a:cxnLst/>
              <a:rect l="l" t="t" r="r" b="b"/>
              <a:pathLst>
                <a:path w="8" h="18" extrusionOk="0">
                  <a:moveTo>
                    <a:pt x="1" y="18"/>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18" name="Google Shape;4018;p66"/>
            <p:cNvSpPr/>
            <p:nvPr/>
          </p:nvSpPr>
          <p:spPr>
            <a:xfrm>
              <a:off x="2114316" y="2004353"/>
              <a:ext cx="109" cy="244"/>
            </a:xfrm>
            <a:custGeom>
              <a:avLst/>
              <a:gdLst/>
              <a:ahLst/>
              <a:cxnLst/>
              <a:rect l="l" t="t" r="r" b="b"/>
              <a:pathLst>
                <a:path w="8" h="18" extrusionOk="0">
                  <a:moveTo>
                    <a:pt x="0" y="18"/>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19" name="Google Shape;4019;p66"/>
            <p:cNvSpPr/>
            <p:nvPr/>
          </p:nvSpPr>
          <p:spPr>
            <a:xfrm>
              <a:off x="2114982" y="2001923"/>
              <a:ext cx="14" cy="204"/>
            </a:xfrm>
            <a:custGeom>
              <a:avLst/>
              <a:gdLst/>
              <a:ahLst/>
              <a:cxnLst/>
              <a:rect l="l" t="t" r="r" b="b"/>
              <a:pathLst>
                <a:path w="1" h="15" extrusionOk="0">
                  <a:moveTo>
                    <a:pt x="0" y="1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20" name="Google Shape;4020;p66"/>
            <p:cNvSpPr/>
            <p:nvPr/>
          </p:nvSpPr>
          <p:spPr>
            <a:xfrm>
              <a:off x="2114737" y="2002779"/>
              <a:ext cx="68" cy="244"/>
            </a:xfrm>
            <a:custGeom>
              <a:avLst/>
              <a:gdLst/>
              <a:ahLst/>
              <a:cxnLst/>
              <a:rect l="l" t="t" r="r" b="b"/>
              <a:pathLst>
                <a:path w="5" h="18" extrusionOk="0">
                  <a:moveTo>
                    <a:pt x="1" y="18"/>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21" name="Google Shape;4021;p66"/>
            <p:cNvSpPr/>
            <p:nvPr/>
          </p:nvSpPr>
          <p:spPr>
            <a:xfrm>
              <a:off x="2114832" y="2002344"/>
              <a:ext cx="68" cy="204"/>
            </a:xfrm>
            <a:custGeom>
              <a:avLst/>
              <a:gdLst/>
              <a:ahLst/>
              <a:cxnLst/>
              <a:rect l="l" t="t" r="r" b="b"/>
              <a:pathLst>
                <a:path w="5" h="15" extrusionOk="0">
                  <a:moveTo>
                    <a:pt x="1" y="15"/>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22" name="Google Shape;4022;p66"/>
            <p:cNvSpPr/>
            <p:nvPr/>
          </p:nvSpPr>
          <p:spPr>
            <a:xfrm>
              <a:off x="2113366" y="2007490"/>
              <a:ext cx="54" cy="204"/>
            </a:xfrm>
            <a:custGeom>
              <a:avLst/>
              <a:gdLst/>
              <a:ahLst/>
              <a:cxnLst/>
              <a:rect l="l" t="t" r="r" b="b"/>
              <a:pathLst>
                <a:path w="4" h="15" extrusionOk="0">
                  <a:moveTo>
                    <a:pt x="0" y="14"/>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23" name="Google Shape;4023;p66"/>
            <p:cNvSpPr/>
            <p:nvPr/>
          </p:nvSpPr>
          <p:spPr>
            <a:xfrm>
              <a:off x="2115022" y="2001543"/>
              <a:ext cx="68" cy="204"/>
            </a:xfrm>
            <a:custGeom>
              <a:avLst/>
              <a:gdLst/>
              <a:ahLst/>
              <a:cxnLst/>
              <a:rect l="l" t="t" r="r" b="b"/>
              <a:pathLst>
                <a:path w="5" h="15" extrusionOk="0">
                  <a:moveTo>
                    <a:pt x="1" y="14"/>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24" name="Google Shape;4024;p66"/>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25" name="Google Shape;4025;p66"/>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26" name="Google Shape;4026;p66"/>
            <p:cNvSpPr/>
            <p:nvPr/>
          </p:nvSpPr>
          <p:spPr>
            <a:xfrm>
              <a:off x="2053761" y="1996316"/>
              <a:ext cx="109" cy="244"/>
            </a:xfrm>
            <a:custGeom>
              <a:avLst/>
              <a:gdLst/>
              <a:ahLst/>
              <a:cxnLst/>
              <a:rect l="l" t="t" r="r" b="b"/>
              <a:pathLst>
                <a:path w="8" h="18" extrusionOk="0">
                  <a:moveTo>
                    <a:pt x="0" y="0"/>
                  </a:moveTo>
                  <a:lnTo>
                    <a:pt x="7"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27" name="Google Shape;4027;p66"/>
            <p:cNvSpPr/>
            <p:nvPr/>
          </p:nvSpPr>
          <p:spPr>
            <a:xfrm>
              <a:off x="2053516" y="1995786"/>
              <a:ext cx="109" cy="258"/>
            </a:xfrm>
            <a:custGeom>
              <a:avLst/>
              <a:gdLst/>
              <a:ahLst/>
              <a:cxnLst/>
              <a:rect l="l" t="t" r="r" b="b"/>
              <a:pathLst>
                <a:path w="8" h="19" extrusionOk="0">
                  <a:moveTo>
                    <a:pt x="1" y="1"/>
                  </a:moveTo>
                  <a:lnTo>
                    <a:pt x="8"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28" name="Google Shape;4028;p66"/>
            <p:cNvSpPr/>
            <p:nvPr/>
          </p:nvSpPr>
          <p:spPr>
            <a:xfrm>
              <a:off x="2052905" y="1993980"/>
              <a:ext cx="54" cy="204"/>
            </a:xfrm>
            <a:custGeom>
              <a:avLst/>
              <a:gdLst/>
              <a:ahLst/>
              <a:cxnLst/>
              <a:rect l="l" t="t" r="r" b="b"/>
              <a:pathLst>
                <a:path w="4" h="15" extrusionOk="0">
                  <a:moveTo>
                    <a:pt x="0" y="1"/>
                  </a:moveTo>
                  <a:lnTo>
                    <a:pt x="4"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29" name="Google Shape;4029;p66"/>
            <p:cNvSpPr/>
            <p:nvPr/>
          </p:nvSpPr>
          <p:spPr>
            <a:xfrm>
              <a:off x="2053326" y="1995175"/>
              <a:ext cx="68" cy="244"/>
            </a:xfrm>
            <a:custGeom>
              <a:avLst/>
              <a:gdLst/>
              <a:ahLst/>
              <a:cxnLst/>
              <a:rect l="l" t="t" r="r" b="b"/>
              <a:pathLst>
                <a:path w="5" h="18" extrusionOk="0">
                  <a:moveTo>
                    <a:pt x="1" y="0"/>
                  </a:moveTo>
                  <a:lnTo>
                    <a:pt x="4"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30" name="Google Shape;4030;p66"/>
            <p:cNvSpPr/>
            <p:nvPr/>
          </p:nvSpPr>
          <p:spPr>
            <a:xfrm>
              <a:off x="2053095" y="1994605"/>
              <a:ext cx="109" cy="244"/>
            </a:xfrm>
            <a:custGeom>
              <a:avLst/>
              <a:gdLst/>
              <a:ahLst/>
              <a:cxnLst/>
              <a:rect l="l" t="t" r="r" b="b"/>
              <a:pathLst>
                <a:path w="8" h="18" extrusionOk="0">
                  <a:moveTo>
                    <a:pt x="0" y="0"/>
                  </a:moveTo>
                  <a:lnTo>
                    <a:pt x="7"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31" name="Google Shape;4031;p66"/>
            <p:cNvSpPr/>
            <p:nvPr/>
          </p:nvSpPr>
          <p:spPr>
            <a:xfrm>
              <a:off x="2054277" y="1997497"/>
              <a:ext cx="109" cy="258"/>
            </a:xfrm>
            <a:custGeom>
              <a:avLst/>
              <a:gdLst/>
              <a:ahLst/>
              <a:cxnLst/>
              <a:rect l="l" t="t" r="r" b="b"/>
              <a:pathLst>
                <a:path w="8" h="19" extrusionOk="0">
                  <a:moveTo>
                    <a:pt x="1" y="1"/>
                  </a:moveTo>
                  <a:lnTo>
                    <a:pt x="8"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32" name="Google Shape;4032;p66"/>
            <p:cNvSpPr/>
            <p:nvPr/>
          </p:nvSpPr>
          <p:spPr>
            <a:xfrm>
              <a:off x="2053992" y="1996927"/>
              <a:ext cx="163" cy="299"/>
            </a:xfrm>
            <a:custGeom>
              <a:avLst/>
              <a:gdLst/>
              <a:ahLst/>
              <a:cxnLst/>
              <a:rect l="l" t="t" r="r" b="b"/>
              <a:pathLst>
                <a:path w="12" h="22" extrusionOk="0">
                  <a:moveTo>
                    <a:pt x="1" y="1"/>
                  </a:moveTo>
                  <a:lnTo>
                    <a:pt x="11"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33" name="Google Shape;4033;p66"/>
            <p:cNvSpPr/>
            <p:nvPr/>
          </p:nvSpPr>
          <p:spPr>
            <a:xfrm>
              <a:off x="2054467" y="1997931"/>
              <a:ext cx="109" cy="204"/>
            </a:xfrm>
            <a:custGeom>
              <a:avLst/>
              <a:gdLst/>
              <a:ahLst/>
              <a:cxnLst/>
              <a:rect l="l" t="t" r="r" b="b"/>
              <a:pathLst>
                <a:path w="8" h="15" extrusionOk="0">
                  <a:moveTo>
                    <a:pt x="1" y="0"/>
                  </a:moveTo>
                  <a:lnTo>
                    <a:pt x="8"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34" name="Google Shape;4034;p66"/>
            <p:cNvSpPr/>
            <p:nvPr/>
          </p:nvSpPr>
          <p:spPr>
            <a:xfrm>
              <a:off x="2048004" y="1965087"/>
              <a:ext cx="14" cy="54"/>
            </a:xfrm>
            <a:custGeom>
              <a:avLst/>
              <a:gdLst/>
              <a:ahLst/>
              <a:cxnLst/>
              <a:rect l="l" t="t" r="r" b="b"/>
              <a:pathLst>
                <a:path w="1" h="4" extrusionOk="0">
                  <a:moveTo>
                    <a:pt x="1"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35" name="Google Shape;4035;p66"/>
            <p:cNvSpPr/>
            <p:nvPr/>
          </p:nvSpPr>
          <p:spPr>
            <a:xfrm>
              <a:off x="2047909" y="1964897"/>
              <a:ext cx="14" cy="54"/>
            </a:xfrm>
            <a:custGeom>
              <a:avLst/>
              <a:gdLst/>
              <a:ahLst/>
              <a:cxnLst/>
              <a:rect l="l" t="t" r="r" b="b"/>
              <a:pathLst>
                <a:path w="1" h="4" extrusionOk="0">
                  <a:moveTo>
                    <a:pt x="1"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36" name="Google Shape;4036;p66"/>
            <p:cNvSpPr/>
            <p:nvPr/>
          </p:nvSpPr>
          <p:spPr>
            <a:xfrm>
              <a:off x="2048343" y="1965563"/>
              <a:ext cx="54" cy="54"/>
            </a:xfrm>
            <a:custGeom>
              <a:avLst/>
              <a:gdLst/>
              <a:ahLst/>
              <a:cxnLst/>
              <a:rect l="l" t="t" r="r" b="b"/>
              <a:pathLst>
                <a:path w="4" h="4" extrusionOk="0">
                  <a:moveTo>
                    <a:pt x="4"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37" name="Google Shape;4037;p66"/>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38" name="Google Shape;4038;p66"/>
            <p:cNvSpPr/>
            <p:nvPr/>
          </p:nvSpPr>
          <p:spPr>
            <a:xfrm>
              <a:off x="2052376" y="1991849"/>
              <a:ext cx="68" cy="244"/>
            </a:xfrm>
            <a:custGeom>
              <a:avLst/>
              <a:gdLst/>
              <a:ahLst/>
              <a:cxnLst/>
              <a:rect l="l" t="t" r="r" b="b"/>
              <a:pathLst>
                <a:path w="5" h="18" extrusionOk="0">
                  <a:moveTo>
                    <a:pt x="1" y="0"/>
                  </a:moveTo>
                  <a:lnTo>
                    <a:pt x="4"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39" name="Google Shape;4039;p66"/>
            <p:cNvSpPr/>
            <p:nvPr/>
          </p:nvSpPr>
          <p:spPr>
            <a:xfrm>
              <a:off x="2047393" y="1963472"/>
              <a:ext cx="14" cy="109"/>
            </a:xfrm>
            <a:custGeom>
              <a:avLst/>
              <a:gdLst/>
              <a:ahLst/>
              <a:cxnLst/>
              <a:rect l="l" t="t" r="r" b="b"/>
              <a:pathLst>
                <a:path w="1" h="8" extrusionOk="0">
                  <a:moveTo>
                    <a:pt x="0"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40" name="Google Shape;4040;p66"/>
            <p:cNvSpPr/>
            <p:nvPr/>
          </p:nvSpPr>
          <p:spPr>
            <a:xfrm>
              <a:off x="2047773" y="1964612"/>
              <a:ext cx="54" cy="109"/>
            </a:xfrm>
            <a:custGeom>
              <a:avLst/>
              <a:gdLst/>
              <a:ahLst/>
              <a:cxnLst/>
              <a:rect l="l" t="t" r="r" b="b"/>
              <a:pathLst>
                <a:path w="4" h="8" extrusionOk="0">
                  <a:moveTo>
                    <a:pt x="0" y="0"/>
                  </a:moveTo>
                  <a:lnTo>
                    <a:pt x="4"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41" name="Google Shape;4041;p66"/>
            <p:cNvSpPr/>
            <p:nvPr/>
          </p:nvSpPr>
          <p:spPr>
            <a:xfrm>
              <a:off x="2047529" y="1963947"/>
              <a:ext cx="14" cy="109"/>
            </a:xfrm>
            <a:custGeom>
              <a:avLst/>
              <a:gdLst/>
              <a:ahLst/>
              <a:cxnLst/>
              <a:rect l="l" t="t" r="r" b="b"/>
              <a:pathLst>
                <a:path w="1" h="8" extrusionOk="0">
                  <a:moveTo>
                    <a:pt x="1"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42" name="Google Shape;4042;p66"/>
            <p:cNvSpPr/>
            <p:nvPr/>
          </p:nvSpPr>
          <p:spPr>
            <a:xfrm>
              <a:off x="2047678" y="1964273"/>
              <a:ext cx="14" cy="109"/>
            </a:xfrm>
            <a:custGeom>
              <a:avLst/>
              <a:gdLst/>
              <a:ahLst/>
              <a:cxnLst/>
              <a:rect l="l" t="t" r="r" b="b"/>
              <a:pathLst>
                <a:path w="1" h="8" extrusionOk="0">
                  <a:moveTo>
                    <a:pt x="0"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43" name="Google Shape;4043;p66"/>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44" name="Google Shape;4044;p66"/>
            <p:cNvSpPr/>
            <p:nvPr/>
          </p:nvSpPr>
          <p:spPr>
            <a:xfrm>
              <a:off x="2048153" y="1965318"/>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45" name="Google Shape;4045;p66"/>
            <p:cNvSpPr/>
            <p:nvPr/>
          </p:nvSpPr>
          <p:spPr>
            <a:xfrm>
              <a:off x="2048438" y="1965658"/>
              <a:ext cx="54" cy="54"/>
            </a:xfrm>
            <a:custGeom>
              <a:avLst/>
              <a:gdLst/>
              <a:ahLst/>
              <a:cxnLst/>
              <a:rect l="l" t="t" r="r" b="b"/>
              <a:pathLst>
                <a:path w="4" h="4" extrusionOk="0">
                  <a:moveTo>
                    <a:pt x="0" y="0"/>
                  </a:moveTo>
                  <a:lnTo>
                    <a:pt x="4"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46" name="Google Shape;4046;p66"/>
            <p:cNvSpPr/>
            <p:nvPr/>
          </p:nvSpPr>
          <p:spPr>
            <a:xfrm>
              <a:off x="2047298" y="1962942"/>
              <a:ext cx="14" cy="163"/>
            </a:xfrm>
            <a:custGeom>
              <a:avLst/>
              <a:gdLst/>
              <a:ahLst/>
              <a:cxnLst/>
              <a:rect l="l" t="t" r="r" b="b"/>
              <a:pathLst>
                <a:path w="1" h="12" extrusionOk="0">
                  <a:moveTo>
                    <a:pt x="0"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47" name="Google Shape;4047;p66"/>
            <p:cNvSpPr/>
            <p:nvPr/>
          </p:nvSpPr>
          <p:spPr>
            <a:xfrm>
              <a:off x="2052661" y="1993179"/>
              <a:ext cx="68" cy="204"/>
            </a:xfrm>
            <a:custGeom>
              <a:avLst/>
              <a:gdLst/>
              <a:ahLst/>
              <a:cxnLst/>
              <a:rect l="l" t="t" r="r" b="b"/>
              <a:pathLst>
                <a:path w="5" h="15" extrusionOk="0">
                  <a:moveTo>
                    <a:pt x="1" y="0"/>
                  </a:moveTo>
                  <a:lnTo>
                    <a:pt x="4"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48" name="Google Shape;4048;p66"/>
            <p:cNvSpPr/>
            <p:nvPr/>
          </p:nvSpPr>
          <p:spPr>
            <a:xfrm>
              <a:off x="2048574" y="1965753"/>
              <a:ext cx="14" cy="14"/>
            </a:xfrm>
            <a:custGeom>
              <a:avLst/>
              <a:gdLst/>
              <a:ahLst/>
              <a:cxnLst/>
              <a:rect l="l" t="t" r="r" b="b"/>
              <a:pathLst>
                <a:path w="1" h="1" extrusionOk="0">
                  <a:moveTo>
                    <a:pt x="1"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49" name="Google Shape;4049;p66"/>
            <p:cNvSpPr/>
            <p:nvPr/>
          </p:nvSpPr>
          <p:spPr>
            <a:xfrm>
              <a:off x="2052525" y="1992514"/>
              <a:ext cx="54" cy="204"/>
            </a:xfrm>
            <a:custGeom>
              <a:avLst/>
              <a:gdLst/>
              <a:ahLst/>
              <a:cxnLst/>
              <a:rect l="l" t="t" r="r" b="b"/>
              <a:pathLst>
                <a:path w="4" h="15" extrusionOk="0">
                  <a:moveTo>
                    <a:pt x="0" y="0"/>
                  </a:moveTo>
                  <a:lnTo>
                    <a:pt x="4"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50" name="Google Shape;4050;p66"/>
            <p:cNvSpPr/>
            <p:nvPr/>
          </p:nvSpPr>
          <p:spPr>
            <a:xfrm>
              <a:off x="2047149" y="1962426"/>
              <a:ext cx="68" cy="204"/>
            </a:xfrm>
            <a:custGeom>
              <a:avLst/>
              <a:gdLst/>
              <a:ahLst/>
              <a:cxnLst/>
              <a:rect l="l" t="t" r="r" b="b"/>
              <a:pathLst>
                <a:path w="5" h="15" extrusionOk="0">
                  <a:moveTo>
                    <a:pt x="1" y="0"/>
                  </a:moveTo>
                  <a:lnTo>
                    <a:pt x="4"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51" name="Google Shape;4051;p66"/>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52" name="Google Shape;4052;p66"/>
            <p:cNvSpPr/>
            <p:nvPr/>
          </p:nvSpPr>
          <p:spPr>
            <a:xfrm>
              <a:off x="2048248" y="1965468"/>
              <a:ext cx="54" cy="54"/>
            </a:xfrm>
            <a:custGeom>
              <a:avLst/>
              <a:gdLst/>
              <a:ahLst/>
              <a:cxnLst/>
              <a:rect l="l" t="t" r="r" b="b"/>
              <a:pathLst>
                <a:path w="4" h="4" extrusionOk="0">
                  <a:moveTo>
                    <a:pt x="0" y="0"/>
                  </a:moveTo>
                  <a:lnTo>
                    <a:pt x="4"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53" name="Google Shape;4053;p66"/>
            <p:cNvSpPr/>
            <p:nvPr/>
          </p:nvSpPr>
          <p:spPr>
            <a:xfrm>
              <a:off x="2030082" y="1976927"/>
              <a:ext cx="68" cy="339"/>
            </a:xfrm>
            <a:custGeom>
              <a:avLst/>
              <a:gdLst/>
              <a:ahLst/>
              <a:cxnLst/>
              <a:rect l="l" t="t" r="r" b="b"/>
              <a:pathLst>
                <a:path w="5" h="25" extrusionOk="0">
                  <a:moveTo>
                    <a:pt x="4" y="25"/>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54" name="Google Shape;4054;p66"/>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55" name="Google Shape;4055;p66"/>
            <p:cNvSpPr/>
            <p:nvPr/>
          </p:nvSpPr>
          <p:spPr>
            <a:xfrm>
              <a:off x="2029756" y="1975203"/>
              <a:ext cx="109" cy="394"/>
            </a:xfrm>
            <a:custGeom>
              <a:avLst/>
              <a:gdLst/>
              <a:ahLst/>
              <a:cxnLst/>
              <a:rect l="l" t="t" r="r" b="b"/>
              <a:pathLst>
                <a:path w="8" h="29" extrusionOk="0">
                  <a:moveTo>
                    <a:pt x="7" y="29"/>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56" name="Google Shape;4056;p66"/>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57" name="Google Shape;4057;p66"/>
            <p:cNvSpPr/>
            <p:nvPr/>
          </p:nvSpPr>
          <p:spPr>
            <a:xfrm>
              <a:off x="2028561" y="2003444"/>
              <a:ext cx="14" cy="204"/>
            </a:xfrm>
            <a:custGeom>
              <a:avLst/>
              <a:gdLst/>
              <a:ahLst/>
              <a:cxnLst/>
              <a:rect l="l" t="t" r="r" b="b"/>
              <a:pathLst>
                <a:path w="1" h="15" extrusionOk="0">
                  <a:moveTo>
                    <a:pt x="1" y="0"/>
                  </a:moveTo>
                  <a:lnTo>
                    <a:pt x="1"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58" name="Google Shape;4058;p66"/>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59" name="Google Shape;4059;p66"/>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60" name="Google Shape;4060;p66"/>
            <p:cNvSpPr/>
            <p:nvPr/>
          </p:nvSpPr>
          <p:spPr>
            <a:xfrm>
              <a:off x="2030231" y="1977728"/>
              <a:ext cx="54" cy="353"/>
            </a:xfrm>
            <a:custGeom>
              <a:avLst/>
              <a:gdLst/>
              <a:ahLst/>
              <a:cxnLst/>
              <a:rect l="l" t="t" r="r" b="b"/>
              <a:pathLst>
                <a:path w="4" h="26" extrusionOk="0">
                  <a:moveTo>
                    <a:pt x="4" y="2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61" name="Google Shape;4061;p66"/>
            <p:cNvSpPr/>
            <p:nvPr/>
          </p:nvSpPr>
          <p:spPr>
            <a:xfrm>
              <a:off x="2030747" y="1981530"/>
              <a:ext cx="14" cy="163"/>
            </a:xfrm>
            <a:custGeom>
              <a:avLst/>
              <a:gdLst/>
              <a:ahLst/>
              <a:cxnLst/>
              <a:rect l="l" t="t" r="r" b="b"/>
              <a:pathLst>
                <a:path w="1" h="12" extrusionOk="0">
                  <a:moveTo>
                    <a:pt x="1"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62" name="Google Shape;4062;p66"/>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63" name="Google Shape;4063;p66"/>
            <p:cNvSpPr/>
            <p:nvPr/>
          </p:nvSpPr>
          <p:spPr>
            <a:xfrm>
              <a:off x="2030557" y="1979914"/>
              <a:ext cx="68" cy="299"/>
            </a:xfrm>
            <a:custGeom>
              <a:avLst/>
              <a:gdLst/>
              <a:ahLst/>
              <a:cxnLst/>
              <a:rect l="l" t="t" r="r" b="b"/>
              <a:pathLst>
                <a:path w="5" h="22" extrusionOk="0">
                  <a:moveTo>
                    <a:pt x="4" y="22"/>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64" name="Google Shape;4064;p66"/>
            <p:cNvSpPr/>
            <p:nvPr/>
          </p:nvSpPr>
          <p:spPr>
            <a:xfrm>
              <a:off x="2029281" y="1973397"/>
              <a:ext cx="109" cy="394"/>
            </a:xfrm>
            <a:custGeom>
              <a:avLst/>
              <a:gdLst/>
              <a:ahLst/>
              <a:cxnLst/>
              <a:rect l="l" t="t" r="r" b="b"/>
              <a:pathLst>
                <a:path w="8" h="29" extrusionOk="0">
                  <a:moveTo>
                    <a:pt x="7" y="29"/>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65" name="Google Shape;4065;p66"/>
            <p:cNvSpPr/>
            <p:nvPr/>
          </p:nvSpPr>
          <p:spPr>
            <a:xfrm>
              <a:off x="2030367" y="1978488"/>
              <a:ext cx="68" cy="353"/>
            </a:xfrm>
            <a:custGeom>
              <a:avLst/>
              <a:gdLst/>
              <a:ahLst/>
              <a:cxnLst/>
              <a:rect l="l" t="t" r="r" b="b"/>
              <a:pathLst>
                <a:path w="5" h="26" extrusionOk="0">
                  <a:moveTo>
                    <a:pt x="4" y="25"/>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66" name="Google Shape;4066;p66"/>
            <p:cNvSpPr/>
            <p:nvPr/>
          </p:nvSpPr>
          <p:spPr>
            <a:xfrm>
              <a:off x="2029511" y="1974306"/>
              <a:ext cx="109" cy="394"/>
            </a:xfrm>
            <a:custGeom>
              <a:avLst/>
              <a:gdLst/>
              <a:ahLst/>
              <a:cxnLst/>
              <a:rect l="l" t="t" r="r" b="b"/>
              <a:pathLst>
                <a:path w="8" h="29" extrusionOk="0">
                  <a:moveTo>
                    <a:pt x="8" y="28"/>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67" name="Google Shape;4067;p66"/>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68" name="Google Shape;4068;p66"/>
            <p:cNvSpPr/>
            <p:nvPr/>
          </p:nvSpPr>
          <p:spPr>
            <a:xfrm>
              <a:off x="2030462" y="1979249"/>
              <a:ext cx="68" cy="299"/>
            </a:xfrm>
            <a:custGeom>
              <a:avLst/>
              <a:gdLst/>
              <a:ahLst/>
              <a:cxnLst/>
              <a:rect l="l" t="t" r="r" b="b"/>
              <a:pathLst>
                <a:path w="5" h="22" extrusionOk="0">
                  <a:moveTo>
                    <a:pt x="4" y="22"/>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69" name="Google Shape;4069;p66"/>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70" name="Google Shape;4070;p66"/>
            <p:cNvSpPr/>
            <p:nvPr/>
          </p:nvSpPr>
          <p:spPr>
            <a:xfrm>
              <a:off x="2028995" y="1972541"/>
              <a:ext cx="109" cy="394"/>
            </a:xfrm>
            <a:custGeom>
              <a:avLst/>
              <a:gdLst/>
              <a:ahLst/>
              <a:cxnLst/>
              <a:rect l="l" t="t" r="r" b="b"/>
              <a:pathLst>
                <a:path w="8" h="29" extrusionOk="0">
                  <a:moveTo>
                    <a:pt x="7" y="29"/>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71" name="Google Shape;4071;p66"/>
            <p:cNvSpPr/>
            <p:nvPr/>
          </p:nvSpPr>
          <p:spPr>
            <a:xfrm>
              <a:off x="2029892" y="1976072"/>
              <a:ext cx="109" cy="339"/>
            </a:xfrm>
            <a:custGeom>
              <a:avLst/>
              <a:gdLst/>
              <a:ahLst/>
              <a:cxnLst/>
              <a:rect l="l" t="t" r="r" b="b"/>
              <a:pathLst>
                <a:path w="8" h="25" extrusionOk="0">
                  <a:moveTo>
                    <a:pt x="8" y="25"/>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72" name="Google Shape;4072;p66"/>
            <p:cNvSpPr/>
            <p:nvPr/>
          </p:nvSpPr>
          <p:spPr>
            <a:xfrm>
              <a:off x="2028425" y="1970885"/>
              <a:ext cx="54" cy="204"/>
            </a:xfrm>
            <a:custGeom>
              <a:avLst/>
              <a:gdLst/>
              <a:ahLst/>
              <a:cxnLst/>
              <a:rect l="l" t="t" r="r" b="b"/>
              <a:pathLst>
                <a:path w="4" h="15" extrusionOk="0">
                  <a:moveTo>
                    <a:pt x="4" y="1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73" name="Google Shape;4073;p66"/>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74" name="Google Shape;4074;p66"/>
            <p:cNvSpPr/>
            <p:nvPr/>
          </p:nvSpPr>
          <p:spPr>
            <a:xfrm>
              <a:off x="2028710" y="1971686"/>
              <a:ext cx="109" cy="353"/>
            </a:xfrm>
            <a:custGeom>
              <a:avLst/>
              <a:gdLst/>
              <a:ahLst/>
              <a:cxnLst/>
              <a:rect l="l" t="t" r="r" b="b"/>
              <a:pathLst>
                <a:path w="8" h="26" extrusionOk="0">
                  <a:moveTo>
                    <a:pt x="7" y="2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75" name="Google Shape;4075;p66"/>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76" name="Google Shape;4076;p66"/>
            <p:cNvSpPr/>
            <p:nvPr/>
          </p:nvSpPr>
          <p:spPr>
            <a:xfrm>
              <a:off x="1956464" y="1952582"/>
              <a:ext cx="244" cy="14"/>
            </a:xfrm>
            <a:custGeom>
              <a:avLst/>
              <a:gdLst/>
              <a:ahLst/>
              <a:cxnLst/>
              <a:rect l="l" t="t" r="r" b="b"/>
              <a:pathLst>
                <a:path w="18" h="1" extrusionOk="0">
                  <a:moveTo>
                    <a:pt x="18"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77" name="Google Shape;4077;p66"/>
            <p:cNvSpPr/>
            <p:nvPr/>
          </p:nvSpPr>
          <p:spPr>
            <a:xfrm>
              <a:off x="1957510" y="1952582"/>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78" name="Google Shape;4078;p66"/>
            <p:cNvSpPr/>
            <p:nvPr/>
          </p:nvSpPr>
          <p:spPr>
            <a:xfrm>
              <a:off x="1953898" y="1952352"/>
              <a:ext cx="149" cy="14"/>
            </a:xfrm>
            <a:custGeom>
              <a:avLst/>
              <a:gdLst/>
              <a:ahLst/>
              <a:cxnLst/>
              <a:rect l="l" t="t" r="r" b="b"/>
              <a:pathLst>
                <a:path w="11" h="1" extrusionOk="0">
                  <a:moveTo>
                    <a:pt x="11"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79" name="Google Shape;4079;p66"/>
            <p:cNvSpPr/>
            <p:nvPr/>
          </p:nvSpPr>
          <p:spPr>
            <a:xfrm>
              <a:off x="1953138" y="1952162"/>
              <a:ext cx="244" cy="54"/>
            </a:xfrm>
            <a:custGeom>
              <a:avLst/>
              <a:gdLst/>
              <a:ahLst/>
              <a:cxnLst/>
              <a:rect l="l" t="t" r="r" b="b"/>
              <a:pathLst>
                <a:path w="18" h="4" extrusionOk="0">
                  <a:moveTo>
                    <a:pt x="18"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80" name="Google Shape;4080;p66"/>
            <p:cNvSpPr/>
            <p:nvPr/>
          </p:nvSpPr>
          <p:spPr>
            <a:xfrm>
              <a:off x="1951997" y="1951822"/>
              <a:ext cx="149" cy="68"/>
            </a:xfrm>
            <a:custGeom>
              <a:avLst/>
              <a:gdLst/>
              <a:ahLst/>
              <a:cxnLst/>
              <a:rect l="l" t="t" r="r" b="b"/>
              <a:pathLst>
                <a:path w="11" h="5" extrusionOk="0">
                  <a:moveTo>
                    <a:pt x="11"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81" name="Google Shape;4081;p66"/>
            <p:cNvSpPr/>
            <p:nvPr/>
          </p:nvSpPr>
          <p:spPr>
            <a:xfrm>
              <a:off x="1952513" y="1952012"/>
              <a:ext cx="204" cy="68"/>
            </a:xfrm>
            <a:custGeom>
              <a:avLst/>
              <a:gdLst/>
              <a:ahLst/>
              <a:cxnLst/>
              <a:rect l="l" t="t" r="r" b="b"/>
              <a:pathLst>
                <a:path w="15" h="5" extrusionOk="0">
                  <a:moveTo>
                    <a:pt x="15"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82" name="Google Shape;4082;p66"/>
            <p:cNvSpPr/>
            <p:nvPr/>
          </p:nvSpPr>
          <p:spPr>
            <a:xfrm>
              <a:off x="1955650" y="1952542"/>
              <a:ext cx="204" cy="14"/>
            </a:xfrm>
            <a:custGeom>
              <a:avLst/>
              <a:gdLst/>
              <a:ahLst/>
              <a:cxnLst/>
              <a:rect l="l" t="t" r="r" b="b"/>
              <a:pathLst>
                <a:path w="15" h="1" extrusionOk="0">
                  <a:moveTo>
                    <a:pt x="15"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83" name="Google Shape;4083;p66"/>
            <p:cNvSpPr/>
            <p:nvPr/>
          </p:nvSpPr>
          <p:spPr>
            <a:xfrm>
              <a:off x="1958026" y="1952582"/>
              <a:ext cx="353" cy="14"/>
            </a:xfrm>
            <a:custGeom>
              <a:avLst/>
              <a:gdLst/>
              <a:ahLst/>
              <a:cxnLst/>
              <a:rect l="l" t="t" r="r" b="b"/>
              <a:pathLst>
                <a:path w="26" h="1" extrusionOk="0">
                  <a:moveTo>
                    <a:pt x="25"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84" name="Google Shape;4084;p66"/>
            <p:cNvSpPr/>
            <p:nvPr/>
          </p:nvSpPr>
          <p:spPr>
            <a:xfrm>
              <a:off x="1958745" y="1952542"/>
              <a:ext cx="339" cy="14"/>
            </a:xfrm>
            <a:custGeom>
              <a:avLst/>
              <a:gdLst/>
              <a:ahLst/>
              <a:cxnLst/>
              <a:rect l="l" t="t" r="r" b="b"/>
              <a:pathLst>
                <a:path w="25" h="1" extrusionOk="0">
                  <a:moveTo>
                    <a:pt x="25"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85" name="Google Shape;4085;p66"/>
            <p:cNvSpPr/>
            <p:nvPr/>
          </p:nvSpPr>
          <p:spPr>
            <a:xfrm>
              <a:off x="1960972" y="1952202"/>
              <a:ext cx="543" cy="109"/>
            </a:xfrm>
            <a:custGeom>
              <a:avLst/>
              <a:gdLst/>
              <a:ahLst/>
              <a:cxnLst/>
              <a:rect l="l" t="t" r="r" b="b"/>
              <a:pathLst>
                <a:path w="40" h="8" extrusionOk="0">
                  <a:moveTo>
                    <a:pt x="39"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86" name="Google Shape;4086;p66"/>
            <p:cNvSpPr/>
            <p:nvPr/>
          </p:nvSpPr>
          <p:spPr>
            <a:xfrm>
              <a:off x="1959451" y="1952487"/>
              <a:ext cx="353" cy="68"/>
            </a:xfrm>
            <a:custGeom>
              <a:avLst/>
              <a:gdLst/>
              <a:ahLst/>
              <a:cxnLst/>
              <a:rect l="l" t="t" r="r" b="b"/>
              <a:pathLst>
                <a:path w="26" h="5" extrusionOk="0">
                  <a:moveTo>
                    <a:pt x="25"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87" name="Google Shape;4087;p66"/>
            <p:cNvSpPr/>
            <p:nvPr/>
          </p:nvSpPr>
          <p:spPr>
            <a:xfrm>
              <a:off x="1960171" y="1952392"/>
              <a:ext cx="394" cy="68"/>
            </a:xfrm>
            <a:custGeom>
              <a:avLst/>
              <a:gdLst/>
              <a:ahLst/>
              <a:cxnLst/>
              <a:rect l="l" t="t" r="r" b="b"/>
              <a:pathLst>
                <a:path w="29" h="5" extrusionOk="0">
                  <a:moveTo>
                    <a:pt x="28"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88" name="Google Shape;4088;p66"/>
            <p:cNvSpPr/>
            <p:nvPr/>
          </p:nvSpPr>
          <p:spPr>
            <a:xfrm>
              <a:off x="1961732" y="1952067"/>
              <a:ext cx="448" cy="109"/>
            </a:xfrm>
            <a:custGeom>
              <a:avLst/>
              <a:gdLst/>
              <a:ahLst/>
              <a:cxnLst/>
              <a:rect l="l" t="t" r="r" b="b"/>
              <a:pathLst>
                <a:path w="33" h="8" extrusionOk="0">
                  <a:moveTo>
                    <a:pt x="32"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89" name="Google Shape;4089;p66"/>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90" name="Google Shape;4090;p66"/>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91" name="Google Shape;4091;p66"/>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92" name="Google Shape;4092;p66"/>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93" name="Google Shape;4093;p66"/>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94" name="Google Shape;4094;p66"/>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95" name="Google Shape;4095;p66"/>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96" name="Google Shape;4096;p66"/>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97" name="Google Shape;4097;p66"/>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98" name="Google Shape;4098;p66"/>
            <p:cNvSpPr/>
            <p:nvPr/>
          </p:nvSpPr>
          <p:spPr>
            <a:xfrm>
              <a:off x="1946865" y="1950206"/>
              <a:ext cx="0" cy="68"/>
            </a:xfrm>
            <a:custGeom>
              <a:avLst/>
              <a:gdLst/>
              <a:ahLst/>
              <a:cxnLst/>
              <a:rect l="l" t="t" r="r" b="b"/>
              <a:pathLst>
                <a:path h="5" extrusionOk="0">
                  <a:moveTo>
                    <a:pt x="0" y="1"/>
                  </a:moveTo>
                  <a:lnTo>
                    <a:pt x="0" y="4"/>
                  </a:ln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099" name="Google Shape;4099;p66"/>
            <p:cNvSpPr/>
            <p:nvPr/>
          </p:nvSpPr>
          <p:spPr>
            <a:xfrm>
              <a:off x="1946960" y="1949595"/>
              <a:ext cx="0" cy="109"/>
            </a:xfrm>
            <a:custGeom>
              <a:avLst/>
              <a:gdLst/>
              <a:ahLst/>
              <a:cxnLst/>
              <a:rect l="l" t="t" r="r" b="b"/>
              <a:pathLst>
                <a:path h="8" extrusionOk="0">
                  <a:moveTo>
                    <a:pt x="0"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00" name="Google Shape;4100;p66"/>
            <p:cNvSpPr/>
            <p:nvPr/>
          </p:nvSpPr>
          <p:spPr>
            <a:xfrm>
              <a:off x="1987217" y="1973261"/>
              <a:ext cx="109" cy="109"/>
            </a:xfrm>
            <a:custGeom>
              <a:avLst/>
              <a:gdLst/>
              <a:ahLst/>
              <a:cxnLst/>
              <a:rect l="l" t="t" r="r" b="b"/>
              <a:pathLst>
                <a:path w="8" h="8" extrusionOk="0">
                  <a:moveTo>
                    <a:pt x="7"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01" name="Google Shape;4101;p66"/>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02" name="Google Shape;4102;p66"/>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03" name="Google Shape;4103;p66"/>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04" name="Google Shape;4104;p66"/>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05" name="Google Shape;4105;p66"/>
            <p:cNvSpPr/>
            <p:nvPr/>
          </p:nvSpPr>
          <p:spPr>
            <a:xfrm>
              <a:off x="1986878" y="1967789"/>
              <a:ext cx="68" cy="258"/>
            </a:xfrm>
            <a:custGeom>
              <a:avLst/>
              <a:gdLst/>
              <a:ahLst/>
              <a:cxnLst/>
              <a:rect l="l" t="t" r="r" b="b"/>
              <a:pathLst>
                <a:path w="5" h="19" extrusionOk="0">
                  <a:moveTo>
                    <a:pt x="1" y="1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06" name="Google Shape;4106;p66"/>
            <p:cNvSpPr/>
            <p:nvPr/>
          </p:nvSpPr>
          <p:spPr>
            <a:xfrm>
              <a:off x="1986742" y="1968319"/>
              <a:ext cx="54" cy="244"/>
            </a:xfrm>
            <a:custGeom>
              <a:avLst/>
              <a:gdLst/>
              <a:ahLst/>
              <a:cxnLst/>
              <a:rect l="l" t="t" r="r" b="b"/>
              <a:pathLst>
                <a:path w="4" h="18" extrusionOk="0">
                  <a:moveTo>
                    <a:pt x="0" y="18"/>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07" name="Google Shape;4107;p66"/>
            <p:cNvSpPr/>
            <p:nvPr/>
          </p:nvSpPr>
          <p:spPr>
            <a:xfrm>
              <a:off x="1986457" y="1971211"/>
              <a:ext cx="14" cy="204"/>
            </a:xfrm>
            <a:custGeom>
              <a:avLst/>
              <a:gdLst/>
              <a:ahLst/>
              <a:cxnLst/>
              <a:rect l="l" t="t" r="r" b="b"/>
              <a:pathLst>
                <a:path w="1" h="15" extrusionOk="0">
                  <a:moveTo>
                    <a:pt x="0" y="1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08" name="Google Shape;4108;p66"/>
            <p:cNvSpPr/>
            <p:nvPr/>
          </p:nvSpPr>
          <p:spPr>
            <a:xfrm>
              <a:off x="1986688" y="1968835"/>
              <a:ext cx="14" cy="258"/>
            </a:xfrm>
            <a:custGeom>
              <a:avLst/>
              <a:gdLst/>
              <a:ahLst/>
              <a:cxnLst/>
              <a:rect l="l" t="t" r="r" b="b"/>
              <a:pathLst>
                <a:path w="1" h="19" extrusionOk="0">
                  <a:moveTo>
                    <a:pt x="1" y="18"/>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09" name="Google Shape;4109;p66"/>
            <p:cNvSpPr/>
            <p:nvPr/>
          </p:nvSpPr>
          <p:spPr>
            <a:xfrm>
              <a:off x="1986457" y="1970736"/>
              <a:ext cx="14" cy="258"/>
            </a:xfrm>
            <a:custGeom>
              <a:avLst/>
              <a:gdLst/>
              <a:ahLst/>
              <a:cxnLst/>
              <a:rect l="l" t="t" r="r" b="b"/>
              <a:pathLst>
                <a:path w="1" h="19" extrusionOk="0">
                  <a:moveTo>
                    <a:pt x="0" y="1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10" name="Google Shape;4110;p66"/>
            <p:cNvSpPr/>
            <p:nvPr/>
          </p:nvSpPr>
          <p:spPr>
            <a:xfrm>
              <a:off x="1986973" y="1967273"/>
              <a:ext cx="68" cy="244"/>
            </a:xfrm>
            <a:custGeom>
              <a:avLst/>
              <a:gdLst/>
              <a:ahLst/>
              <a:cxnLst/>
              <a:rect l="l" t="t" r="r" b="b"/>
              <a:pathLst>
                <a:path w="5" h="18" extrusionOk="0">
                  <a:moveTo>
                    <a:pt x="1" y="18"/>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11" name="Google Shape;4111;p66"/>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12" name="Google Shape;4112;p66"/>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13" name="Google Shape;4113;p66"/>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14" name="Google Shape;4114;p66"/>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15" name="Google Shape;4115;p66"/>
            <p:cNvSpPr/>
            <p:nvPr/>
          </p:nvSpPr>
          <p:spPr>
            <a:xfrm>
              <a:off x="1986593" y="1969310"/>
              <a:ext cx="68" cy="258"/>
            </a:xfrm>
            <a:custGeom>
              <a:avLst/>
              <a:gdLst/>
              <a:ahLst/>
              <a:cxnLst/>
              <a:rect l="l" t="t" r="r" b="b"/>
              <a:pathLst>
                <a:path w="5" h="19" extrusionOk="0">
                  <a:moveTo>
                    <a:pt x="1" y="1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16" name="Google Shape;4116;p66"/>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17" name="Google Shape;4117;p66"/>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18" name="Google Shape;4118;p66"/>
            <p:cNvSpPr/>
            <p:nvPr/>
          </p:nvSpPr>
          <p:spPr>
            <a:xfrm>
              <a:off x="1991345" y="2005630"/>
              <a:ext cx="68" cy="163"/>
            </a:xfrm>
            <a:custGeom>
              <a:avLst/>
              <a:gdLst/>
              <a:ahLst/>
              <a:cxnLst/>
              <a:rect l="l" t="t" r="r" b="b"/>
              <a:pathLst>
                <a:path w="5" h="12" extrusionOk="0">
                  <a:moveTo>
                    <a:pt x="4"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19" name="Google Shape;4119;p66"/>
            <p:cNvSpPr/>
            <p:nvPr/>
          </p:nvSpPr>
          <p:spPr>
            <a:xfrm>
              <a:off x="1990259" y="2008766"/>
              <a:ext cx="54" cy="299"/>
            </a:xfrm>
            <a:custGeom>
              <a:avLst/>
              <a:gdLst/>
              <a:ahLst/>
              <a:cxnLst/>
              <a:rect l="l" t="t" r="r" b="b"/>
              <a:pathLst>
                <a:path w="4" h="22" extrusionOk="0">
                  <a:moveTo>
                    <a:pt x="4" y="1"/>
                  </a:moveTo>
                  <a:lnTo>
                    <a:pt x="0"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20" name="Google Shape;4120;p66"/>
            <p:cNvSpPr/>
            <p:nvPr/>
          </p:nvSpPr>
          <p:spPr>
            <a:xfrm>
              <a:off x="1990639" y="2007490"/>
              <a:ext cx="54" cy="244"/>
            </a:xfrm>
            <a:custGeom>
              <a:avLst/>
              <a:gdLst/>
              <a:ahLst/>
              <a:cxnLst/>
              <a:rect l="l" t="t" r="r" b="b"/>
              <a:pathLst>
                <a:path w="4" h="18" extrusionOk="0">
                  <a:moveTo>
                    <a:pt x="4" y="0"/>
                  </a:moveTo>
                  <a:lnTo>
                    <a:pt x="0"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21" name="Google Shape;4121;p66"/>
            <p:cNvSpPr/>
            <p:nvPr/>
          </p:nvSpPr>
          <p:spPr>
            <a:xfrm>
              <a:off x="1991155" y="2006064"/>
              <a:ext cx="68" cy="149"/>
            </a:xfrm>
            <a:custGeom>
              <a:avLst/>
              <a:gdLst/>
              <a:ahLst/>
              <a:cxnLst/>
              <a:rect l="l" t="t" r="r" b="b"/>
              <a:pathLst>
                <a:path w="5" h="11" extrusionOk="0">
                  <a:moveTo>
                    <a:pt x="4"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22" name="Google Shape;4122;p66"/>
            <p:cNvSpPr/>
            <p:nvPr/>
          </p:nvSpPr>
          <p:spPr>
            <a:xfrm>
              <a:off x="1990449" y="2008101"/>
              <a:ext cx="54" cy="258"/>
            </a:xfrm>
            <a:custGeom>
              <a:avLst/>
              <a:gdLst/>
              <a:ahLst/>
              <a:cxnLst/>
              <a:rect l="l" t="t" r="r" b="b"/>
              <a:pathLst>
                <a:path w="4" h="19" extrusionOk="0">
                  <a:moveTo>
                    <a:pt x="4" y="1"/>
                  </a:moveTo>
                  <a:lnTo>
                    <a:pt x="0"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23" name="Google Shape;4123;p66"/>
            <p:cNvSpPr/>
            <p:nvPr/>
          </p:nvSpPr>
          <p:spPr>
            <a:xfrm>
              <a:off x="1990965" y="2006485"/>
              <a:ext cx="109" cy="204"/>
            </a:xfrm>
            <a:custGeom>
              <a:avLst/>
              <a:gdLst/>
              <a:ahLst/>
              <a:cxnLst/>
              <a:rect l="l" t="t" r="r" b="b"/>
              <a:pathLst>
                <a:path w="8" h="15" extrusionOk="0">
                  <a:moveTo>
                    <a:pt x="8" y="1"/>
                  </a:moveTo>
                  <a:lnTo>
                    <a:pt x="1"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24" name="Google Shape;4124;p66"/>
            <p:cNvSpPr/>
            <p:nvPr/>
          </p:nvSpPr>
          <p:spPr>
            <a:xfrm>
              <a:off x="1990775" y="2006960"/>
              <a:ext cx="109" cy="204"/>
            </a:xfrm>
            <a:custGeom>
              <a:avLst/>
              <a:gdLst/>
              <a:ahLst/>
              <a:cxnLst/>
              <a:rect l="l" t="t" r="r" b="b"/>
              <a:pathLst>
                <a:path w="8" h="15" extrusionOk="0">
                  <a:moveTo>
                    <a:pt x="8" y="1"/>
                  </a:moveTo>
                  <a:lnTo>
                    <a:pt x="1"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25" name="Google Shape;4125;p66"/>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26" name="Google Shape;4126;p66"/>
            <p:cNvSpPr/>
            <p:nvPr/>
          </p:nvSpPr>
          <p:spPr>
            <a:xfrm>
              <a:off x="1980795" y="1990654"/>
              <a:ext cx="163" cy="14"/>
            </a:xfrm>
            <a:custGeom>
              <a:avLst/>
              <a:gdLst/>
              <a:ahLst/>
              <a:cxnLst/>
              <a:rect l="l" t="t" r="r" b="b"/>
              <a:pathLst>
                <a:path w="12" h="1" extrusionOk="0">
                  <a:moveTo>
                    <a:pt x="1" y="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27" name="Google Shape;4127;p66"/>
            <p:cNvSpPr/>
            <p:nvPr/>
          </p:nvSpPr>
          <p:spPr>
            <a:xfrm>
              <a:off x="1979845" y="1990654"/>
              <a:ext cx="163" cy="14"/>
            </a:xfrm>
            <a:custGeom>
              <a:avLst/>
              <a:gdLst/>
              <a:ahLst/>
              <a:cxnLst/>
              <a:rect l="l" t="t" r="r" b="b"/>
              <a:pathLst>
                <a:path w="12" h="1" extrusionOk="0">
                  <a:moveTo>
                    <a:pt x="1" y="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28" name="Google Shape;4128;p66"/>
            <p:cNvSpPr/>
            <p:nvPr/>
          </p:nvSpPr>
          <p:spPr>
            <a:xfrm>
              <a:off x="1971481" y="1981910"/>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29" name="Google Shape;4129;p66"/>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30" name="Google Shape;4130;p66"/>
            <p:cNvSpPr/>
            <p:nvPr/>
          </p:nvSpPr>
          <p:spPr>
            <a:xfrm>
              <a:off x="1981800" y="1990084"/>
              <a:ext cx="109" cy="109"/>
            </a:xfrm>
            <a:custGeom>
              <a:avLst/>
              <a:gdLst/>
              <a:ahLst/>
              <a:cxnLst/>
              <a:rect l="l" t="t" r="r" b="b"/>
              <a:pathLst>
                <a:path w="8" h="8" extrusionOk="0">
                  <a:moveTo>
                    <a:pt x="7"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31" name="Google Shape;4131;p66"/>
            <p:cNvSpPr/>
            <p:nvPr/>
          </p:nvSpPr>
          <p:spPr>
            <a:xfrm>
              <a:off x="1974468" y="1981299"/>
              <a:ext cx="353" cy="54"/>
            </a:xfrm>
            <a:custGeom>
              <a:avLst/>
              <a:gdLst/>
              <a:ahLst/>
              <a:cxnLst/>
              <a:rect l="l" t="t" r="r" b="b"/>
              <a:pathLst>
                <a:path w="26" h="4" extrusionOk="0">
                  <a:moveTo>
                    <a:pt x="1" y="4"/>
                  </a:moveTo>
                  <a:lnTo>
                    <a:pt x="2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32" name="Google Shape;4132;p66"/>
            <p:cNvSpPr/>
            <p:nvPr/>
          </p:nvSpPr>
          <p:spPr>
            <a:xfrm>
              <a:off x="1972567" y="1981584"/>
              <a:ext cx="448" cy="109"/>
            </a:xfrm>
            <a:custGeom>
              <a:avLst/>
              <a:gdLst/>
              <a:ahLst/>
              <a:cxnLst/>
              <a:rect l="l" t="t" r="r" b="b"/>
              <a:pathLst>
                <a:path w="33" h="8" extrusionOk="0">
                  <a:moveTo>
                    <a:pt x="1" y="7"/>
                  </a:moveTo>
                  <a:lnTo>
                    <a:pt x="3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33" name="Google Shape;4133;p66"/>
            <p:cNvSpPr/>
            <p:nvPr/>
          </p:nvSpPr>
          <p:spPr>
            <a:xfrm>
              <a:off x="1984597" y="1988373"/>
              <a:ext cx="258" cy="163"/>
            </a:xfrm>
            <a:custGeom>
              <a:avLst/>
              <a:gdLst/>
              <a:ahLst/>
              <a:cxnLst/>
              <a:rect l="l" t="t" r="r" b="b"/>
              <a:pathLst>
                <a:path w="19" h="12" extrusionOk="0">
                  <a:moveTo>
                    <a:pt x="1" y="1"/>
                  </a:moveTo>
                  <a:lnTo>
                    <a:pt x="18"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34" name="Google Shape;4134;p66"/>
            <p:cNvSpPr/>
            <p:nvPr/>
          </p:nvSpPr>
          <p:spPr>
            <a:xfrm>
              <a:off x="1980374" y="1990708"/>
              <a:ext cx="109" cy="14"/>
            </a:xfrm>
            <a:custGeom>
              <a:avLst/>
              <a:gdLst/>
              <a:ahLst/>
              <a:cxnLst/>
              <a:rect l="l" t="t" r="r" b="b"/>
              <a:pathLst>
                <a:path w="8" h="1" extrusionOk="0">
                  <a:moveTo>
                    <a:pt x="7"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35" name="Google Shape;4135;p66"/>
            <p:cNvSpPr/>
            <p:nvPr/>
          </p:nvSpPr>
          <p:spPr>
            <a:xfrm>
              <a:off x="1984081" y="1987952"/>
              <a:ext cx="149" cy="149"/>
            </a:xfrm>
            <a:custGeom>
              <a:avLst/>
              <a:gdLst/>
              <a:ahLst/>
              <a:cxnLst/>
              <a:rect l="l" t="t" r="r" b="b"/>
              <a:pathLst>
                <a:path w="11" h="11" extrusionOk="0">
                  <a:moveTo>
                    <a:pt x="0" y="0"/>
                  </a:moveTo>
                  <a:lnTo>
                    <a:pt x="1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36" name="Google Shape;4136;p66"/>
            <p:cNvSpPr/>
            <p:nvPr/>
          </p:nvSpPr>
          <p:spPr>
            <a:xfrm>
              <a:off x="1984312" y="1988183"/>
              <a:ext cx="204" cy="109"/>
            </a:xfrm>
            <a:custGeom>
              <a:avLst/>
              <a:gdLst/>
              <a:ahLst/>
              <a:cxnLst/>
              <a:rect l="l" t="t" r="r" b="b"/>
              <a:pathLst>
                <a:path w="15" h="8" extrusionOk="0">
                  <a:moveTo>
                    <a:pt x="1" y="1"/>
                  </a:moveTo>
                  <a:lnTo>
                    <a:pt x="15"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37" name="Google Shape;4137;p66"/>
            <p:cNvSpPr/>
            <p:nvPr/>
          </p:nvSpPr>
          <p:spPr>
            <a:xfrm>
              <a:off x="1981366" y="1990369"/>
              <a:ext cx="163" cy="109"/>
            </a:xfrm>
            <a:custGeom>
              <a:avLst/>
              <a:gdLst/>
              <a:ahLst/>
              <a:cxnLst/>
              <a:rect l="l" t="t" r="r" b="b"/>
              <a:pathLst>
                <a:path w="12" h="8" extrusionOk="0">
                  <a:moveTo>
                    <a:pt x="1" y="8"/>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38" name="Google Shape;4138;p66"/>
            <p:cNvSpPr/>
            <p:nvPr/>
          </p:nvSpPr>
          <p:spPr>
            <a:xfrm>
              <a:off x="1973898" y="1981340"/>
              <a:ext cx="394" cy="109"/>
            </a:xfrm>
            <a:custGeom>
              <a:avLst/>
              <a:gdLst/>
              <a:ahLst/>
              <a:cxnLst/>
              <a:rect l="l" t="t" r="r" b="b"/>
              <a:pathLst>
                <a:path w="29" h="8" extrusionOk="0">
                  <a:moveTo>
                    <a:pt x="1" y="8"/>
                  </a:moveTo>
                  <a:lnTo>
                    <a:pt x="2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39" name="Google Shape;4139;p66"/>
            <p:cNvSpPr/>
            <p:nvPr/>
          </p:nvSpPr>
          <p:spPr>
            <a:xfrm>
              <a:off x="1973233" y="1981435"/>
              <a:ext cx="448" cy="109"/>
            </a:xfrm>
            <a:custGeom>
              <a:avLst/>
              <a:gdLst/>
              <a:ahLst/>
              <a:cxnLst/>
              <a:rect l="l" t="t" r="r" b="b"/>
              <a:pathLst>
                <a:path w="33" h="8" extrusionOk="0">
                  <a:moveTo>
                    <a:pt x="1" y="8"/>
                  </a:moveTo>
                  <a:lnTo>
                    <a:pt x="32"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40" name="Google Shape;4140;p66"/>
            <p:cNvSpPr/>
            <p:nvPr/>
          </p:nvSpPr>
          <p:spPr>
            <a:xfrm>
              <a:off x="1971766" y="1981720"/>
              <a:ext cx="530" cy="109"/>
            </a:xfrm>
            <a:custGeom>
              <a:avLst/>
              <a:gdLst/>
              <a:ahLst/>
              <a:cxnLst/>
              <a:rect l="l" t="t" r="r" b="b"/>
              <a:pathLst>
                <a:path w="39" h="8" extrusionOk="0">
                  <a:moveTo>
                    <a:pt x="0" y="8"/>
                  </a:moveTo>
                  <a:lnTo>
                    <a:pt x="3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41" name="Google Shape;4141;p66"/>
            <p:cNvSpPr/>
            <p:nvPr/>
          </p:nvSpPr>
          <p:spPr>
            <a:xfrm>
              <a:off x="1975378" y="1981150"/>
              <a:ext cx="299" cy="68"/>
            </a:xfrm>
            <a:custGeom>
              <a:avLst/>
              <a:gdLst/>
              <a:ahLst/>
              <a:cxnLst/>
              <a:rect l="l" t="t" r="r" b="b"/>
              <a:pathLst>
                <a:path w="22" h="5" extrusionOk="0">
                  <a:moveTo>
                    <a:pt x="1" y="4"/>
                  </a:moveTo>
                  <a:lnTo>
                    <a:pt x="22"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42" name="Google Shape;4142;p66"/>
            <p:cNvSpPr/>
            <p:nvPr/>
          </p:nvSpPr>
          <p:spPr>
            <a:xfrm>
              <a:off x="1974943" y="1981204"/>
              <a:ext cx="299" cy="54"/>
            </a:xfrm>
            <a:custGeom>
              <a:avLst/>
              <a:gdLst/>
              <a:ahLst/>
              <a:cxnLst/>
              <a:rect l="l" t="t" r="r" b="b"/>
              <a:pathLst>
                <a:path w="22" h="4" extrusionOk="0">
                  <a:moveTo>
                    <a:pt x="1" y="4"/>
                  </a:moveTo>
                  <a:lnTo>
                    <a:pt x="2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43" name="Google Shape;4143;p66"/>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44" name="Google Shape;4144;p66"/>
            <p:cNvSpPr/>
            <p:nvPr/>
          </p:nvSpPr>
          <p:spPr>
            <a:xfrm>
              <a:off x="1953749" y="1973166"/>
              <a:ext cx="163" cy="204"/>
            </a:xfrm>
            <a:custGeom>
              <a:avLst/>
              <a:gdLst/>
              <a:ahLst/>
              <a:cxnLst/>
              <a:rect l="l" t="t" r="r" b="b"/>
              <a:pathLst>
                <a:path w="12" h="15" extrusionOk="0">
                  <a:moveTo>
                    <a:pt x="1" y="14"/>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45" name="Google Shape;4145;p66"/>
            <p:cNvSpPr/>
            <p:nvPr/>
          </p:nvSpPr>
          <p:spPr>
            <a:xfrm>
              <a:off x="1954754" y="1971876"/>
              <a:ext cx="54" cy="163"/>
            </a:xfrm>
            <a:custGeom>
              <a:avLst/>
              <a:gdLst/>
              <a:ahLst/>
              <a:cxnLst/>
              <a:rect l="l" t="t" r="r" b="b"/>
              <a:pathLst>
                <a:path w="4" h="12" extrusionOk="0">
                  <a:moveTo>
                    <a:pt x="0" y="1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46" name="Google Shape;4146;p66"/>
            <p:cNvSpPr/>
            <p:nvPr/>
          </p:nvSpPr>
          <p:spPr>
            <a:xfrm>
              <a:off x="1951563" y="1975257"/>
              <a:ext cx="258" cy="204"/>
            </a:xfrm>
            <a:custGeom>
              <a:avLst/>
              <a:gdLst/>
              <a:ahLst/>
              <a:cxnLst/>
              <a:rect l="l" t="t" r="r" b="b"/>
              <a:pathLst>
                <a:path w="19" h="15" extrusionOk="0">
                  <a:moveTo>
                    <a:pt x="1" y="14"/>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47" name="Google Shape;4147;p66"/>
            <p:cNvSpPr/>
            <p:nvPr/>
          </p:nvSpPr>
          <p:spPr>
            <a:xfrm>
              <a:off x="1954564" y="1972161"/>
              <a:ext cx="109" cy="163"/>
            </a:xfrm>
            <a:custGeom>
              <a:avLst/>
              <a:gdLst/>
              <a:ahLst/>
              <a:cxnLst/>
              <a:rect l="l" t="t" r="r" b="b"/>
              <a:pathLst>
                <a:path w="8" h="12" extrusionOk="0">
                  <a:moveTo>
                    <a:pt x="0" y="11"/>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48" name="Google Shape;4148;p66"/>
            <p:cNvSpPr/>
            <p:nvPr/>
          </p:nvSpPr>
          <p:spPr>
            <a:xfrm>
              <a:off x="1950382" y="1976357"/>
              <a:ext cx="204" cy="149"/>
            </a:xfrm>
            <a:custGeom>
              <a:avLst/>
              <a:gdLst/>
              <a:ahLst/>
              <a:cxnLst/>
              <a:rect l="l" t="t" r="r" b="b"/>
              <a:pathLst>
                <a:path w="15" h="11" extrusionOk="0">
                  <a:moveTo>
                    <a:pt x="0" y="11"/>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49" name="Google Shape;4149;p66"/>
            <p:cNvSpPr/>
            <p:nvPr/>
          </p:nvSpPr>
          <p:spPr>
            <a:xfrm>
              <a:off x="1954319" y="1972501"/>
              <a:ext cx="109" cy="149"/>
            </a:xfrm>
            <a:custGeom>
              <a:avLst/>
              <a:gdLst/>
              <a:ahLst/>
              <a:cxnLst/>
              <a:rect l="l" t="t" r="r" b="b"/>
              <a:pathLst>
                <a:path w="8" h="11" extrusionOk="0">
                  <a:moveTo>
                    <a:pt x="1" y="11"/>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50" name="Google Shape;4150;p66"/>
            <p:cNvSpPr/>
            <p:nvPr/>
          </p:nvSpPr>
          <p:spPr>
            <a:xfrm>
              <a:off x="1955039" y="1971360"/>
              <a:ext cx="54" cy="109"/>
            </a:xfrm>
            <a:custGeom>
              <a:avLst/>
              <a:gdLst/>
              <a:ahLst/>
              <a:cxnLst/>
              <a:rect l="l" t="t" r="r" b="b"/>
              <a:pathLst>
                <a:path w="4" h="8" extrusionOk="0">
                  <a:moveTo>
                    <a:pt x="0" y="7"/>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51" name="Google Shape;4151;p66"/>
            <p:cNvSpPr/>
            <p:nvPr/>
          </p:nvSpPr>
          <p:spPr>
            <a:xfrm>
              <a:off x="1954889" y="1971591"/>
              <a:ext cx="68" cy="163"/>
            </a:xfrm>
            <a:custGeom>
              <a:avLst/>
              <a:gdLst/>
              <a:ahLst/>
              <a:cxnLst/>
              <a:rect l="l" t="t" r="r" b="b"/>
              <a:pathLst>
                <a:path w="5" h="12" extrusionOk="0">
                  <a:moveTo>
                    <a:pt x="1" y="1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52" name="Google Shape;4152;p66"/>
            <p:cNvSpPr/>
            <p:nvPr/>
          </p:nvSpPr>
          <p:spPr>
            <a:xfrm>
              <a:off x="1955134" y="1971116"/>
              <a:ext cx="14" cy="68"/>
            </a:xfrm>
            <a:custGeom>
              <a:avLst/>
              <a:gdLst/>
              <a:ahLst/>
              <a:cxnLst/>
              <a:rect l="l" t="t" r="r" b="b"/>
              <a:pathLst>
                <a:path w="1" h="5" extrusionOk="0">
                  <a:moveTo>
                    <a:pt x="0"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53" name="Google Shape;4153;p66"/>
            <p:cNvSpPr/>
            <p:nvPr/>
          </p:nvSpPr>
          <p:spPr>
            <a:xfrm>
              <a:off x="1952608" y="1974347"/>
              <a:ext cx="204" cy="204"/>
            </a:xfrm>
            <a:custGeom>
              <a:avLst/>
              <a:gdLst/>
              <a:ahLst/>
              <a:cxnLst/>
              <a:rect l="l" t="t" r="r" b="b"/>
              <a:pathLst>
                <a:path w="15" h="15" extrusionOk="0">
                  <a:moveTo>
                    <a:pt x="1" y="15"/>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54" name="Google Shape;4154;p66"/>
            <p:cNvSpPr/>
            <p:nvPr/>
          </p:nvSpPr>
          <p:spPr>
            <a:xfrm>
              <a:off x="1952092" y="1974782"/>
              <a:ext cx="244" cy="204"/>
            </a:xfrm>
            <a:custGeom>
              <a:avLst/>
              <a:gdLst/>
              <a:ahLst/>
              <a:cxnLst/>
              <a:rect l="l" t="t" r="r" b="b"/>
              <a:pathLst>
                <a:path w="18" h="15" extrusionOk="0">
                  <a:moveTo>
                    <a:pt x="0" y="14"/>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55" name="Google Shape;4155;p66"/>
            <p:cNvSpPr/>
            <p:nvPr/>
          </p:nvSpPr>
          <p:spPr>
            <a:xfrm>
              <a:off x="1950993" y="1975786"/>
              <a:ext cx="204" cy="190"/>
            </a:xfrm>
            <a:custGeom>
              <a:avLst/>
              <a:gdLst/>
              <a:ahLst/>
              <a:cxnLst/>
              <a:rect l="l" t="t" r="r" b="b"/>
              <a:pathLst>
                <a:path w="15" h="14" extrusionOk="0">
                  <a:moveTo>
                    <a:pt x="1" y="14"/>
                  </a:moveTo>
                  <a:lnTo>
                    <a:pt x="1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56" name="Google Shape;4156;p66"/>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57" name="Google Shape;4157;p66"/>
            <p:cNvSpPr/>
            <p:nvPr/>
          </p:nvSpPr>
          <p:spPr>
            <a:xfrm>
              <a:off x="1954034" y="1972827"/>
              <a:ext cx="163" cy="163"/>
            </a:xfrm>
            <a:custGeom>
              <a:avLst/>
              <a:gdLst/>
              <a:ahLst/>
              <a:cxnLst/>
              <a:rect l="l" t="t" r="r" b="b"/>
              <a:pathLst>
                <a:path w="12" h="12" extrusionOk="0">
                  <a:moveTo>
                    <a:pt x="1" y="1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58" name="Google Shape;4158;p66"/>
            <p:cNvSpPr/>
            <p:nvPr/>
          </p:nvSpPr>
          <p:spPr>
            <a:xfrm>
              <a:off x="1953369" y="1973546"/>
              <a:ext cx="204" cy="204"/>
            </a:xfrm>
            <a:custGeom>
              <a:avLst/>
              <a:gdLst/>
              <a:ahLst/>
              <a:cxnLst/>
              <a:rect l="l" t="t" r="r" b="b"/>
              <a:pathLst>
                <a:path w="15" h="15" extrusionOk="0">
                  <a:moveTo>
                    <a:pt x="1" y="14"/>
                  </a:moveTo>
                  <a:lnTo>
                    <a:pt x="1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59" name="Google Shape;4159;p66"/>
            <p:cNvSpPr/>
            <p:nvPr/>
          </p:nvSpPr>
          <p:spPr>
            <a:xfrm>
              <a:off x="1952989" y="1973926"/>
              <a:ext cx="204" cy="204"/>
            </a:xfrm>
            <a:custGeom>
              <a:avLst/>
              <a:gdLst/>
              <a:ahLst/>
              <a:cxnLst/>
              <a:rect l="l" t="t" r="r" b="b"/>
              <a:pathLst>
                <a:path w="15" h="15" extrusionOk="0">
                  <a:moveTo>
                    <a:pt x="15" y="0"/>
                  </a:moveTo>
                  <a:lnTo>
                    <a:pt x="1"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60" name="Google Shape;4160;p66"/>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61" name="Google Shape;4161;p66"/>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62" name="Google Shape;4162;p66"/>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63" name="Google Shape;4163;p66"/>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64" name="Google Shape;4164;p66"/>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65" name="Google Shape;4165;p66"/>
            <p:cNvSpPr/>
            <p:nvPr/>
          </p:nvSpPr>
          <p:spPr>
            <a:xfrm>
              <a:off x="1969675" y="1982005"/>
              <a:ext cx="14" cy="163"/>
            </a:xfrm>
            <a:custGeom>
              <a:avLst/>
              <a:gdLst/>
              <a:ahLst/>
              <a:cxnLst/>
              <a:rect l="l" t="t" r="r" b="b"/>
              <a:pathLst>
                <a:path w="1" h="12" extrusionOk="0">
                  <a:moveTo>
                    <a:pt x="0"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66" name="Google Shape;4166;p66"/>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67" name="Google Shape;4167;p66"/>
            <p:cNvSpPr/>
            <p:nvPr/>
          </p:nvSpPr>
          <p:spPr>
            <a:xfrm>
              <a:off x="1969580" y="1981394"/>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68" name="Google Shape;4168;p66"/>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69" name="Google Shape;4169;p66"/>
            <p:cNvSpPr/>
            <p:nvPr/>
          </p:nvSpPr>
          <p:spPr>
            <a:xfrm>
              <a:off x="1982370" y="1833793"/>
              <a:ext cx="14" cy="163"/>
            </a:xfrm>
            <a:custGeom>
              <a:avLst/>
              <a:gdLst/>
              <a:ahLst/>
              <a:cxnLst/>
              <a:rect l="l" t="t" r="r" b="b"/>
              <a:pathLst>
                <a:path w="1" h="12" extrusionOk="0">
                  <a:moveTo>
                    <a:pt x="0"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70" name="Google Shape;4170;p66"/>
            <p:cNvSpPr/>
            <p:nvPr/>
          </p:nvSpPr>
          <p:spPr>
            <a:xfrm>
              <a:off x="1982275" y="1833508"/>
              <a:ext cx="14" cy="109"/>
            </a:xfrm>
            <a:custGeom>
              <a:avLst/>
              <a:gdLst/>
              <a:ahLst/>
              <a:cxnLst/>
              <a:rect l="l" t="t" r="r" b="b"/>
              <a:pathLst>
                <a:path w="1" h="8" extrusionOk="0">
                  <a:moveTo>
                    <a:pt x="0"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71" name="Google Shape;4171;p66"/>
            <p:cNvSpPr/>
            <p:nvPr/>
          </p:nvSpPr>
          <p:spPr>
            <a:xfrm>
              <a:off x="1982465" y="1834078"/>
              <a:ext cx="54" cy="163"/>
            </a:xfrm>
            <a:custGeom>
              <a:avLst/>
              <a:gdLst/>
              <a:ahLst/>
              <a:cxnLst/>
              <a:rect l="l" t="t" r="r" b="b"/>
              <a:pathLst>
                <a:path w="4" h="12" extrusionOk="0">
                  <a:moveTo>
                    <a:pt x="0" y="1"/>
                  </a:moveTo>
                  <a:lnTo>
                    <a:pt x="4"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72" name="Google Shape;4172;p66"/>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73" name="Google Shape;4173;p66"/>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74" name="Google Shape;4174;p66"/>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75" name="Google Shape;4175;p66"/>
            <p:cNvSpPr/>
            <p:nvPr/>
          </p:nvSpPr>
          <p:spPr>
            <a:xfrm>
              <a:off x="1984502" y="1836183"/>
              <a:ext cx="163" cy="109"/>
            </a:xfrm>
            <a:custGeom>
              <a:avLst/>
              <a:gdLst/>
              <a:ahLst/>
              <a:cxnLst/>
              <a:rect l="l" t="t" r="r" b="b"/>
              <a:pathLst>
                <a:path w="12" h="8" extrusionOk="0">
                  <a:moveTo>
                    <a:pt x="11"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76" name="Google Shape;4176;p66"/>
            <p:cNvSpPr/>
            <p:nvPr/>
          </p:nvSpPr>
          <p:spPr>
            <a:xfrm>
              <a:off x="1924517" y="1921218"/>
              <a:ext cx="68" cy="54"/>
            </a:xfrm>
            <a:custGeom>
              <a:avLst/>
              <a:gdLst/>
              <a:ahLst/>
              <a:cxnLst/>
              <a:rect l="l" t="t" r="r" b="b"/>
              <a:pathLst>
                <a:path w="5" h="4" extrusionOk="0">
                  <a:moveTo>
                    <a:pt x="1" y="4"/>
                  </a:moveTo>
                  <a:lnTo>
                    <a:pt x="4" y="0"/>
                  </a:ln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77" name="Google Shape;4177;p66"/>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78" name="Google Shape;4178;p66"/>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79" name="Google Shape;4179;p66"/>
            <p:cNvSpPr/>
            <p:nvPr/>
          </p:nvSpPr>
          <p:spPr>
            <a:xfrm>
              <a:off x="1983796" y="1845442"/>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80" name="Google Shape;4180;p66"/>
            <p:cNvSpPr/>
            <p:nvPr/>
          </p:nvSpPr>
          <p:spPr>
            <a:xfrm>
              <a:off x="1983986" y="1845307"/>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81" name="Google Shape;4181;p66"/>
            <p:cNvSpPr/>
            <p:nvPr/>
          </p:nvSpPr>
          <p:spPr>
            <a:xfrm>
              <a:off x="1984081" y="1845157"/>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82" name="Google Shape;4182;p66"/>
            <p:cNvSpPr/>
            <p:nvPr/>
          </p:nvSpPr>
          <p:spPr>
            <a:xfrm>
              <a:off x="1983891" y="1845442"/>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83" name="Google Shape;4183;p66"/>
            <p:cNvSpPr/>
            <p:nvPr/>
          </p:nvSpPr>
          <p:spPr>
            <a:xfrm>
              <a:off x="1984122" y="1845062"/>
              <a:ext cx="14" cy="14"/>
            </a:xfrm>
            <a:custGeom>
              <a:avLst/>
              <a:gdLst/>
              <a:ahLst/>
              <a:cxnLst/>
              <a:rect l="l" t="t" r="r" b="b"/>
              <a:pathLst>
                <a:path w="1" h="1" extrusionOk="0">
                  <a:moveTo>
                    <a:pt x="1"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84" name="Google Shape;4184;p66"/>
            <p:cNvSpPr/>
            <p:nvPr/>
          </p:nvSpPr>
          <p:spPr>
            <a:xfrm>
              <a:off x="1984366" y="1843447"/>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85" name="Google Shape;4185;p66"/>
            <p:cNvSpPr/>
            <p:nvPr/>
          </p:nvSpPr>
          <p:spPr>
            <a:xfrm>
              <a:off x="1983932" y="1845402"/>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86" name="Google Shape;4186;p66"/>
            <p:cNvSpPr/>
            <p:nvPr/>
          </p:nvSpPr>
          <p:spPr>
            <a:xfrm>
              <a:off x="1984027" y="1845252"/>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87" name="Google Shape;4187;p66"/>
            <p:cNvSpPr/>
            <p:nvPr/>
          </p:nvSpPr>
          <p:spPr>
            <a:xfrm>
              <a:off x="1984407" y="1840269"/>
              <a:ext cx="14" cy="394"/>
            </a:xfrm>
            <a:custGeom>
              <a:avLst/>
              <a:gdLst/>
              <a:ahLst/>
              <a:cxnLst/>
              <a:rect l="l" t="t" r="r" b="b"/>
              <a:pathLst>
                <a:path w="1" h="29" extrusionOk="0">
                  <a:moveTo>
                    <a:pt x="1" y="28"/>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88" name="Google Shape;4188;p66"/>
            <p:cNvSpPr/>
            <p:nvPr/>
          </p:nvSpPr>
          <p:spPr>
            <a:xfrm>
              <a:off x="1984407" y="1841790"/>
              <a:ext cx="14" cy="244"/>
            </a:xfrm>
            <a:custGeom>
              <a:avLst/>
              <a:gdLst/>
              <a:ahLst/>
              <a:cxnLst/>
              <a:rect l="l" t="t" r="r" b="b"/>
              <a:pathLst>
                <a:path w="1" h="18" extrusionOk="0">
                  <a:moveTo>
                    <a:pt x="1" y="18"/>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89" name="Google Shape;4189;p66"/>
            <p:cNvSpPr/>
            <p:nvPr/>
          </p:nvSpPr>
          <p:spPr>
            <a:xfrm>
              <a:off x="1984217" y="1844736"/>
              <a:ext cx="14" cy="14"/>
            </a:xfrm>
            <a:custGeom>
              <a:avLst/>
              <a:gdLst/>
              <a:ahLst/>
              <a:cxnLst/>
              <a:rect l="l" t="t" r="r" b="b"/>
              <a:pathLst>
                <a:path w="1" h="1" extrusionOk="0">
                  <a:moveTo>
                    <a:pt x="1"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90" name="Google Shape;4190;p66"/>
            <p:cNvSpPr/>
            <p:nvPr/>
          </p:nvSpPr>
          <p:spPr>
            <a:xfrm>
              <a:off x="1984271" y="1844587"/>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91" name="Google Shape;4191;p66"/>
            <p:cNvSpPr/>
            <p:nvPr/>
          </p:nvSpPr>
          <p:spPr>
            <a:xfrm>
              <a:off x="1984366" y="1843732"/>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92" name="Google Shape;4192;p66"/>
            <p:cNvSpPr/>
            <p:nvPr/>
          </p:nvSpPr>
          <p:spPr>
            <a:xfrm>
              <a:off x="1984366" y="1843976"/>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93" name="Google Shape;4193;p66"/>
            <p:cNvSpPr/>
            <p:nvPr/>
          </p:nvSpPr>
          <p:spPr>
            <a:xfrm>
              <a:off x="1984407" y="1842781"/>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94" name="Google Shape;4194;p66"/>
            <p:cNvSpPr/>
            <p:nvPr/>
          </p:nvSpPr>
          <p:spPr>
            <a:xfrm>
              <a:off x="1984312" y="1844397"/>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95" name="Google Shape;4195;p66"/>
            <p:cNvSpPr/>
            <p:nvPr/>
          </p:nvSpPr>
          <p:spPr>
            <a:xfrm>
              <a:off x="1984176" y="1844967"/>
              <a:ext cx="14" cy="68"/>
            </a:xfrm>
            <a:custGeom>
              <a:avLst/>
              <a:gdLst/>
              <a:ahLst/>
              <a:cxnLst/>
              <a:rect l="l" t="t" r="r" b="b"/>
              <a:pathLst>
                <a:path w="1" h="5" extrusionOk="0">
                  <a:moveTo>
                    <a:pt x="0"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96" name="Google Shape;4196;p66"/>
            <p:cNvSpPr/>
            <p:nvPr/>
          </p:nvSpPr>
          <p:spPr>
            <a:xfrm>
              <a:off x="1983986" y="1845307"/>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97" name="Google Shape;4197;p66"/>
            <p:cNvSpPr/>
            <p:nvPr/>
          </p:nvSpPr>
          <p:spPr>
            <a:xfrm>
              <a:off x="1984176" y="1844831"/>
              <a:ext cx="14" cy="54"/>
            </a:xfrm>
            <a:custGeom>
              <a:avLst/>
              <a:gdLst/>
              <a:ahLst/>
              <a:cxnLst/>
              <a:rect l="l" t="t" r="r" b="b"/>
              <a:pathLst>
                <a:path w="1" h="4" extrusionOk="0">
                  <a:moveTo>
                    <a:pt x="0"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98" name="Google Shape;4198;p66"/>
            <p:cNvSpPr/>
            <p:nvPr/>
          </p:nvSpPr>
          <p:spPr>
            <a:xfrm>
              <a:off x="1984407" y="1842971"/>
              <a:ext cx="14" cy="163"/>
            </a:xfrm>
            <a:custGeom>
              <a:avLst/>
              <a:gdLst/>
              <a:ahLst/>
              <a:cxnLst/>
              <a:rect l="l" t="t" r="r" b="b"/>
              <a:pathLst>
                <a:path w="1" h="12" extrusionOk="0">
                  <a:moveTo>
                    <a:pt x="1"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199" name="Google Shape;4199;p66"/>
            <p:cNvSpPr/>
            <p:nvPr/>
          </p:nvSpPr>
          <p:spPr>
            <a:xfrm>
              <a:off x="1984407" y="1840785"/>
              <a:ext cx="14" cy="353"/>
            </a:xfrm>
            <a:custGeom>
              <a:avLst/>
              <a:gdLst/>
              <a:ahLst/>
              <a:cxnLst/>
              <a:rect l="l" t="t" r="r" b="b"/>
              <a:pathLst>
                <a:path w="1" h="26" extrusionOk="0">
                  <a:moveTo>
                    <a:pt x="1" y="1"/>
                  </a:moveTo>
                  <a:lnTo>
                    <a:pt x="1"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00" name="Google Shape;4200;p66"/>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01" name="Google Shape;4201;p66"/>
            <p:cNvSpPr/>
            <p:nvPr/>
          </p:nvSpPr>
          <p:spPr>
            <a:xfrm>
              <a:off x="1984407" y="1841315"/>
              <a:ext cx="14" cy="299"/>
            </a:xfrm>
            <a:custGeom>
              <a:avLst/>
              <a:gdLst/>
              <a:ahLst/>
              <a:cxnLst/>
              <a:rect l="l" t="t" r="r" b="b"/>
              <a:pathLst>
                <a:path w="1" h="22" extrusionOk="0">
                  <a:moveTo>
                    <a:pt x="1" y="2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02" name="Google Shape;4202;p66"/>
            <p:cNvSpPr/>
            <p:nvPr/>
          </p:nvSpPr>
          <p:spPr>
            <a:xfrm>
              <a:off x="1984407" y="1842211"/>
              <a:ext cx="14" cy="258"/>
            </a:xfrm>
            <a:custGeom>
              <a:avLst/>
              <a:gdLst/>
              <a:ahLst/>
              <a:cxnLst/>
              <a:rect l="l" t="t" r="r" b="b"/>
              <a:pathLst>
                <a:path w="1" h="19" extrusionOk="0">
                  <a:moveTo>
                    <a:pt x="1" y="18"/>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03" name="Google Shape;4203;p66"/>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04" name="Google Shape;4204;p66"/>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05" name="Google Shape;4205;p66"/>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06" name="Google Shape;4206;p66"/>
            <p:cNvSpPr/>
            <p:nvPr/>
          </p:nvSpPr>
          <p:spPr>
            <a:xfrm>
              <a:off x="2072729" y="1900635"/>
              <a:ext cx="14" cy="1154"/>
            </a:xfrm>
            <a:custGeom>
              <a:avLst/>
              <a:gdLst/>
              <a:ahLst/>
              <a:cxnLst/>
              <a:rect l="l" t="t" r="r" b="b"/>
              <a:pathLst>
                <a:path w="1" h="85" extrusionOk="0">
                  <a:moveTo>
                    <a:pt x="0" y="0"/>
                  </a:moveTo>
                  <a:lnTo>
                    <a:pt x="0" y="84"/>
                  </a:lnTo>
                  <a:lnTo>
                    <a:pt x="0" y="8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07" name="Google Shape;4207;p66"/>
            <p:cNvSpPr/>
            <p:nvPr/>
          </p:nvSpPr>
          <p:spPr>
            <a:xfrm>
              <a:off x="2055607" y="1883514"/>
              <a:ext cx="299" cy="204"/>
            </a:xfrm>
            <a:custGeom>
              <a:avLst/>
              <a:gdLst/>
              <a:ahLst/>
              <a:cxnLst/>
              <a:rect l="l" t="t" r="r" b="b"/>
              <a:pathLst>
                <a:path w="22" h="15" extrusionOk="0">
                  <a:moveTo>
                    <a:pt x="22" y="15"/>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08" name="Google Shape;4208;p66"/>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09" name="Google Shape;4209;p66"/>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10" name="Google Shape;4210;p66"/>
            <p:cNvSpPr/>
            <p:nvPr/>
          </p:nvSpPr>
          <p:spPr>
            <a:xfrm>
              <a:off x="2056042" y="1883799"/>
              <a:ext cx="109" cy="109"/>
            </a:xfrm>
            <a:custGeom>
              <a:avLst/>
              <a:gdLst/>
              <a:ahLst/>
              <a:cxnLst/>
              <a:rect l="l" t="t" r="r" b="b"/>
              <a:pathLst>
                <a:path w="8" h="8" extrusionOk="0">
                  <a:moveTo>
                    <a:pt x="7"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11" name="Google Shape;4211;p66"/>
            <p:cNvSpPr/>
            <p:nvPr/>
          </p:nvSpPr>
          <p:spPr>
            <a:xfrm>
              <a:off x="2072443" y="1898164"/>
              <a:ext cx="54" cy="204"/>
            </a:xfrm>
            <a:custGeom>
              <a:avLst/>
              <a:gdLst/>
              <a:ahLst/>
              <a:cxnLst/>
              <a:rect l="l" t="t" r="r" b="b"/>
              <a:pathLst>
                <a:path w="4" h="15" extrusionOk="0">
                  <a:moveTo>
                    <a:pt x="4" y="1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12" name="Google Shape;4212;p66"/>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13" name="Google Shape;4213;p66"/>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14" name="Google Shape;4214;p66"/>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15" name="Google Shape;4215;p66"/>
            <p:cNvSpPr/>
            <p:nvPr/>
          </p:nvSpPr>
          <p:spPr>
            <a:xfrm>
              <a:off x="2072253" y="1897594"/>
              <a:ext cx="109" cy="204"/>
            </a:xfrm>
            <a:custGeom>
              <a:avLst/>
              <a:gdLst/>
              <a:ahLst/>
              <a:cxnLst/>
              <a:rect l="l" t="t" r="r" b="b"/>
              <a:pathLst>
                <a:path w="8" h="15" extrusionOk="0">
                  <a:moveTo>
                    <a:pt x="7" y="1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16" name="Google Shape;4216;p66"/>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17" name="Google Shape;4217;p66"/>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18" name="Google Shape;4218;p66"/>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19" name="Google Shape;4219;p66"/>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20" name="Google Shape;4220;p66"/>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21" name="Google Shape;4221;p66"/>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22" name="Google Shape;4222;p66"/>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23" name="Google Shape;4223;p66"/>
            <p:cNvSpPr/>
            <p:nvPr/>
          </p:nvSpPr>
          <p:spPr>
            <a:xfrm>
              <a:off x="2072729" y="1900486"/>
              <a:ext cx="14" cy="109"/>
            </a:xfrm>
            <a:custGeom>
              <a:avLst/>
              <a:gdLst/>
              <a:ahLst/>
              <a:cxnLst/>
              <a:rect l="l" t="t" r="r" b="b"/>
              <a:pathLst>
                <a:path w="1" h="8" extrusionOk="0">
                  <a:moveTo>
                    <a:pt x="0"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24" name="Google Shape;4224;p66"/>
            <p:cNvSpPr/>
            <p:nvPr/>
          </p:nvSpPr>
          <p:spPr>
            <a:xfrm>
              <a:off x="2079042" y="1900391"/>
              <a:ext cx="68" cy="14"/>
            </a:xfrm>
            <a:custGeom>
              <a:avLst/>
              <a:gdLst/>
              <a:ahLst/>
              <a:cxnLst/>
              <a:rect l="l" t="t" r="r" b="b"/>
              <a:pathLst>
                <a:path w="5" h="1" extrusionOk="0">
                  <a:moveTo>
                    <a:pt x="1" y="1"/>
                  </a:moveTo>
                  <a:lnTo>
                    <a:pt x="4" y="1"/>
                  </a:ln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25" name="Google Shape;4225;p66"/>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26" name="Google Shape;4226;p66"/>
            <p:cNvSpPr/>
            <p:nvPr/>
          </p:nvSpPr>
          <p:spPr>
            <a:xfrm>
              <a:off x="2071873" y="1896453"/>
              <a:ext cx="109" cy="149"/>
            </a:xfrm>
            <a:custGeom>
              <a:avLst/>
              <a:gdLst/>
              <a:ahLst/>
              <a:cxnLst/>
              <a:rect l="l" t="t" r="r" b="b"/>
              <a:pathLst>
                <a:path w="8" h="11" extrusionOk="0">
                  <a:moveTo>
                    <a:pt x="7" y="11"/>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27" name="Google Shape;4227;p66"/>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28" name="Google Shape;4228;p66"/>
            <p:cNvSpPr/>
            <p:nvPr/>
          </p:nvSpPr>
          <p:spPr>
            <a:xfrm>
              <a:off x="1964013" y="1950872"/>
              <a:ext cx="14" cy="543"/>
            </a:xfrm>
            <a:custGeom>
              <a:avLst/>
              <a:gdLst/>
              <a:ahLst/>
              <a:cxnLst/>
              <a:rect l="l" t="t" r="r" b="b"/>
              <a:pathLst>
                <a:path w="1" h="40" extrusionOk="0">
                  <a:moveTo>
                    <a:pt x="1" y="39"/>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29" name="Google Shape;4229;p66"/>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30" name="Google Shape;4230;p66"/>
            <p:cNvSpPr/>
            <p:nvPr/>
          </p:nvSpPr>
          <p:spPr>
            <a:xfrm>
              <a:off x="1992866" y="1964748"/>
              <a:ext cx="204" cy="163"/>
            </a:xfrm>
            <a:custGeom>
              <a:avLst/>
              <a:gdLst/>
              <a:ahLst/>
              <a:cxnLst/>
              <a:rect l="l" t="t" r="r" b="b"/>
              <a:pathLst>
                <a:path w="15" h="12" extrusionOk="0">
                  <a:moveTo>
                    <a:pt x="15"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31" name="Google Shape;4231;p66"/>
            <p:cNvSpPr/>
            <p:nvPr/>
          </p:nvSpPr>
          <p:spPr>
            <a:xfrm>
              <a:off x="1994631" y="1966269"/>
              <a:ext cx="109" cy="163"/>
            </a:xfrm>
            <a:custGeom>
              <a:avLst/>
              <a:gdLst/>
              <a:ahLst/>
              <a:cxnLst/>
              <a:rect l="l" t="t" r="r" b="b"/>
              <a:pathLst>
                <a:path w="8" h="12" extrusionOk="0">
                  <a:moveTo>
                    <a:pt x="7" y="1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32" name="Google Shape;4232;p66"/>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33" name="Google Shape;4233;p66"/>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34" name="Google Shape;4234;p66"/>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35" name="Google Shape;4235;p66"/>
            <p:cNvSpPr/>
            <p:nvPr/>
          </p:nvSpPr>
          <p:spPr>
            <a:xfrm>
              <a:off x="1992390" y="1964612"/>
              <a:ext cx="204" cy="54"/>
            </a:xfrm>
            <a:custGeom>
              <a:avLst/>
              <a:gdLst/>
              <a:ahLst/>
              <a:cxnLst/>
              <a:rect l="l" t="t" r="r" b="b"/>
              <a:pathLst>
                <a:path w="15" h="4" extrusionOk="0">
                  <a:moveTo>
                    <a:pt x="15"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36" name="Google Shape;4236;p66"/>
            <p:cNvSpPr/>
            <p:nvPr/>
          </p:nvSpPr>
          <p:spPr>
            <a:xfrm>
              <a:off x="1989539" y="1966133"/>
              <a:ext cx="68" cy="109"/>
            </a:xfrm>
            <a:custGeom>
              <a:avLst/>
              <a:gdLst/>
              <a:ahLst/>
              <a:cxnLst/>
              <a:rect l="l" t="t" r="r" b="b"/>
              <a:pathLst>
                <a:path w="5" h="8" extrusionOk="0">
                  <a:moveTo>
                    <a:pt x="4"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37" name="Google Shape;4237;p66"/>
            <p:cNvSpPr/>
            <p:nvPr/>
          </p:nvSpPr>
          <p:spPr>
            <a:xfrm>
              <a:off x="1994196" y="1965848"/>
              <a:ext cx="163" cy="149"/>
            </a:xfrm>
            <a:custGeom>
              <a:avLst/>
              <a:gdLst/>
              <a:ahLst/>
              <a:cxnLst/>
              <a:rect l="l" t="t" r="r" b="b"/>
              <a:pathLst>
                <a:path w="12" h="11" extrusionOk="0">
                  <a:moveTo>
                    <a:pt x="11" y="1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38" name="Google Shape;4238;p66"/>
            <p:cNvSpPr/>
            <p:nvPr/>
          </p:nvSpPr>
          <p:spPr>
            <a:xfrm>
              <a:off x="1993816" y="1965468"/>
              <a:ext cx="163" cy="149"/>
            </a:xfrm>
            <a:custGeom>
              <a:avLst/>
              <a:gdLst/>
              <a:ahLst/>
              <a:cxnLst/>
              <a:rect l="l" t="t" r="r" b="b"/>
              <a:pathLst>
                <a:path w="12" h="11" extrusionOk="0">
                  <a:moveTo>
                    <a:pt x="1" y="0"/>
                  </a:moveTo>
                  <a:lnTo>
                    <a:pt x="1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39" name="Google Shape;4239;p66"/>
            <p:cNvSpPr/>
            <p:nvPr/>
          </p:nvSpPr>
          <p:spPr>
            <a:xfrm>
              <a:off x="1991875" y="1964517"/>
              <a:ext cx="244" cy="14"/>
            </a:xfrm>
            <a:custGeom>
              <a:avLst/>
              <a:gdLst/>
              <a:ahLst/>
              <a:cxnLst/>
              <a:rect l="l" t="t" r="r" b="b"/>
              <a:pathLst>
                <a:path w="18" h="1" extrusionOk="0">
                  <a:moveTo>
                    <a:pt x="18"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40" name="Google Shape;4240;p66"/>
            <p:cNvSpPr/>
            <p:nvPr/>
          </p:nvSpPr>
          <p:spPr>
            <a:xfrm>
              <a:off x="1989349" y="1966364"/>
              <a:ext cx="109" cy="14"/>
            </a:xfrm>
            <a:custGeom>
              <a:avLst/>
              <a:gdLst/>
              <a:ahLst/>
              <a:cxnLst/>
              <a:rect l="l" t="t" r="r" b="b"/>
              <a:pathLst>
                <a:path w="8" h="1" extrusionOk="0">
                  <a:moveTo>
                    <a:pt x="8"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41" name="Google Shape;4241;p66"/>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42" name="Google Shape;4242;p66"/>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43" name="Google Shape;4243;p66"/>
            <p:cNvSpPr/>
            <p:nvPr/>
          </p:nvSpPr>
          <p:spPr>
            <a:xfrm>
              <a:off x="1993341" y="1965087"/>
              <a:ext cx="204" cy="149"/>
            </a:xfrm>
            <a:custGeom>
              <a:avLst/>
              <a:gdLst/>
              <a:ahLst/>
              <a:cxnLst/>
              <a:rect l="l" t="t" r="r" b="b"/>
              <a:pathLst>
                <a:path w="15" h="11" extrusionOk="0">
                  <a:moveTo>
                    <a:pt x="15" y="1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44" name="Google Shape;4244;p66"/>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45" name="Google Shape;4245;p66"/>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46" name="Google Shape;4246;p66"/>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47" name="Google Shape;4247;p66"/>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48" name="Google Shape;4248;p66"/>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49" name="Google Shape;4249;p66"/>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50" name="Google Shape;4250;p66"/>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51" name="Google Shape;4251;p66"/>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52" name="Google Shape;4252;p66"/>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53" name="Google Shape;4253;p66"/>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54" name="Google Shape;4254;p66"/>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55" name="Google Shape;4255;p66"/>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56" name="Google Shape;4256;p66"/>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57" name="Google Shape;4257;p66"/>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58" name="Google Shape;4258;p66"/>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59" name="Google Shape;4259;p66"/>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60" name="Google Shape;4260;p66"/>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61" name="Google Shape;4261;p66"/>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62" name="Google Shape;4262;p66"/>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63" name="Google Shape;4263;p66"/>
            <p:cNvSpPr/>
            <p:nvPr/>
          </p:nvSpPr>
          <p:spPr>
            <a:xfrm>
              <a:off x="2066591" y="1954864"/>
              <a:ext cx="109" cy="68"/>
            </a:xfrm>
            <a:custGeom>
              <a:avLst/>
              <a:gdLst/>
              <a:ahLst/>
              <a:cxnLst/>
              <a:rect l="l" t="t" r="r" b="b"/>
              <a:pathLst>
                <a:path w="8" h="5" extrusionOk="0">
                  <a:moveTo>
                    <a:pt x="8"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64" name="Google Shape;4264;p66"/>
            <p:cNvSpPr/>
            <p:nvPr/>
          </p:nvSpPr>
          <p:spPr>
            <a:xfrm>
              <a:off x="2066401" y="1954959"/>
              <a:ext cx="163" cy="109"/>
            </a:xfrm>
            <a:custGeom>
              <a:avLst/>
              <a:gdLst/>
              <a:ahLst/>
              <a:cxnLst/>
              <a:rect l="l" t="t" r="r" b="b"/>
              <a:pathLst>
                <a:path w="12" h="8" extrusionOk="0">
                  <a:moveTo>
                    <a:pt x="11"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65" name="Google Shape;4265;p66"/>
            <p:cNvSpPr/>
            <p:nvPr/>
          </p:nvSpPr>
          <p:spPr>
            <a:xfrm>
              <a:off x="2066687" y="1954768"/>
              <a:ext cx="68" cy="68"/>
            </a:xfrm>
            <a:custGeom>
              <a:avLst/>
              <a:gdLst/>
              <a:ahLst/>
              <a:cxnLst/>
              <a:rect l="l" t="t" r="r" b="b"/>
              <a:pathLst>
                <a:path w="5" h="5" extrusionOk="0">
                  <a:moveTo>
                    <a:pt x="4"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66" name="Google Shape;4266;p66"/>
            <p:cNvSpPr/>
            <p:nvPr/>
          </p:nvSpPr>
          <p:spPr>
            <a:xfrm>
              <a:off x="2055037" y="1960145"/>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67" name="Google Shape;4267;p66"/>
            <p:cNvSpPr/>
            <p:nvPr/>
          </p:nvSpPr>
          <p:spPr>
            <a:xfrm>
              <a:off x="2066171" y="1955108"/>
              <a:ext cx="204" cy="149"/>
            </a:xfrm>
            <a:custGeom>
              <a:avLst/>
              <a:gdLst/>
              <a:ahLst/>
              <a:cxnLst/>
              <a:rect l="l" t="t" r="r" b="b"/>
              <a:pathLst>
                <a:path w="15" h="11" extrusionOk="0">
                  <a:moveTo>
                    <a:pt x="14" y="0"/>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68" name="Google Shape;4268;p66"/>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69" name="Google Shape;4269;p66"/>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70" name="Google Shape;4270;p66"/>
            <p:cNvSpPr/>
            <p:nvPr/>
          </p:nvSpPr>
          <p:spPr>
            <a:xfrm>
              <a:off x="2048343" y="1959195"/>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71" name="Google Shape;4271;p66"/>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72" name="Google Shape;4272;p66"/>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73" name="Google Shape;4273;p66"/>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74" name="Google Shape;4274;p66"/>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75" name="Google Shape;4275;p66"/>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76" name="Google Shape;4276;p66"/>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77" name="Google Shape;4277;p66"/>
            <p:cNvSpPr/>
            <p:nvPr/>
          </p:nvSpPr>
          <p:spPr>
            <a:xfrm>
              <a:off x="2045397" y="1961001"/>
              <a:ext cx="149" cy="54"/>
            </a:xfrm>
            <a:custGeom>
              <a:avLst/>
              <a:gdLst/>
              <a:ahLst/>
              <a:cxnLst/>
              <a:rect l="l" t="t" r="r" b="b"/>
              <a:pathLst>
                <a:path w="11" h="4" extrusionOk="0">
                  <a:moveTo>
                    <a:pt x="11"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78" name="Google Shape;4278;p66"/>
            <p:cNvSpPr/>
            <p:nvPr/>
          </p:nvSpPr>
          <p:spPr>
            <a:xfrm>
              <a:off x="2045058" y="1960905"/>
              <a:ext cx="109" cy="14"/>
            </a:xfrm>
            <a:custGeom>
              <a:avLst/>
              <a:gdLst/>
              <a:ahLst/>
              <a:cxnLst/>
              <a:rect l="l" t="t" r="r" b="b"/>
              <a:pathLst>
                <a:path w="8" h="1" extrusionOk="0">
                  <a:moveTo>
                    <a:pt x="8"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79" name="Google Shape;4279;p66"/>
            <p:cNvSpPr/>
            <p:nvPr/>
          </p:nvSpPr>
          <p:spPr>
            <a:xfrm>
              <a:off x="2044677" y="1960810"/>
              <a:ext cx="68" cy="14"/>
            </a:xfrm>
            <a:custGeom>
              <a:avLst/>
              <a:gdLst/>
              <a:ahLst/>
              <a:cxnLst/>
              <a:rect l="l" t="t" r="r" b="b"/>
              <a:pathLst>
                <a:path w="5" h="1" extrusionOk="0">
                  <a:moveTo>
                    <a:pt x="4"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80" name="Google Shape;4280;p66"/>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81" name="Google Shape;4281;p66"/>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82" name="Google Shape;4282;p66"/>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83" name="Google Shape;4283;p66"/>
            <p:cNvSpPr/>
            <p:nvPr/>
          </p:nvSpPr>
          <p:spPr>
            <a:xfrm>
              <a:off x="2044257" y="1960715"/>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84" name="Google Shape;4284;p66"/>
            <p:cNvSpPr/>
            <p:nvPr/>
          </p:nvSpPr>
          <p:spPr>
            <a:xfrm>
              <a:off x="2048153" y="1959195"/>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85" name="Google Shape;4285;p66"/>
            <p:cNvSpPr/>
            <p:nvPr/>
          </p:nvSpPr>
          <p:spPr>
            <a:xfrm>
              <a:off x="2027190" y="1969595"/>
              <a:ext cx="14" cy="14"/>
            </a:xfrm>
            <a:custGeom>
              <a:avLst/>
              <a:gdLst/>
              <a:ahLst/>
              <a:cxnLst/>
              <a:rect l="l" t="t" r="r" b="b"/>
              <a:pathLst>
                <a:path w="1" h="1" extrusionOk="0">
                  <a:moveTo>
                    <a:pt x="0"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86" name="Google Shape;4286;p66"/>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87" name="Google Shape;4287;p66"/>
            <p:cNvSpPr/>
            <p:nvPr/>
          </p:nvSpPr>
          <p:spPr>
            <a:xfrm>
              <a:off x="2009036" y="1961897"/>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88" name="Google Shape;4288;p66"/>
            <p:cNvSpPr/>
            <p:nvPr/>
          </p:nvSpPr>
          <p:spPr>
            <a:xfrm>
              <a:off x="2008276" y="1963947"/>
              <a:ext cx="54" cy="109"/>
            </a:xfrm>
            <a:custGeom>
              <a:avLst/>
              <a:gdLst/>
              <a:ahLst/>
              <a:cxnLst/>
              <a:rect l="l" t="t" r="r" b="b"/>
              <a:pathLst>
                <a:path w="4" h="8" extrusionOk="0">
                  <a:moveTo>
                    <a:pt x="4"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89" name="Google Shape;4289;p66"/>
            <p:cNvSpPr/>
            <p:nvPr/>
          </p:nvSpPr>
          <p:spPr>
            <a:xfrm>
              <a:off x="2008561" y="1963187"/>
              <a:ext cx="54" cy="109"/>
            </a:xfrm>
            <a:custGeom>
              <a:avLst/>
              <a:gdLst/>
              <a:ahLst/>
              <a:cxnLst/>
              <a:rect l="l" t="t" r="r" b="b"/>
              <a:pathLst>
                <a:path w="4" h="8" extrusionOk="0">
                  <a:moveTo>
                    <a:pt x="4"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90" name="Google Shape;4290;p66"/>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91" name="Google Shape;4291;p66"/>
            <p:cNvSpPr/>
            <p:nvPr/>
          </p:nvSpPr>
          <p:spPr>
            <a:xfrm>
              <a:off x="2008846" y="1962521"/>
              <a:ext cx="14" cy="54"/>
            </a:xfrm>
            <a:custGeom>
              <a:avLst/>
              <a:gdLst/>
              <a:ahLst/>
              <a:cxnLst/>
              <a:rect l="l" t="t" r="r" b="b"/>
              <a:pathLst>
                <a:path w="1" h="4" extrusionOk="0">
                  <a:moveTo>
                    <a:pt x="0"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92" name="Google Shape;4292;p66"/>
            <p:cNvSpPr/>
            <p:nvPr/>
          </p:nvSpPr>
          <p:spPr>
            <a:xfrm>
              <a:off x="2009647" y="1960335"/>
              <a:ext cx="14" cy="54"/>
            </a:xfrm>
            <a:custGeom>
              <a:avLst/>
              <a:gdLst/>
              <a:ahLst/>
              <a:cxnLst/>
              <a:rect l="l" t="t" r="r" b="b"/>
              <a:pathLst>
                <a:path w="1" h="4" extrusionOk="0">
                  <a:moveTo>
                    <a:pt x="1"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93" name="Google Shape;4293;p66"/>
            <p:cNvSpPr/>
            <p:nvPr/>
          </p:nvSpPr>
          <p:spPr>
            <a:xfrm>
              <a:off x="2029796" y="1937702"/>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94" name="Google Shape;4294;p66"/>
            <p:cNvSpPr/>
            <p:nvPr/>
          </p:nvSpPr>
          <p:spPr>
            <a:xfrm>
              <a:off x="2009267" y="1961286"/>
              <a:ext cx="14" cy="54"/>
            </a:xfrm>
            <a:custGeom>
              <a:avLst/>
              <a:gdLst/>
              <a:ahLst/>
              <a:cxnLst/>
              <a:rect l="l" t="t" r="r" b="b"/>
              <a:pathLst>
                <a:path w="1" h="4" extrusionOk="0">
                  <a:moveTo>
                    <a:pt x="1"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95" name="Google Shape;4295;p66"/>
            <p:cNvSpPr/>
            <p:nvPr/>
          </p:nvSpPr>
          <p:spPr>
            <a:xfrm>
              <a:off x="2009457" y="1960756"/>
              <a:ext cx="68" cy="109"/>
            </a:xfrm>
            <a:custGeom>
              <a:avLst/>
              <a:gdLst/>
              <a:ahLst/>
              <a:cxnLst/>
              <a:rect l="l" t="t" r="r" b="b"/>
              <a:pathLst>
                <a:path w="5" h="8" extrusionOk="0">
                  <a:moveTo>
                    <a:pt x="4"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96" name="Google Shape;4296;p66"/>
            <p:cNvSpPr/>
            <p:nvPr/>
          </p:nvSpPr>
          <p:spPr>
            <a:xfrm>
              <a:off x="2008086" y="1964748"/>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97" name="Google Shape;4297;p66"/>
            <p:cNvSpPr/>
            <p:nvPr/>
          </p:nvSpPr>
          <p:spPr>
            <a:xfrm>
              <a:off x="2008086" y="1964748"/>
              <a:ext cx="14" cy="14"/>
            </a:xfrm>
            <a:custGeom>
              <a:avLst/>
              <a:gdLst/>
              <a:ahLst/>
              <a:cxnLst/>
              <a:rect l="l" t="t" r="r" b="b"/>
              <a:pathLst>
                <a:path w="1" h="1" extrusionOk="0">
                  <a:moveTo>
                    <a:pt x="0"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98" name="Google Shape;4298;p66"/>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299" name="Google Shape;4299;p66"/>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00" name="Google Shape;4300;p66"/>
            <p:cNvSpPr/>
            <p:nvPr/>
          </p:nvSpPr>
          <p:spPr>
            <a:xfrm>
              <a:off x="2147120" y="1866841"/>
              <a:ext cx="299" cy="109"/>
            </a:xfrm>
            <a:custGeom>
              <a:avLst/>
              <a:gdLst/>
              <a:ahLst/>
              <a:cxnLst/>
              <a:rect l="l" t="t" r="r" b="b"/>
              <a:pathLst>
                <a:path w="22" h="8" extrusionOk="0">
                  <a:moveTo>
                    <a:pt x="0" y="0"/>
                  </a:moveTo>
                  <a:lnTo>
                    <a:pt x="2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01" name="Google Shape;4301;p66"/>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02" name="Google Shape;4302;p66"/>
            <p:cNvSpPr/>
            <p:nvPr/>
          </p:nvSpPr>
          <p:spPr>
            <a:xfrm>
              <a:off x="2140888" y="1865646"/>
              <a:ext cx="339" cy="68"/>
            </a:xfrm>
            <a:custGeom>
              <a:avLst/>
              <a:gdLst/>
              <a:ahLst/>
              <a:cxnLst/>
              <a:rect l="l" t="t" r="r" b="b"/>
              <a:pathLst>
                <a:path w="25" h="5" extrusionOk="0">
                  <a:moveTo>
                    <a:pt x="0" y="1"/>
                  </a:moveTo>
                  <a:lnTo>
                    <a:pt x="25"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03" name="Google Shape;4303;p66"/>
            <p:cNvSpPr/>
            <p:nvPr/>
          </p:nvSpPr>
          <p:spPr>
            <a:xfrm>
              <a:off x="2145219" y="1866311"/>
              <a:ext cx="339" cy="68"/>
            </a:xfrm>
            <a:custGeom>
              <a:avLst/>
              <a:gdLst/>
              <a:ahLst/>
              <a:cxnLst/>
              <a:rect l="l" t="t" r="r" b="b"/>
              <a:pathLst>
                <a:path w="25" h="5" extrusionOk="0">
                  <a:moveTo>
                    <a:pt x="0" y="1"/>
                  </a:moveTo>
                  <a:lnTo>
                    <a:pt x="25"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04" name="Google Shape;4304;p66"/>
            <p:cNvSpPr/>
            <p:nvPr/>
          </p:nvSpPr>
          <p:spPr>
            <a:xfrm>
              <a:off x="2147690" y="1867071"/>
              <a:ext cx="204" cy="163"/>
            </a:xfrm>
            <a:custGeom>
              <a:avLst/>
              <a:gdLst/>
              <a:ahLst/>
              <a:cxnLst/>
              <a:rect l="l" t="t" r="r" b="b"/>
              <a:pathLst>
                <a:path w="15" h="12" extrusionOk="0">
                  <a:moveTo>
                    <a:pt x="0" y="1"/>
                  </a:moveTo>
                  <a:lnTo>
                    <a:pt x="14"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05" name="Google Shape;4305;p66"/>
            <p:cNvSpPr/>
            <p:nvPr/>
          </p:nvSpPr>
          <p:spPr>
            <a:xfrm>
              <a:off x="2144554" y="1866175"/>
              <a:ext cx="285" cy="54"/>
            </a:xfrm>
            <a:custGeom>
              <a:avLst/>
              <a:gdLst/>
              <a:ahLst/>
              <a:cxnLst/>
              <a:rect l="l" t="t" r="r" b="b"/>
              <a:pathLst>
                <a:path w="21" h="4" extrusionOk="0">
                  <a:moveTo>
                    <a:pt x="0" y="0"/>
                  </a:moveTo>
                  <a:lnTo>
                    <a:pt x="2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06" name="Google Shape;4306;p66"/>
            <p:cNvSpPr/>
            <p:nvPr/>
          </p:nvSpPr>
          <p:spPr>
            <a:xfrm>
              <a:off x="2146495" y="1866650"/>
              <a:ext cx="353" cy="109"/>
            </a:xfrm>
            <a:custGeom>
              <a:avLst/>
              <a:gdLst/>
              <a:ahLst/>
              <a:cxnLst/>
              <a:rect l="l" t="t" r="r" b="b"/>
              <a:pathLst>
                <a:path w="26" h="8" extrusionOk="0">
                  <a:moveTo>
                    <a:pt x="1" y="0"/>
                  </a:moveTo>
                  <a:lnTo>
                    <a:pt x="25"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07" name="Google Shape;4307;p66"/>
            <p:cNvSpPr/>
            <p:nvPr/>
          </p:nvSpPr>
          <p:spPr>
            <a:xfrm>
              <a:off x="2145884" y="1866460"/>
              <a:ext cx="339" cy="109"/>
            </a:xfrm>
            <a:custGeom>
              <a:avLst/>
              <a:gdLst/>
              <a:ahLst/>
              <a:cxnLst/>
              <a:rect l="l" t="t" r="r" b="b"/>
              <a:pathLst>
                <a:path w="25" h="8" extrusionOk="0">
                  <a:moveTo>
                    <a:pt x="0" y="0"/>
                  </a:moveTo>
                  <a:lnTo>
                    <a:pt x="25"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08" name="Google Shape;4308;p66"/>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09" name="Google Shape;4309;p66"/>
            <p:cNvSpPr/>
            <p:nvPr/>
          </p:nvSpPr>
          <p:spPr>
            <a:xfrm>
              <a:off x="2143875" y="1866026"/>
              <a:ext cx="204" cy="68"/>
            </a:xfrm>
            <a:custGeom>
              <a:avLst/>
              <a:gdLst/>
              <a:ahLst/>
              <a:cxnLst/>
              <a:rect l="l" t="t" r="r" b="b"/>
              <a:pathLst>
                <a:path w="15" h="5" extrusionOk="0">
                  <a:moveTo>
                    <a:pt x="1" y="1"/>
                  </a:moveTo>
                  <a:lnTo>
                    <a:pt x="15"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10" name="Google Shape;4310;p66"/>
            <p:cNvSpPr/>
            <p:nvPr/>
          </p:nvSpPr>
          <p:spPr>
            <a:xfrm>
              <a:off x="2143169" y="1865931"/>
              <a:ext cx="149" cy="14"/>
            </a:xfrm>
            <a:custGeom>
              <a:avLst/>
              <a:gdLst/>
              <a:ahLst/>
              <a:cxnLst/>
              <a:rect l="l" t="t" r="r" b="b"/>
              <a:pathLst>
                <a:path w="11" h="1" extrusionOk="0">
                  <a:moveTo>
                    <a:pt x="0" y="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11" name="Google Shape;4311;p66"/>
            <p:cNvSpPr/>
            <p:nvPr/>
          </p:nvSpPr>
          <p:spPr>
            <a:xfrm>
              <a:off x="2141648" y="1865741"/>
              <a:ext cx="204" cy="14"/>
            </a:xfrm>
            <a:custGeom>
              <a:avLst/>
              <a:gdLst/>
              <a:ahLst/>
              <a:cxnLst/>
              <a:rect l="l" t="t" r="r" b="b"/>
              <a:pathLst>
                <a:path w="15" h="1" extrusionOk="0">
                  <a:moveTo>
                    <a:pt x="0" y="1"/>
                  </a:moveTo>
                  <a:lnTo>
                    <a:pt x="1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12" name="Google Shape;4312;p66"/>
            <p:cNvSpPr/>
            <p:nvPr/>
          </p:nvSpPr>
          <p:spPr>
            <a:xfrm>
              <a:off x="2142449" y="1865836"/>
              <a:ext cx="109" cy="14"/>
            </a:xfrm>
            <a:custGeom>
              <a:avLst/>
              <a:gdLst/>
              <a:ahLst/>
              <a:cxnLst/>
              <a:rect l="l" t="t" r="r" b="b"/>
              <a:pathLst>
                <a:path w="8" h="1" extrusionOk="0">
                  <a:moveTo>
                    <a:pt x="1" y="1"/>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13" name="Google Shape;4313;p66"/>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14" name="Google Shape;4314;p66"/>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15" name="Google Shape;4315;p66"/>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16" name="Google Shape;4316;p66"/>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17" name="Google Shape;4317;p66"/>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18" name="Google Shape;4318;p66"/>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19" name="Google Shape;4319;p66"/>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20" name="Google Shape;4320;p66"/>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21" name="Google Shape;4321;p66"/>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22" name="Google Shape;4322;p66"/>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23" name="Google Shape;4323;p66"/>
            <p:cNvSpPr/>
            <p:nvPr/>
          </p:nvSpPr>
          <p:spPr>
            <a:xfrm>
              <a:off x="2069633" y="1949446"/>
              <a:ext cx="353" cy="14"/>
            </a:xfrm>
            <a:custGeom>
              <a:avLst/>
              <a:gdLst/>
              <a:ahLst/>
              <a:cxnLst/>
              <a:rect l="l" t="t" r="r" b="b"/>
              <a:pathLst>
                <a:path w="26" h="1" extrusionOk="0">
                  <a:moveTo>
                    <a:pt x="1" y="1"/>
                  </a:moveTo>
                  <a:lnTo>
                    <a:pt x="2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24" name="Google Shape;4324;p66"/>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25" name="Google Shape;4325;p66"/>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26" name="Google Shape;4326;p66"/>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27" name="Google Shape;4327;p66"/>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28" name="Google Shape;4328;p66"/>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29" name="Google Shape;4329;p66"/>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30" name="Google Shape;4330;p66"/>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31" name="Google Shape;4331;p66"/>
            <p:cNvSpPr/>
            <p:nvPr/>
          </p:nvSpPr>
          <p:spPr>
            <a:xfrm>
              <a:off x="2080943" y="1903961"/>
              <a:ext cx="14" cy="530"/>
            </a:xfrm>
            <a:custGeom>
              <a:avLst/>
              <a:gdLst/>
              <a:ahLst/>
              <a:cxnLst/>
              <a:rect l="l" t="t" r="r" b="b"/>
              <a:pathLst>
                <a:path w="1" h="39" extrusionOk="0">
                  <a:moveTo>
                    <a:pt x="1" y="0"/>
                  </a:moveTo>
                  <a:lnTo>
                    <a:pt x="1" y="3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32" name="Google Shape;4332;p66"/>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33" name="Google Shape;4333;p66"/>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34" name="Google Shape;4334;p66"/>
            <p:cNvSpPr/>
            <p:nvPr/>
          </p:nvSpPr>
          <p:spPr>
            <a:xfrm>
              <a:off x="2080563" y="1918449"/>
              <a:ext cx="14" cy="109"/>
            </a:xfrm>
            <a:custGeom>
              <a:avLst/>
              <a:gdLst/>
              <a:ahLst/>
              <a:cxnLst/>
              <a:rect l="l" t="t" r="r" b="b"/>
              <a:pathLst>
                <a:path w="1" h="8" extrusionOk="0">
                  <a:moveTo>
                    <a:pt x="1"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35" name="Google Shape;4335;p66"/>
            <p:cNvSpPr/>
            <p:nvPr/>
          </p:nvSpPr>
          <p:spPr>
            <a:xfrm>
              <a:off x="2080617" y="1918164"/>
              <a:ext cx="14" cy="163"/>
            </a:xfrm>
            <a:custGeom>
              <a:avLst/>
              <a:gdLst/>
              <a:ahLst/>
              <a:cxnLst/>
              <a:rect l="l" t="t" r="r" b="b"/>
              <a:pathLst>
                <a:path w="1" h="12" extrusionOk="0">
                  <a:moveTo>
                    <a:pt x="0"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36" name="Google Shape;4336;p66"/>
            <p:cNvSpPr/>
            <p:nvPr/>
          </p:nvSpPr>
          <p:spPr>
            <a:xfrm>
              <a:off x="2080902" y="1913276"/>
              <a:ext cx="14" cy="299"/>
            </a:xfrm>
            <a:custGeom>
              <a:avLst/>
              <a:gdLst/>
              <a:ahLst/>
              <a:cxnLst/>
              <a:rect l="l" t="t" r="r" b="b"/>
              <a:pathLst>
                <a:path w="1" h="22" extrusionOk="0">
                  <a:moveTo>
                    <a:pt x="0" y="0"/>
                  </a:moveTo>
                  <a:lnTo>
                    <a:pt x="0" y="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37" name="Google Shape;4337;p66"/>
            <p:cNvSpPr/>
            <p:nvPr/>
          </p:nvSpPr>
          <p:spPr>
            <a:xfrm>
              <a:off x="2080658" y="1917838"/>
              <a:ext cx="14" cy="149"/>
            </a:xfrm>
            <a:custGeom>
              <a:avLst/>
              <a:gdLst/>
              <a:ahLst/>
              <a:cxnLst/>
              <a:rect l="l" t="t" r="r" b="b"/>
              <a:pathLst>
                <a:path w="1" h="11" extrusionOk="0">
                  <a:moveTo>
                    <a:pt x="1"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38" name="Google Shape;4338;p66"/>
            <p:cNvSpPr/>
            <p:nvPr/>
          </p:nvSpPr>
          <p:spPr>
            <a:xfrm>
              <a:off x="2080522" y="1918693"/>
              <a:ext cx="14" cy="109"/>
            </a:xfrm>
            <a:custGeom>
              <a:avLst/>
              <a:gdLst/>
              <a:ahLst/>
              <a:cxnLst/>
              <a:rect l="l" t="t" r="r" b="b"/>
              <a:pathLst>
                <a:path w="1" h="8" extrusionOk="0">
                  <a:moveTo>
                    <a:pt x="0"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39" name="Google Shape;4339;p66"/>
            <p:cNvSpPr/>
            <p:nvPr/>
          </p:nvSpPr>
          <p:spPr>
            <a:xfrm>
              <a:off x="2080373" y="1919209"/>
              <a:ext cx="14" cy="109"/>
            </a:xfrm>
            <a:custGeom>
              <a:avLst/>
              <a:gdLst/>
              <a:ahLst/>
              <a:cxnLst/>
              <a:rect l="l" t="t" r="r" b="b"/>
              <a:pathLst>
                <a:path w="1" h="8" extrusionOk="0">
                  <a:moveTo>
                    <a:pt x="1"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40" name="Google Shape;4340;p66"/>
            <p:cNvSpPr/>
            <p:nvPr/>
          </p:nvSpPr>
          <p:spPr>
            <a:xfrm>
              <a:off x="2080468" y="1918924"/>
              <a:ext cx="14" cy="109"/>
            </a:xfrm>
            <a:custGeom>
              <a:avLst/>
              <a:gdLst/>
              <a:ahLst/>
              <a:cxnLst/>
              <a:rect l="l" t="t" r="r" b="b"/>
              <a:pathLst>
                <a:path w="1" h="8" extrusionOk="0">
                  <a:moveTo>
                    <a:pt x="1"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41" name="Google Shape;4341;p66"/>
            <p:cNvSpPr/>
            <p:nvPr/>
          </p:nvSpPr>
          <p:spPr>
            <a:xfrm>
              <a:off x="2080427" y="1919073"/>
              <a:ext cx="14" cy="109"/>
            </a:xfrm>
            <a:custGeom>
              <a:avLst/>
              <a:gdLst/>
              <a:ahLst/>
              <a:cxnLst/>
              <a:rect l="l" t="t" r="r" b="b"/>
              <a:pathLst>
                <a:path w="1" h="8" extrusionOk="0">
                  <a:moveTo>
                    <a:pt x="0"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42" name="Google Shape;4342;p66"/>
            <p:cNvSpPr/>
            <p:nvPr/>
          </p:nvSpPr>
          <p:spPr>
            <a:xfrm>
              <a:off x="2080943" y="1910424"/>
              <a:ext cx="14" cy="394"/>
            </a:xfrm>
            <a:custGeom>
              <a:avLst/>
              <a:gdLst/>
              <a:ahLst/>
              <a:cxnLst/>
              <a:rect l="l" t="t" r="r" b="b"/>
              <a:pathLst>
                <a:path w="1" h="29" extrusionOk="0">
                  <a:moveTo>
                    <a:pt x="1" y="0"/>
                  </a:moveTo>
                  <a:lnTo>
                    <a:pt x="1" y="2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43" name="Google Shape;4343;p66"/>
            <p:cNvSpPr/>
            <p:nvPr/>
          </p:nvSpPr>
          <p:spPr>
            <a:xfrm>
              <a:off x="2080943" y="1911470"/>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44" name="Google Shape;4344;p66"/>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45" name="Google Shape;4345;p66"/>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46" name="Google Shape;4346;p66"/>
            <p:cNvSpPr/>
            <p:nvPr/>
          </p:nvSpPr>
          <p:spPr>
            <a:xfrm>
              <a:off x="2080753" y="1916548"/>
              <a:ext cx="14" cy="258"/>
            </a:xfrm>
            <a:custGeom>
              <a:avLst/>
              <a:gdLst/>
              <a:ahLst/>
              <a:cxnLst/>
              <a:rect l="l" t="t" r="r" b="b"/>
              <a:pathLst>
                <a:path w="1" h="19" extrusionOk="0">
                  <a:moveTo>
                    <a:pt x="1" y="1"/>
                  </a:moveTo>
                  <a:lnTo>
                    <a:pt x="1"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47" name="Google Shape;4347;p66"/>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48" name="Google Shape;4348;p66"/>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49" name="Google Shape;4349;p66"/>
            <p:cNvSpPr/>
            <p:nvPr/>
          </p:nvSpPr>
          <p:spPr>
            <a:xfrm>
              <a:off x="2080658" y="1917457"/>
              <a:ext cx="14" cy="204"/>
            </a:xfrm>
            <a:custGeom>
              <a:avLst/>
              <a:gdLst/>
              <a:ahLst/>
              <a:cxnLst/>
              <a:rect l="l" t="t" r="r" b="b"/>
              <a:pathLst>
                <a:path w="1" h="15" extrusionOk="0">
                  <a:moveTo>
                    <a:pt x="1" y="0"/>
                  </a:moveTo>
                  <a:lnTo>
                    <a:pt x="1"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50" name="Google Shape;4350;p66"/>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51" name="Google Shape;4351;p66"/>
            <p:cNvSpPr/>
            <p:nvPr/>
          </p:nvSpPr>
          <p:spPr>
            <a:xfrm>
              <a:off x="2080943" y="1905482"/>
              <a:ext cx="14" cy="434"/>
            </a:xfrm>
            <a:custGeom>
              <a:avLst/>
              <a:gdLst/>
              <a:ahLst/>
              <a:cxnLst/>
              <a:rect l="l" t="t" r="r" b="b"/>
              <a:pathLst>
                <a:path w="1" h="32" extrusionOk="0">
                  <a:moveTo>
                    <a:pt x="1" y="0"/>
                  </a:moveTo>
                  <a:lnTo>
                    <a:pt x="1"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52" name="Google Shape;4352;p66"/>
            <p:cNvSpPr/>
            <p:nvPr/>
          </p:nvSpPr>
          <p:spPr>
            <a:xfrm>
              <a:off x="2080943" y="1906813"/>
              <a:ext cx="14" cy="489"/>
            </a:xfrm>
            <a:custGeom>
              <a:avLst/>
              <a:gdLst/>
              <a:ahLst/>
              <a:cxnLst/>
              <a:rect l="l" t="t" r="r" b="b"/>
              <a:pathLst>
                <a:path w="1" h="36" extrusionOk="0">
                  <a:moveTo>
                    <a:pt x="1" y="0"/>
                  </a:moveTo>
                  <a:lnTo>
                    <a:pt x="1" y="3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53" name="Google Shape;4353;p66"/>
            <p:cNvSpPr/>
            <p:nvPr/>
          </p:nvSpPr>
          <p:spPr>
            <a:xfrm>
              <a:off x="2054996" y="1931714"/>
              <a:ext cx="244" cy="109"/>
            </a:xfrm>
            <a:custGeom>
              <a:avLst/>
              <a:gdLst/>
              <a:ahLst/>
              <a:cxnLst/>
              <a:rect l="l" t="t" r="r" b="b"/>
              <a:pathLst>
                <a:path w="18" h="8" extrusionOk="0">
                  <a:moveTo>
                    <a:pt x="18"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54" name="Google Shape;4354;p66"/>
            <p:cNvSpPr/>
            <p:nvPr/>
          </p:nvSpPr>
          <p:spPr>
            <a:xfrm>
              <a:off x="2080943" y="1909325"/>
              <a:ext cx="14" cy="394"/>
            </a:xfrm>
            <a:custGeom>
              <a:avLst/>
              <a:gdLst/>
              <a:ahLst/>
              <a:cxnLst/>
              <a:rect l="l" t="t" r="r" b="b"/>
              <a:pathLst>
                <a:path w="1" h="29" extrusionOk="0">
                  <a:moveTo>
                    <a:pt x="1" y="1"/>
                  </a:moveTo>
                  <a:lnTo>
                    <a:pt x="1" y="2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55" name="Google Shape;4355;p66"/>
            <p:cNvSpPr/>
            <p:nvPr/>
          </p:nvSpPr>
          <p:spPr>
            <a:xfrm>
              <a:off x="2080943" y="1908089"/>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56" name="Google Shape;4356;p66"/>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57" name="Google Shape;4357;p66"/>
            <p:cNvSpPr/>
            <p:nvPr/>
          </p:nvSpPr>
          <p:spPr>
            <a:xfrm>
              <a:off x="2080237" y="1919548"/>
              <a:ext cx="14" cy="54"/>
            </a:xfrm>
            <a:custGeom>
              <a:avLst/>
              <a:gdLst/>
              <a:ahLst/>
              <a:cxnLst/>
              <a:rect l="l" t="t" r="r" b="b"/>
              <a:pathLst>
                <a:path w="1" h="4" extrusionOk="0">
                  <a:moveTo>
                    <a:pt x="0"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58" name="Google Shape;4358;p66"/>
            <p:cNvSpPr/>
            <p:nvPr/>
          </p:nvSpPr>
          <p:spPr>
            <a:xfrm>
              <a:off x="2080332" y="1919358"/>
              <a:ext cx="14" cy="54"/>
            </a:xfrm>
            <a:custGeom>
              <a:avLst/>
              <a:gdLst/>
              <a:ahLst/>
              <a:cxnLst/>
              <a:rect l="l" t="t" r="r" b="b"/>
              <a:pathLst>
                <a:path w="1" h="4" extrusionOk="0">
                  <a:moveTo>
                    <a:pt x="0"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59" name="Google Shape;4359;p66"/>
            <p:cNvSpPr/>
            <p:nvPr/>
          </p:nvSpPr>
          <p:spPr>
            <a:xfrm>
              <a:off x="2080278" y="1919453"/>
              <a:ext cx="14" cy="54"/>
            </a:xfrm>
            <a:custGeom>
              <a:avLst/>
              <a:gdLst/>
              <a:ahLst/>
              <a:cxnLst/>
              <a:rect l="l" t="t" r="r" b="b"/>
              <a:pathLst>
                <a:path w="1" h="4" extrusionOk="0">
                  <a:moveTo>
                    <a:pt x="1"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60" name="Google Shape;4360;p66"/>
            <p:cNvSpPr/>
            <p:nvPr/>
          </p:nvSpPr>
          <p:spPr>
            <a:xfrm>
              <a:off x="2080183" y="1919603"/>
              <a:ext cx="14" cy="54"/>
            </a:xfrm>
            <a:custGeom>
              <a:avLst/>
              <a:gdLst/>
              <a:ahLst/>
              <a:cxnLst/>
              <a:rect l="l" t="t" r="r" b="b"/>
              <a:pathLst>
                <a:path w="1" h="4" extrusionOk="0">
                  <a:moveTo>
                    <a:pt x="1"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61" name="Google Shape;4361;p66"/>
            <p:cNvSpPr/>
            <p:nvPr/>
          </p:nvSpPr>
          <p:spPr>
            <a:xfrm>
              <a:off x="2080142" y="1919643"/>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62" name="Google Shape;4362;p66"/>
            <p:cNvSpPr/>
            <p:nvPr/>
          </p:nvSpPr>
          <p:spPr>
            <a:xfrm>
              <a:off x="2079992" y="1919739"/>
              <a:ext cx="109" cy="54"/>
            </a:xfrm>
            <a:custGeom>
              <a:avLst/>
              <a:gdLst/>
              <a:ahLst/>
              <a:cxnLst/>
              <a:rect l="l" t="t" r="r" b="b"/>
              <a:pathLst>
                <a:path w="8" h="4" extrusionOk="0">
                  <a:moveTo>
                    <a:pt x="8"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63" name="Google Shape;4363;p66"/>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64" name="Google Shape;4364;p66"/>
            <p:cNvSpPr/>
            <p:nvPr/>
          </p:nvSpPr>
          <p:spPr>
            <a:xfrm>
              <a:off x="2050855" y="1932148"/>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65" name="Google Shape;4365;p66"/>
            <p:cNvSpPr/>
            <p:nvPr/>
          </p:nvSpPr>
          <p:spPr>
            <a:xfrm>
              <a:off x="2050719" y="1933900"/>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66" name="Google Shape;4366;p66"/>
            <p:cNvSpPr/>
            <p:nvPr/>
          </p:nvSpPr>
          <p:spPr>
            <a:xfrm>
              <a:off x="2066401" y="1952067"/>
              <a:ext cx="299" cy="149"/>
            </a:xfrm>
            <a:custGeom>
              <a:avLst/>
              <a:gdLst/>
              <a:ahLst/>
              <a:cxnLst/>
              <a:rect l="l" t="t" r="r" b="b"/>
              <a:pathLst>
                <a:path w="22" h="11" extrusionOk="0">
                  <a:moveTo>
                    <a:pt x="22" y="1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67" name="Google Shape;4367;p66"/>
            <p:cNvSpPr/>
            <p:nvPr/>
          </p:nvSpPr>
          <p:spPr>
            <a:xfrm>
              <a:off x="2050760" y="1932759"/>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68" name="Google Shape;4368;p66"/>
            <p:cNvSpPr/>
            <p:nvPr/>
          </p:nvSpPr>
          <p:spPr>
            <a:xfrm>
              <a:off x="2065981" y="1951917"/>
              <a:ext cx="299" cy="109"/>
            </a:xfrm>
            <a:custGeom>
              <a:avLst/>
              <a:gdLst/>
              <a:ahLst/>
              <a:cxnLst/>
              <a:rect l="l" t="t" r="r" b="b"/>
              <a:pathLst>
                <a:path w="22" h="8" extrusionOk="0">
                  <a:moveTo>
                    <a:pt x="21"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69" name="Google Shape;4369;p66"/>
            <p:cNvSpPr/>
            <p:nvPr/>
          </p:nvSpPr>
          <p:spPr>
            <a:xfrm>
              <a:off x="2050719" y="1934185"/>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70" name="Google Shape;4370;p66"/>
            <p:cNvSpPr/>
            <p:nvPr/>
          </p:nvSpPr>
          <p:spPr>
            <a:xfrm>
              <a:off x="2050719" y="1934375"/>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71" name="Google Shape;4371;p66"/>
            <p:cNvSpPr/>
            <p:nvPr/>
          </p:nvSpPr>
          <p:spPr>
            <a:xfrm>
              <a:off x="2050719" y="1934524"/>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72" name="Google Shape;4372;p66"/>
            <p:cNvSpPr/>
            <p:nvPr/>
          </p:nvSpPr>
          <p:spPr>
            <a:xfrm>
              <a:off x="2065166" y="1951686"/>
              <a:ext cx="353" cy="109"/>
            </a:xfrm>
            <a:custGeom>
              <a:avLst/>
              <a:gdLst/>
              <a:ahLst/>
              <a:cxnLst/>
              <a:rect l="l" t="t" r="r" b="b"/>
              <a:pathLst>
                <a:path w="26" h="8" extrusionOk="0">
                  <a:moveTo>
                    <a:pt x="25"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73" name="Google Shape;4373;p66"/>
            <p:cNvSpPr/>
            <p:nvPr/>
          </p:nvSpPr>
          <p:spPr>
            <a:xfrm>
              <a:off x="2050719" y="1933615"/>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74" name="Google Shape;4374;p66"/>
            <p:cNvSpPr/>
            <p:nvPr/>
          </p:nvSpPr>
          <p:spPr>
            <a:xfrm>
              <a:off x="2065600" y="1951822"/>
              <a:ext cx="299" cy="68"/>
            </a:xfrm>
            <a:custGeom>
              <a:avLst/>
              <a:gdLst/>
              <a:ahLst/>
              <a:cxnLst/>
              <a:rect l="l" t="t" r="r" b="b"/>
              <a:pathLst>
                <a:path w="22" h="5" extrusionOk="0">
                  <a:moveTo>
                    <a:pt x="21"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75" name="Google Shape;4375;p66"/>
            <p:cNvSpPr/>
            <p:nvPr/>
          </p:nvSpPr>
          <p:spPr>
            <a:xfrm>
              <a:off x="2050719" y="1933235"/>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76" name="Google Shape;4376;p66"/>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77" name="Google Shape;4377;p66"/>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78" name="Google Shape;4378;p66"/>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79" name="Google Shape;4379;p66"/>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80" name="Google Shape;4380;p66"/>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81" name="Google Shape;4381;p66"/>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82" name="Google Shape;4382;p66"/>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83" name="Google Shape;4383;p66"/>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84" name="Google Shape;4384;p66"/>
            <p:cNvSpPr/>
            <p:nvPr/>
          </p:nvSpPr>
          <p:spPr>
            <a:xfrm>
              <a:off x="2154153" y="1944164"/>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85" name="Google Shape;4385;p66"/>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86" name="Google Shape;4386;p66"/>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87" name="Google Shape;4387;p66"/>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88" name="Google Shape;4388;p66"/>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89" name="Google Shape;4389;p66"/>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90" name="Google Shape;4390;p66"/>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91" name="Google Shape;4391;p66"/>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92" name="Google Shape;4392;p66"/>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93" name="Google Shape;4393;p66"/>
            <p:cNvSpPr/>
            <p:nvPr/>
          </p:nvSpPr>
          <p:spPr>
            <a:xfrm>
              <a:off x="2160751" y="1877431"/>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94" name="Google Shape;4394;p66"/>
            <p:cNvSpPr/>
            <p:nvPr/>
          </p:nvSpPr>
          <p:spPr>
            <a:xfrm>
              <a:off x="2160656" y="1875055"/>
              <a:ext cx="14" cy="489"/>
            </a:xfrm>
            <a:custGeom>
              <a:avLst/>
              <a:gdLst/>
              <a:ahLst/>
              <a:cxnLst/>
              <a:rect l="l" t="t" r="r" b="b"/>
              <a:pathLst>
                <a:path w="1" h="36" extrusionOk="0">
                  <a:moveTo>
                    <a:pt x="1" y="1"/>
                  </a:moveTo>
                  <a:lnTo>
                    <a:pt x="1" y="36"/>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95" name="Google Shape;4395;p66"/>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96" name="Google Shape;4396;p66"/>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97" name="Google Shape;4397;p66"/>
            <p:cNvSpPr/>
            <p:nvPr/>
          </p:nvSpPr>
          <p:spPr>
            <a:xfrm>
              <a:off x="2149536" y="1938896"/>
              <a:ext cx="14" cy="869"/>
            </a:xfrm>
            <a:custGeom>
              <a:avLst/>
              <a:gdLst/>
              <a:ahLst/>
              <a:cxnLst/>
              <a:rect l="l" t="t" r="r" b="b"/>
              <a:pathLst>
                <a:path w="1" h="64" extrusionOk="0">
                  <a:moveTo>
                    <a:pt x="1" y="63"/>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98" name="Google Shape;4398;p66"/>
            <p:cNvSpPr/>
            <p:nvPr/>
          </p:nvSpPr>
          <p:spPr>
            <a:xfrm>
              <a:off x="2160616" y="1874444"/>
              <a:ext cx="14" cy="584"/>
            </a:xfrm>
            <a:custGeom>
              <a:avLst/>
              <a:gdLst/>
              <a:ahLst/>
              <a:cxnLst/>
              <a:rect l="l" t="t" r="r" b="b"/>
              <a:pathLst>
                <a:path w="1" h="43" extrusionOk="0">
                  <a:moveTo>
                    <a:pt x="0" y="0"/>
                  </a:moveTo>
                  <a:lnTo>
                    <a:pt x="0" y="4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399" name="Google Shape;4399;p66"/>
            <p:cNvSpPr/>
            <p:nvPr/>
          </p:nvSpPr>
          <p:spPr>
            <a:xfrm>
              <a:off x="2160711" y="1876195"/>
              <a:ext cx="14" cy="299"/>
            </a:xfrm>
            <a:custGeom>
              <a:avLst/>
              <a:gdLst/>
              <a:ahLst/>
              <a:cxnLst/>
              <a:rect l="l" t="t" r="r" b="b"/>
              <a:pathLst>
                <a:path w="1" h="22" extrusionOk="0">
                  <a:moveTo>
                    <a:pt x="0" y="1"/>
                  </a:moveTo>
                  <a:lnTo>
                    <a:pt x="0"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00" name="Google Shape;4400;p66"/>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01" name="Google Shape;4401;p66"/>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02" name="Google Shape;4402;p66"/>
            <p:cNvSpPr/>
            <p:nvPr/>
          </p:nvSpPr>
          <p:spPr>
            <a:xfrm>
              <a:off x="2149536" y="1939752"/>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03" name="Google Shape;4403;p66"/>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04" name="Google Shape;4404;p66"/>
            <p:cNvSpPr/>
            <p:nvPr/>
          </p:nvSpPr>
          <p:spPr>
            <a:xfrm>
              <a:off x="2231531" y="1797813"/>
              <a:ext cx="109" cy="258"/>
            </a:xfrm>
            <a:custGeom>
              <a:avLst/>
              <a:gdLst/>
              <a:ahLst/>
              <a:cxnLst/>
              <a:rect l="l" t="t" r="r" b="b"/>
              <a:pathLst>
                <a:path w="8" h="19" extrusionOk="0">
                  <a:moveTo>
                    <a:pt x="8" y="1"/>
                  </a:moveTo>
                  <a:lnTo>
                    <a:pt x="1"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05" name="Google Shape;4405;p66"/>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06" name="Google Shape;4406;p66"/>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07" name="Google Shape;4407;p66"/>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08" name="Google Shape;4408;p66"/>
            <p:cNvSpPr/>
            <p:nvPr/>
          </p:nvSpPr>
          <p:spPr>
            <a:xfrm>
              <a:off x="2132184" y="2028019"/>
              <a:ext cx="163" cy="54"/>
            </a:xfrm>
            <a:custGeom>
              <a:avLst/>
              <a:gdLst/>
              <a:ahLst/>
              <a:cxnLst/>
              <a:rect l="l" t="t" r="r" b="b"/>
              <a:pathLst>
                <a:path w="12" h="4" extrusionOk="0">
                  <a:moveTo>
                    <a:pt x="11" y="0"/>
                  </a:moveTo>
                  <a:lnTo>
                    <a:pt x="1" y="4"/>
                  </a:ln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09" name="Google Shape;4409;p66"/>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10" name="Google Shape;4410;p66"/>
            <p:cNvSpPr/>
            <p:nvPr/>
          </p:nvSpPr>
          <p:spPr>
            <a:xfrm>
              <a:off x="2133040" y="2027870"/>
              <a:ext cx="14" cy="163"/>
            </a:xfrm>
            <a:custGeom>
              <a:avLst/>
              <a:gdLst/>
              <a:ahLst/>
              <a:cxnLst/>
              <a:rect l="l" t="t" r="r" b="b"/>
              <a:pathLst>
                <a:path w="1" h="12" extrusionOk="0">
                  <a:moveTo>
                    <a:pt x="1" y="1"/>
                  </a:moveTo>
                  <a:lnTo>
                    <a:pt x="1" y="1"/>
                  </a:ln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11" name="Google Shape;4411;p66"/>
            <p:cNvSpPr/>
            <p:nvPr/>
          </p:nvSpPr>
          <p:spPr>
            <a:xfrm>
              <a:off x="2133094" y="2030246"/>
              <a:ext cx="14" cy="299"/>
            </a:xfrm>
            <a:custGeom>
              <a:avLst/>
              <a:gdLst/>
              <a:ahLst/>
              <a:cxnLst/>
              <a:rect l="l" t="t" r="r" b="b"/>
              <a:pathLst>
                <a:path w="1" h="22" extrusionOk="0">
                  <a:moveTo>
                    <a:pt x="0" y="1"/>
                  </a:moveTo>
                  <a:lnTo>
                    <a:pt x="0"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12" name="Google Shape;4412;p66"/>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13" name="Google Shape;4413;p66"/>
            <p:cNvSpPr/>
            <p:nvPr/>
          </p:nvSpPr>
          <p:spPr>
            <a:xfrm>
              <a:off x="2133094" y="2029010"/>
              <a:ext cx="14" cy="258"/>
            </a:xfrm>
            <a:custGeom>
              <a:avLst/>
              <a:gdLst/>
              <a:ahLst/>
              <a:cxnLst/>
              <a:rect l="l" t="t" r="r" b="b"/>
              <a:pathLst>
                <a:path w="1" h="19" extrusionOk="0">
                  <a:moveTo>
                    <a:pt x="0" y="1"/>
                  </a:moveTo>
                  <a:lnTo>
                    <a:pt x="0"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14" name="Google Shape;4414;p66"/>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15" name="Google Shape;4415;p66"/>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16" name="Google Shape;4416;p66"/>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17" name="Google Shape;4417;p66"/>
            <p:cNvSpPr/>
            <p:nvPr/>
          </p:nvSpPr>
          <p:spPr>
            <a:xfrm>
              <a:off x="2132809" y="2034767"/>
              <a:ext cx="54" cy="353"/>
            </a:xfrm>
            <a:custGeom>
              <a:avLst/>
              <a:gdLst/>
              <a:ahLst/>
              <a:cxnLst/>
              <a:rect l="l" t="t" r="r" b="b"/>
              <a:pathLst>
                <a:path w="4" h="26" extrusionOk="0">
                  <a:moveTo>
                    <a:pt x="4" y="1"/>
                  </a:moveTo>
                  <a:lnTo>
                    <a:pt x="0"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18" name="Google Shape;4418;p66"/>
            <p:cNvSpPr/>
            <p:nvPr/>
          </p:nvSpPr>
          <p:spPr>
            <a:xfrm>
              <a:off x="2132809" y="2035107"/>
              <a:ext cx="14" cy="299"/>
            </a:xfrm>
            <a:custGeom>
              <a:avLst/>
              <a:gdLst/>
              <a:ahLst/>
              <a:cxnLst/>
              <a:rect l="l" t="t" r="r" b="b"/>
              <a:pathLst>
                <a:path w="1" h="22" extrusionOk="0">
                  <a:moveTo>
                    <a:pt x="0" y="0"/>
                  </a:moveTo>
                  <a:lnTo>
                    <a:pt x="0" y="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19" name="Google Shape;4419;p66"/>
            <p:cNvSpPr/>
            <p:nvPr/>
          </p:nvSpPr>
          <p:spPr>
            <a:xfrm>
              <a:off x="2122680" y="2035867"/>
              <a:ext cx="204" cy="14"/>
            </a:xfrm>
            <a:custGeom>
              <a:avLst/>
              <a:gdLst/>
              <a:ahLst/>
              <a:cxnLst/>
              <a:rect l="l" t="t" r="r" b="b"/>
              <a:pathLst>
                <a:path w="15" h="1" extrusionOk="0">
                  <a:moveTo>
                    <a:pt x="15"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20" name="Google Shape;4420;p66"/>
            <p:cNvSpPr/>
            <p:nvPr/>
          </p:nvSpPr>
          <p:spPr>
            <a:xfrm>
              <a:off x="2132904" y="2034441"/>
              <a:ext cx="14" cy="299"/>
            </a:xfrm>
            <a:custGeom>
              <a:avLst/>
              <a:gdLst/>
              <a:ahLst/>
              <a:cxnLst/>
              <a:rect l="l" t="t" r="r" b="b"/>
              <a:pathLst>
                <a:path w="1" h="22" extrusionOk="0">
                  <a:moveTo>
                    <a:pt x="0" y="0"/>
                  </a:moveTo>
                  <a:lnTo>
                    <a:pt x="0" y="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21" name="Google Shape;4421;p66"/>
            <p:cNvSpPr/>
            <p:nvPr/>
          </p:nvSpPr>
          <p:spPr>
            <a:xfrm>
              <a:off x="2132904" y="2034061"/>
              <a:ext cx="14" cy="299"/>
            </a:xfrm>
            <a:custGeom>
              <a:avLst/>
              <a:gdLst/>
              <a:ahLst/>
              <a:cxnLst/>
              <a:rect l="l" t="t" r="r" b="b"/>
              <a:pathLst>
                <a:path w="1" h="22" extrusionOk="0">
                  <a:moveTo>
                    <a:pt x="0" y="0"/>
                  </a:moveTo>
                  <a:lnTo>
                    <a:pt x="0" y="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22" name="Google Shape;4422;p66"/>
            <p:cNvSpPr/>
            <p:nvPr/>
          </p:nvSpPr>
          <p:spPr>
            <a:xfrm>
              <a:off x="2123400" y="2035813"/>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23" name="Google Shape;4423;p66"/>
            <p:cNvSpPr/>
            <p:nvPr/>
          </p:nvSpPr>
          <p:spPr>
            <a:xfrm>
              <a:off x="2123495" y="2035813"/>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24" name="Google Shape;4424;p66"/>
            <p:cNvSpPr/>
            <p:nvPr/>
          </p:nvSpPr>
          <p:spPr>
            <a:xfrm>
              <a:off x="2122925" y="2035813"/>
              <a:ext cx="204" cy="14"/>
            </a:xfrm>
            <a:custGeom>
              <a:avLst/>
              <a:gdLst/>
              <a:ahLst/>
              <a:cxnLst/>
              <a:rect l="l" t="t" r="r" b="b"/>
              <a:pathLst>
                <a:path w="15" h="1" extrusionOk="0">
                  <a:moveTo>
                    <a:pt x="14"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25" name="Google Shape;4425;p66"/>
            <p:cNvSpPr/>
            <p:nvPr/>
          </p:nvSpPr>
          <p:spPr>
            <a:xfrm>
              <a:off x="2123115" y="2035813"/>
              <a:ext cx="149" cy="14"/>
            </a:xfrm>
            <a:custGeom>
              <a:avLst/>
              <a:gdLst/>
              <a:ahLst/>
              <a:cxnLst/>
              <a:rect l="l" t="t" r="r" b="b"/>
              <a:pathLst>
                <a:path w="11" h="1" extrusionOk="0">
                  <a:moveTo>
                    <a:pt x="11"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26" name="Google Shape;4426;p66"/>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27" name="Google Shape;4427;p66"/>
            <p:cNvSpPr/>
            <p:nvPr/>
          </p:nvSpPr>
          <p:spPr>
            <a:xfrm>
              <a:off x="2121974" y="2035908"/>
              <a:ext cx="299" cy="68"/>
            </a:xfrm>
            <a:custGeom>
              <a:avLst/>
              <a:gdLst/>
              <a:ahLst/>
              <a:cxnLst/>
              <a:rect l="l" t="t" r="r" b="b"/>
              <a:pathLst>
                <a:path w="22" h="5" extrusionOk="0">
                  <a:moveTo>
                    <a:pt x="21"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28" name="Google Shape;4428;p66"/>
            <p:cNvSpPr/>
            <p:nvPr/>
          </p:nvSpPr>
          <p:spPr>
            <a:xfrm>
              <a:off x="2132945" y="2033627"/>
              <a:ext cx="14" cy="299"/>
            </a:xfrm>
            <a:custGeom>
              <a:avLst/>
              <a:gdLst/>
              <a:ahLst/>
              <a:cxnLst/>
              <a:rect l="l" t="t" r="r" b="b"/>
              <a:pathLst>
                <a:path w="1" h="22" extrusionOk="0">
                  <a:moveTo>
                    <a:pt x="1" y="1"/>
                  </a:moveTo>
                  <a:lnTo>
                    <a:pt x="1"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29" name="Google Shape;4429;p66"/>
            <p:cNvSpPr/>
            <p:nvPr/>
          </p:nvSpPr>
          <p:spPr>
            <a:xfrm>
              <a:off x="2121499" y="2035962"/>
              <a:ext cx="394" cy="54"/>
            </a:xfrm>
            <a:custGeom>
              <a:avLst/>
              <a:gdLst/>
              <a:ahLst/>
              <a:cxnLst/>
              <a:rect l="l" t="t" r="r" b="b"/>
              <a:pathLst>
                <a:path w="29" h="4" extrusionOk="0">
                  <a:moveTo>
                    <a:pt x="28"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30" name="Google Shape;4430;p66"/>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31" name="Google Shape;4431;p66"/>
            <p:cNvSpPr/>
            <p:nvPr/>
          </p:nvSpPr>
          <p:spPr>
            <a:xfrm>
              <a:off x="2122354" y="2035867"/>
              <a:ext cx="299" cy="54"/>
            </a:xfrm>
            <a:custGeom>
              <a:avLst/>
              <a:gdLst/>
              <a:ahLst/>
              <a:cxnLst/>
              <a:rect l="l" t="t" r="r" b="b"/>
              <a:pathLst>
                <a:path w="22" h="4" extrusionOk="0">
                  <a:moveTo>
                    <a:pt x="21"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32" name="Google Shape;4432;p66"/>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33" name="Google Shape;4433;p66"/>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34" name="Google Shape;4434;p66"/>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35" name="Google Shape;4435;p66"/>
            <p:cNvSpPr/>
            <p:nvPr/>
          </p:nvSpPr>
          <p:spPr>
            <a:xfrm>
              <a:off x="2147065" y="2027639"/>
              <a:ext cx="1779" cy="54"/>
            </a:xfrm>
            <a:custGeom>
              <a:avLst/>
              <a:gdLst/>
              <a:ahLst/>
              <a:cxnLst/>
              <a:rect l="l" t="t" r="r" b="b"/>
              <a:pathLst>
                <a:path w="131" h="4" extrusionOk="0">
                  <a:moveTo>
                    <a:pt x="1" y="0"/>
                  </a:moveTo>
                  <a:lnTo>
                    <a:pt x="13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36" name="Google Shape;4436;p66"/>
            <p:cNvSpPr/>
            <p:nvPr/>
          </p:nvSpPr>
          <p:spPr>
            <a:xfrm>
              <a:off x="2149306" y="2027734"/>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37" name="Google Shape;4437;p66"/>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38" name="Google Shape;4438;p66"/>
            <p:cNvSpPr/>
            <p:nvPr/>
          </p:nvSpPr>
          <p:spPr>
            <a:xfrm>
              <a:off x="2132184" y="2072553"/>
              <a:ext cx="68" cy="68"/>
            </a:xfrm>
            <a:custGeom>
              <a:avLst/>
              <a:gdLst/>
              <a:ahLst/>
              <a:cxnLst/>
              <a:rect l="l" t="t" r="r" b="b"/>
              <a:pathLst>
                <a:path w="5" h="5" extrusionOk="0">
                  <a:moveTo>
                    <a:pt x="1" y="4"/>
                  </a:moveTo>
                  <a:lnTo>
                    <a:pt x="1" y="4"/>
                  </a:ln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39" name="Google Shape;4439;p66"/>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40" name="Google Shape;4440;p66"/>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41" name="Google Shape;4441;p66"/>
            <p:cNvSpPr/>
            <p:nvPr/>
          </p:nvSpPr>
          <p:spPr>
            <a:xfrm>
              <a:off x="2133759" y="2071603"/>
              <a:ext cx="244" cy="68"/>
            </a:xfrm>
            <a:custGeom>
              <a:avLst/>
              <a:gdLst/>
              <a:ahLst/>
              <a:cxnLst/>
              <a:rect l="l" t="t" r="r" b="b"/>
              <a:pathLst>
                <a:path w="18" h="5" extrusionOk="0">
                  <a:moveTo>
                    <a:pt x="0" y="4"/>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42" name="Google Shape;4442;p66"/>
            <p:cNvSpPr/>
            <p:nvPr/>
          </p:nvSpPr>
          <p:spPr>
            <a:xfrm>
              <a:off x="2132334" y="2072268"/>
              <a:ext cx="244" cy="204"/>
            </a:xfrm>
            <a:custGeom>
              <a:avLst/>
              <a:gdLst/>
              <a:ahLst/>
              <a:cxnLst/>
              <a:rect l="l" t="t" r="r" b="b"/>
              <a:pathLst>
                <a:path w="18" h="15" extrusionOk="0">
                  <a:moveTo>
                    <a:pt x="0" y="15"/>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43" name="Google Shape;4443;p66"/>
            <p:cNvSpPr/>
            <p:nvPr/>
          </p:nvSpPr>
          <p:spPr>
            <a:xfrm>
              <a:off x="2133379" y="2071657"/>
              <a:ext cx="244" cy="109"/>
            </a:xfrm>
            <a:custGeom>
              <a:avLst/>
              <a:gdLst/>
              <a:ahLst/>
              <a:cxnLst/>
              <a:rect l="l" t="t" r="r" b="b"/>
              <a:pathLst>
                <a:path w="18" h="8" extrusionOk="0">
                  <a:moveTo>
                    <a:pt x="0" y="7"/>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44" name="Google Shape;4444;p66"/>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45" name="Google Shape;4445;p66"/>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46" name="Google Shape;4446;p66"/>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47" name="Google Shape;4447;p66"/>
            <p:cNvSpPr/>
            <p:nvPr/>
          </p:nvSpPr>
          <p:spPr>
            <a:xfrm>
              <a:off x="2146780" y="2029350"/>
              <a:ext cx="109" cy="910"/>
            </a:xfrm>
            <a:custGeom>
              <a:avLst/>
              <a:gdLst/>
              <a:ahLst/>
              <a:cxnLst/>
              <a:rect l="l" t="t" r="r" b="b"/>
              <a:pathLst>
                <a:path w="8" h="67" extrusionOk="0">
                  <a:moveTo>
                    <a:pt x="1" y="67"/>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48" name="Google Shape;4448;p66"/>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49" name="Google Shape;4449;p66"/>
            <p:cNvSpPr/>
            <p:nvPr/>
          </p:nvSpPr>
          <p:spPr>
            <a:xfrm>
              <a:off x="2146590" y="2031386"/>
              <a:ext cx="68" cy="638"/>
            </a:xfrm>
            <a:custGeom>
              <a:avLst/>
              <a:gdLst/>
              <a:ahLst/>
              <a:cxnLst/>
              <a:rect l="l" t="t" r="r" b="b"/>
              <a:pathLst>
                <a:path w="5" h="47" extrusionOk="0">
                  <a:moveTo>
                    <a:pt x="1" y="47"/>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50" name="Google Shape;4450;p66"/>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51" name="Google Shape;4451;p66"/>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52" name="Google Shape;4452;p66"/>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53" name="Google Shape;4453;p66"/>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54" name="Google Shape;4454;p66"/>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55" name="Google Shape;4455;p66"/>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56" name="Google Shape;4456;p66"/>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57" name="Google Shape;4457;p66"/>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58" name="Google Shape;4458;p66"/>
            <p:cNvSpPr/>
            <p:nvPr/>
          </p:nvSpPr>
          <p:spPr>
            <a:xfrm>
              <a:off x="2214994" y="1959385"/>
              <a:ext cx="244" cy="720"/>
            </a:xfrm>
            <a:custGeom>
              <a:avLst/>
              <a:gdLst/>
              <a:ahLst/>
              <a:cxnLst/>
              <a:rect l="l" t="t" r="r" b="b"/>
              <a:pathLst>
                <a:path w="18" h="53" extrusionOk="0">
                  <a:moveTo>
                    <a:pt x="0" y="53"/>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59" name="Google Shape;4459;p66"/>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60" name="Google Shape;4460;p66"/>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61" name="Google Shape;4461;p66"/>
            <p:cNvSpPr/>
            <p:nvPr/>
          </p:nvSpPr>
          <p:spPr>
            <a:xfrm>
              <a:off x="2215279" y="1956343"/>
              <a:ext cx="54" cy="14"/>
            </a:xfrm>
            <a:custGeom>
              <a:avLst/>
              <a:gdLst/>
              <a:ahLst/>
              <a:cxnLst/>
              <a:rect l="l" t="t" r="r" b="b"/>
              <a:pathLst>
                <a:path w="4" h="1" extrusionOk="0">
                  <a:moveTo>
                    <a:pt x="4" y="0"/>
                  </a:moveTo>
                  <a:lnTo>
                    <a:pt x="4" y="0"/>
                  </a:ln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62" name="Google Shape;4462;p66"/>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63" name="Google Shape;4463;p66"/>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64" name="Google Shape;4464;p66"/>
            <p:cNvSpPr/>
            <p:nvPr/>
          </p:nvSpPr>
          <p:spPr>
            <a:xfrm>
              <a:off x="2216080" y="1961421"/>
              <a:ext cx="163" cy="163"/>
            </a:xfrm>
            <a:custGeom>
              <a:avLst/>
              <a:gdLst/>
              <a:ahLst/>
              <a:cxnLst/>
              <a:rect l="l" t="t" r="r" b="b"/>
              <a:pathLst>
                <a:path w="12" h="12" extrusionOk="0">
                  <a:moveTo>
                    <a:pt x="11"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65" name="Google Shape;4465;p66"/>
            <p:cNvSpPr/>
            <p:nvPr/>
          </p:nvSpPr>
          <p:spPr>
            <a:xfrm>
              <a:off x="2307348" y="1867601"/>
              <a:ext cx="394" cy="489"/>
            </a:xfrm>
            <a:custGeom>
              <a:avLst/>
              <a:gdLst/>
              <a:ahLst/>
              <a:cxnLst/>
              <a:rect l="l" t="t" r="r" b="b"/>
              <a:pathLst>
                <a:path w="29" h="36" extrusionOk="0">
                  <a:moveTo>
                    <a:pt x="0" y="35"/>
                  </a:moveTo>
                  <a:lnTo>
                    <a:pt x="2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66" name="Google Shape;4466;p66"/>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67" name="Google Shape;4467;p66"/>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68" name="Google Shape;4468;p66"/>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69" name="Google Shape;4469;p66"/>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70" name="Google Shape;4470;p66"/>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71" name="Google Shape;4471;p66"/>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72" name="Google Shape;4472;p66"/>
            <p:cNvSpPr/>
            <p:nvPr/>
          </p:nvSpPr>
          <p:spPr>
            <a:xfrm>
              <a:off x="2305067" y="1869447"/>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73" name="Google Shape;4473;p66"/>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74" name="Google Shape;4474;p66"/>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75" name="Google Shape;4475;p66"/>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76" name="Google Shape;4476;p66"/>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77" name="Google Shape;4477;p66"/>
            <p:cNvSpPr/>
            <p:nvPr/>
          </p:nvSpPr>
          <p:spPr>
            <a:xfrm>
              <a:off x="2324034" y="1913126"/>
              <a:ext cx="489" cy="353"/>
            </a:xfrm>
            <a:custGeom>
              <a:avLst/>
              <a:gdLst/>
              <a:ahLst/>
              <a:cxnLst/>
              <a:rect l="l" t="t" r="r" b="b"/>
              <a:pathLst>
                <a:path w="36" h="26" extrusionOk="0">
                  <a:moveTo>
                    <a:pt x="0" y="25"/>
                  </a:moveTo>
                  <a:lnTo>
                    <a:pt x="3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78" name="Google Shape;4478;p66"/>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79" name="Google Shape;4479;p66"/>
            <p:cNvSpPr/>
            <p:nvPr/>
          </p:nvSpPr>
          <p:spPr>
            <a:xfrm>
              <a:off x="2324605" y="1912705"/>
              <a:ext cx="530" cy="394"/>
            </a:xfrm>
            <a:custGeom>
              <a:avLst/>
              <a:gdLst/>
              <a:ahLst/>
              <a:cxnLst/>
              <a:rect l="l" t="t" r="r" b="b"/>
              <a:pathLst>
                <a:path w="39" h="29" extrusionOk="0">
                  <a:moveTo>
                    <a:pt x="0" y="28"/>
                  </a:moveTo>
                  <a:lnTo>
                    <a:pt x="39"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80" name="Google Shape;4480;p66"/>
            <p:cNvSpPr/>
            <p:nvPr/>
          </p:nvSpPr>
          <p:spPr>
            <a:xfrm>
              <a:off x="2325216" y="1912230"/>
              <a:ext cx="584" cy="434"/>
            </a:xfrm>
            <a:custGeom>
              <a:avLst/>
              <a:gdLst/>
              <a:ahLst/>
              <a:cxnLst/>
              <a:rect l="l" t="t" r="r" b="b"/>
              <a:pathLst>
                <a:path w="43" h="32" extrusionOk="0">
                  <a:moveTo>
                    <a:pt x="1" y="32"/>
                  </a:moveTo>
                  <a:lnTo>
                    <a:pt x="43"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81" name="Google Shape;4481;p66"/>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82" name="Google Shape;4482;p66"/>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83" name="Google Shape;4483;p66"/>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84" name="Google Shape;4484;p66"/>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85" name="Google Shape;4485;p66"/>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86" name="Google Shape;4486;p66"/>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87" name="Google Shape;4487;p66"/>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88" name="Google Shape;4488;p66"/>
            <p:cNvSpPr/>
            <p:nvPr/>
          </p:nvSpPr>
          <p:spPr>
            <a:xfrm>
              <a:off x="2361250" y="1948170"/>
              <a:ext cx="54" cy="54"/>
            </a:xfrm>
            <a:custGeom>
              <a:avLst/>
              <a:gdLst/>
              <a:ahLst/>
              <a:cxnLst/>
              <a:rect l="l" t="t" r="r" b="b"/>
              <a:pathLst>
                <a:path w="4" h="4" extrusionOk="0">
                  <a:moveTo>
                    <a:pt x="4"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89" name="Google Shape;4489;p66"/>
            <p:cNvSpPr/>
            <p:nvPr/>
          </p:nvSpPr>
          <p:spPr>
            <a:xfrm>
              <a:off x="2361861" y="1947735"/>
              <a:ext cx="109" cy="109"/>
            </a:xfrm>
            <a:custGeom>
              <a:avLst/>
              <a:gdLst/>
              <a:ahLst/>
              <a:cxnLst/>
              <a:rect l="l" t="t" r="r" b="b"/>
              <a:pathLst>
                <a:path w="8" h="8" extrusionOk="0">
                  <a:moveTo>
                    <a:pt x="8" y="1"/>
                  </a:moveTo>
                  <a:lnTo>
                    <a:pt x="8" y="1"/>
                  </a:ln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90" name="Google Shape;4490;p66"/>
            <p:cNvSpPr/>
            <p:nvPr/>
          </p:nvSpPr>
          <p:spPr>
            <a:xfrm>
              <a:off x="2360870" y="1948496"/>
              <a:ext cx="14" cy="68"/>
            </a:xfrm>
            <a:custGeom>
              <a:avLst/>
              <a:gdLst/>
              <a:ahLst/>
              <a:cxnLst/>
              <a:rect l="l" t="t" r="r" b="b"/>
              <a:pathLst>
                <a:path w="1" h="5" extrusionOk="0">
                  <a:moveTo>
                    <a:pt x="0"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91" name="Google Shape;4491;p66"/>
            <p:cNvSpPr/>
            <p:nvPr/>
          </p:nvSpPr>
          <p:spPr>
            <a:xfrm>
              <a:off x="2361481" y="1947980"/>
              <a:ext cx="109" cy="54"/>
            </a:xfrm>
            <a:custGeom>
              <a:avLst/>
              <a:gdLst/>
              <a:ahLst/>
              <a:cxnLst/>
              <a:rect l="l" t="t" r="r" b="b"/>
              <a:pathLst>
                <a:path w="8" h="4" extrusionOk="0">
                  <a:moveTo>
                    <a:pt x="8"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92" name="Google Shape;4492;p66"/>
            <p:cNvSpPr/>
            <p:nvPr/>
          </p:nvSpPr>
          <p:spPr>
            <a:xfrm>
              <a:off x="2361060" y="1948360"/>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93" name="Google Shape;4493;p66"/>
            <p:cNvSpPr/>
            <p:nvPr/>
          </p:nvSpPr>
          <p:spPr>
            <a:xfrm>
              <a:off x="2360721" y="1948645"/>
              <a:ext cx="68" cy="14"/>
            </a:xfrm>
            <a:custGeom>
              <a:avLst/>
              <a:gdLst/>
              <a:ahLst/>
              <a:cxnLst/>
              <a:rect l="l" t="t" r="r" b="b"/>
              <a:pathLst>
                <a:path w="5" h="1" extrusionOk="0">
                  <a:moveTo>
                    <a:pt x="4"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94" name="Google Shape;4494;p66"/>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95" name="Google Shape;4495;p66"/>
            <p:cNvSpPr/>
            <p:nvPr/>
          </p:nvSpPr>
          <p:spPr>
            <a:xfrm>
              <a:off x="2360015" y="1962711"/>
              <a:ext cx="149" cy="204"/>
            </a:xfrm>
            <a:custGeom>
              <a:avLst/>
              <a:gdLst/>
              <a:ahLst/>
              <a:cxnLst/>
              <a:rect l="l" t="t" r="r" b="b"/>
              <a:pathLst>
                <a:path w="11" h="15" extrusionOk="0">
                  <a:moveTo>
                    <a:pt x="11" y="0"/>
                  </a:moveTo>
                  <a:lnTo>
                    <a:pt x="0"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96" name="Google Shape;4496;p66"/>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97" name="Google Shape;4497;p66"/>
            <p:cNvSpPr/>
            <p:nvPr/>
          </p:nvSpPr>
          <p:spPr>
            <a:xfrm>
              <a:off x="2359580" y="1964707"/>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98" name="Google Shape;4498;p66"/>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499" name="Google Shape;4499;p66"/>
            <p:cNvSpPr/>
            <p:nvPr/>
          </p:nvSpPr>
          <p:spPr>
            <a:xfrm>
              <a:off x="2354027" y="2011522"/>
              <a:ext cx="149" cy="14"/>
            </a:xfrm>
            <a:custGeom>
              <a:avLst/>
              <a:gdLst/>
              <a:ahLst/>
              <a:cxnLst/>
              <a:rect l="l" t="t" r="r" b="b"/>
              <a:pathLst>
                <a:path w="11" h="1" extrusionOk="0">
                  <a:moveTo>
                    <a:pt x="0" y="1"/>
                  </a:moveTo>
                  <a:lnTo>
                    <a:pt x="7" y="1"/>
                  </a:ln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00" name="Google Shape;4500;p66"/>
            <p:cNvSpPr/>
            <p:nvPr/>
          </p:nvSpPr>
          <p:spPr>
            <a:xfrm>
              <a:off x="2353647" y="2011577"/>
              <a:ext cx="299" cy="54"/>
            </a:xfrm>
            <a:custGeom>
              <a:avLst/>
              <a:gdLst/>
              <a:ahLst/>
              <a:cxnLst/>
              <a:rect l="l" t="t" r="r" b="b"/>
              <a:pathLst>
                <a:path w="22" h="4" extrusionOk="0">
                  <a:moveTo>
                    <a:pt x="0" y="4"/>
                  </a:moveTo>
                  <a:lnTo>
                    <a:pt x="2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01" name="Google Shape;4501;p66"/>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02" name="Google Shape;4502;p66"/>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03" name="Google Shape;4503;p66"/>
            <p:cNvSpPr/>
            <p:nvPr/>
          </p:nvSpPr>
          <p:spPr>
            <a:xfrm>
              <a:off x="2314381" y="1940268"/>
              <a:ext cx="258" cy="543"/>
            </a:xfrm>
            <a:custGeom>
              <a:avLst/>
              <a:gdLst/>
              <a:ahLst/>
              <a:cxnLst/>
              <a:rect l="l" t="t" r="r" b="b"/>
              <a:pathLst>
                <a:path w="19" h="40" extrusionOk="0">
                  <a:moveTo>
                    <a:pt x="1" y="39"/>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04" name="Google Shape;4504;p66"/>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05" name="Google Shape;4505;p66"/>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06" name="Google Shape;4506;p66"/>
            <p:cNvSpPr/>
            <p:nvPr/>
          </p:nvSpPr>
          <p:spPr>
            <a:xfrm>
              <a:off x="2314055" y="1940933"/>
              <a:ext cx="244" cy="489"/>
            </a:xfrm>
            <a:custGeom>
              <a:avLst/>
              <a:gdLst/>
              <a:ahLst/>
              <a:cxnLst/>
              <a:rect l="l" t="t" r="r" b="b"/>
              <a:pathLst>
                <a:path w="18" h="36" extrusionOk="0">
                  <a:moveTo>
                    <a:pt x="0" y="36"/>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07" name="Google Shape;4507;p66"/>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08" name="Google Shape;4508;p66"/>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09" name="Google Shape;4509;p66"/>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10" name="Google Shape;4510;p66"/>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11" name="Google Shape;4511;p66"/>
            <p:cNvSpPr/>
            <p:nvPr/>
          </p:nvSpPr>
          <p:spPr>
            <a:xfrm>
              <a:off x="2309534" y="2006390"/>
              <a:ext cx="54" cy="258"/>
            </a:xfrm>
            <a:custGeom>
              <a:avLst/>
              <a:gdLst/>
              <a:ahLst/>
              <a:cxnLst/>
              <a:rect l="l" t="t" r="r" b="b"/>
              <a:pathLst>
                <a:path w="4" h="19" extrusionOk="0">
                  <a:moveTo>
                    <a:pt x="0" y="1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12" name="Google Shape;4512;p66"/>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13" name="Google Shape;4513;p66"/>
            <p:cNvSpPr/>
            <p:nvPr/>
          </p:nvSpPr>
          <p:spPr>
            <a:xfrm>
              <a:off x="2309344" y="2007775"/>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14" name="Google Shape;4514;p66"/>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15" name="Google Shape;4515;p66"/>
            <p:cNvSpPr/>
            <p:nvPr/>
          </p:nvSpPr>
          <p:spPr>
            <a:xfrm>
              <a:off x="2359064" y="1961326"/>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16" name="Google Shape;4516;p66"/>
            <p:cNvSpPr/>
            <p:nvPr/>
          </p:nvSpPr>
          <p:spPr>
            <a:xfrm>
              <a:off x="2354407" y="1952868"/>
              <a:ext cx="149" cy="204"/>
            </a:xfrm>
            <a:custGeom>
              <a:avLst/>
              <a:gdLst/>
              <a:ahLst/>
              <a:cxnLst/>
              <a:rect l="l" t="t" r="r" b="b"/>
              <a:pathLst>
                <a:path w="11" h="15" extrusionOk="0">
                  <a:moveTo>
                    <a:pt x="11" y="1"/>
                  </a:moveTo>
                  <a:lnTo>
                    <a:pt x="0"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17" name="Google Shape;4517;p66"/>
            <p:cNvSpPr/>
            <p:nvPr/>
          </p:nvSpPr>
          <p:spPr>
            <a:xfrm>
              <a:off x="2355779" y="1950967"/>
              <a:ext cx="109" cy="163"/>
            </a:xfrm>
            <a:custGeom>
              <a:avLst/>
              <a:gdLst/>
              <a:ahLst/>
              <a:cxnLst/>
              <a:rect l="l" t="t" r="r" b="b"/>
              <a:pathLst>
                <a:path w="8" h="12" extrusionOk="0">
                  <a:moveTo>
                    <a:pt x="8"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18" name="Google Shape;4518;p66"/>
            <p:cNvSpPr/>
            <p:nvPr/>
          </p:nvSpPr>
          <p:spPr>
            <a:xfrm>
              <a:off x="2353932" y="1953533"/>
              <a:ext cx="109" cy="163"/>
            </a:xfrm>
            <a:custGeom>
              <a:avLst/>
              <a:gdLst/>
              <a:ahLst/>
              <a:cxnLst/>
              <a:rect l="l" t="t" r="r" b="b"/>
              <a:pathLst>
                <a:path w="8" h="12" extrusionOk="0">
                  <a:moveTo>
                    <a:pt x="7"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19" name="Google Shape;4519;p66"/>
            <p:cNvSpPr/>
            <p:nvPr/>
          </p:nvSpPr>
          <p:spPr>
            <a:xfrm>
              <a:off x="2358915" y="1961326"/>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20" name="Google Shape;4520;p66"/>
            <p:cNvSpPr/>
            <p:nvPr/>
          </p:nvSpPr>
          <p:spPr>
            <a:xfrm>
              <a:off x="2354828" y="1952297"/>
              <a:ext cx="163" cy="204"/>
            </a:xfrm>
            <a:custGeom>
              <a:avLst/>
              <a:gdLst/>
              <a:ahLst/>
              <a:cxnLst/>
              <a:rect l="l" t="t" r="r" b="b"/>
              <a:pathLst>
                <a:path w="12" h="15" extrusionOk="0">
                  <a:moveTo>
                    <a:pt x="11" y="1"/>
                  </a:moveTo>
                  <a:lnTo>
                    <a:pt x="1"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21" name="Google Shape;4521;p66"/>
            <p:cNvSpPr/>
            <p:nvPr/>
          </p:nvSpPr>
          <p:spPr>
            <a:xfrm>
              <a:off x="2358779" y="1961381"/>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22" name="Google Shape;4522;p66"/>
            <p:cNvSpPr/>
            <p:nvPr/>
          </p:nvSpPr>
          <p:spPr>
            <a:xfrm>
              <a:off x="2359445" y="1961381"/>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23" name="Google Shape;4523;p66"/>
            <p:cNvSpPr/>
            <p:nvPr/>
          </p:nvSpPr>
          <p:spPr>
            <a:xfrm>
              <a:off x="2356118" y="1950451"/>
              <a:ext cx="109" cy="109"/>
            </a:xfrm>
            <a:custGeom>
              <a:avLst/>
              <a:gdLst/>
              <a:ahLst/>
              <a:cxnLst/>
              <a:rect l="l" t="t" r="r" b="b"/>
              <a:pathLst>
                <a:path w="8" h="8" extrusionOk="0">
                  <a:moveTo>
                    <a:pt x="7"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24" name="Google Shape;4524;p66"/>
            <p:cNvSpPr/>
            <p:nvPr/>
          </p:nvSpPr>
          <p:spPr>
            <a:xfrm>
              <a:off x="2360056" y="1961761"/>
              <a:ext cx="68" cy="14"/>
            </a:xfrm>
            <a:custGeom>
              <a:avLst/>
              <a:gdLst/>
              <a:ahLst/>
              <a:cxnLst/>
              <a:rect l="l" t="t" r="r" b="b"/>
              <a:pathLst>
                <a:path w="5" h="1" extrusionOk="0">
                  <a:moveTo>
                    <a:pt x="1"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25" name="Google Shape;4525;p66"/>
            <p:cNvSpPr/>
            <p:nvPr/>
          </p:nvSpPr>
          <p:spPr>
            <a:xfrm>
              <a:off x="2359730" y="1961516"/>
              <a:ext cx="54" cy="14"/>
            </a:xfrm>
            <a:custGeom>
              <a:avLst/>
              <a:gdLst/>
              <a:ahLst/>
              <a:cxnLst/>
              <a:rect l="l" t="t" r="r" b="b"/>
              <a:pathLst>
                <a:path w="4" h="1" extrusionOk="0">
                  <a:moveTo>
                    <a:pt x="0"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26" name="Google Shape;4526;p66"/>
            <p:cNvSpPr/>
            <p:nvPr/>
          </p:nvSpPr>
          <p:spPr>
            <a:xfrm>
              <a:off x="2355263" y="1951591"/>
              <a:ext cx="204" cy="244"/>
            </a:xfrm>
            <a:custGeom>
              <a:avLst/>
              <a:gdLst/>
              <a:ahLst/>
              <a:cxnLst/>
              <a:rect l="l" t="t" r="r" b="b"/>
              <a:pathLst>
                <a:path w="15" h="18" extrusionOk="0">
                  <a:moveTo>
                    <a:pt x="14" y="0"/>
                  </a:moveTo>
                  <a:lnTo>
                    <a:pt x="0"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27" name="Google Shape;4527;p66"/>
            <p:cNvSpPr/>
            <p:nvPr/>
          </p:nvSpPr>
          <p:spPr>
            <a:xfrm>
              <a:off x="2356539" y="1949921"/>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28" name="Google Shape;4528;p66"/>
            <p:cNvSpPr/>
            <p:nvPr/>
          </p:nvSpPr>
          <p:spPr>
            <a:xfrm>
              <a:off x="2360490" y="1962087"/>
              <a:ext cx="14" cy="14"/>
            </a:xfrm>
            <a:custGeom>
              <a:avLst/>
              <a:gdLst/>
              <a:ahLst/>
              <a:cxnLst/>
              <a:rect l="l" t="t" r="r" b="b"/>
              <a:pathLst>
                <a:path w="1" h="1" extrusionOk="0">
                  <a:moveTo>
                    <a:pt x="0"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29" name="Google Shape;4529;p66"/>
            <p:cNvSpPr/>
            <p:nvPr/>
          </p:nvSpPr>
          <p:spPr>
            <a:xfrm>
              <a:off x="2319703" y="1935991"/>
              <a:ext cx="163" cy="14"/>
            </a:xfrm>
            <a:custGeom>
              <a:avLst/>
              <a:gdLst/>
              <a:ahLst/>
              <a:cxnLst/>
              <a:rect l="l" t="t" r="r" b="b"/>
              <a:pathLst>
                <a:path w="12" h="1" extrusionOk="0">
                  <a:moveTo>
                    <a:pt x="1" y="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30" name="Google Shape;4530;p66"/>
            <p:cNvSpPr/>
            <p:nvPr/>
          </p:nvSpPr>
          <p:spPr>
            <a:xfrm>
              <a:off x="2355113" y="1947735"/>
              <a:ext cx="1724" cy="1779"/>
            </a:xfrm>
            <a:custGeom>
              <a:avLst/>
              <a:gdLst/>
              <a:ahLst/>
              <a:cxnLst/>
              <a:rect l="l" t="t" r="r" b="b"/>
              <a:pathLst>
                <a:path w="127" h="131" extrusionOk="0">
                  <a:moveTo>
                    <a:pt x="127" y="130"/>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31" name="Google Shape;4531;p66"/>
            <p:cNvSpPr/>
            <p:nvPr/>
          </p:nvSpPr>
          <p:spPr>
            <a:xfrm>
              <a:off x="2320464" y="1936140"/>
              <a:ext cx="68" cy="14"/>
            </a:xfrm>
            <a:custGeom>
              <a:avLst/>
              <a:gdLst/>
              <a:ahLst/>
              <a:cxnLst/>
              <a:rect l="l" t="t" r="r" b="b"/>
              <a:pathLst>
                <a:path w="5" h="1" extrusionOk="0">
                  <a:moveTo>
                    <a:pt x="1"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32" name="Google Shape;4532;p66"/>
            <p:cNvSpPr/>
            <p:nvPr/>
          </p:nvSpPr>
          <p:spPr>
            <a:xfrm>
              <a:off x="2320423" y="1936140"/>
              <a:ext cx="54" cy="14"/>
            </a:xfrm>
            <a:custGeom>
              <a:avLst/>
              <a:gdLst/>
              <a:ahLst/>
              <a:cxnLst/>
              <a:rect l="l" t="t" r="r" b="b"/>
              <a:pathLst>
                <a:path w="4" h="1" extrusionOk="0">
                  <a:moveTo>
                    <a:pt x="0"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33" name="Google Shape;4533;p66"/>
            <p:cNvSpPr/>
            <p:nvPr/>
          </p:nvSpPr>
          <p:spPr>
            <a:xfrm>
              <a:off x="2320233" y="1936086"/>
              <a:ext cx="109" cy="14"/>
            </a:xfrm>
            <a:custGeom>
              <a:avLst/>
              <a:gdLst/>
              <a:ahLst/>
              <a:cxnLst/>
              <a:rect l="l" t="t" r="r" b="b"/>
              <a:pathLst>
                <a:path w="8" h="1" extrusionOk="0">
                  <a:moveTo>
                    <a:pt x="0" y="1"/>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34" name="Google Shape;4534;p66"/>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35" name="Google Shape;4535;p66"/>
            <p:cNvSpPr/>
            <p:nvPr/>
          </p:nvSpPr>
          <p:spPr>
            <a:xfrm>
              <a:off x="2319893" y="1936045"/>
              <a:ext cx="163" cy="14"/>
            </a:xfrm>
            <a:custGeom>
              <a:avLst/>
              <a:gdLst/>
              <a:ahLst/>
              <a:cxnLst/>
              <a:rect l="l" t="t" r="r" b="b"/>
              <a:pathLst>
                <a:path w="12" h="1" extrusionOk="0">
                  <a:moveTo>
                    <a:pt x="1" y="0"/>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36" name="Google Shape;4536;p66"/>
            <p:cNvSpPr/>
            <p:nvPr/>
          </p:nvSpPr>
          <p:spPr>
            <a:xfrm>
              <a:off x="2320369" y="1936086"/>
              <a:ext cx="68" cy="14"/>
            </a:xfrm>
            <a:custGeom>
              <a:avLst/>
              <a:gdLst/>
              <a:ahLst/>
              <a:cxnLst/>
              <a:rect l="l" t="t" r="r" b="b"/>
              <a:pathLst>
                <a:path w="5" h="1" extrusionOk="0">
                  <a:moveTo>
                    <a:pt x="1"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37" name="Google Shape;4537;p66"/>
            <p:cNvSpPr/>
            <p:nvPr/>
          </p:nvSpPr>
          <p:spPr>
            <a:xfrm>
              <a:off x="2320083" y="1936045"/>
              <a:ext cx="109" cy="14"/>
            </a:xfrm>
            <a:custGeom>
              <a:avLst/>
              <a:gdLst/>
              <a:ahLst/>
              <a:cxnLst/>
              <a:rect l="l" t="t" r="r" b="b"/>
              <a:pathLst>
                <a:path w="8" h="1" extrusionOk="0">
                  <a:moveTo>
                    <a:pt x="1" y="0"/>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38" name="Google Shape;4538;p66"/>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39" name="Google Shape;4539;p66"/>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40" name="Google Shape;4540;p66"/>
            <p:cNvSpPr/>
            <p:nvPr/>
          </p:nvSpPr>
          <p:spPr>
            <a:xfrm>
              <a:off x="2318753" y="1935950"/>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41" name="Google Shape;4541;p66"/>
            <p:cNvSpPr/>
            <p:nvPr/>
          </p:nvSpPr>
          <p:spPr>
            <a:xfrm>
              <a:off x="2319133" y="1935950"/>
              <a:ext cx="204" cy="14"/>
            </a:xfrm>
            <a:custGeom>
              <a:avLst/>
              <a:gdLst/>
              <a:ahLst/>
              <a:cxnLst/>
              <a:rect l="l" t="t" r="r" b="b"/>
              <a:pathLst>
                <a:path w="15" h="1" extrusionOk="0">
                  <a:moveTo>
                    <a:pt x="1" y="0"/>
                  </a:moveTo>
                  <a:lnTo>
                    <a:pt x="1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42" name="Google Shape;4542;p66"/>
            <p:cNvSpPr/>
            <p:nvPr/>
          </p:nvSpPr>
          <p:spPr>
            <a:xfrm>
              <a:off x="2318332" y="1935950"/>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43" name="Google Shape;4543;p66"/>
            <p:cNvSpPr/>
            <p:nvPr/>
          </p:nvSpPr>
          <p:spPr>
            <a:xfrm>
              <a:off x="2317762" y="1935950"/>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44" name="Google Shape;4544;p66"/>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45" name="Google Shape;4545;p66"/>
            <p:cNvSpPr/>
            <p:nvPr/>
          </p:nvSpPr>
          <p:spPr>
            <a:xfrm>
              <a:off x="2319418" y="1935991"/>
              <a:ext cx="204" cy="14"/>
            </a:xfrm>
            <a:custGeom>
              <a:avLst/>
              <a:gdLst/>
              <a:ahLst/>
              <a:cxnLst/>
              <a:rect l="l" t="t" r="r" b="b"/>
              <a:pathLst>
                <a:path w="15" h="1" extrusionOk="0">
                  <a:moveTo>
                    <a:pt x="1" y="1"/>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46" name="Google Shape;4546;p66"/>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47" name="Google Shape;4547;p66"/>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48" name="Google Shape;4548;p66"/>
            <p:cNvSpPr/>
            <p:nvPr/>
          </p:nvSpPr>
          <p:spPr>
            <a:xfrm>
              <a:off x="2314625" y="1772192"/>
              <a:ext cx="109" cy="109"/>
            </a:xfrm>
            <a:custGeom>
              <a:avLst/>
              <a:gdLst/>
              <a:ahLst/>
              <a:cxnLst/>
              <a:rect l="l" t="t" r="r" b="b"/>
              <a:pathLst>
                <a:path w="8" h="8" extrusionOk="0">
                  <a:moveTo>
                    <a:pt x="7"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49" name="Google Shape;4549;p66"/>
            <p:cNvSpPr/>
            <p:nvPr/>
          </p:nvSpPr>
          <p:spPr>
            <a:xfrm>
              <a:off x="2313770" y="1779334"/>
              <a:ext cx="190" cy="204"/>
            </a:xfrm>
            <a:custGeom>
              <a:avLst/>
              <a:gdLst/>
              <a:ahLst/>
              <a:cxnLst/>
              <a:rect l="l" t="t" r="r" b="b"/>
              <a:pathLst>
                <a:path w="14" h="15" extrusionOk="0">
                  <a:moveTo>
                    <a:pt x="0" y="14"/>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50" name="Google Shape;4550;p66"/>
            <p:cNvSpPr/>
            <p:nvPr/>
          </p:nvSpPr>
          <p:spPr>
            <a:xfrm>
              <a:off x="2315671" y="1773427"/>
              <a:ext cx="14" cy="109"/>
            </a:xfrm>
            <a:custGeom>
              <a:avLst/>
              <a:gdLst/>
              <a:ahLst/>
              <a:cxnLst/>
              <a:rect l="l" t="t" r="r" b="b"/>
              <a:pathLst>
                <a:path w="1" h="8" extrusionOk="0">
                  <a:moveTo>
                    <a:pt x="0"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51" name="Google Shape;4551;p66"/>
            <p:cNvSpPr/>
            <p:nvPr/>
          </p:nvSpPr>
          <p:spPr>
            <a:xfrm>
              <a:off x="2315521" y="1773237"/>
              <a:ext cx="68" cy="68"/>
            </a:xfrm>
            <a:custGeom>
              <a:avLst/>
              <a:gdLst/>
              <a:ahLst/>
              <a:cxnLst/>
              <a:rect l="l" t="t" r="r" b="b"/>
              <a:pathLst>
                <a:path w="5" h="5" extrusionOk="0">
                  <a:moveTo>
                    <a:pt x="4"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52" name="Google Shape;4552;p66"/>
            <p:cNvSpPr/>
            <p:nvPr/>
          </p:nvSpPr>
          <p:spPr>
            <a:xfrm>
              <a:off x="2313485" y="1771527"/>
              <a:ext cx="244" cy="163"/>
            </a:xfrm>
            <a:custGeom>
              <a:avLst/>
              <a:gdLst/>
              <a:ahLst/>
              <a:cxnLst/>
              <a:rect l="l" t="t" r="r" b="b"/>
              <a:pathLst>
                <a:path w="18" h="12" extrusionOk="0">
                  <a:moveTo>
                    <a:pt x="18" y="1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53" name="Google Shape;4553;p66"/>
            <p:cNvSpPr/>
            <p:nvPr/>
          </p:nvSpPr>
          <p:spPr>
            <a:xfrm>
              <a:off x="2314055" y="1779048"/>
              <a:ext cx="149" cy="149"/>
            </a:xfrm>
            <a:custGeom>
              <a:avLst/>
              <a:gdLst/>
              <a:ahLst/>
              <a:cxnLst/>
              <a:rect l="l" t="t" r="r" b="b"/>
              <a:pathLst>
                <a:path w="11" h="11" extrusionOk="0">
                  <a:moveTo>
                    <a:pt x="0" y="11"/>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54" name="Google Shape;4554;p66"/>
            <p:cNvSpPr/>
            <p:nvPr/>
          </p:nvSpPr>
          <p:spPr>
            <a:xfrm>
              <a:off x="2314530" y="1778519"/>
              <a:ext cx="204" cy="149"/>
            </a:xfrm>
            <a:custGeom>
              <a:avLst/>
              <a:gdLst/>
              <a:ahLst/>
              <a:cxnLst/>
              <a:rect l="l" t="t" r="r" b="b"/>
              <a:pathLst>
                <a:path w="15" h="11" extrusionOk="0">
                  <a:moveTo>
                    <a:pt x="0" y="11"/>
                  </a:moveTo>
                  <a:lnTo>
                    <a:pt x="1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55" name="Google Shape;4555;p66"/>
            <p:cNvSpPr/>
            <p:nvPr/>
          </p:nvSpPr>
          <p:spPr>
            <a:xfrm>
              <a:off x="2313811" y="1771676"/>
              <a:ext cx="244" cy="149"/>
            </a:xfrm>
            <a:custGeom>
              <a:avLst/>
              <a:gdLst/>
              <a:ahLst/>
              <a:cxnLst/>
              <a:rect l="l" t="t" r="r" b="b"/>
              <a:pathLst>
                <a:path w="18" h="11" extrusionOk="0">
                  <a:moveTo>
                    <a:pt x="18" y="1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56" name="Google Shape;4556;p66"/>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57" name="Google Shape;4557;p66"/>
            <p:cNvSpPr/>
            <p:nvPr/>
          </p:nvSpPr>
          <p:spPr>
            <a:xfrm>
              <a:off x="2315386" y="1773006"/>
              <a:ext cx="54" cy="109"/>
            </a:xfrm>
            <a:custGeom>
              <a:avLst/>
              <a:gdLst/>
              <a:ahLst/>
              <a:cxnLst/>
              <a:rect l="l" t="t" r="r" b="b"/>
              <a:pathLst>
                <a:path w="4" h="8" extrusionOk="0">
                  <a:moveTo>
                    <a:pt x="4"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58" name="Google Shape;4558;p66"/>
            <p:cNvSpPr/>
            <p:nvPr/>
          </p:nvSpPr>
          <p:spPr>
            <a:xfrm>
              <a:off x="2315236" y="1772816"/>
              <a:ext cx="109" cy="109"/>
            </a:xfrm>
            <a:custGeom>
              <a:avLst/>
              <a:gdLst/>
              <a:ahLst/>
              <a:cxnLst/>
              <a:rect l="l" t="t" r="r" b="b"/>
              <a:pathLst>
                <a:path w="8" h="8" extrusionOk="0">
                  <a:moveTo>
                    <a:pt x="8"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59" name="Google Shape;4559;p66"/>
            <p:cNvSpPr/>
            <p:nvPr/>
          </p:nvSpPr>
          <p:spPr>
            <a:xfrm>
              <a:off x="2315046" y="1772572"/>
              <a:ext cx="109" cy="109"/>
            </a:xfrm>
            <a:custGeom>
              <a:avLst/>
              <a:gdLst/>
              <a:ahLst/>
              <a:cxnLst/>
              <a:rect l="l" t="t" r="r" b="b"/>
              <a:pathLst>
                <a:path w="8" h="8" extrusionOk="0">
                  <a:moveTo>
                    <a:pt x="8" y="8"/>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60" name="Google Shape;4560;p66"/>
            <p:cNvSpPr/>
            <p:nvPr/>
          </p:nvSpPr>
          <p:spPr>
            <a:xfrm>
              <a:off x="2314286" y="1778709"/>
              <a:ext cx="204" cy="204"/>
            </a:xfrm>
            <a:custGeom>
              <a:avLst/>
              <a:gdLst/>
              <a:ahLst/>
              <a:cxnLst/>
              <a:rect l="l" t="t" r="r" b="b"/>
              <a:pathLst>
                <a:path w="15" h="15" extrusionOk="0">
                  <a:moveTo>
                    <a:pt x="1" y="15"/>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61" name="Google Shape;4561;p66"/>
            <p:cNvSpPr/>
            <p:nvPr/>
          </p:nvSpPr>
          <p:spPr>
            <a:xfrm>
              <a:off x="2310769" y="1783081"/>
              <a:ext cx="339" cy="543"/>
            </a:xfrm>
            <a:custGeom>
              <a:avLst/>
              <a:gdLst/>
              <a:ahLst/>
              <a:cxnLst/>
              <a:rect l="l" t="t" r="r" b="b"/>
              <a:pathLst>
                <a:path w="25" h="40" extrusionOk="0">
                  <a:moveTo>
                    <a:pt x="0" y="39"/>
                  </a:moveTo>
                  <a:lnTo>
                    <a:pt x="2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62" name="Google Shape;4562;p66"/>
            <p:cNvSpPr/>
            <p:nvPr/>
          </p:nvSpPr>
          <p:spPr>
            <a:xfrm>
              <a:off x="2310335" y="1783651"/>
              <a:ext cx="394" cy="638"/>
            </a:xfrm>
            <a:custGeom>
              <a:avLst/>
              <a:gdLst/>
              <a:ahLst/>
              <a:cxnLst/>
              <a:rect l="l" t="t" r="r" b="b"/>
              <a:pathLst>
                <a:path w="29" h="47" extrusionOk="0">
                  <a:moveTo>
                    <a:pt x="1" y="46"/>
                  </a:moveTo>
                  <a:lnTo>
                    <a:pt x="2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63" name="Google Shape;4563;p66"/>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64" name="Google Shape;4564;p66"/>
            <p:cNvSpPr/>
            <p:nvPr/>
          </p:nvSpPr>
          <p:spPr>
            <a:xfrm>
              <a:off x="2313430" y="1779659"/>
              <a:ext cx="204" cy="258"/>
            </a:xfrm>
            <a:custGeom>
              <a:avLst/>
              <a:gdLst/>
              <a:ahLst/>
              <a:cxnLst/>
              <a:rect l="l" t="t" r="r" b="b"/>
              <a:pathLst>
                <a:path w="15" h="19" extrusionOk="0">
                  <a:moveTo>
                    <a:pt x="1" y="18"/>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65" name="Google Shape;4565;p66"/>
            <p:cNvSpPr/>
            <p:nvPr/>
          </p:nvSpPr>
          <p:spPr>
            <a:xfrm>
              <a:off x="2311190" y="1782511"/>
              <a:ext cx="299" cy="394"/>
            </a:xfrm>
            <a:custGeom>
              <a:avLst/>
              <a:gdLst/>
              <a:ahLst/>
              <a:cxnLst/>
              <a:rect l="l" t="t" r="r" b="b"/>
              <a:pathLst>
                <a:path w="22" h="29" extrusionOk="0">
                  <a:moveTo>
                    <a:pt x="1" y="29"/>
                  </a:moveTo>
                  <a:lnTo>
                    <a:pt x="22"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66" name="Google Shape;4566;p66"/>
            <p:cNvSpPr/>
            <p:nvPr/>
          </p:nvSpPr>
          <p:spPr>
            <a:xfrm>
              <a:off x="2314856" y="1772382"/>
              <a:ext cx="109" cy="109"/>
            </a:xfrm>
            <a:custGeom>
              <a:avLst/>
              <a:gdLst/>
              <a:ahLst/>
              <a:cxnLst/>
              <a:rect l="l" t="t" r="r" b="b"/>
              <a:pathLst>
                <a:path w="8" h="8" extrusionOk="0">
                  <a:moveTo>
                    <a:pt x="1" y="1"/>
                  </a:moveTo>
                  <a:lnTo>
                    <a:pt x="8"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67" name="Google Shape;4567;p66"/>
            <p:cNvSpPr/>
            <p:nvPr/>
          </p:nvSpPr>
          <p:spPr>
            <a:xfrm>
              <a:off x="2313091" y="1780094"/>
              <a:ext cx="258" cy="244"/>
            </a:xfrm>
            <a:custGeom>
              <a:avLst/>
              <a:gdLst/>
              <a:ahLst/>
              <a:cxnLst/>
              <a:rect l="l" t="t" r="r" b="b"/>
              <a:pathLst>
                <a:path w="19" h="18" extrusionOk="0">
                  <a:moveTo>
                    <a:pt x="1" y="18"/>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68" name="Google Shape;4568;p66"/>
            <p:cNvSpPr/>
            <p:nvPr/>
          </p:nvSpPr>
          <p:spPr>
            <a:xfrm>
              <a:off x="2312765" y="1780515"/>
              <a:ext cx="244" cy="299"/>
            </a:xfrm>
            <a:custGeom>
              <a:avLst/>
              <a:gdLst/>
              <a:ahLst/>
              <a:cxnLst/>
              <a:rect l="l" t="t" r="r" b="b"/>
              <a:pathLst>
                <a:path w="18" h="22" extrusionOk="0">
                  <a:moveTo>
                    <a:pt x="0" y="22"/>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69" name="Google Shape;4569;p66"/>
            <p:cNvSpPr/>
            <p:nvPr/>
          </p:nvSpPr>
          <p:spPr>
            <a:xfrm>
              <a:off x="2312385" y="1780990"/>
              <a:ext cx="244" cy="299"/>
            </a:xfrm>
            <a:custGeom>
              <a:avLst/>
              <a:gdLst/>
              <a:ahLst/>
              <a:cxnLst/>
              <a:rect l="l" t="t" r="r" b="b"/>
              <a:pathLst>
                <a:path w="18" h="22" extrusionOk="0">
                  <a:moveTo>
                    <a:pt x="0" y="22"/>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70" name="Google Shape;4570;p66"/>
            <p:cNvSpPr/>
            <p:nvPr/>
          </p:nvSpPr>
          <p:spPr>
            <a:xfrm>
              <a:off x="2312005" y="1781465"/>
              <a:ext cx="244" cy="353"/>
            </a:xfrm>
            <a:custGeom>
              <a:avLst/>
              <a:gdLst/>
              <a:ahLst/>
              <a:cxnLst/>
              <a:rect l="l" t="t" r="r" b="b"/>
              <a:pathLst>
                <a:path w="18" h="26" extrusionOk="0">
                  <a:moveTo>
                    <a:pt x="0" y="25"/>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71" name="Google Shape;4571;p66"/>
            <p:cNvSpPr/>
            <p:nvPr/>
          </p:nvSpPr>
          <p:spPr>
            <a:xfrm>
              <a:off x="2311625" y="1781995"/>
              <a:ext cx="244" cy="339"/>
            </a:xfrm>
            <a:custGeom>
              <a:avLst/>
              <a:gdLst/>
              <a:ahLst/>
              <a:cxnLst/>
              <a:rect l="l" t="t" r="r" b="b"/>
              <a:pathLst>
                <a:path w="18" h="25" extrusionOk="0">
                  <a:moveTo>
                    <a:pt x="0" y="25"/>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72" name="Google Shape;4572;p66"/>
            <p:cNvSpPr/>
            <p:nvPr/>
          </p:nvSpPr>
          <p:spPr>
            <a:xfrm>
              <a:off x="2309955" y="1784276"/>
              <a:ext cx="394" cy="584"/>
            </a:xfrm>
            <a:custGeom>
              <a:avLst/>
              <a:gdLst/>
              <a:ahLst/>
              <a:cxnLst/>
              <a:rect l="l" t="t" r="r" b="b"/>
              <a:pathLst>
                <a:path w="29" h="43" extrusionOk="0">
                  <a:moveTo>
                    <a:pt x="1" y="42"/>
                  </a:moveTo>
                  <a:lnTo>
                    <a:pt x="29"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73" name="Google Shape;4573;p66"/>
            <p:cNvSpPr/>
            <p:nvPr/>
          </p:nvSpPr>
          <p:spPr>
            <a:xfrm>
              <a:off x="2312141" y="1771241"/>
              <a:ext cx="394" cy="68"/>
            </a:xfrm>
            <a:custGeom>
              <a:avLst/>
              <a:gdLst/>
              <a:ahLst/>
              <a:cxnLst/>
              <a:rect l="l" t="t" r="r" b="b"/>
              <a:pathLst>
                <a:path w="29" h="5" extrusionOk="0">
                  <a:moveTo>
                    <a:pt x="29"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74" name="Google Shape;4574;p66"/>
            <p:cNvSpPr/>
            <p:nvPr/>
          </p:nvSpPr>
          <p:spPr>
            <a:xfrm>
              <a:off x="2312616" y="1771296"/>
              <a:ext cx="353" cy="109"/>
            </a:xfrm>
            <a:custGeom>
              <a:avLst/>
              <a:gdLst/>
              <a:ahLst/>
              <a:cxnLst/>
              <a:rect l="l" t="t" r="r" b="b"/>
              <a:pathLst>
                <a:path w="26" h="8" extrusionOk="0">
                  <a:moveTo>
                    <a:pt x="25"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75" name="Google Shape;4575;p66"/>
            <p:cNvSpPr/>
            <p:nvPr/>
          </p:nvSpPr>
          <p:spPr>
            <a:xfrm>
              <a:off x="2311665" y="1771146"/>
              <a:ext cx="394" cy="68"/>
            </a:xfrm>
            <a:custGeom>
              <a:avLst/>
              <a:gdLst/>
              <a:ahLst/>
              <a:cxnLst/>
              <a:rect l="l" t="t" r="r" b="b"/>
              <a:pathLst>
                <a:path w="29" h="5" extrusionOk="0">
                  <a:moveTo>
                    <a:pt x="29"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76" name="Google Shape;4576;p66"/>
            <p:cNvSpPr/>
            <p:nvPr/>
          </p:nvSpPr>
          <p:spPr>
            <a:xfrm>
              <a:off x="2313050" y="1771431"/>
              <a:ext cx="299" cy="109"/>
            </a:xfrm>
            <a:custGeom>
              <a:avLst/>
              <a:gdLst/>
              <a:ahLst/>
              <a:cxnLst/>
              <a:rect l="l" t="t" r="r" b="b"/>
              <a:pathLst>
                <a:path w="22" h="8" extrusionOk="0">
                  <a:moveTo>
                    <a:pt x="21"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77" name="Google Shape;4577;p66"/>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78" name="Google Shape;4578;p66"/>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79" name="Google Shape;4579;p66"/>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80" name="Google Shape;4580;p66"/>
            <p:cNvSpPr/>
            <p:nvPr/>
          </p:nvSpPr>
          <p:spPr>
            <a:xfrm>
              <a:off x="2702915" y="1869217"/>
              <a:ext cx="109" cy="394"/>
            </a:xfrm>
            <a:custGeom>
              <a:avLst/>
              <a:gdLst/>
              <a:ahLst/>
              <a:cxnLst/>
              <a:rect l="l" t="t" r="r" b="b"/>
              <a:pathLst>
                <a:path w="8" h="29" extrusionOk="0">
                  <a:moveTo>
                    <a:pt x="0" y="0"/>
                  </a:moveTo>
                  <a:lnTo>
                    <a:pt x="7" y="2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81" name="Google Shape;4581;p66"/>
            <p:cNvSpPr/>
            <p:nvPr/>
          </p:nvSpPr>
          <p:spPr>
            <a:xfrm>
              <a:off x="2730382" y="1871783"/>
              <a:ext cx="204" cy="1290"/>
            </a:xfrm>
            <a:custGeom>
              <a:avLst/>
              <a:gdLst/>
              <a:ahLst/>
              <a:cxnLst/>
              <a:rect l="l" t="t" r="r" b="b"/>
              <a:pathLst>
                <a:path w="15" h="95" extrusionOk="0">
                  <a:moveTo>
                    <a:pt x="15" y="95"/>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82" name="Google Shape;4582;p66"/>
            <p:cNvSpPr/>
            <p:nvPr/>
          </p:nvSpPr>
          <p:spPr>
            <a:xfrm>
              <a:off x="2703105" y="1870018"/>
              <a:ext cx="109" cy="448"/>
            </a:xfrm>
            <a:custGeom>
              <a:avLst/>
              <a:gdLst/>
              <a:ahLst/>
              <a:cxnLst/>
              <a:rect l="l" t="t" r="r" b="b"/>
              <a:pathLst>
                <a:path w="8" h="33" extrusionOk="0">
                  <a:moveTo>
                    <a:pt x="0" y="1"/>
                  </a:moveTo>
                  <a:lnTo>
                    <a:pt x="7"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83" name="Google Shape;4583;p66"/>
            <p:cNvSpPr/>
            <p:nvPr/>
          </p:nvSpPr>
          <p:spPr>
            <a:xfrm>
              <a:off x="2702480" y="1867737"/>
              <a:ext cx="109" cy="394"/>
            </a:xfrm>
            <a:custGeom>
              <a:avLst/>
              <a:gdLst/>
              <a:ahLst/>
              <a:cxnLst/>
              <a:rect l="l" t="t" r="r" b="b"/>
              <a:pathLst>
                <a:path w="8" h="29" extrusionOk="0">
                  <a:moveTo>
                    <a:pt x="1" y="1"/>
                  </a:moveTo>
                  <a:lnTo>
                    <a:pt x="8" y="2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84" name="Google Shape;4584;p66"/>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85" name="Google Shape;4585;p66"/>
            <p:cNvSpPr/>
            <p:nvPr/>
          </p:nvSpPr>
          <p:spPr>
            <a:xfrm>
              <a:off x="2730667" y="1873439"/>
              <a:ext cx="163" cy="964"/>
            </a:xfrm>
            <a:custGeom>
              <a:avLst/>
              <a:gdLst/>
              <a:ahLst/>
              <a:cxnLst/>
              <a:rect l="l" t="t" r="r" b="b"/>
              <a:pathLst>
                <a:path w="12" h="71" extrusionOk="0">
                  <a:moveTo>
                    <a:pt x="11" y="7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86" name="Google Shape;4586;p66"/>
            <p:cNvSpPr/>
            <p:nvPr/>
          </p:nvSpPr>
          <p:spPr>
            <a:xfrm>
              <a:off x="2730911" y="1874919"/>
              <a:ext cx="149" cy="1005"/>
            </a:xfrm>
            <a:custGeom>
              <a:avLst/>
              <a:gdLst/>
              <a:ahLst/>
              <a:cxnLst/>
              <a:rect l="l" t="t" r="r" b="b"/>
              <a:pathLst>
                <a:path w="11" h="74" extrusionOk="0">
                  <a:moveTo>
                    <a:pt x="11" y="7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87" name="Google Shape;4587;p66"/>
            <p:cNvSpPr/>
            <p:nvPr/>
          </p:nvSpPr>
          <p:spPr>
            <a:xfrm>
              <a:off x="2702290" y="1867071"/>
              <a:ext cx="109" cy="353"/>
            </a:xfrm>
            <a:custGeom>
              <a:avLst/>
              <a:gdLst/>
              <a:ahLst/>
              <a:cxnLst/>
              <a:rect l="l" t="t" r="r" b="b"/>
              <a:pathLst>
                <a:path w="8" h="26" extrusionOk="0">
                  <a:moveTo>
                    <a:pt x="1" y="1"/>
                  </a:moveTo>
                  <a:lnTo>
                    <a:pt x="8"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88" name="Google Shape;4588;p66"/>
            <p:cNvSpPr/>
            <p:nvPr/>
          </p:nvSpPr>
          <p:spPr>
            <a:xfrm>
              <a:off x="2703675" y="1872638"/>
              <a:ext cx="54" cy="434"/>
            </a:xfrm>
            <a:custGeom>
              <a:avLst/>
              <a:gdLst/>
              <a:ahLst/>
              <a:cxnLst/>
              <a:rect l="l" t="t" r="r" b="b"/>
              <a:pathLst>
                <a:path w="4" h="32" extrusionOk="0">
                  <a:moveTo>
                    <a:pt x="0" y="0"/>
                  </a:moveTo>
                  <a:lnTo>
                    <a:pt x="4"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89" name="Google Shape;4589;p66"/>
            <p:cNvSpPr/>
            <p:nvPr/>
          </p:nvSpPr>
          <p:spPr>
            <a:xfrm>
              <a:off x="2703485" y="1871728"/>
              <a:ext cx="109" cy="448"/>
            </a:xfrm>
            <a:custGeom>
              <a:avLst/>
              <a:gdLst/>
              <a:ahLst/>
              <a:cxnLst/>
              <a:rect l="l" t="t" r="r" b="b"/>
              <a:pathLst>
                <a:path w="8" h="33" extrusionOk="0">
                  <a:moveTo>
                    <a:pt x="0" y="1"/>
                  </a:moveTo>
                  <a:lnTo>
                    <a:pt x="7"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90" name="Google Shape;4590;p66"/>
            <p:cNvSpPr/>
            <p:nvPr/>
          </p:nvSpPr>
          <p:spPr>
            <a:xfrm>
              <a:off x="2702670" y="1868497"/>
              <a:ext cx="163" cy="353"/>
            </a:xfrm>
            <a:custGeom>
              <a:avLst/>
              <a:gdLst/>
              <a:ahLst/>
              <a:cxnLst/>
              <a:rect l="l" t="t" r="r" b="b"/>
              <a:pathLst>
                <a:path w="12" h="26" extrusionOk="0">
                  <a:moveTo>
                    <a:pt x="1" y="1"/>
                  </a:moveTo>
                  <a:lnTo>
                    <a:pt x="11"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91" name="Google Shape;4591;p66"/>
            <p:cNvSpPr/>
            <p:nvPr/>
          </p:nvSpPr>
          <p:spPr>
            <a:xfrm>
              <a:off x="2731142" y="1876345"/>
              <a:ext cx="14" cy="109"/>
            </a:xfrm>
            <a:custGeom>
              <a:avLst/>
              <a:gdLst/>
              <a:ahLst/>
              <a:cxnLst/>
              <a:rect l="l" t="t" r="r" b="b"/>
              <a:pathLst>
                <a:path w="1" h="8" extrusionOk="0">
                  <a:moveTo>
                    <a:pt x="1" y="7"/>
                  </a:moveTo>
                  <a:lnTo>
                    <a:pt x="1" y="7"/>
                  </a:ln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92" name="Google Shape;4592;p66"/>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93" name="Google Shape;4593;p66"/>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94" name="Google Shape;4594;p66"/>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95" name="Google Shape;4595;p66"/>
            <p:cNvSpPr/>
            <p:nvPr/>
          </p:nvSpPr>
          <p:spPr>
            <a:xfrm>
              <a:off x="2703295" y="1870873"/>
              <a:ext cx="109" cy="448"/>
            </a:xfrm>
            <a:custGeom>
              <a:avLst/>
              <a:gdLst/>
              <a:ahLst/>
              <a:cxnLst/>
              <a:rect l="l" t="t" r="r" b="b"/>
              <a:pathLst>
                <a:path w="8" h="33" extrusionOk="0">
                  <a:moveTo>
                    <a:pt x="0" y="1"/>
                  </a:moveTo>
                  <a:lnTo>
                    <a:pt x="7"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96" name="Google Shape;4596;p66"/>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97" name="Google Shape;4597;p66"/>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98" name="Google Shape;4598;p66"/>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599" name="Google Shape;4599;p66"/>
            <p:cNvSpPr/>
            <p:nvPr/>
          </p:nvSpPr>
          <p:spPr>
            <a:xfrm>
              <a:off x="2704286" y="1878151"/>
              <a:ext cx="14" cy="109"/>
            </a:xfrm>
            <a:custGeom>
              <a:avLst/>
              <a:gdLst/>
              <a:ahLst/>
              <a:cxnLst/>
              <a:rect l="l" t="t" r="r" b="b"/>
              <a:pathLst>
                <a:path w="1" h="8" extrusionOk="0">
                  <a:moveTo>
                    <a:pt x="1"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00" name="Google Shape;4600;p66"/>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01" name="Google Shape;4601;p66"/>
            <p:cNvSpPr/>
            <p:nvPr/>
          </p:nvSpPr>
          <p:spPr>
            <a:xfrm>
              <a:off x="2702059" y="1866460"/>
              <a:ext cx="149" cy="339"/>
            </a:xfrm>
            <a:custGeom>
              <a:avLst/>
              <a:gdLst/>
              <a:ahLst/>
              <a:cxnLst/>
              <a:rect l="l" t="t" r="r" b="b"/>
              <a:pathLst>
                <a:path w="11" h="25" extrusionOk="0">
                  <a:moveTo>
                    <a:pt x="0" y="0"/>
                  </a:moveTo>
                  <a:lnTo>
                    <a:pt x="11"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02" name="Google Shape;4602;p66"/>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03" name="Google Shape;4603;p66"/>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04" name="Google Shape;4604;p66"/>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05" name="Google Shape;4605;p66"/>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06" name="Google Shape;4606;p66"/>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07" name="Google Shape;4607;p66"/>
            <p:cNvSpPr/>
            <p:nvPr/>
          </p:nvSpPr>
          <p:spPr>
            <a:xfrm>
              <a:off x="2307063" y="1789734"/>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08" name="Google Shape;4608;p66"/>
            <p:cNvSpPr/>
            <p:nvPr/>
          </p:nvSpPr>
          <p:spPr>
            <a:xfrm>
              <a:off x="2305542" y="1789924"/>
              <a:ext cx="54" cy="14"/>
            </a:xfrm>
            <a:custGeom>
              <a:avLst/>
              <a:gdLst/>
              <a:ahLst/>
              <a:cxnLst/>
              <a:rect l="l" t="t" r="r" b="b"/>
              <a:pathLst>
                <a:path w="4" h="1" extrusionOk="0">
                  <a:moveTo>
                    <a:pt x="0" y="1"/>
                  </a:moveTo>
                  <a:lnTo>
                    <a:pt x="0" y="1"/>
                  </a:ln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09" name="Google Shape;4609;p66"/>
            <p:cNvSpPr/>
            <p:nvPr/>
          </p:nvSpPr>
          <p:spPr>
            <a:xfrm>
              <a:off x="2305827" y="1789829"/>
              <a:ext cx="54" cy="14"/>
            </a:xfrm>
            <a:custGeom>
              <a:avLst/>
              <a:gdLst/>
              <a:ahLst/>
              <a:cxnLst/>
              <a:rect l="l" t="t" r="r" b="b"/>
              <a:pathLst>
                <a:path w="4" h="1" extrusionOk="0">
                  <a:moveTo>
                    <a:pt x="0"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10" name="Google Shape;4610;p66"/>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11" name="Google Shape;4611;p66"/>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12" name="Google Shape;4612;p66"/>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13" name="Google Shape;4613;p66"/>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14" name="Google Shape;4614;p66"/>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15" name="Google Shape;4615;p66"/>
            <p:cNvSpPr/>
            <p:nvPr/>
          </p:nvSpPr>
          <p:spPr>
            <a:xfrm>
              <a:off x="2305637" y="1789883"/>
              <a:ext cx="109" cy="14"/>
            </a:xfrm>
            <a:custGeom>
              <a:avLst/>
              <a:gdLst/>
              <a:ahLst/>
              <a:cxnLst/>
              <a:rect l="l" t="t" r="r" b="b"/>
              <a:pathLst>
                <a:path w="8" h="1" extrusionOk="0">
                  <a:moveTo>
                    <a:pt x="0" y="0"/>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16" name="Google Shape;4616;p66"/>
            <p:cNvSpPr/>
            <p:nvPr/>
          </p:nvSpPr>
          <p:spPr>
            <a:xfrm>
              <a:off x="2306017" y="1789788"/>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17" name="Google Shape;4617;p66"/>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18" name="Google Shape;4618;p66"/>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19" name="Google Shape;4619;p66"/>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20" name="Google Shape;4620;p66"/>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21" name="Google Shape;4621;p66"/>
            <p:cNvSpPr/>
            <p:nvPr/>
          </p:nvSpPr>
          <p:spPr>
            <a:xfrm>
              <a:off x="2317422" y="1791784"/>
              <a:ext cx="584" cy="394"/>
            </a:xfrm>
            <a:custGeom>
              <a:avLst/>
              <a:gdLst/>
              <a:ahLst/>
              <a:cxnLst/>
              <a:rect l="l" t="t" r="r" b="b"/>
              <a:pathLst>
                <a:path w="43" h="29" extrusionOk="0">
                  <a:moveTo>
                    <a:pt x="1" y="28"/>
                  </a:moveTo>
                  <a:lnTo>
                    <a:pt x="43"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22" name="Google Shape;4622;p66"/>
            <p:cNvSpPr/>
            <p:nvPr/>
          </p:nvSpPr>
          <p:spPr>
            <a:xfrm>
              <a:off x="2308773" y="1792069"/>
              <a:ext cx="14" cy="54"/>
            </a:xfrm>
            <a:custGeom>
              <a:avLst/>
              <a:gdLst/>
              <a:ahLst/>
              <a:cxnLst/>
              <a:rect l="l" t="t" r="r" b="b"/>
              <a:pathLst>
                <a:path w="1" h="4" extrusionOk="0">
                  <a:moveTo>
                    <a:pt x="0"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23" name="Google Shape;4623;p66"/>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24" name="Google Shape;4624;p66"/>
            <p:cNvSpPr/>
            <p:nvPr/>
          </p:nvSpPr>
          <p:spPr>
            <a:xfrm>
              <a:off x="2309058" y="1789829"/>
              <a:ext cx="54" cy="394"/>
            </a:xfrm>
            <a:custGeom>
              <a:avLst/>
              <a:gdLst/>
              <a:ahLst/>
              <a:cxnLst/>
              <a:rect l="l" t="t" r="r" b="b"/>
              <a:pathLst>
                <a:path w="4" h="29" extrusionOk="0">
                  <a:moveTo>
                    <a:pt x="4" y="1"/>
                  </a:moveTo>
                  <a:lnTo>
                    <a:pt x="4" y="1"/>
                  </a:lnTo>
                  <a:lnTo>
                    <a:pt x="0" y="2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25" name="Google Shape;4625;p66"/>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26" name="Google Shape;4626;p66"/>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27" name="Google Shape;4627;p66"/>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28" name="Google Shape;4628;p66"/>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29" name="Google Shape;4629;p66"/>
            <p:cNvSpPr/>
            <p:nvPr/>
          </p:nvSpPr>
          <p:spPr>
            <a:xfrm>
              <a:off x="2306397" y="1805701"/>
              <a:ext cx="54" cy="258"/>
            </a:xfrm>
            <a:custGeom>
              <a:avLst/>
              <a:gdLst/>
              <a:ahLst/>
              <a:cxnLst/>
              <a:rect l="l" t="t" r="r" b="b"/>
              <a:pathLst>
                <a:path w="4" h="19" extrusionOk="0">
                  <a:moveTo>
                    <a:pt x="0" y="1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30" name="Google Shape;4630;p66"/>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31" name="Google Shape;4631;p66"/>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32" name="Google Shape;4632;p66"/>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33" name="Google Shape;4633;p66"/>
            <p:cNvSpPr/>
            <p:nvPr/>
          </p:nvSpPr>
          <p:spPr>
            <a:xfrm>
              <a:off x="2308868" y="1791404"/>
              <a:ext cx="14" cy="244"/>
            </a:xfrm>
            <a:custGeom>
              <a:avLst/>
              <a:gdLst/>
              <a:ahLst/>
              <a:cxnLst/>
              <a:rect l="l" t="t" r="r" b="b"/>
              <a:pathLst>
                <a:path w="1" h="18" extrusionOk="0">
                  <a:moveTo>
                    <a:pt x="0" y="18"/>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34" name="Google Shape;4634;p66"/>
            <p:cNvSpPr/>
            <p:nvPr/>
          </p:nvSpPr>
          <p:spPr>
            <a:xfrm>
              <a:off x="2307538" y="1802809"/>
              <a:ext cx="54" cy="299"/>
            </a:xfrm>
            <a:custGeom>
              <a:avLst/>
              <a:gdLst/>
              <a:ahLst/>
              <a:cxnLst/>
              <a:rect l="l" t="t" r="r" b="b"/>
              <a:pathLst>
                <a:path w="4" h="22" extrusionOk="0">
                  <a:moveTo>
                    <a:pt x="0" y="21"/>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35" name="Google Shape;4635;p66"/>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36" name="Google Shape;4636;p66"/>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37" name="Google Shape;4637;p66"/>
            <p:cNvSpPr/>
            <p:nvPr/>
          </p:nvSpPr>
          <p:spPr>
            <a:xfrm>
              <a:off x="2306248" y="1806041"/>
              <a:ext cx="109" cy="299"/>
            </a:xfrm>
            <a:custGeom>
              <a:avLst/>
              <a:gdLst/>
              <a:ahLst/>
              <a:cxnLst/>
              <a:rect l="l" t="t" r="r" b="b"/>
              <a:pathLst>
                <a:path w="8" h="22" extrusionOk="0">
                  <a:moveTo>
                    <a:pt x="1" y="21"/>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38" name="Google Shape;4638;p66"/>
            <p:cNvSpPr/>
            <p:nvPr/>
          </p:nvSpPr>
          <p:spPr>
            <a:xfrm>
              <a:off x="2306492" y="1805375"/>
              <a:ext cx="109" cy="244"/>
            </a:xfrm>
            <a:custGeom>
              <a:avLst/>
              <a:gdLst/>
              <a:ahLst/>
              <a:cxnLst/>
              <a:rect l="l" t="t" r="r" b="b"/>
              <a:pathLst>
                <a:path w="8" h="18" extrusionOk="0">
                  <a:moveTo>
                    <a:pt x="0" y="18"/>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39" name="Google Shape;4639;p66"/>
            <p:cNvSpPr/>
            <p:nvPr/>
          </p:nvSpPr>
          <p:spPr>
            <a:xfrm>
              <a:off x="2305393" y="1809652"/>
              <a:ext cx="109" cy="489"/>
            </a:xfrm>
            <a:custGeom>
              <a:avLst/>
              <a:gdLst/>
              <a:ahLst/>
              <a:cxnLst/>
              <a:rect l="l" t="t" r="r" b="b"/>
              <a:pathLst>
                <a:path w="8" h="36" extrusionOk="0">
                  <a:moveTo>
                    <a:pt x="1" y="36"/>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40" name="Google Shape;4640;p66"/>
            <p:cNvSpPr/>
            <p:nvPr/>
          </p:nvSpPr>
          <p:spPr>
            <a:xfrm>
              <a:off x="2304687" y="1814404"/>
              <a:ext cx="14" cy="299"/>
            </a:xfrm>
            <a:custGeom>
              <a:avLst/>
              <a:gdLst/>
              <a:ahLst/>
              <a:cxnLst/>
              <a:rect l="l" t="t" r="r" b="b"/>
              <a:pathLst>
                <a:path w="1" h="22" extrusionOk="0">
                  <a:moveTo>
                    <a:pt x="0" y="22"/>
                  </a:moveTo>
                  <a:lnTo>
                    <a:pt x="0" y="22"/>
                  </a:ln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41" name="Google Shape;4641;p66"/>
            <p:cNvSpPr/>
            <p:nvPr/>
          </p:nvSpPr>
          <p:spPr>
            <a:xfrm>
              <a:off x="2304917" y="1812313"/>
              <a:ext cx="109" cy="584"/>
            </a:xfrm>
            <a:custGeom>
              <a:avLst/>
              <a:gdLst/>
              <a:ahLst/>
              <a:cxnLst/>
              <a:rect l="l" t="t" r="r" b="b"/>
              <a:pathLst>
                <a:path w="8" h="43" extrusionOk="0">
                  <a:moveTo>
                    <a:pt x="1" y="43"/>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42" name="Google Shape;4642;p66"/>
            <p:cNvSpPr/>
            <p:nvPr/>
          </p:nvSpPr>
          <p:spPr>
            <a:xfrm>
              <a:off x="2305868" y="1807561"/>
              <a:ext cx="109" cy="394"/>
            </a:xfrm>
            <a:custGeom>
              <a:avLst/>
              <a:gdLst/>
              <a:ahLst/>
              <a:cxnLst/>
              <a:rect l="l" t="t" r="r" b="b"/>
              <a:pathLst>
                <a:path w="8" h="29" extrusionOk="0">
                  <a:moveTo>
                    <a:pt x="1" y="29"/>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43" name="Google Shape;4643;p66"/>
            <p:cNvSpPr/>
            <p:nvPr/>
          </p:nvSpPr>
          <p:spPr>
            <a:xfrm>
              <a:off x="2305732" y="1808186"/>
              <a:ext cx="109" cy="434"/>
            </a:xfrm>
            <a:custGeom>
              <a:avLst/>
              <a:gdLst/>
              <a:ahLst/>
              <a:cxnLst/>
              <a:rect l="l" t="t" r="r" b="b"/>
              <a:pathLst>
                <a:path w="8" h="32" extrusionOk="0">
                  <a:moveTo>
                    <a:pt x="0" y="32"/>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44" name="Google Shape;4644;p66"/>
            <p:cNvSpPr/>
            <p:nvPr/>
          </p:nvSpPr>
          <p:spPr>
            <a:xfrm>
              <a:off x="2305107" y="1811363"/>
              <a:ext cx="109" cy="584"/>
            </a:xfrm>
            <a:custGeom>
              <a:avLst/>
              <a:gdLst/>
              <a:ahLst/>
              <a:cxnLst/>
              <a:rect l="l" t="t" r="r" b="b"/>
              <a:pathLst>
                <a:path w="8" h="43" extrusionOk="0">
                  <a:moveTo>
                    <a:pt x="1" y="43"/>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45" name="Google Shape;4645;p66"/>
            <p:cNvSpPr/>
            <p:nvPr/>
          </p:nvSpPr>
          <p:spPr>
            <a:xfrm>
              <a:off x="2304782" y="1813359"/>
              <a:ext cx="109" cy="638"/>
            </a:xfrm>
            <a:custGeom>
              <a:avLst/>
              <a:gdLst/>
              <a:ahLst/>
              <a:cxnLst/>
              <a:rect l="l" t="t" r="r" b="b"/>
              <a:pathLst>
                <a:path w="8" h="47" extrusionOk="0">
                  <a:moveTo>
                    <a:pt x="0" y="46"/>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46" name="Google Shape;4646;p66"/>
            <p:cNvSpPr/>
            <p:nvPr/>
          </p:nvSpPr>
          <p:spPr>
            <a:xfrm>
              <a:off x="2305257" y="1810467"/>
              <a:ext cx="109" cy="530"/>
            </a:xfrm>
            <a:custGeom>
              <a:avLst/>
              <a:gdLst/>
              <a:ahLst/>
              <a:cxnLst/>
              <a:rect l="l" t="t" r="r" b="b"/>
              <a:pathLst>
                <a:path w="8" h="39" extrusionOk="0">
                  <a:moveTo>
                    <a:pt x="0" y="39"/>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47" name="Google Shape;4647;p66"/>
            <p:cNvSpPr/>
            <p:nvPr/>
          </p:nvSpPr>
          <p:spPr>
            <a:xfrm>
              <a:off x="2305542" y="1808892"/>
              <a:ext cx="109" cy="489"/>
            </a:xfrm>
            <a:custGeom>
              <a:avLst/>
              <a:gdLst/>
              <a:ahLst/>
              <a:cxnLst/>
              <a:rect l="l" t="t" r="r" b="b"/>
              <a:pathLst>
                <a:path w="8" h="36" extrusionOk="0">
                  <a:moveTo>
                    <a:pt x="0" y="36"/>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48" name="Google Shape;4648;p66"/>
            <p:cNvSpPr/>
            <p:nvPr/>
          </p:nvSpPr>
          <p:spPr>
            <a:xfrm>
              <a:off x="2306112" y="1806516"/>
              <a:ext cx="109" cy="339"/>
            </a:xfrm>
            <a:custGeom>
              <a:avLst/>
              <a:gdLst/>
              <a:ahLst/>
              <a:cxnLst/>
              <a:rect l="l" t="t" r="r" b="b"/>
              <a:pathLst>
                <a:path w="8" h="25" extrusionOk="0">
                  <a:moveTo>
                    <a:pt x="0" y="25"/>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49" name="Google Shape;4649;p66"/>
            <p:cNvSpPr/>
            <p:nvPr/>
          </p:nvSpPr>
          <p:spPr>
            <a:xfrm>
              <a:off x="2306017" y="1806991"/>
              <a:ext cx="54" cy="394"/>
            </a:xfrm>
            <a:custGeom>
              <a:avLst/>
              <a:gdLst/>
              <a:ahLst/>
              <a:cxnLst/>
              <a:rect l="l" t="t" r="r" b="b"/>
              <a:pathLst>
                <a:path w="4" h="29" extrusionOk="0">
                  <a:moveTo>
                    <a:pt x="0" y="29"/>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50" name="Google Shape;4650;p66"/>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51" name="Google Shape;4651;p66"/>
            <p:cNvSpPr/>
            <p:nvPr/>
          </p:nvSpPr>
          <p:spPr>
            <a:xfrm>
              <a:off x="2307633" y="1802280"/>
              <a:ext cx="54" cy="258"/>
            </a:xfrm>
            <a:custGeom>
              <a:avLst/>
              <a:gdLst/>
              <a:ahLst/>
              <a:cxnLst/>
              <a:rect l="l" t="t" r="r" b="b"/>
              <a:pathLst>
                <a:path w="4" h="19" extrusionOk="0">
                  <a:moveTo>
                    <a:pt x="0" y="1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52" name="Google Shape;4652;p66"/>
            <p:cNvSpPr/>
            <p:nvPr/>
          </p:nvSpPr>
          <p:spPr>
            <a:xfrm>
              <a:off x="2307769" y="1801614"/>
              <a:ext cx="68" cy="258"/>
            </a:xfrm>
            <a:custGeom>
              <a:avLst/>
              <a:gdLst/>
              <a:ahLst/>
              <a:cxnLst/>
              <a:rect l="l" t="t" r="r" b="b"/>
              <a:pathLst>
                <a:path w="5" h="19" extrusionOk="0">
                  <a:moveTo>
                    <a:pt x="1" y="1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53" name="Google Shape;4653;p66"/>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54" name="Google Shape;4654;p66"/>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55" name="Google Shape;4655;p66"/>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56" name="Google Shape;4656;p66"/>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57" name="Google Shape;4657;p66"/>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58" name="Google Shape;4658;p66"/>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59" name="Google Shape;4659;p66"/>
            <p:cNvSpPr/>
            <p:nvPr/>
          </p:nvSpPr>
          <p:spPr>
            <a:xfrm>
              <a:off x="2314530" y="1758886"/>
              <a:ext cx="14" cy="204"/>
            </a:xfrm>
            <a:custGeom>
              <a:avLst/>
              <a:gdLst/>
              <a:ahLst/>
              <a:cxnLst/>
              <a:rect l="l" t="t" r="r" b="b"/>
              <a:pathLst>
                <a:path w="1" h="15" extrusionOk="0">
                  <a:moveTo>
                    <a:pt x="0" y="1"/>
                  </a:moveTo>
                  <a:lnTo>
                    <a:pt x="0"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60" name="Google Shape;4660;p66"/>
            <p:cNvSpPr/>
            <p:nvPr/>
          </p:nvSpPr>
          <p:spPr>
            <a:xfrm>
              <a:off x="2314625" y="1758275"/>
              <a:ext cx="14" cy="244"/>
            </a:xfrm>
            <a:custGeom>
              <a:avLst/>
              <a:gdLst/>
              <a:ahLst/>
              <a:cxnLst/>
              <a:rect l="l" t="t" r="r" b="b"/>
              <a:pathLst>
                <a:path w="1" h="18" extrusionOk="0">
                  <a:moveTo>
                    <a:pt x="0" y="0"/>
                  </a:moveTo>
                  <a:lnTo>
                    <a:pt x="0"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61" name="Google Shape;4661;p66"/>
            <p:cNvSpPr/>
            <p:nvPr/>
          </p:nvSpPr>
          <p:spPr>
            <a:xfrm>
              <a:off x="2314571" y="1758601"/>
              <a:ext cx="14" cy="204"/>
            </a:xfrm>
            <a:custGeom>
              <a:avLst/>
              <a:gdLst/>
              <a:ahLst/>
              <a:cxnLst/>
              <a:rect l="l" t="t" r="r" b="b"/>
              <a:pathLst>
                <a:path w="1" h="15" extrusionOk="0">
                  <a:moveTo>
                    <a:pt x="1" y="1"/>
                  </a:moveTo>
                  <a:lnTo>
                    <a:pt x="1"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62" name="Google Shape;4662;p66"/>
            <p:cNvSpPr/>
            <p:nvPr/>
          </p:nvSpPr>
          <p:spPr>
            <a:xfrm>
              <a:off x="2314435" y="1759171"/>
              <a:ext cx="54" cy="204"/>
            </a:xfrm>
            <a:custGeom>
              <a:avLst/>
              <a:gdLst/>
              <a:ahLst/>
              <a:cxnLst/>
              <a:rect l="l" t="t" r="r" b="b"/>
              <a:pathLst>
                <a:path w="4" h="15" extrusionOk="0">
                  <a:moveTo>
                    <a:pt x="4" y="1"/>
                  </a:moveTo>
                  <a:lnTo>
                    <a:pt x="0"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63" name="Google Shape;4663;p66"/>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64" name="Google Shape;4664;p66"/>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65" name="Google Shape;4665;p66"/>
            <p:cNvSpPr/>
            <p:nvPr/>
          </p:nvSpPr>
          <p:spPr>
            <a:xfrm>
              <a:off x="2313811" y="1760556"/>
              <a:ext cx="149" cy="149"/>
            </a:xfrm>
            <a:custGeom>
              <a:avLst/>
              <a:gdLst/>
              <a:ahLst/>
              <a:cxnLst/>
              <a:rect l="l" t="t" r="r" b="b"/>
              <a:pathLst>
                <a:path w="11" h="11" extrusionOk="0">
                  <a:moveTo>
                    <a:pt x="11"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66" name="Google Shape;4666;p66"/>
            <p:cNvSpPr/>
            <p:nvPr/>
          </p:nvSpPr>
          <p:spPr>
            <a:xfrm>
              <a:off x="2313580" y="1760787"/>
              <a:ext cx="149" cy="163"/>
            </a:xfrm>
            <a:custGeom>
              <a:avLst/>
              <a:gdLst/>
              <a:ahLst/>
              <a:cxnLst/>
              <a:rect l="l" t="t" r="r" b="b"/>
              <a:pathLst>
                <a:path w="11" h="12" extrusionOk="0">
                  <a:moveTo>
                    <a:pt x="11"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67" name="Google Shape;4667;p66"/>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68" name="Google Shape;4668;p66"/>
            <p:cNvSpPr/>
            <p:nvPr/>
          </p:nvSpPr>
          <p:spPr>
            <a:xfrm>
              <a:off x="2312236" y="1761601"/>
              <a:ext cx="258" cy="109"/>
            </a:xfrm>
            <a:custGeom>
              <a:avLst/>
              <a:gdLst/>
              <a:ahLst/>
              <a:cxnLst/>
              <a:rect l="l" t="t" r="r" b="b"/>
              <a:pathLst>
                <a:path w="19" h="8" extrusionOk="0">
                  <a:moveTo>
                    <a:pt x="1" y="7"/>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69" name="Google Shape;4669;p66"/>
            <p:cNvSpPr/>
            <p:nvPr/>
          </p:nvSpPr>
          <p:spPr>
            <a:xfrm>
              <a:off x="2314001" y="1760312"/>
              <a:ext cx="109" cy="163"/>
            </a:xfrm>
            <a:custGeom>
              <a:avLst/>
              <a:gdLst/>
              <a:ahLst/>
              <a:cxnLst/>
              <a:rect l="l" t="t" r="r" b="b"/>
              <a:pathLst>
                <a:path w="8" h="12" extrusionOk="0">
                  <a:moveTo>
                    <a:pt x="8"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70" name="Google Shape;4670;p66"/>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71" name="Google Shape;4671;p66"/>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72" name="Google Shape;4672;p66"/>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73" name="Google Shape;4673;p66"/>
            <p:cNvSpPr/>
            <p:nvPr/>
          </p:nvSpPr>
          <p:spPr>
            <a:xfrm>
              <a:off x="2313335" y="1761031"/>
              <a:ext cx="204" cy="109"/>
            </a:xfrm>
            <a:custGeom>
              <a:avLst/>
              <a:gdLst/>
              <a:ahLst/>
              <a:cxnLst/>
              <a:rect l="l" t="t" r="r" b="b"/>
              <a:pathLst>
                <a:path w="15" h="8" extrusionOk="0">
                  <a:moveTo>
                    <a:pt x="15"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74" name="Google Shape;4674;p66"/>
            <p:cNvSpPr/>
            <p:nvPr/>
          </p:nvSpPr>
          <p:spPr>
            <a:xfrm>
              <a:off x="2360911" y="1713591"/>
              <a:ext cx="163" cy="14"/>
            </a:xfrm>
            <a:custGeom>
              <a:avLst/>
              <a:gdLst/>
              <a:ahLst/>
              <a:cxnLst/>
              <a:rect l="l" t="t" r="r" b="b"/>
              <a:pathLst>
                <a:path w="12" h="1" extrusionOk="0">
                  <a:moveTo>
                    <a:pt x="1" y="0"/>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75" name="Google Shape;4675;p66"/>
            <p:cNvSpPr/>
            <p:nvPr/>
          </p:nvSpPr>
          <p:spPr>
            <a:xfrm>
              <a:off x="2360531" y="1713686"/>
              <a:ext cx="163" cy="14"/>
            </a:xfrm>
            <a:custGeom>
              <a:avLst/>
              <a:gdLst/>
              <a:ahLst/>
              <a:cxnLst/>
              <a:rect l="l" t="t" r="r" b="b"/>
              <a:pathLst>
                <a:path w="12" h="1" extrusionOk="0">
                  <a:moveTo>
                    <a:pt x="1" y="0"/>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76" name="Google Shape;4676;p66"/>
            <p:cNvSpPr/>
            <p:nvPr/>
          </p:nvSpPr>
          <p:spPr>
            <a:xfrm>
              <a:off x="2361291" y="1713442"/>
              <a:ext cx="68" cy="14"/>
            </a:xfrm>
            <a:custGeom>
              <a:avLst/>
              <a:gdLst/>
              <a:ahLst/>
              <a:cxnLst/>
              <a:rect l="l" t="t" r="r" b="b"/>
              <a:pathLst>
                <a:path w="5" h="1" extrusionOk="0">
                  <a:moveTo>
                    <a:pt x="4"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77" name="Google Shape;4677;p66"/>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78" name="Google Shape;4678;p66"/>
            <p:cNvSpPr/>
            <p:nvPr/>
          </p:nvSpPr>
          <p:spPr>
            <a:xfrm>
              <a:off x="2358725" y="1713917"/>
              <a:ext cx="204" cy="14"/>
            </a:xfrm>
            <a:custGeom>
              <a:avLst/>
              <a:gdLst/>
              <a:ahLst/>
              <a:cxnLst/>
              <a:rect l="l" t="t" r="r" b="b"/>
              <a:pathLst>
                <a:path w="15" h="1" extrusionOk="0">
                  <a:moveTo>
                    <a:pt x="1" y="1"/>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79" name="Google Shape;4679;p66"/>
            <p:cNvSpPr/>
            <p:nvPr/>
          </p:nvSpPr>
          <p:spPr>
            <a:xfrm>
              <a:off x="2354163" y="1713822"/>
              <a:ext cx="258" cy="14"/>
            </a:xfrm>
            <a:custGeom>
              <a:avLst/>
              <a:gdLst/>
              <a:ahLst/>
              <a:cxnLst/>
              <a:rect l="l" t="t" r="r" b="b"/>
              <a:pathLst>
                <a:path w="19" h="1" extrusionOk="0">
                  <a:moveTo>
                    <a:pt x="1" y="1"/>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80" name="Google Shape;4680;p66"/>
            <p:cNvSpPr/>
            <p:nvPr/>
          </p:nvSpPr>
          <p:spPr>
            <a:xfrm>
              <a:off x="2353552" y="1713781"/>
              <a:ext cx="394" cy="14"/>
            </a:xfrm>
            <a:custGeom>
              <a:avLst/>
              <a:gdLst/>
              <a:ahLst/>
              <a:cxnLst/>
              <a:rect l="l" t="t" r="r" b="b"/>
              <a:pathLst>
                <a:path w="29" h="1" extrusionOk="0">
                  <a:moveTo>
                    <a:pt x="0" y="0"/>
                  </a:moveTo>
                  <a:lnTo>
                    <a:pt x="2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81" name="Google Shape;4681;p66"/>
            <p:cNvSpPr/>
            <p:nvPr/>
          </p:nvSpPr>
          <p:spPr>
            <a:xfrm>
              <a:off x="2359200" y="1713876"/>
              <a:ext cx="258" cy="14"/>
            </a:xfrm>
            <a:custGeom>
              <a:avLst/>
              <a:gdLst/>
              <a:ahLst/>
              <a:cxnLst/>
              <a:rect l="l" t="t" r="r" b="b"/>
              <a:pathLst>
                <a:path w="19" h="1" extrusionOk="0">
                  <a:moveTo>
                    <a:pt x="1" y="0"/>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82" name="Google Shape;4682;p66"/>
            <p:cNvSpPr/>
            <p:nvPr/>
          </p:nvSpPr>
          <p:spPr>
            <a:xfrm>
              <a:off x="2365812" y="1717814"/>
              <a:ext cx="14" cy="14"/>
            </a:xfrm>
            <a:custGeom>
              <a:avLst/>
              <a:gdLst/>
              <a:ahLst/>
              <a:cxnLst/>
              <a:rect l="l" t="t" r="r" b="b"/>
              <a:pathLst>
                <a:path w="1" h="1" extrusionOk="0">
                  <a:moveTo>
                    <a:pt x="0" y="1"/>
                  </a:moveTo>
                  <a:lnTo>
                    <a:pt x="0" y="1"/>
                  </a:ln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83" name="Google Shape;4683;p66"/>
            <p:cNvSpPr/>
            <p:nvPr/>
          </p:nvSpPr>
          <p:spPr>
            <a:xfrm>
              <a:off x="2354788" y="1713876"/>
              <a:ext cx="204" cy="14"/>
            </a:xfrm>
            <a:custGeom>
              <a:avLst/>
              <a:gdLst/>
              <a:ahLst/>
              <a:cxnLst/>
              <a:rect l="l" t="t" r="r" b="b"/>
              <a:pathLst>
                <a:path w="15" h="1" extrusionOk="0">
                  <a:moveTo>
                    <a:pt x="0" y="0"/>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84" name="Google Shape;4684;p66"/>
            <p:cNvSpPr/>
            <p:nvPr/>
          </p:nvSpPr>
          <p:spPr>
            <a:xfrm>
              <a:off x="2355358" y="1713917"/>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85" name="Google Shape;4685;p66"/>
            <p:cNvSpPr/>
            <p:nvPr/>
          </p:nvSpPr>
          <p:spPr>
            <a:xfrm>
              <a:off x="2357680" y="1713972"/>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86" name="Google Shape;4686;p66"/>
            <p:cNvSpPr/>
            <p:nvPr/>
          </p:nvSpPr>
          <p:spPr>
            <a:xfrm>
              <a:off x="2359675" y="1713822"/>
              <a:ext cx="204" cy="14"/>
            </a:xfrm>
            <a:custGeom>
              <a:avLst/>
              <a:gdLst/>
              <a:ahLst/>
              <a:cxnLst/>
              <a:rect l="l" t="t" r="r" b="b"/>
              <a:pathLst>
                <a:path w="15" h="1" extrusionOk="0">
                  <a:moveTo>
                    <a:pt x="1" y="1"/>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87" name="Google Shape;4687;p66"/>
            <p:cNvSpPr/>
            <p:nvPr/>
          </p:nvSpPr>
          <p:spPr>
            <a:xfrm>
              <a:off x="2358209" y="1713917"/>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88" name="Google Shape;4688;p66"/>
            <p:cNvSpPr/>
            <p:nvPr/>
          </p:nvSpPr>
          <p:spPr>
            <a:xfrm>
              <a:off x="2356539" y="1713917"/>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89" name="Google Shape;4689;p66"/>
            <p:cNvSpPr/>
            <p:nvPr/>
          </p:nvSpPr>
          <p:spPr>
            <a:xfrm>
              <a:off x="2360110" y="1713781"/>
              <a:ext cx="204" cy="14"/>
            </a:xfrm>
            <a:custGeom>
              <a:avLst/>
              <a:gdLst/>
              <a:ahLst/>
              <a:cxnLst/>
              <a:rect l="l" t="t" r="r" b="b"/>
              <a:pathLst>
                <a:path w="15" h="1" extrusionOk="0">
                  <a:moveTo>
                    <a:pt x="0" y="0"/>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90" name="Google Shape;4690;p66"/>
            <p:cNvSpPr/>
            <p:nvPr/>
          </p:nvSpPr>
          <p:spPr>
            <a:xfrm>
              <a:off x="2357299" y="1713972"/>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91" name="Google Shape;4691;p66"/>
            <p:cNvSpPr/>
            <p:nvPr/>
          </p:nvSpPr>
          <p:spPr>
            <a:xfrm>
              <a:off x="2355969" y="1713917"/>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92" name="Google Shape;4692;p66"/>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93" name="Google Shape;4693;p66"/>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94" name="Google Shape;4694;p66"/>
            <p:cNvSpPr/>
            <p:nvPr/>
          </p:nvSpPr>
          <p:spPr>
            <a:xfrm>
              <a:off x="2633846" y="1775002"/>
              <a:ext cx="163" cy="109"/>
            </a:xfrm>
            <a:custGeom>
              <a:avLst/>
              <a:gdLst/>
              <a:ahLst/>
              <a:cxnLst/>
              <a:rect l="l" t="t" r="r" b="b"/>
              <a:pathLst>
                <a:path w="12" h="8" extrusionOk="0">
                  <a:moveTo>
                    <a:pt x="11"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95" name="Google Shape;4695;p66"/>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96" name="Google Shape;4696;p66"/>
            <p:cNvSpPr/>
            <p:nvPr/>
          </p:nvSpPr>
          <p:spPr>
            <a:xfrm>
              <a:off x="2634891" y="1778858"/>
              <a:ext cx="14" cy="95"/>
            </a:xfrm>
            <a:custGeom>
              <a:avLst/>
              <a:gdLst/>
              <a:ahLst/>
              <a:cxnLst/>
              <a:rect l="l" t="t" r="r" b="b"/>
              <a:pathLst>
                <a:path w="1" h="7" extrusionOk="0">
                  <a:moveTo>
                    <a:pt x="1"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97" name="Google Shape;4697;p66"/>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98" name="Google Shape;4698;p66"/>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699" name="Google Shape;4699;p66"/>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00" name="Google Shape;4700;p66"/>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01" name="Google Shape;4701;p66"/>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02" name="Google Shape;4702;p66"/>
            <p:cNvSpPr/>
            <p:nvPr/>
          </p:nvSpPr>
          <p:spPr>
            <a:xfrm>
              <a:off x="2991817" y="1742539"/>
              <a:ext cx="68" cy="14"/>
            </a:xfrm>
            <a:custGeom>
              <a:avLst/>
              <a:gdLst/>
              <a:ahLst/>
              <a:cxnLst/>
              <a:rect l="l" t="t" r="r" b="b"/>
              <a:pathLst>
                <a:path w="5" h="1" extrusionOk="0">
                  <a:moveTo>
                    <a:pt x="4"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03" name="Google Shape;4703;p66"/>
            <p:cNvSpPr/>
            <p:nvPr/>
          </p:nvSpPr>
          <p:spPr>
            <a:xfrm>
              <a:off x="2987920" y="1742769"/>
              <a:ext cx="625" cy="68"/>
            </a:xfrm>
            <a:custGeom>
              <a:avLst/>
              <a:gdLst/>
              <a:ahLst/>
              <a:cxnLst/>
              <a:rect l="l" t="t" r="r" b="b"/>
              <a:pathLst>
                <a:path w="46" h="5" extrusionOk="0">
                  <a:moveTo>
                    <a:pt x="46"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04" name="Google Shape;4704;p66"/>
            <p:cNvSpPr/>
            <p:nvPr/>
          </p:nvSpPr>
          <p:spPr>
            <a:xfrm>
              <a:off x="2992387" y="1742294"/>
              <a:ext cx="163" cy="68"/>
            </a:xfrm>
            <a:custGeom>
              <a:avLst/>
              <a:gdLst/>
              <a:ahLst/>
              <a:cxnLst/>
              <a:rect l="l" t="t" r="r" b="b"/>
              <a:pathLst>
                <a:path w="12" h="5" extrusionOk="0">
                  <a:moveTo>
                    <a:pt x="11"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05" name="Google Shape;4705;p66"/>
            <p:cNvSpPr/>
            <p:nvPr/>
          </p:nvSpPr>
          <p:spPr>
            <a:xfrm>
              <a:off x="2980547" y="1745770"/>
              <a:ext cx="774" cy="584"/>
            </a:xfrm>
            <a:custGeom>
              <a:avLst/>
              <a:gdLst/>
              <a:ahLst/>
              <a:cxnLst/>
              <a:rect l="l" t="t" r="r" b="b"/>
              <a:pathLst>
                <a:path w="57" h="43" extrusionOk="0">
                  <a:moveTo>
                    <a:pt x="57" y="0"/>
                  </a:moveTo>
                  <a:lnTo>
                    <a:pt x="1" y="4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06" name="Google Shape;4706;p66"/>
            <p:cNvSpPr/>
            <p:nvPr/>
          </p:nvSpPr>
          <p:spPr>
            <a:xfrm>
              <a:off x="2979556" y="1746476"/>
              <a:ext cx="815" cy="584"/>
            </a:xfrm>
            <a:custGeom>
              <a:avLst/>
              <a:gdLst/>
              <a:ahLst/>
              <a:cxnLst/>
              <a:rect l="l" t="t" r="r" b="b"/>
              <a:pathLst>
                <a:path w="60" h="43" extrusionOk="0">
                  <a:moveTo>
                    <a:pt x="60" y="1"/>
                  </a:moveTo>
                  <a:lnTo>
                    <a:pt x="0" y="43"/>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07" name="Google Shape;4707;p66"/>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08" name="Google Shape;4708;p66"/>
            <p:cNvSpPr/>
            <p:nvPr/>
          </p:nvSpPr>
          <p:spPr>
            <a:xfrm>
              <a:off x="2989101" y="1742674"/>
              <a:ext cx="1398" cy="14"/>
            </a:xfrm>
            <a:custGeom>
              <a:avLst/>
              <a:gdLst/>
              <a:ahLst/>
              <a:cxnLst/>
              <a:rect l="l" t="t" r="r" b="b"/>
              <a:pathLst>
                <a:path w="103" h="1" extrusionOk="0">
                  <a:moveTo>
                    <a:pt x="103"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09" name="Google Shape;4709;p66"/>
            <p:cNvSpPr/>
            <p:nvPr/>
          </p:nvSpPr>
          <p:spPr>
            <a:xfrm>
              <a:off x="2993052" y="1741968"/>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10" name="Google Shape;4710;p66"/>
            <p:cNvSpPr/>
            <p:nvPr/>
          </p:nvSpPr>
          <p:spPr>
            <a:xfrm>
              <a:off x="2991111" y="1742674"/>
              <a:ext cx="149" cy="14"/>
            </a:xfrm>
            <a:custGeom>
              <a:avLst/>
              <a:gdLst/>
              <a:ahLst/>
              <a:cxnLst/>
              <a:rect l="l" t="t" r="r" b="b"/>
              <a:pathLst>
                <a:path w="11" h="1" extrusionOk="0">
                  <a:moveTo>
                    <a:pt x="11"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11" name="Google Shape;4711;p66"/>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12" name="Google Shape;4712;p66"/>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13" name="Google Shape;4713;p66"/>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14" name="Google Shape;4714;p66"/>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15" name="Google Shape;4715;p66"/>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16" name="Google Shape;4716;p66"/>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17" name="Google Shape;4717;p66"/>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18" name="Google Shape;4718;p66"/>
            <p:cNvSpPr/>
            <p:nvPr/>
          </p:nvSpPr>
          <p:spPr>
            <a:xfrm>
              <a:off x="2728671" y="1883663"/>
              <a:ext cx="109" cy="109"/>
            </a:xfrm>
            <a:custGeom>
              <a:avLst/>
              <a:gdLst/>
              <a:ahLst/>
              <a:cxnLst/>
              <a:rect l="l" t="t" r="r" b="b"/>
              <a:pathLst>
                <a:path w="8" h="8" extrusionOk="0">
                  <a:moveTo>
                    <a:pt x="1" y="7"/>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19" name="Google Shape;4719;p66"/>
            <p:cNvSpPr/>
            <p:nvPr/>
          </p:nvSpPr>
          <p:spPr>
            <a:xfrm>
              <a:off x="2729241" y="1883039"/>
              <a:ext cx="14" cy="68"/>
            </a:xfrm>
            <a:custGeom>
              <a:avLst/>
              <a:gdLst/>
              <a:ahLst/>
              <a:cxnLst/>
              <a:rect l="l" t="t" r="r" b="b"/>
              <a:pathLst>
                <a:path w="1" h="5" extrusionOk="0">
                  <a:moveTo>
                    <a:pt x="1" y="1"/>
                  </a:moveTo>
                  <a:lnTo>
                    <a:pt x="1" y="4"/>
                  </a:ln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20" name="Google Shape;4720;p66"/>
            <p:cNvSpPr/>
            <p:nvPr/>
          </p:nvSpPr>
          <p:spPr>
            <a:xfrm>
              <a:off x="2728155" y="1883989"/>
              <a:ext cx="149" cy="163"/>
            </a:xfrm>
            <a:custGeom>
              <a:avLst/>
              <a:gdLst/>
              <a:ahLst/>
              <a:cxnLst/>
              <a:rect l="l" t="t" r="r" b="b"/>
              <a:pathLst>
                <a:path w="11" h="12" extrusionOk="0">
                  <a:moveTo>
                    <a:pt x="0" y="1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21" name="Google Shape;4721;p66"/>
            <p:cNvSpPr/>
            <p:nvPr/>
          </p:nvSpPr>
          <p:spPr>
            <a:xfrm>
              <a:off x="2728820" y="1883568"/>
              <a:ext cx="54" cy="54"/>
            </a:xfrm>
            <a:custGeom>
              <a:avLst/>
              <a:gdLst/>
              <a:ahLst/>
              <a:cxnLst/>
              <a:rect l="l" t="t" r="r" b="b"/>
              <a:pathLst>
                <a:path w="4" h="4" extrusionOk="0">
                  <a:moveTo>
                    <a:pt x="0" y="4"/>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22" name="Google Shape;4722;p66"/>
            <p:cNvSpPr/>
            <p:nvPr/>
          </p:nvSpPr>
          <p:spPr>
            <a:xfrm>
              <a:off x="2728440" y="1883799"/>
              <a:ext cx="149" cy="109"/>
            </a:xfrm>
            <a:custGeom>
              <a:avLst/>
              <a:gdLst/>
              <a:ahLst/>
              <a:cxnLst/>
              <a:rect l="l" t="t" r="r" b="b"/>
              <a:pathLst>
                <a:path w="11" h="8" extrusionOk="0">
                  <a:moveTo>
                    <a:pt x="0" y="8"/>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23" name="Google Shape;4723;p66"/>
            <p:cNvSpPr/>
            <p:nvPr/>
          </p:nvSpPr>
          <p:spPr>
            <a:xfrm>
              <a:off x="2727341" y="1884518"/>
              <a:ext cx="299" cy="244"/>
            </a:xfrm>
            <a:custGeom>
              <a:avLst/>
              <a:gdLst/>
              <a:ahLst/>
              <a:cxnLst/>
              <a:rect l="l" t="t" r="r" b="b"/>
              <a:pathLst>
                <a:path w="22" h="18" extrusionOk="0">
                  <a:moveTo>
                    <a:pt x="1" y="18"/>
                  </a:moveTo>
                  <a:lnTo>
                    <a:pt x="2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24" name="Google Shape;4724;p66"/>
            <p:cNvSpPr/>
            <p:nvPr/>
          </p:nvSpPr>
          <p:spPr>
            <a:xfrm>
              <a:off x="2727775" y="1884233"/>
              <a:ext cx="204" cy="204"/>
            </a:xfrm>
            <a:custGeom>
              <a:avLst/>
              <a:gdLst/>
              <a:ahLst/>
              <a:cxnLst/>
              <a:rect l="l" t="t" r="r" b="b"/>
              <a:pathLst>
                <a:path w="15" h="15" extrusionOk="0">
                  <a:moveTo>
                    <a:pt x="0" y="14"/>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25" name="Google Shape;4725;p66"/>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26" name="Google Shape;4726;p66"/>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27" name="Google Shape;4727;p66"/>
            <p:cNvSpPr/>
            <p:nvPr/>
          </p:nvSpPr>
          <p:spPr>
            <a:xfrm>
              <a:off x="2733668" y="1874675"/>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28" name="Google Shape;4728;p66"/>
            <p:cNvSpPr/>
            <p:nvPr/>
          </p:nvSpPr>
          <p:spPr>
            <a:xfrm>
              <a:off x="2760334" y="1831037"/>
              <a:ext cx="109" cy="68"/>
            </a:xfrm>
            <a:custGeom>
              <a:avLst/>
              <a:gdLst/>
              <a:ahLst/>
              <a:cxnLst/>
              <a:rect l="l" t="t" r="r" b="b"/>
              <a:pathLst>
                <a:path w="8" h="5" extrusionOk="0">
                  <a:moveTo>
                    <a:pt x="7"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29" name="Google Shape;4729;p66"/>
            <p:cNvSpPr/>
            <p:nvPr/>
          </p:nvSpPr>
          <p:spPr>
            <a:xfrm>
              <a:off x="2760565" y="1830806"/>
              <a:ext cx="109" cy="109"/>
            </a:xfrm>
            <a:custGeom>
              <a:avLst/>
              <a:gdLst/>
              <a:ahLst/>
              <a:cxnLst/>
              <a:rect l="l" t="t" r="r" b="b"/>
              <a:pathLst>
                <a:path w="8" h="8" extrusionOk="0">
                  <a:moveTo>
                    <a:pt x="8"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30" name="Google Shape;4730;p66"/>
            <p:cNvSpPr/>
            <p:nvPr/>
          </p:nvSpPr>
          <p:spPr>
            <a:xfrm>
              <a:off x="2760945" y="1830236"/>
              <a:ext cx="109" cy="109"/>
            </a:xfrm>
            <a:custGeom>
              <a:avLst/>
              <a:gdLst/>
              <a:ahLst/>
              <a:cxnLst/>
              <a:rect l="l" t="t" r="r" b="b"/>
              <a:pathLst>
                <a:path w="8" h="8" extrusionOk="0">
                  <a:moveTo>
                    <a:pt x="8"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31" name="Google Shape;4731;p66"/>
            <p:cNvSpPr/>
            <p:nvPr/>
          </p:nvSpPr>
          <p:spPr>
            <a:xfrm>
              <a:off x="2760089" y="1831227"/>
              <a:ext cx="109" cy="109"/>
            </a:xfrm>
            <a:custGeom>
              <a:avLst/>
              <a:gdLst/>
              <a:ahLst/>
              <a:cxnLst/>
              <a:rect l="l" t="t" r="r" b="b"/>
              <a:pathLst>
                <a:path w="8" h="8" extrusionOk="0">
                  <a:moveTo>
                    <a:pt x="8"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32" name="Google Shape;4732;p66"/>
            <p:cNvSpPr/>
            <p:nvPr/>
          </p:nvSpPr>
          <p:spPr>
            <a:xfrm>
              <a:off x="2760755" y="1830521"/>
              <a:ext cx="109" cy="109"/>
            </a:xfrm>
            <a:custGeom>
              <a:avLst/>
              <a:gdLst/>
              <a:ahLst/>
              <a:cxnLst/>
              <a:rect l="l" t="t" r="r" b="b"/>
              <a:pathLst>
                <a:path w="8" h="8" extrusionOk="0">
                  <a:moveTo>
                    <a:pt x="8"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33" name="Google Shape;4733;p66"/>
            <p:cNvSpPr/>
            <p:nvPr/>
          </p:nvSpPr>
          <p:spPr>
            <a:xfrm>
              <a:off x="2761135" y="1829951"/>
              <a:ext cx="68" cy="109"/>
            </a:xfrm>
            <a:custGeom>
              <a:avLst/>
              <a:gdLst/>
              <a:ahLst/>
              <a:cxnLst/>
              <a:rect l="l" t="t" r="r" b="b"/>
              <a:pathLst>
                <a:path w="5" h="8" extrusionOk="0">
                  <a:moveTo>
                    <a:pt x="4"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34" name="Google Shape;4734;p66"/>
            <p:cNvSpPr/>
            <p:nvPr/>
          </p:nvSpPr>
          <p:spPr>
            <a:xfrm>
              <a:off x="2755297" y="1836278"/>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35" name="Google Shape;4735;p66"/>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36" name="Google Shape;4736;p66"/>
            <p:cNvSpPr/>
            <p:nvPr/>
          </p:nvSpPr>
          <p:spPr>
            <a:xfrm>
              <a:off x="2731903" y="1878151"/>
              <a:ext cx="109" cy="14"/>
            </a:xfrm>
            <a:custGeom>
              <a:avLst/>
              <a:gdLst/>
              <a:ahLst/>
              <a:cxnLst/>
              <a:rect l="l" t="t" r="r" b="b"/>
              <a:pathLst>
                <a:path w="8" h="1" extrusionOk="0">
                  <a:moveTo>
                    <a:pt x="8"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37" name="Google Shape;4737;p66"/>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38" name="Google Shape;4738;p66"/>
            <p:cNvSpPr/>
            <p:nvPr/>
          </p:nvSpPr>
          <p:spPr>
            <a:xfrm>
              <a:off x="2755527" y="1836128"/>
              <a:ext cx="204" cy="68"/>
            </a:xfrm>
            <a:custGeom>
              <a:avLst/>
              <a:gdLst/>
              <a:ahLst/>
              <a:cxnLst/>
              <a:rect l="l" t="t" r="r" b="b"/>
              <a:pathLst>
                <a:path w="15" h="5" extrusionOk="0">
                  <a:moveTo>
                    <a:pt x="15"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39" name="Google Shape;4739;p66"/>
            <p:cNvSpPr/>
            <p:nvPr/>
          </p:nvSpPr>
          <p:spPr>
            <a:xfrm>
              <a:off x="2761990" y="1827805"/>
              <a:ext cx="14" cy="109"/>
            </a:xfrm>
            <a:custGeom>
              <a:avLst/>
              <a:gdLst/>
              <a:ahLst/>
              <a:cxnLst/>
              <a:rect l="l" t="t" r="r" b="b"/>
              <a:pathLst>
                <a:path w="1" h="8" extrusionOk="0">
                  <a:moveTo>
                    <a:pt x="1"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40" name="Google Shape;4740;p66"/>
            <p:cNvSpPr/>
            <p:nvPr/>
          </p:nvSpPr>
          <p:spPr>
            <a:xfrm>
              <a:off x="2762045" y="1827615"/>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41" name="Google Shape;4741;p66"/>
            <p:cNvSpPr/>
            <p:nvPr/>
          </p:nvSpPr>
          <p:spPr>
            <a:xfrm>
              <a:off x="2732717" y="1877716"/>
              <a:ext cx="14" cy="68"/>
            </a:xfrm>
            <a:custGeom>
              <a:avLst/>
              <a:gdLst/>
              <a:ahLst/>
              <a:cxnLst/>
              <a:rect l="l" t="t" r="r" b="b"/>
              <a:pathLst>
                <a:path w="1" h="5" extrusionOk="0">
                  <a:moveTo>
                    <a:pt x="0"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42" name="Google Shape;4742;p66"/>
            <p:cNvSpPr/>
            <p:nvPr/>
          </p:nvSpPr>
          <p:spPr>
            <a:xfrm>
              <a:off x="2761895" y="1828050"/>
              <a:ext cx="14" cy="109"/>
            </a:xfrm>
            <a:custGeom>
              <a:avLst/>
              <a:gdLst/>
              <a:ahLst/>
              <a:cxnLst/>
              <a:rect l="l" t="t" r="r" b="b"/>
              <a:pathLst>
                <a:path w="1" h="8" extrusionOk="0">
                  <a:moveTo>
                    <a:pt x="1"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43" name="Google Shape;4743;p66"/>
            <p:cNvSpPr/>
            <p:nvPr/>
          </p:nvSpPr>
          <p:spPr>
            <a:xfrm>
              <a:off x="2761325" y="1829665"/>
              <a:ext cx="14" cy="14"/>
            </a:xfrm>
            <a:custGeom>
              <a:avLst/>
              <a:gdLst/>
              <a:ahLst/>
              <a:cxnLst/>
              <a:rect l="l" t="t" r="r" b="b"/>
              <a:pathLst>
                <a:path w="1" h="1" extrusionOk="0">
                  <a:moveTo>
                    <a:pt x="1"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44" name="Google Shape;4744;p66"/>
            <p:cNvSpPr/>
            <p:nvPr/>
          </p:nvSpPr>
          <p:spPr>
            <a:xfrm>
              <a:off x="2732188" y="1878056"/>
              <a:ext cx="68" cy="14"/>
            </a:xfrm>
            <a:custGeom>
              <a:avLst/>
              <a:gdLst/>
              <a:ahLst/>
              <a:cxnLst/>
              <a:rect l="l" t="t" r="r" b="b"/>
              <a:pathLst>
                <a:path w="5" h="1" extrusionOk="0">
                  <a:moveTo>
                    <a:pt x="4"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45" name="Google Shape;4745;p66"/>
            <p:cNvSpPr/>
            <p:nvPr/>
          </p:nvSpPr>
          <p:spPr>
            <a:xfrm>
              <a:off x="2761855" y="1828335"/>
              <a:ext cx="14" cy="109"/>
            </a:xfrm>
            <a:custGeom>
              <a:avLst/>
              <a:gdLst/>
              <a:ahLst/>
              <a:cxnLst/>
              <a:rect l="l" t="t" r="r" b="b"/>
              <a:pathLst>
                <a:path w="1" h="8" extrusionOk="0">
                  <a:moveTo>
                    <a:pt x="0"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46" name="Google Shape;4746;p66"/>
            <p:cNvSpPr/>
            <p:nvPr/>
          </p:nvSpPr>
          <p:spPr>
            <a:xfrm>
              <a:off x="2761474" y="1829231"/>
              <a:ext cx="54" cy="109"/>
            </a:xfrm>
            <a:custGeom>
              <a:avLst/>
              <a:gdLst/>
              <a:ahLst/>
              <a:cxnLst/>
              <a:rect l="l" t="t" r="r" b="b"/>
              <a:pathLst>
                <a:path w="4" h="8" extrusionOk="0">
                  <a:moveTo>
                    <a:pt x="4"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47" name="Google Shape;4747;p66"/>
            <p:cNvSpPr/>
            <p:nvPr/>
          </p:nvSpPr>
          <p:spPr>
            <a:xfrm>
              <a:off x="2761610" y="1828905"/>
              <a:ext cx="68" cy="109"/>
            </a:xfrm>
            <a:custGeom>
              <a:avLst/>
              <a:gdLst/>
              <a:ahLst/>
              <a:cxnLst/>
              <a:rect l="l" t="t" r="r" b="b"/>
              <a:pathLst>
                <a:path w="5" h="8" extrusionOk="0">
                  <a:moveTo>
                    <a:pt x="4"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48" name="Google Shape;4748;p66"/>
            <p:cNvSpPr/>
            <p:nvPr/>
          </p:nvSpPr>
          <p:spPr>
            <a:xfrm>
              <a:off x="2761705" y="1828620"/>
              <a:ext cx="68" cy="109"/>
            </a:xfrm>
            <a:custGeom>
              <a:avLst/>
              <a:gdLst/>
              <a:ahLst/>
              <a:cxnLst/>
              <a:rect l="l" t="t" r="r" b="b"/>
              <a:pathLst>
                <a:path w="5" h="8" extrusionOk="0">
                  <a:moveTo>
                    <a:pt x="4"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49" name="Google Shape;4749;p66"/>
            <p:cNvSpPr/>
            <p:nvPr/>
          </p:nvSpPr>
          <p:spPr>
            <a:xfrm>
              <a:off x="2732473" y="1877906"/>
              <a:ext cx="68" cy="14"/>
            </a:xfrm>
            <a:custGeom>
              <a:avLst/>
              <a:gdLst/>
              <a:ahLst/>
              <a:cxnLst/>
              <a:rect l="l" t="t" r="r" b="b"/>
              <a:pathLst>
                <a:path w="5" h="1" extrusionOk="0">
                  <a:moveTo>
                    <a:pt x="4"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50" name="Google Shape;4750;p66"/>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51" name="Google Shape;4751;p66"/>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52" name="Google Shape;4752;p66"/>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53" name="Google Shape;4753;p66"/>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54" name="Google Shape;4754;p66"/>
            <p:cNvSpPr/>
            <p:nvPr/>
          </p:nvSpPr>
          <p:spPr>
            <a:xfrm>
              <a:off x="2713179" y="1838314"/>
              <a:ext cx="489" cy="163"/>
            </a:xfrm>
            <a:custGeom>
              <a:avLst/>
              <a:gdLst/>
              <a:ahLst/>
              <a:cxnLst/>
              <a:rect l="l" t="t" r="r" b="b"/>
              <a:pathLst>
                <a:path w="36" h="12" extrusionOk="0">
                  <a:moveTo>
                    <a:pt x="36"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55" name="Google Shape;4755;p66"/>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56" name="Google Shape;4756;p66"/>
            <p:cNvSpPr/>
            <p:nvPr/>
          </p:nvSpPr>
          <p:spPr>
            <a:xfrm>
              <a:off x="2713804" y="1838504"/>
              <a:ext cx="489" cy="163"/>
            </a:xfrm>
            <a:custGeom>
              <a:avLst/>
              <a:gdLst/>
              <a:ahLst/>
              <a:cxnLst/>
              <a:rect l="l" t="t" r="r" b="b"/>
              <a:pathLst>
                <a:path w="36" h="12" extrusionOk="0">
                  <a:moveTo>
                    <a:pt x="35" y="1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57" name="Google Shape;4757;p66"/>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58" name="Google Shape;4758;p66"/>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59" name="Google Shape;4759;p66"/>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60" name="Google Shape;4760;p66"/>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61" name="Google Shape;4761;p66"/>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62" name="Google Shape;4762;p66"/>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63" name="Google Shape;4763;p66"/>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64" name="Google Shape;4764;p66"/>
            <p:cNvSpPr/>
            <p:nvPr/>
          </p:nvSpPr>
          <p:spPr>
            <a:xfrm>
              <a:off x="2816708" y="1965033"/>
              <a:ext cx="204" cy="163"/>
            </a:xfrm>
            <a:custGeom>
              <a:avLst/>
              <a:gdLst/>
              <a:ahLst/>
              <a:cxnLst/>
              <a:rect l="l" t="t" r="r" b="b"/>
              <a:pathLst>
                <a:path w="15" h="12" extrusionOk="0">
                  <a:moveTo>
                    <a:pt x="14"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65" name="Google Shape;4765;p66"/>
            <p:cNvSpPr/>
            <p:nvPr/>
          </p:nvSpPr>
          <p:spPr>
            <a:xfrm>
              <a:off x="2815798" y="1965563"/>
              <a:ext cx="299" cy="149"/>
            </a:xfrm>
            <a:custGeom>
              <a:avLst/>
              <a:gdLst/>
              <a:ahLst/>
              <a:cxnLst/>
              <a:rect l="l" t="t" r="r" b="b"/>
              <a:pathLst>
                <a:path w="22" h="11" extrusionOk="0">
                  <a:moveTo>
                    <a:pt x="22"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66" name="Google Shape;4766;p66"/>
            <p:cNvSpPr/>
            <p:nvPr/>
          </p:nvSpPr>
          <p:spPr>
            <a:xfrm>
              <a:off x="2817033" y="1964802"/>
              <a:ext cx="204" cy="149"/>
            </a:xfrm>
            <a:custGeom>
              <a:avLst/>
              <a:gdLst/>
              <a:ahLst/>
              <a:cxnLst/>
              <a:rect l="l" t="t" r="r" b="b"/>
              <a:pathLst>
                <a:path w="15" h="11" extrusionOk="0">
                  <a:moveTo>
                    <a:pt x="15"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67" name="Google Shape;4767;p66"/>
            <p:cNvSpPr/>
            <p:nvPr/>
          </p:nvSpPr>
          <p:spPr>
            <a:xfrm>
              <a:off x="2815133" y="1965848"/>
              <a:ext cx="448" cy="204"/>
            </a:xfrm>
            <a:custGeom>
              <a:avLst/>
              <a:gdLst/>
              <a:ahLst/>
              <a:cxnLst/>
              <a:rect l="l" t="t" r="r" b="b"/>
              <a:pathLst>
                <a:path w="33" h="15" extrusionOk="0">
                  <a:moveTo>
                    <a:pt x="32" y="0"/>
                  </a:moveTo>
                  <a:lnTo>
                    <a:pt x="1"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68" name="Google Shape;4768;p66"/>
            <p:cNvSpPr/>
            <p:nvPr/>
          </p:nvSpPr>
          <p:spPr>
            <a:xfrm>
              <a:off x="2816273" y="1965277"/>
              <a:ext cx="258" cy="149"/>
            </a:xfrm>
            <a:custGeom>
              <a:avLst/>
              <a:gdLst/>
              <a:ahLst/>
              <a:cxnLst/>
              <a:rect l="l" t="t" r="r" b="b"/>
              <a:pathLst>
                <a:path w="19" h="11" extrusionOk="0">
                  <a:moveTo>
                    <a:pt x="18"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69" name="Google Shape;4769;p66"/>
            <p:cNvSpPr/>
            <p:nvPr/>
          </p:nvSpPr>
          <p:spPr>
            <a:xfrm>
              <a:off x="2818364" y="1963702"/>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70" name="Google Shape;4770;p66"/>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71" name="Google Shape;4771;p66"/>
            <p:cNvSpPr/>
            <p:nvPr/>
          </p:nvSpPr>
          <p:spPr>
            <a:xfrm>
              <a:off x="2818364" y="1963702"/>
              <a:ext cx="14" cy="68"/>
            </a:xfrm>
            <a:custGeom>
              <a:avLst/>
              <a:gdLst/>
              <a:ahLst/>
              <a:cxnLst/>
              <a:rect l="l" t="t" r="r" b="b"/>
              <a:pathLst>
                <a:path w="1" h="5" extrusionOk="0">
                  <a:moveTo>
                    <a:pt x="1"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72" name="Google Shape;4772;p66"/>
            <p:cNvSpPr/>
            <p:nvPr/>
          </p:nvSpPr>
          <p:spPr>
            <a:xfrm>
              <a:off x="2818364" y="1963702"/>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73" name="Google Shape;4773;p66"/>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74" name="Google Shape;4774;p66"/>
            <p:cNvSpPr/>
            <p:nvPr/>
          </p:nvSpPr>
          <p:spPr>
            <a:xfrm>
              <a:off x="2817373" y="1964612"/>
              <a:ext cx="149" cy="109"/>
            </a:xfrm>
            <a:custGeom>
              <a:avLst/>
              <a:gdLst/>
              <a:ahLst/>
              <a:cxnLst/>
              <a:rect l="l" t="t" r="r" b="b"/>
              <a:pathLst>
                <a:path w="11" h="8" extrusionOk="0">
                  <a:moveTo>
                    <a:pt x="11"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75" name="Google Shape;4775;p66"/>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76" name="Google Shape;4776;p66"/>
            <p:cNvSpPr/>
            <p:nvPr/>
          </p:nvSpPr>
          <p:spPr>
            <a:xfrm>
              <a:off x="2818133" y="1963947"/>
              <a:ext cx="109" cy="109"/>
            </a:xfrm>
            <a:custGeom>
              <a:avLst/>
              <a:gdLst/>
              <a:ahLst/>
              <a:cxnLst/>
              <a:rect l="l" t="t" r="r" b="b"/>
              <a:pathLst>
                <a:path w="8" h="8" extrusionOk="0">
                  <a:moveTo>
                    <a:pt x="7"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77" name="Google Shape;4777;p66"/>
            <p:cNvSpPr/>
            <p:nvPr/>
          </p:nvSpPr>
          <p:spPr>
            <a:xfrm>
              <a:off x="2817848" y="1964273"/>
              <a:ext cx="109" cy="109"/>
            </a:xfrm>
            <a:custGeom>
              <a:avLst/>
              <a:gdLst/>
              <a:ahLst/>
              <a:cxnLst/>
              <a:rect l="l" t="t" r="r" b="b"/>
              <a:pathLst>
                <a:path w="8" h="8" extrusionOk="0">
                  <a:moveTo>
                    <a:pt x="7"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78" name="Google Shape;4778;p66"/>
            <p:cNvSpPr/>
            <p:nvPr/>
          </p:nvSpPr>
          <p:spPr>
            <a:xfrm>
              <a:off x="2817604" y="1964422"/>
              <a:ext cx="163" cy="109"/>
            </a:xfrm>
            <a:custGeom>
              <a:avLst/>
              <a:gdLst/>
              <a:ahLst/>
              <a:cxnLst/>
              <a:rect l="l" t="t" r="r" b="b"/>
              <a:pathLst>
                <a:path w="12" h="8" extrusionOk="0">
                  <a:moveTo>
                    <a:pt x="11"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79" name="Google Shape;4779;p66"/>
            <p:cNvSpPr/>
            <p:nvPr/>
          </p:nvSpPr>
          <p:spPr>
            <a:xfrm>
              <a:off x="2817984" y="1964083"/>
              <a:ext cx="109" cy="109"/>
            </a:xfrm>
            <a:custGeom>
              <a:avLst/>
              <a:gdLst/>
              <a:ahLst/>
              <a:cxnLst/>
              <a:rect l="l" t="t" r="r" b="b"/>
              <a:pathLst>
                <a:path w="8" h="8" extrusionOk="0">
                  <a:moveTo>
                    <a:pt x="8"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80" name="Google Shape;4780;p66"/>
            <p:cNvSpPr/>
            <p:nvPr/>
          </p:nvSpPr>
          <p:spPr>
            <a:xfrm>
              <a:off x="2818228" y="1963852"/>
              <a:ext cx="54" cy="109"/>
            </a:xfrm>
            <a:custGeom>
              <a:avLst/>
              <a:gdLst/>
              <a:ahLst/>
              <a:cxnLst/>
              <a:rect l="l" t="t" r="r" b="b"/>
              <a:pathLst>
                <a:path w="4" h="8" extrusionOk="0">
                  <a:moveTo>
                    <a:pt x="4"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81" name="Google Shape;4781;p66"/>
            <p:cNvSpPr/>
            <p:nvPr/>
          </p:nvSpPr>
          <p:spPr>
            <a:xfrm>
              <a:off x="2818323" y="1963757"/>
              <a:ext cx="14" cy="109"/>
            </a:xfrm>
            <a:custGeom>
              <a:avLst/>
              <a:gdLst/>
              <a:ahLst/>
              <a:cxnLst/>
              <a:rect l="l" t="t" r="r" b="b"/>
              <a:pathLst>
                <a:path w="1" h="8" extrusionOk="0">
                  <a:moveTo>
                    <a:pt x="0"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82" name="Google Shape;4782;p66"/>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83" name="Google Shape;4783;p66"/>
            <p:cNvSpPr/>
            <p:nvPr/>
          </p:nvSpPr>
          <p:spPr>
            <a:xfrm>
              <a:off x="2786525" y="1885469"/>
              <a:ext cx="54" cy="204"/>
            </a:xfrm>
            <a:custGeom>
              <a:avLst/>
              <a:gdLst/>
              <a:ahLst/>
              <a:cxnLst/>
              <a:rect l="l" t="t" r="r" b="b"/>
              <a:pathLst>
                <a:path w="4" h="15" extrusionOk="0">
                  <a:moveTo>
                    <a:pt x="4" y="0"/>
                  </a:moveTo>
                  <a:lnTo>
                    <a:pt x="0"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84" name="Google Shape;4784;p66"/>
            <p:cNvSpPr/>
            <p:nvPr/>
          </p:nvSpPr>
          <p:spPr>
            <a:xfrm>
              <a:off x="2788086" y="1882998"/>
              <a:ext cx="163" cy="204"/>
            </a:xfrm>
            <a:custGeom>
              <a:avLst/>
              <a:gdLst/>
              <a:ahLst/>
              <a:cxnLst/>
              <a:rect l="l" t="t" r="r" b="b"/>
              <a:pathLst>
                <a:path w="12" h="15" extrusionOk="0">
                  <a:moveTo>
                    <a:pt x="11" y="0"/>
                  </a:moveTo>
                  <a:lnTo>
                    <a:pt x="1"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85" name="Google Shape;4785;p66"/>
            <p:cNvSpPr/>
            <p:nvPr/>
          </p:nvSpPr>
          <p:spPr>
            <a:xfrm>
              <a:off x="2785615" y="1887981"/>
              <a:ext cx="109" cy="163"/>
            </a:xfrm>
            <a:custGeom>
              <a:avLst/>
              <a:gdLst/>
              <a:ahLst/>
              <a:cxnLst/>
              <a:rect l="l" t="t" r="r" b="b"/>
              <a:pathLst>
                <a:path w="8" h="12" extrusionOk="0">
                  <a:moveTo>
                    <a:pt x="8"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86" name="Google Shape;4786;p66"/>
            <p:cNvSpPr/>
            <p:nvPr/>
          </p:nvSpPr>
          <p:spPr>
            <a:xfrm>
              <a:off x="2788996" y="1881857"/>
              <a:ext cx="109" cy="149"/>
            </a:xfrm>
            <a:custGeom>
              <a:avLst/>
              <a:gdLst/>
              <a:ahLst/>
              <a:cxnLst/>
              <a:rect l="l" t="t" r="r" b="b"/>
              <a:pathLst>
                <a:path w="8" h="11" extrusionOk="0">
                  <a:moveTo>
                    <a:pt x="7" y="0"/>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87" name="Google Shape;4787;p66"/>
            <p:cNvSpPr/>
            <p:nvPr/>
          </p:nvSpPr>
          <p:spPr>
            <a:xfrm>
              <a:off x="2788371" y="1882618"/>
              <a:ext cx="163" cy="149"/>
            </a:xfrm>
            <a:custGeom>
              <a:avLst/>
              <a:gdLst/>
              <a:ahLst/>
              <a:cxnLst/>
              <a:rect l="l" t="t" r="r" b="b"/>
              <a:pathLst>
                <a:path w="12" h="11" extrusionOk="0">
                  <a:moveTo>
                    <a:pt x="11"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88" name="Google Shape;4788;p66"/>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89" name="Google Shape;4789;p66"/>
            <p:cNvSpPr/>
            <p:nvPr/>
          </p:nvSpPr>
          <p:spPr>
            <a:xfrm>
              <a:off x="2786376" y="1885795"/>
              <a:ext cx="68" cy="163"/>
            </a:xfrm>
            <a:custGeom>
              <a:avLst/>
              <a:gdLst/>
              <a:ahLst/>
              <a:cxnLst/>
              <a:rect l="l" t="t" r="r" b="b"/>
              <a:pathLst>
                <a:path w="5" h="12" extrusionOk="0">
                  <a:moveTo>
                    <a:pt x="4"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90" name="Google Shape;4790;p66"/>
            <p:cNvSpPr/>
            <p:nvPr/>
          </p:nvSpPr>
          <p:spPr>
            <a:xfrm>
              <a:off x="2786280" y="1886039"/>
              <a:ext cx="68" cy="149"/>
            </a:xfrm>
            <a:custGeom>
              <a:avLst/>
              <a:gdLst/>
              <a:ahLst/>
              <a:cxnLst/>
              <a:rect l="l" t="t" r="r" b="b"/>
              <a:pathLst>
                <a:path w="5" h="11" extrusionOk="0">
                  <a:moveTo>
                    <a:pt x="4"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91" name="Google Shape;4791;p66"/>
            <p:cNvSpPr/>
            <p:nvPr/>
          </p:nvSpPr>
          <p:spPr>
            <a:xfrm>
              <a:off x="2787801" y="1883378"/>
              <a:ext cx="163" cy="204"/>
            </a:xfrm>
            <a:custGeom>
              <a:avLst/>
              <a:gdLst/>
              <a:ahLst/>
              <a:cxnLst/>
              <a:rect l="l" t="t" r="r" b="b"/>
              <a:pathLst>
                <a:path w="12" h="15" extrusionOk="0">
                  <a:moveTo>
                    <a:pt x="11" y="0"/>
                  </a:moveTo>
                  <a:lnTo>
                    <a:pt x="1"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92" name="Google Shape;4792;p66"/>
            <p:cNvSpPr/>
            <p:nvPr/>
          </p:nvSpPr>
          <p:spPr>
            <a:xfrm>
              <a:off x="2788657" y="1882237"/>
              <a:ext cx="163" cy="149"/>
            </a:xfrm>
            <a:custGeom>
              <a:avLst/>
              <a:gdLst/>
              <a:ahLst/>
              <a:cxnLst/>
              <a:rect l="l" t="t" r="r" b="b"/>
              <a:pathLst>
                <a:path w="12" h="11" extrusionOk="0">
                  <a:moveTo>
                    <a:pt x="11"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93" name="Google Shape;4793;p66"/>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94" name="Google Shape;4794;p66"/>
            <p:cNvSpPr/>
            <p:nvPr/>
          </p:nvSpPr>
          <p:spPr>
            <a:xfrm>
              <a:off x="2785289" y="1888320"/>
              <a:ext cx="109" cy="109"/>
            </a:xfrm>
            <a:custGeom>
              <a:avLst/>
              <a:gdLst/>
              <a:ahLst/>
              <a:cxnLst/>
              <a:rect l="l" t="t" r="r" b="b"/>
              <a:pathLst>
                <a:path w="8" h="8" extrusionOk="0">
                  <a:moveTo>
                    <a:pt x="7"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95" name="Google Shape;4795;p66"/>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96" name="Google Shape;4796;p66"/>
            <p:cNvSpPr/>
            <p:nvPr/>
          </p:nvSpPr>
          <p:spPr>
            <a:xfrm>
              <a:off x="2785860" y="1887601"/>
              <a:ext cx="109" cy="163"/>
            </a:xfrm>
            <a:custGeom>
              <a:avLst/>
              <a:gdLst/>
              <a:ahLst/>
              <a:cxnLst/>
              <a:rect l="l" t="t" r="r" b="b"/>
              <a:pathLst>
                <a:path w="8" h="12" extrusionOk="0">
                  <a:moveTo>
                    <a:pt x="7"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97" name="Google Shape;4797;p66"/>
            <p:cNvSpPr/>
            <p:nvPr/>
          </p:nvSpPr>
          <p:spPr>
            <a:xfrm>
              <a:off x="2787570" y="1883758"/>
              <a:ext cx="109" cy="204"/>
            </a:xfrm>
            <a:custGeom>
              <a:avLst/>
              <a:gdLst/>
              <a:ahLst/>
              <a:cxnLst/>
              <a:rect l="l" t="t" r="r" b="b"/>
              <a:pathLst>
                <a:path w="8" h="15" extrusionOk="0">
                  <a:moveTo>
                    <a:pt x="7" y="0"/>
                  </a:moveTo>
                  <a:lnTo>
                    <a:pt x="0"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98" name="Google Shape;4798;p66"/>
            <p:cNvSpPr/>
            <p:nvPr/>
          </p:nvSpPr>
          <p:spPr>
            <a:xfrm>
              <a:off x="2789281" y="1881572"/>
              <a:ext cx="54" cy="109"/>
            </a:xfrm>
            <a:custGeom>
              <a:avLst/>
              <a:gdLst/>
              <a:ahLst/>
              <a:cxnLst/>
              <a:rect l="l" t="t" r="r" b="b"/>
              <a:pathLst>
                <a:path w="4" h="8" extrusionOk="0">
                  <a:moveTo>
                    <a:pt x="0" y="7"/>
                  </a:moveTo>
                  <a:lnTo>
                    <a:pt x="4" y="0"/>
                  </a:ln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799" name="Google Shape;4799;p66"/>
            <p:cNvSpPr/>
            <p:nvPr/>
          </p:nvSpPr>
          <p:spPr>
            <a:xfrm>
              <a:off x="2787285" y="1884138"/>
              <a:ext cx="149" cy="149"/>
            </a:xfrm>
            <a:custGeom>
              <a:avLst/>
              <a:gdLst/>
              <a:ahLst/>
              <a:cxnLst/>
              <a:rect l="l" t="t" r="r" b="b"/>
              <a:pathLst>
                <a:path w="11" h="11" extrusionOk="0">
                  <a:moveTo>
                    <a:pt x="11" y="0"/>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00" name="Google Shape;4800;p66"/>
            <p:cNvSpPr/>
            <p:nvPr/>
          </p:nvSpPr>
          <p:spPr>
            <a:xfrm>
              <a:off x="2787041" y="1884464"/>
              <a:ext cx="163" cy="204"/>
            </a:xfrm>
            <a:custGeom>
              <a:avLst/>
              <a:gdLst/>
              <a:ahLst/>
              <a:cxnLst/>
              <a:rect l="l" t="t" r="r" b="b"/>
              <a:pathLst>
                <a:path w="12" h="15" extrusionOk="0">
                  <a:moveTo>
                    <a:pt x="11" y="1"/>
                  </a:moveTo>
                  <a:lnTo>
                    <a:pt x="1"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01" name="Google Shape;4801;p66"/>
            <p:cNvSpPr/>
            <p:nvPr/>
          </p:nvSpPr>
          <p:spPr>
            <a:xfrm>
              <a:off x="2786851" y="1884844"/>
              <a:ext cx="109" cy="163"/>
            </a:xfrm>
            <a:custGeom>
              <a:avLst/>
              <a:gdLst/>
              <a:ahLst/>
              <a:cxnLst/>
              <a:rect l="l" t="t" r="r" b="b"/>
              <a:pathLst>
                <a:path w="8" h="12" extrusionOk="0">
                  <a:moveTo>
                    <a:pt x="8"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02" name="Google Shape;4802;p66"/>
            <p:cNvSpPr/>
            <p:nvPr/>
          </p:nvSpPr>
          <p:spPr>
            <a:xfrm>
              <a:off x="2786715" y="1885184"/>
              <a:ext cx="109" cy="149"/>
            </a:xfrm>
            <a:custGeom>
              <a:avLst/>
              <a:gdLst/>
              <a:ahLst/>
              <a:cxnLst/>
              <a:rect l="l" t="t" r="r" b="b"/>
              <a:pathLst>
                <a:path w="8" h="11" extrusionOk="0">
                  <a:moveTo>
                    <a:pt x="7" y="0"/>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03" name="Google Shape;4803;p66"/>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04" name="Google Shape;4804;p66"/>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05" name="Google Shape;4805;p66"/>
            <p:cNvSpPr/>
            <p:nvPr/>
          </p:nvSpPr>
          <p:spPr>
            <a:xfrm>
              <a:off x="2797075" y="1875245"/>
              <a:ext cx="14" cy="14"/>
            </a:xfrm>
            <a:custGeom>
              <a:avLst/>
              <a:gdLst/>
              <a:ahLst/>
              <a:cxnLst/>
              <a:rect l="l" t="t" r="r" b="b"/>
              <a:pathLst>
                <a:path w="1" h="1" extrusionOk="0">
                  <a:moveTo>
                    <a:pt x="1" y="1"/>
                  </a:moveTo>
                  <a:lnTo>
                    <a:pt x="1" y="1"/>
                  </a:ln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06" name="Google Shape;4806;p66"/>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07" name="Google Shape;4807;p66"/>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08" name="Google Shape;4808;p66"/>
            <p:cNvSpPr/>
            <p:nvPr/>
          </p:nvSpPr>
          <p:spPr>
            <a:xfrm>
              <a:off x="2832960" y="1935570"/>
              <a:ext cx="353" cy="14"/>
            </a:xfrm>
            <a:custGeom>
              <a:avLst/>
              <a:gdLst/>
              <a:ahLst/>
              <a:cxnLst/>
              <a:rect l="l" t="t" r="r" b="b"/>
              <a:pathLst>
                <a:path w="26" h="1" extrusionOk="0">
                  <a:moveTo>
                    <a:pt x="25"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09" name="Google Shape;4809;p66"/>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10" name="Google Shape;4810;p66"/>
            <p:cNvSpPr/>
            <p:nvPr/>
          </p:nvSpPr>
          <p:spPr>
            <a:xfrm>
              <a:off x="2835865" y="1934714"/>
              <a:ext cx="149" cy="109"/>
            </a:xfrm>
            <a:custGeom>
              <a:avLst/>
              <a:gdLst/>
              <a:ahLst/>
              <a:cxnLst/>
              <a:rect l="l" t="t" r="r" b="b"/>
              <a:pathLst>
                <a:path w="11" h="8" extrusionOk="0">
                  <a:moveTo>
                    <a:pt x="0" y="7"/>
                  </a:moveTo>
                  <a:lnTo>
                    <a:pt x="11" y="0"/>
                  </a:ln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11" name="Google Shape;4811;p66"/>
            <p:cNvSpPr/>
            <p:nvPr/>
          </p:nvSpPr>
          <p:spPr>
            <a:xfrm>
              <a:off x="2833489" y="1935570"/>
              <a:ext cx="339" cy="14"/>
            </a:xfrm>
            <a:custGeom>
              <a:avLst/>
              <a:gdLst/>
              <a:ahLst/>
              <a:cxnLst/>
              <a:rect l="l" t="t" r="r" b="b"/>
              <a:pathLst>
                <a:path w="25" h="1" extrusionOk="0">
                  <a:moveTo>
                    <a:pt x="25"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12" name="Google Shape;4812;p66"/>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13" name="Google Shape;4813;p66"/>
            <p:cNvSpPr/>
            <p:nvPr/>
          </p:nvSpPr>
          <p:spPr>
            <a:xfrm>
              <a:off x="2834671" y="1935230"/>
              <a:ext cx="353" cy="163"/>
            </a:xfrm>
            <a:custGeom>
              <a:avLst/>
              <a:gdLst/>
              <a:ahLst/>
              <a:cxnLst/>
              <a:rect l="l" t="t" r="r" b="b"/>
              <a:pathLst>
                <a:path w="26" h="12" extrusionOk="0">
                  <a:moveTo>
                    <a:pt x="25"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14" name="Google Shape;4814;p66"/>
            <p:cNvSpPr/>
            <p:nvPr/>
          </p:nvSpPr>
          <p:spPr>
            <a:xfrm>
              <a:off x="2834060" y="1935421"/>
              <a:ext cx="339" cy="109"/>
            </a:xfrm>
            <a:custGeom>
              <a:avLst/>
              <a:gdLst/>
              <a:ahLst/>
              <a:cxnLst/>
              <a:rect l="l" t="t" r="r" b="b"/>
              <a:pathLst>
                <a:path w="25" h="8" extrusionOk="0">
                  <a:moveTo>
                    <a:pt x="25"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15" name="Google Shape;4815;p66"/>
            <p:cNvSpPr/>
            <p:nvPr/>
          </p:nvSpPr>
          <p:spPr>
            <a:xfrm>
              <a:off x="2835241" y="1934945"/>
              <a:ext cx="353" cy="204"/>
            </a:xfrm>
            <a:custGeom>
              <a:avLst/>
              <a:gdLst/>
              <a:ahLst/>
              <a:cxnLst/>
              <a:rect l="l" t="t" r="r" b="b"/>
              <a:pathLst>
                <a:path w="26" h="15" extrusionOk="0">
                  <a:moveTo>
                    <a:pt x="25" y="1"/>
                  </a:moveTo>
                  <a:lnTo>
                    <a:pt x="1"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16" name="Google Shape;4816;p66"/>
            <p:cNvSpPr/>
            <p:nvPr/>
          </p:nvSpPr>
          <p:spPr>
            <a:xfrm>
              <a:off x="2836056" y="1934714"/>
              <a:ext cx="14" cy="14"/>
            </a:xfrm>
            <a:custGeom>
              <a:avLst/>
              <a:gdLst/>
              <a:ahLst/>
              <a:cxnLst/>
              <a:rect l="l" t="t" r="r" b="b"/>
              <a:pathLst>
                <a:path w="1" h="1" extrusionOk="0">
                  <a:moveTo>
                    <a:pt x="0"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17" name="Google Shape;4817;p66"/>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18" name="Google Shape;4818;p66"/>
            <p:cNvSpPr/>
            <p:nvPr/>
          </p:nvSpPr>
          <p:spPr>
            <a:xfrm>
              <a:off x="2774359" y="1962182"/>
              <a:ext cx="149" cy="258"/>
            </a:xfrm>
            <a:custGeom>
              <a:avLst/>
              <a:gdLst/>
              <a:ahLst/>
              <a:cxnLst/>
              <a:rect l="l" t="t" r="r" b="b"/>
              <a:pathLst>
                <a:path w="11" h="19" extrusionOk="0">
                  <a:moveTo>
                    <a:pt x="0" y="18"/>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19" name="Google Shape;4819;p66"/>
            <p:cNvSpPr/>
            <p:nvPr/>
          </p:nvSpPr>
          <p:spPr>
            <a:xfrm>
              <a:off x="2774115" y="1962657"/>
              <a:ext cx="109" cy="204"/>
            </a:xfrm>
            <a:custGeom>
              <a:avLst/>
              <a:gdLst/>
              <a:ahLst/>
              <a:cxnLst/>
              <a:rect l="l" t="t" r="r" b="b"/>
              <a:pathLst>
                <a:path w="8" h="15" extrusionOk="0">
                  <a:moveTo>
                    <a:pt x="1" y="15"/>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20" name="Google Shape;4820;p66"/>
            <p:cNvSpPr/>
            <p:nvPr/>
          </p:nvSpPr>
          <p:spPr>
            <a:xfrm>
              <a:off x="2774590" y="1961761"/>
              <a:ext cx="163" cy="204"/>
            </a:xfrm>
            <a:custGeom>
              <a:avLst/>
              <a:gdLst/>
              <a:ahLst/>
              <a:cxnLst/>
              <a:rect l="l" t="t" r="r" b="b"/>
              <a:pathLst>
                <a:path w="12" h="15" extrusionOk="0">
                  <a:moveTo>
                    <a:pt x="1" y="14"/>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21" name="Google Shape;4821;p66"/>
            <p:cNvSpPr/>
            <p:nvPr/>
          </p:nvSpPr>
          <p:spPr>
            <a:xfrm>
              <a:off x="2775595" y="1959521"/>
              <a:ext cx="109" cy="258"/>
            </a:xfrm>
            <a:custGeom>
              <a:avLst/>
              <a:gdLst/>
              <a:ahLst/>
              <a:cxnLst/>
              <a:rect l="l" t="t" r="r" b="b"/>
              <a:pathLst>
                <a:path w="8" h="19" extrusionOk="0">
                  <a:moveTo>
                    <a:pt x="0" y="18"/>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22" name="Google Shape;4822;p66"/>
            <p:cNvSpPr/>
            <p:nvPr/>
          </p:nvSpPr>
          <p:spPr>
            <a:xfrm>
              <a:off x="2775310" y="1960145"/>
              <a:ext cx="149" cy="394"/>
            </a:xfrm>
            <a:custGeom>
              <a:avLst/>
              <a:gdLst/>
              <a:ahLst/>
              <a:cxnLst/>
              <a:rect l="l" t="t" r="r" b="b"/>
              <a:pathLst>
                <a:path w="11" h="29" extrusionOk="0">
                  <a:moveTo>
                    <a:pt x="0" y="28"/>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23" name="Google Shape;4823;p66"/>
            <p:cNvSpPr/>
            <p:nvPr/>
          </p:nvSpPr>
          <p:spPr>
            <a:xfrm>
              <a:off x="2775065" y="1960756"/>
              <a:ext cx="109" cy="258"/>
            </a:xfrm>
            <a:custGeom>
              <a:avLst/>
              <a:gdLst/>
              <a:ahLst/>
              <a:cxnLst/>
              <a:rect l="l" t="t" r="r" b="b"/>
              <a:pathLst>
                <a:path w="8" h="19" extrusionOk="0">
                  <a:moveTo>
                    <a:pt x="1" y="18"/>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24" name="Google Shape;4824;p66"/>
            <p:cNvSpPr/>
            <p:nvPr/>
          </p:nvSpPr>
          <p:spPr>
            <a:xfrm>
              <a:off x="2774835" y="1961286"/>
              <a:ext cx="149" cy="244"/>
            </a:xfrm>
            <a:custGeom>
              <a:avLst/>
              <a:gdLst/>
              <a:ahLst/>
              <a:cxnLst/>
              <a:rect l="l" t="t" r="r" b="b"/>
              <a:pathLst>
                <a:path w="11" h="18" extrusionOk="0">
                  <a:moveTo>
                    <a:pt x="0" y="18"/>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25" name="Google Shape;4825;p66"/>
            <p:cNvSpPr/>
            <p:nvPr/>
          </p:nvSpPr>
          <p:spPr>
            <a:xfrm>
              <a:off x="2773884" y="1963091"/>
              <a:ext cx="109" cy="204"/>
            </a:xfrm>
            <a:custGeom>
              <a:avLst/>
              <a:gdLst/>
              <a:ahLst/>
              <a:cxnLst/>
              <a:rect l="l" t="t" r="r" b="b"/>
              <a:pathLst>
                <a:path w="8" h="15" extrusionOk="0">
                  <a:moveTo>
                    <a:pt x="0" y="14"/>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26" name="Google Shape;4826;p66"/>
            <p:cNvSpPr/>
            <p:nvPr/>
          </p:nvSpPr>
          <p:spPr>
            <a:xfrm>
              <a:off x="2772268" y="1965087"/>
              <a:ext cx="149" cy="109"/>
            </a:xfrm>
            <a:custGeom>
              <a:avLst/>
              <a:gdLst/>
              <a:ahLst/>
              <a:cxnLst/>
              <a:rect l="l" t="t" r="r" b="b"/>
              <a:pathLst>
                <a:path w="11" h="8" extrusionOk="0">
                  <a:moveTo>
                    <a:pt x="0" y="7"/>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27" name="Google Shape;4827;p66"/>
            <p:cNvSpPr/>
            <p:nvPr/>
          </p:nvSpPr>
          <p:spPr>
            <a:xfrm>
              <a:off x="2772839" y="1964517"/>
              <a:ext cx="109" cy="149"/>
            </a:xfrm>
            <a:custGeom>
              <a:avLst/>
              <a:gdLst/>
              <a:ahLst/>
              <a:cxnLst/>
              <a:rect l="l" t="t" r="r" b="b"/>
              <a:pathLst>
                <a:path w="8" h="11" extrusionOk="0">
                  <a:moveTo>
                    <a:pt x="0" y="11"/>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28" name="Google Shape;4828;p66"/>
            <p:cNvSpPr/>
            <p:nvPr/>
          </p:nvSpPr>
          <p:spPr>
            <a:xfrm>
              <a:off x="2771983" y="1965318"/>
              <a:ext cx="149" cy="68"/>
            </a:xfrm>
            <a:custGeom>
              <a:avLst/>
              <a:gdLst/>
              <a:ahLst/>
              <a:cxnLst/>
              <a:rect l="l" t="t" r="r" b="b"/>
              <a:pathLst>
                <a:path w="11" h="5" extrusionOk="0">
                  <a:moveTo>
                    <a:pt x="0" y="4"/>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29" name="Google Shape;4829;p66"/>
            <p:cNvSpPr/>
            <p:nvPr/>
          </p:nvSpPr>
          <p:spPr>
            <a:xfrm>
              <a:off x="2773599" y="1963512"/>
              <a:ext cx="149" cy="204"/>
            </a:xfrm>
            <a:custGeom>
              <a:avLst/>
              <a:gdLst/>
              <a:ahLst/>
              <a:cxnLst/>
              <a:rect l="l" t="t" r="r" b="b"/>
              <a:pathLst>
                <a:path w="11" h="15" extrusionOk="0">
                  <a:moveTo>
                    <a:pt x="0" y="15"/>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30" name="Google Shape;4830;p66"/>
            <p:cNvSpPr/>
            <p:nvPr/>
          </p:nvSpPr>
          <p:spPr>
            <a:xfrm>
              <a:off x="2773070" y="1964178"/>
              <a:ext cx="163" cy="204"/>
            </a:xfrm>
            <a:custGeom>
              <a:avLst/>
              <a:gdLst/>
              <a:ahLst/>
              <a:cxnLst/>
              <a:rect l="l" t="t" r="r" b="b"/>
              <a:pathLst>
                <a:path w="12" h="15" extrusionOk="0">
                  <a:moveTo>
                    <a:pt x="1" y="15"/>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31" name="Google Shape;4831;p66"/>
            <p:cNvSpPr/>
            <p:nvPr/>
          </p:nvSpPr>
          <p:spPr>
            <a:xfrm>
              <a:off x="2773355" y="1963852"/>
              <a:ext cx="109" cy="204"/>
            </a:xfrm>
            <a:custGeom>
              <a:avLst/>
              <a:gdLst/>
              <a:ahLst/>
              <a:cxnLst/>
              <a:rect l="l" t="t" r="r" b="b"/>
              <a:pathLst>
                <a:path w="8" h="15" extrusionOk="0">
                  <a:moveTo>
                    <a:pt x="1" y="14"/>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32" name="Google Shape;4832;p66"/>
            <p:cNvSpPr/>
            <p:nvPr/>
          </p:nvSpPr>
          <p:spPr>
            <a:xfrm>
              <a:off x="2776776" y="1956384"/>
              <a:ext cx="68" cy="299"/>
            </a:xfrm>
            <a:custGeom>
              <a:avLst/>
              <a:gdLst/>
              <a:ahLst/>
              <a:cxnLst/>
              <a:rect l="l" t="t" r="r" b="b"/>
              <a:pathLst>
                <a:path w="5" h="22" extrusionOk="0">
                  <a:moveTo>
                    <a:pt x="1" y="22"/>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33" name="Google Shape;4833;p66"/>
            <p:cNvSpPr/>
            <p:nvPr/>
          </p:nvSpPr>
          <p:spPr>
            <a:xfrm>
              <a:off x="2777496" y="1954062"/>
              <a:ext cx="109" cy="204"/>
            </a:xfrm>
            <a:custGeom>
              <a:avLst/>
              <a:gdLst/>
              <a:ahLst/>
              <a:cxnLst/>
              <a:rect l="l" t="t" r="r" b="b"/>
              <a:pathLst>
                <a:path w="8" h="15" extrusionOk="0">
                  <a:moveTo>
                    <a:pt x="0" y="14"/>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34" name="Google Shape;4834;p66"/>
            <p:cNvSpPr/>
            <p:nvPr/>
          </p:nvSpPr>
          <p:spPr>
            <a:xfrm>
              <a:off x="2777632" y="1953628"/>
              <a:ext cx="68" cy="204"/>
            </a:xfrm>
            <a:custGeom>
              <a:avLst/>
              <a:gdLst/>
              <a:ahLst/>
              <a:cxnLst/>
              <a:rect l="l" t="t" r="r" b="b"/>
              <a:pathLst>
                <a:path w="5" h="15" extrusionOk="0">
                  <a:moveTo>
                    <a:pt x="1" y="15"/>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35" name="Google Shape;4835;p66"/>
            <p:cNvSpPr/>
            <p:nvPr/>
          </p:nvSpPr>
          <p:spPr>
            <a:xfrm>
              <a:off x="2776926" y="1955909"/>
              <a:ext cx="109" cy="258"/>
            </a:xfrm>
            <a:custGeom>
              <a:avLst/>
              <a:gdLst/>
              <a:ahLst/>
              <a:cxnLst/>
              <a:rect l="l" t="t" r="r" b="b"/>
              <a:pathLst>
                <a:path w="8" h="19" extrusionOk="0">
                  <a:moveTo>
                    <a:pt x="0" y="18"/>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36" name="Google Shape;4836;p66"/>
            <p:cNvSpPr/>
            <p:nvPr/>
          </p:nvSpPr>
          <p:spPr>
            <a:xfrm>
              <a:off x="2777251" y="1954959"/>
              <a:ext cx="68" cy="204"/>
            </a:xfrm>
            <a:custGeom>
              <a:avLst/>
              <a:gdLst/>
              <a:ahLst/>
              <a:cxnLst/>
              <a:rect l="l" t="t" r="r" b="b"/>
              <a:pathLst>
                <a:path w="5" h="15" extrusionOk="0">
                  <a:moveTo>
                    <a:pt x="1" y="15"/>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37" name="Google Shape;4837;p66"/>
            <p:cNvSpPr/>
            <p:nvPr/>
          </p:nvSpPr>
          <p:spPr>
            <a:xfrm>
              <a:off x="2777781" y="1953248"/>
              <a:ext cx="14" cy="109"/>
            </a:xfrm>
            <a:custGeom>
              <a:avLst/>
              <a:gdLst/>
              <a:ahLst/>
              <a:cxnLst/>
              <a:rect l="l" t="t" r="r" b="b"/>
              <a:pathLst>
                <a:path w="1" h="8" extrusionOk="0">
                  <a:moveTo>
                    <a:pt x="0"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38" name="Google Shape;4838;p66"/>
            <p:cNvSpPr/>
            <p:nvPr/>
          </p:nvSpPr>
          <p:spPr>
            <a:xfrm>
              <a:off x="2777061" y="1955434"/>
              <a:ext cx="109" cy="258"/>
            </a:xfrm>
            <a:custGeom>
              <a:avLst/>
              <a:gdLst/>
              <a:ahLst/>
              <a:cxnLst/>
              <a:rect l="l" t="t" r="r" b="b"/>
              <a:pathLst>
                <a:path w="8" h="19" extrusionOk="0">
                  <a:moveTo>
                    <a:pt x="1" y="18"/>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39" name="Google Shape;4839;p66"/>
            <p:cNvSpPr/>
            <p:nvPr/>
          </p:nvSpPr>
          <p:spPr>
            <a:xfrm>
              <a:off x="2776586" y="1956914"/>
              <a:ext cx="109" cy="244"/>
            </a:xfrm>
            <a:custGeom>
              <a:avLst/>
              <a:gdLst/>
              <a:ahLst/>
              <a:cxnLst/>
              <a:rect l="l" t="t" r="r" b="b"/>
              <a:pathLst>
                <a:path w="8" h="18" extrusionOk="0">
                  <a:moveTo>
                    <a:pt x="1" y="18"/>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40" name="Google Shape;4840;p66"/>
            <p:cNvSpPr/>
            <p:nvPr/>
          </p:nvSpPr>
          <p:spPr>
            <a:xfrm>
              <a:off x="2776206" y="1957959"/>
              <a:ext cx="109" cy="244"/>
            </a:xfrm>
            <a:custGeom>
              <a:avLst/>
              <a:gdLst/>
              <a:ahLst/>
              <a:cxnLst/>
              <a:rect l="l" t="t" r="r" b="b"/>
              <a:pathLst>
                <a:path w="8" h="18" extrusionOk="0">
                  <a:moveTo>
                    <a:pt x="1" y="18"/>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41" name="Google Shape;4841;p66"/>
            <p:cNvSpPr/>
            <p:nvPr/>
          </p:nvSpPr>
          <p:spPr>
            <a:xfrm>
              <a:off x="2776016" y="1958475"/>
              <a:ext cx="109" cy="258"/>
            </a:xfrm>
            <a:custGeom>
              <a:avLst/>
              <a:gdLst/>
              <a:ahLst/>
              <a:cxnLst/>
              <a:rect l="l" t="t" r="r" b="b"/>
              <a:pathLst>
                <a:path w="8" h="19" extrusionOk="0">
                  <a:moveTo>
                    <a:pt x="1" y="18"/>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42" name="Google Shape;4842;p66"/>
            <p:cNvSpPr/>
            <p:nvPr/>
          </p:nvSpPr>
          <p:spPr>
            <a:xfrm>
              <a:off x="2776396" y="1957430"/>
              <a:ext cx="109" cy="258"/>
            </a:xfrm>
            <a:custGeom>
              <a:avLst/>
              <a:gdLst/>
              <a:ahLst/>
              <a:cxnLst/>
              <a:rect l="l" t="t" r="r" b="b"/>
              <a:pathLst>
                <a:path w="8" h="19" extrusionOk="0">
                  <a:moveTo>
                    <a:pt x="1" y="18"/>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43" name="Google Shape;4843;p66"/>
            <p:cNvSpPr/>
            <p:nvPr/>
          </p:nvSpPr>
          <p:spPr>
            <a:xfrm>
              <a:off x="2777401" y="1954483"/>
              <a:ext cx="54" cy="258"/>
            </a:xfrm>
            <a:custGeom>
              <a:avLst/>
              <a:gdLst/>
              <a:ahLst/>
              <a:cxnLst/>
              <a:rect l="l" t="t" r="r" b="b"/>
              <a:pathLst>
                <a:path w="4" h="19" extrusionOk="0">
                  <a:moveTo>
                    <a:pt x="0" y="1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44" name="Google Shape;4844;p66"/>
            <p:cNvSpPr/>
            <p:nvPr/>
          </p:nvSpPr>
          <p:spPr>
            <a:xfrm>
              <a:off x="2772554" y="1964802"/>
              <a:ext cx="149" cy="149"/>
            </a:xfrm>
            <a:custGeom>
              <a:avLst/>
              <a:gdLst/>
              <a:ahLst/>
              <a:cxnLst/>
              <a:rect l="l" t="t" r="r" b="b"/>
              <a:pathLst>
                <a:path w="11" h="11" extrusionOk="0">
                  <a:moveTo>
                    <a:pt x="11" y="0"/>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45" name="Google Shape;4845;p66"/>
            <p:cNvSpPr/>
            <p:nvPr/>
          </p:nvSpPr>
          <p:spPr>
            <a:xfrm>
              <a:off x="2775826" y="1959005"/>
              <a:ext cx="109" cy="244"/>
            </a:xfrm>
            <a:custGeom>
              <a:avLst/>
              <a:gdLst/>
              <a:ahLst/>
              <a:cxnLst/>
              <a:rect l="l" t="t" r="r" b="b"/>
              <a:pathLst>
                <a:path w="8" h="18" extrusionOk="0">
                  <a:moveTo>
                    <a:pt x="1" y="18"/>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46" name="Google Shape;4846;p66"/>
            <p:cNvSpPr/>
            <p:nvPr/>
          </p:nvSpPr>
          <p:spPr>
            <a:xfrm>
              <a:off x="2771698" y="1965508"/>
              <a:ext cx="109" cy="68"/>
            </a:xfrm>
            <a:custGeom>
              <a:avLst/>
              <a:gdLst/>
              <a:ahLst/>
              <a:cxnLst/>
              <a:rect l="l" t="t" r="r" b="b"/>
              <a:pathLst>
                <a:path w="8" h="5" extrusionOk="0">
                  <a:moveTo>
                    <a:pt x="0" y="4"/>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47" name="Google Shape;4847;p66"/>
            <p:cNvSpPr/>
            <p:nvPr/>
          </p:nvSpPr>
          <p:spPr>
            <a:xfrm>
              <a:off x="2800401" y="1951917"/>
              <a:ext cx="68" cy="68"/>
            </a:xfrm>
            <a:custGeom>
              <a:avLst/>
              <a:gdLst/>
              <a:ahLst/>
              <a:cxnLst/>
              <a:rect l="l" t="t" r="r" b="b"/>
              <a:pathLst>
                <a:path w="5" h="5" extrusionOk="0">
                  <a:moveTo>
                    <a:pt x="1" y="1"/>
                  </a:moveTo>
                  <a:lnTo>
                    <a:pt x="4"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48" name="Google Shape;4848;p66"/>
            <p:cNvSpPr/>
            <p:nvPr/>
          </p:nvSpPr>
          <p:spPr>
            <a:xfrm>
              <a:off x="2800591" y="1952582"/>
              <a:ext cx="14" cy="109"/>
            </a:xfrm>
            <a:custGeom>
              <a:avLst/>
              <a:gdLst/>
              <a:ahLst/>
              <a:cxnLst/>
              <a:rect l="l" t="t" r="r" b="b"/>
              <a:pathLst>
                <a:path w="1" h="8" extrusionOk="0">
                  <a:moveTo>
                    <a:pt x="1"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49" name="Google Shape;4849;p66"/>
            <p:cNvSpPr/>
            <p:nvPr/>
          </p:nvSpPr>
          <p:spPr>
            <a:xfrm>
              <a:off x="2800591" y="1953017"/>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50" name="Google Shape;4850;p66"/>
            <p:cNvSpPr/>
            <p:nvPr/>
          </p:nvSpPr>
          <p:spPr>
            <a:xfrm>
              <a:off x="2820930" y="1936276"/>
              <a:ext cx="109" cy="109"/>
            </a:xfrm>
            <a:custGeom>
              <a:avLst/>
              <a:gdLst/>
              <a:ahLst/>
              <a:cxnLst/>
              <a:rect l="l" t="t" r="r" b="b"/>
              <a:pathLst>
                <a:path w="8" h="8" extrusionOk="0">
                  <a:moveTo>
                    <a:pt x="1" y="1"/>
                  </a:moveTo>
                  <a:lnTo>
                    <a:pt x="8" y="8"/>
                  </a:lnTo>
                  <a:lnTo>
                    <a:pt x="8"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51" name="Google Shape;4851;p66"/>
            <p:cNvSpPr/>
            <p:nvPr/>
          </p:nvSpPr>
          <p:spPr>
            <a:xfrm>
              <a:off x="2800550" y="1952297"/>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52" name="Google Shape;4852;p66"/>
            <p:cNvSpPr/>
            <p:nvPr/>
          </p:nvSpPr>
          <p:spPr>
            <a:xfrm>
              <a:off x="2783293" y="1890642"/>
              <a:ext cx="54" cy="68"/>
            </a:xfrm>
            <a:custGeom>
              <a:avLst/>
              <a:gdLst/>
              <a:ahLst/>
              <a:cxnLst/>
              <a:rect l="l" t="t" r="r" b="b"/>
              <a:pathLst>
                <a:path w="4" h="5" extrusionOk="0">
                  <a:moveTo>
                    <a:pt x="4"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53" name="Google Shape;4853;p66"/>
            <p:cNvSpPr/>
            <p:nvPr/>
          </p:nvSpPr>
          <p:spPr>
            <a:xfrm>
              <a:off x="2821609" y="1933425"/>
              <a:ext cx="0" cy="109"/>
            </a:xfrm>
            <a:custGeom>
              <a:avLst/>
              <a:gdLst/>
              <a:ahLst/>
              <a:cxnLst/>
              <a:rect l="l" t="t" r="r" b="b"/>
              <a:pathLst>
                <a:path h="8" extrusionOk="0">
                  <a:moveTo>
                    <a:pt x="0"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54" name="Google Shape;4854;p66"/>
            <p:cNvSpPr/>
            <p:nvPr/>
          </p:nvSpPr>
          <p:spPr>
            <a:xfrm>
              <a:off x="2821555" y="1932854"/>
              <a:ext cx="14" cy="163"/>
            </a:xfrm>
            <a:custGeom>
              <a:avLst/>
              <a:gdLst/>
              <a:ahLst/>
              <a:cxnLst/>
              <a:rect l="l" t="t" r="r" b="b"/>
              <a:pathLst>
                <a:path w="1" h="12" extrusionOk="0">
                  <a:moveTo>
                    <a:pt x="1"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55" name="Google Shape;4855;p66"/>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56" name="Google Shape;4856;p66"/>
            <p:cNvSpPr/>
            <p:nvPr/>
          </p:nvSpPr>
          <p:spPr>
            <a:xfrm>
              <a:off x="2782913" y="1890262"/>
              <a:ext cx="204" cy="163"/>
            </a:xfrm>
            <a:custGeom>
              <a:avLst/>
              <a:gdLst/>
              <a:ahLst/>
              <a:cxnLst/>
              <a:rect l="l" t="t" r="r" b="b"/>
              <a:pathLst>
                <a:path w="15" h="12" extrusionOk="0">
                  <a:moveTo>
                    <a:pt x="0" y="1"/>
                  </a:moveTo>
                  <a:lnTo>
                    <a:pt x="14"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57" name="Google Shape;4857;p66"/>
            <p:cNvSpPr/>
            <p:nvPr/>
          </p:nvSpPr>
          <p:spPr>
            <a:xfrm>
              <a:off x="2783198" y="1890547"/>
              <a:ext cx="109" cy="109"/>
            </a:xfrm>
            <a:custGeom>
              <a:avLst/>
              <a:gdLst/>
              <a:ahLst/>
              <a:cxnLst/>
              <a:rect l="l" t="t" r="r" b="b"/>
              <a:pathLst>
                <a:path w="8" h="8" extrusionOk="0">
                  <a:moveTo>
                    <a:pt x="7"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58" name="Google Shape;4858;p66"/>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59" name="Google Shape;4859;p66"/>
            <p:cNvSpPr/>
            <p:nvPr/>
          </p:nvSpPr>
          <p:spPr>
            <a:xfrm>
              <a:off x="2821650" y="1933995"/>
              <a:ext cx="14" cy="68"/>
            </a:xfrm>
            <a:custGeom>
              <a:avLst/>
              <a:gdLst/>
              <a:ahLst/>
              <a:cxnLst/>
              <a:rect l="l" t="t" r="r" b="b"/>
              <a:pathLst>
                <a:path w="1" h="5" extrusionOk="0">
                  <a:moveTo>
                    <a:pt x="1"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60" name="Google Shape;4860;p66"/>
            <p:cNvSpPr/>
            <p:nvPr/>
          </p:nvSpPr>
          <p:spPr>
            <a:xfrm>
              <a:off x="2782574" y="1889936"/>
              <a:ext cx="14" cy="14"/>
            </a:xfrm>
            <a:custGeom>
              <a:avLst/>
              <a:gdLst/>
              <a:ahLst/>
              <a:cxnLst/>
              <a:rect l="l" t="t" r="r" b="b"/>
              <a:pathLst>
                <a:path w="1" h="1" extrusionOk="0">
                  <a:moveTo>
                    <a:pt x="1"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61" name="Google Shape;4861;p66"/>
            <p:cNvSpPr/>
            <p:nvPr/>
          </p:nvSpPr>
          <p:spPr>
            <a:xfrm>
              <a:off x="2782723" y="1890072"/>
              <a:ext cx="149" cy="109"/>
            </a:xfrm>
            <a:custGeom>
              <a:avLst/>
              <a:gdLst/>
              <a:ahLst/>
              <a:cxnLst/>
              <a:rect l="l" t="t" r="r" b="b"/>
              <a:pathLst>
                <a:path w="11" h="8" extrusionOk="0">
                  <a:moveTo>
                    <a:pt x="11"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62" name="Google Shape;4862;p66"/>
            <p:cNvSpPr/>
            <p:nvPr/>
          </p:nvSpPr>
          <p:spPr>
            <a:xfrm>
              <a:off x="2783103" y="1890411"/>
              <a:ext cx="149" cy="149"/>
            </a:xfrm>
            <a:custGeom>
              <a:avLst/>
              <a:gdLst/>
              <a:ahLst/>
              <a:cxnLst/>
              <a:rect l="l" t="t" r="r" b="b"/>
              <a:pathLst>
                <a:path w="11" h="11" extrusionOk="0">
                  <a:moveTo>
                    <a:pt x="11" y="11"/>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63" name="Google Shape;4863;p66"/>
            <p:cNvSpPr/>
            <p:nvPr/>
          </p:nvSpPr>
          <p:spPr>
            <a:xfrm>
              <a:off x="2783334" y="1890696"/>
              <a:ext cx="68" cy="54"/>
            </a:xfrm>
            <a:custGeom>
              <a:avLst/>
              <a:gdLst/>
              <a:ahLst/>
              <a:cxnLst/>
              <a:rect l="l" t="t" r="r" b="b"/>
              <a:pathLst>
                <a:path w="5" h="4" extrusionOk="0">
                  <a:moveTo>
                    <a:pt x="4"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64" name="Google Shape;4864;p66"/>
            <p:cNvSpPr/>
            <p:nvPr/>
          </p:nvSpPr>
          <p:spPr>
            <a:xfrm>
              <a:off x="2821324" y="1935950"/>
              <a:ext cx="0" cy="14"/>
            </a:xfrm>
            <a:custGeom>
              <a:avLst/>
              <a:gdLst/>
              <a:ahLst/>
              <a:cxnLst/>
              <a:rect l="l" t="t" r="r" b="b"/>
              <a:pathLst>
                <a:path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65" name="Google Shape;4865;p66"/>
            <p:cNvSpPr/>
            <p:nvPr/>
          </p:nvSpPr>
          <p:spPr>
            <a:xfrm>
              <a:off x="2821609" y="1934945"/>
              <a:ext cx="0" cy="68"/>
            </a:xfrm>
            <a:custGeom>
              <a:avLst/>
              <a:gdLst/>
              <a:ahLst/>
              <a:cxnLst/>
              <a:rect l="l" t="t" r="r" b="b"/>
              <a:pathLst>
                <a:path h="5" extrusionOk="0">
                  <a:moveTo>
                    <a:pt x="0"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66" name="Google Shape;4866;p66"/>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67" name="Google Shape;4867;p66"/>
            <p:cNvSpPr/>
            <p:nvPr/>
          </p:nvSpPr>
          <p:spPr>
            <a:xfrm>
              <a:off x="2821039" y="1936330"/>
              <a:ext cx="0" cy="54"/>
            </a:xfrm>
            <a:custGeom>
              <a:avLst/>
              <a:gdLst/>
              <a:ahLst/>
              <a:cxnLst/>
              <a:rect l="l" t="t" r="r" b="b"/>
              <a:pathLst>
                <a:path h="4" extrusionOk="0">
                  <a:moveTo>
                    <a:pt x="0" y="4"/>
                  </a:moveTo>
                  <a:lnTo>
                    <a:pt x="0" y="4"/>
                  </a:ln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68" name="Google Shape;4868;p66"/>
            <p:cNvSpPr/>
            <p:nvPr/>
          </p:nvSpPr>
          <p:spPr>
            <a:xfrm>
              <a:off x="2821460" y="1935421"/>
              <a:ext cx="14" cy="68"/>
            </a:xfrm>
            <a:custGeom>
              <a:avLst/>
              <a:gdLst/>
              <a:ahLst/>
              <a:cxnLst/>
              <a:rect l="l" t="t" r="r" b="b"/>
              <a:pathLst>
                <a:path w="1" h="5" extrusionOk="0">
                  <a:moveTo>
                    <a:pt x="1"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69" name="Google Shape;4869;p66"/>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70" name="Google Shape;4870;p66"/>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71" name="Google Shape;4871;p66"/>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72" name="Google Shape;4872;p66"/>
            <p:cNvSpPr/>
            <p:nvPr/>
          </p:nvSpPr>
          <p:spPr>
            <a:xfrm>
              <a:off x="2186141" y="1680883"/>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73" name="Google Shape;4873;p66"/>
            <p:cNvSpPr/>
            <p:nvPr/>
          </p:nvSpPr>
          <p:spPr>
            <a:xfrm>
              <a:off x="2187187" y="1681358"/>
              <a:ext cx="204" cy="109"/>
            </a:xfrm>
            <a:custGeom>
              <a:avLst/>
              <a:gdLst/>
              <a:ahLst/>
              <a:cxnLst/>
              <a:rect l="l" t="t" r="r" b="b"/>
              <a:pathLst>
                <a:path w="15" h="8" extrusionOk="0">
                  <a:moveTo>
                    <a:pt x="14"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74" name="Google Shape;4874;p66"/>
            <p:cNvSpPr/>
            <p:nvPr/>
          </p:nvSpPr>
          <p:spPr>
            <a:xfrm>
              <a:off x="2188327" y="1682024"/>
              <a:ext cx="204" cy="109"/>
            </a:xfrm>
            <a:custGeom>
              <a:avLst/>
              <a:gdLst/>
              <a:ahLst/>
              <a:cxnLst/>
              <a:rect l="l" t="t" r="r" b="b"/>
              <a:pathLst>
                <a:path w="15" h="8" extrusionOk="0">
                  <a:moveTo>
                    <a:pt x="14"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75" name="Google Shape;4875;p66"/>
            <p:cNvSpPr/>
            <p:nvPr/>
          </p:nvSpPr>
          <p:spPr>
            <a:xfrm>
              <a:off x="2185571" y="1680652"/>
              <a:ext cx="149" cy="54"/>
            </a:xfrm>
            <a:custGeom>
              <a:avLst/>
              <a:gdLst/>
              <a:ahLst/>
              <a:cxnLst/>
              <a:rect l="l" t="t" r="r" b="b"/>
              <a:pathLst>
                <a:path w="11" h="4" extrusionOk="0">
                  <a:moveTo>
                    <a:pt x="11"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76" name="Google Shape;4876;p66"/>
            <p:cNvSpPr/>
            <p:nvPr/>
          </p:nvSpPr>
          <p:spPr>
            <a:xfrm>
              <a:off x="2186657" y="1681128"/>
              <a:ext cx="109" cy="54"/>
            </a:xfrm>
            <a:custGeom>
              <a:avLst/>
              <a:gdLst/>
              <a:ahLst/>
              <a:cxnLst/>
              <a:rect l="l" t="t" r="r" b="b"/>
              <a:pathLst>
                <a:path w="8" h="4" extrusionOk="0">
                  <a:moveTo>
                    <a:pt x="8"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77" name="Google Shape;4877;p66"/>
            <p:cNvSpPr/>
            <p:nvPr/>
          </p:nvSpPr>
          <p:spPr>
            <a:xfrm>
              <a:off x="2184756" y="1680313"/>
              <a:ext cx="109" cy="14"/>
            </a:xfrm>
            <a:custGeom>
              <a:avLst/>
              <a:gdLst/>
              <a:ahLst/>
              <a:cxnLst/>
              <a:rect l="l" t="t" r="r" b="b"/>
              <a:pathLst>
                <a:path w="8" h="1" extrusionOk="0">
                  <a:moveTo>
                    <a:pt x="8"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78" name="Google Shape;4878;p66"/>
            <p:cNvSpPr/>
            <p:nvPr/>
          </p:nvSpPr>
          <p:spPr>
            <a:xfrm>
              <a:off x="2185137" y="1680462"/>
              <a:ext cx="163" cy="54"/>
            </a:xfrm>
            <a:custGeom>
              <a:avLst/>
              <a:gdLst/>
              <a:ahLst/>
              <a:cxnLst/>
              <a:rect l="l" t="t" r="r" b="b"/>
              <a:pathLst>
                <a:path w="12" h="4" extrusionOk="0">
                  <a:moveTo>
                    <a:pt x="11"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79" name="Google Shape;4879;p66"/>
            <p:cNvSpPr/>
            <p:nvPr/>
          </p:nvSpPr>
          <p:spPr>
            <a:xfrm>
              <a:off x="2183616" y="1679892"/>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80" name="Google Shape;4880;p66"/>
            <p:cNvSpPr/>
            <p:nvPr/>
          </p:nvSpPr>
          <p:spPr>
            <a:xfrm>
              <a:off x="2175347" y="1698615"/>
              <a:ext cx="163" cy="163"/>
            </a:xfrm>
            <a:custGeom>
              <a:avLst/>
              <a:gdLst/>
              <a:ahLst/>
              <a:cxnLst/>
              <a:rect l="l" t="t" r="r" b="b"/>
              <a:pathLst>
                <a:path w="12" h="12" extrusionOk="0">
                  <a:moveTo>
                    <a:pt x="1" y="1"/>
                  </a:moveTo>
                  <a:lnTo>
                    <a:pt x="1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81" name="Google Shape;4881;p66"/>
            <p:cNvSpPr/>
            <p:nvPr/>
          </p:nvSpPr>
          <p:spPr>
            <a:xfrm>
              <a:off x="2176257" y="1699525"/>
              <a:ext cx="54" cy="54"/>
            </a:xfrm>
            <a:custGeom>
              <a:avLst/>
              <a:gdLst/>
              <a:ahLst/>
              <a:cxnLst/>
              <a:rect l="l" t="t" r="r" b="b"/>
              <a:pathLst>
                <a:path w="4" h="4" extrusionOk="0">
                  <a:moveTo>
                    <a:pt x="4" y="4"/>
                  </a:moveTo>
                  <a:lnTo>
                    <a:pt x="0" y="0"/>
                  </a:lnTo>
                  <a:lnTo>
                    <a:pt x="4"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82" name="Google Shape;4882;p66"/>
            <p:cNvSpPr/>
            <p:nvPr/>
          </p:nvSpPr>
          <p:spPr>
            <a:xfrm>
              <a:off x="2187703" y="1681698"/>
              <a:ext cx="258" cy="109"/>
            </a:xfrm>
            <a:custGeom>
              <a:avLst/>
              <a:gdLst/>
              <a:ahLst/>
              <a:cxnLst/>
              <a:rect l="l" t="t" r="r" b="b"/>
              <a:pathLst>
                <a:path w="19" h="8" extrusionOk="0">
                  <a:moveTo>
                    <a:pt x="18"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83" name="Google Shape;4883;p66"/>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84" name="Google Shape;4884;p66"/>
            <p:cNvSpPr/>
            <p:nvPr/>
          </p:nvSpPr>
          <p:spPr>
            <a:xfrm>
              <a:off x="2183711" y="1679933"/>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85" name="Google Shape;4885;p66"/>
            <p:cNvSpPr/>
            <p:nvPr/>
          </p:nvSpPr>
          <p:spPr>
            <a:xfrm>
              <a:off x="2184145" y="1680082"/>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86" name="Google Shape;4886;p66"/>
            <p:cNvSpPr/>
            <p:nvPr/>
          </p:nvSpPr>
          <p:spPr>
            <a:xfrm>
              <a:off x="2183860" y="1679987"/>
              <a:ext cx="54" cy="14"/>
            </a:xfrm>
            <a:custGeom>
              <a:avLst/>
              <a:gdLst/>
              <a:ahLst/>
              <a:cxnLst/>
              <a:rect l="l" t="t" r="r" b="b"/>
              <a:pathLst>
                <a:path w="4" h="1" extrusionOk="0">
                  <a:moveTo>
                    <a:pt x="4"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87" name="Google Shape;4887;p66"/>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88" name="Google Shape;4888;p66"/>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89" name="Google Shape;4889;p66"/>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90" name="Google Shape;4890;p66"/>
            <p:cNvSpPr/>
            <p:nvPr/>
          </p:nvSpPr>
          <p:spPr>
            <a:xfrm>
              <a:off x="2170215" y="1666817"/>
              <a:ext cx="54" cy="68"/>
            </a:xfrm>
            <a:custGeom>
              <a:avLst/>
              <a:gdLst/>
              <a:ahLst/>
              <a:cxnLst/>
              <a:rect l="l" t="t" r="r" b="b"/>
              <a:pathLst>
                <a:path w="4" h="5" extrusionOk="0">
                  <a:moveTo>
                    <a:pt x="4"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91" name="Google Shape;4891;p66"/>
            <p:cNvSpPr/>
            <p:nvPr/>
          </p:nvSpPr>
          <p:spPr>
            <a:xfrm>
              <a:off x="2170636" y="1667061"/>
              <a:ext cx="68" cy="54"/>
            </a:xfrm>
            <a:custGeom>
              <a:avLst/>
              <a:gdLst/>
              <a:ahLst/>
              <a:cxnLst/>
              <a:rect l="l" t="t" r="r" b="b"/>
              <a:pathLst>
                <a:path w="5" h="4" extrusionOk="0">
                  <a:moveTo>
                    <a:pt x="4"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92" name="Google Shape;4892;p66"/>
            <p:cNvSpPr/>
            <p:nvPr/>
          </p:nvSpPr>
          <p:spPr>
            <a:xfrm>
              <a:off x="2175252" y="1670524"/>
              <a:ext cx="163" cy="109"/>
            </a:xfrm>
            <a:custGeom>
              <a:avLst/>
              <a:gdLst/>
              <a:ahLst/>
              <a:cxnLst/>
              <a:rect l="l" t="t" r="r" b="b"/>
              <a:pathLst>
                <a:path w="12" h="8" extrusionOk="0">
                  <a:moveTo>
                    <a:pt x="1" y="1"/>
                  </a:moveTo>
                  <a:lnTo>
                    <a:pt x="1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93" name="Google Shape;4893;p66"/>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94" name="Google Shape;4894;p66"/>
            <p:cNvSpPr/>
            <p:nvPr/>
          </p:nvSpPr>
          <p:spPr>
            <a:xfrm>
              <a:off x="2175592" y="1670809"/>
              <a:ext cx="109" cy="109"/>
            </a:xfrm>
            <a:custGeom>
              <a:avLst/>
              <a:gdLst/>
              <a:ahLst/>
              <a:cxnLst/>
              <a:rect l="l" t="t" r="r" b="b"/>
              <a:pathLst>
                <a:path w="8" h="8" extrusionOk="0">
                  <a:moveTo>
                    <a:pt x="7"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95" name="Google Shape;4895;p66"/>
            <p:cNvSpPr/>
            <p:nvPr/>
          </p:nvSpPr>
          <p:spPr>
            <a:xfrm>
              <a:off x="2174587" y="1669858"/>
              <a:ext cx="163" cy="163"/>
            </a:xfrm>
            <a:custGeom>
              <a:avLst/>
              <a:gdLst/>
              <a:ahLst/>
              <a:cxnLst/>
              <a:rect l="l" t="t" r="r" b="b"/>
              <a:pathLst>
                <a:path w="12" h="12" extrusionOk="0">
                  <a:moveTo>
                    <a:pt x="11"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96" name="Google Shape;4896;p66"/>
            <p:cNvSpPr/>
            <p:nvPr/>
          </p:nvSpPr>
          <p:spPr>
            <a:xfrm>
              <a:off x="2174207" y="1669573"/>
              <a:ext cx="109" cy="109"/>
            </a:xfrm>
            <a:custGeom>
              <a:avLst/>
              <a:gdLst/>
              <a:ahLst/>
              <a:cxnLst/>
              <a:rect l="l" t="t" r="r" b="b"/>
              <a:pathLst>
                <a:path w="8" h="8" extrusionOk="0">
                  <a:moveTo>
                    <a:pt x="8" y="8"/>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97" name="Google Shape;4897;p66"/>
            <p:cNvSpPr/>
            <p:nvPr/>
          </p:nvSpPr>
          <p:spPr>
            <a:xfrm>
              <a:off x="2171070" y="1667346"/>
              <a:ext cx="54" cy="54"/>
            </a:xfrm>
            <a:custGeom>
              <a:avLst/>
              <a:gdLst/>
              <a:ahLst/>
              <a:cxnLst/>
              <a:rect l="l" t="t" r="r" b="b"/>
              <a:pathLst>
                <a:path w="4" h="4" extrusionOk="0">
                  <a:moveTo>
                    <a:pt x="4"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98" name="Google Shape;4898;p66"/>
            <p:cNvSpPr/>
            <p:nvPr/>
          </p:nvSpPr>
          <p:spPr>
            <a:xfrm>
              <a:off x="2173786" y="1669247"/>
              <a:ext cx="149" cy="109"/>
            </a:xfrm>
            <a:custGeom>
              <a:avLst/>
              <a:gdLst/>
              <a:ahLst/>
              <a:cxnLst/>
              <a:rect l="l" t="t" r="r" b="b"/>
              <a:pathLst>
                <a:path w="11" h="8" extrusionOk="0">
                  <a:moveTo>
                    <a:pt x="11"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899" name="Google Shape;4899;p66"/>
            <p:cNvSpPr/>
            <p:nvPr/>
          </p:nvSpPr>
          <p:spPr>
            <a:xfrm>
              <a:off x="2174926" y="1670198"/>
              <a:ext cx="149" cy="109"/>
            </a:xfrm>
            <a:custGeom>
              <a:avLst/>
              <a:gdLst/>
              <a:ahLst/>
              <a:cxnLst/>
              <a:rect l="l" t="t" r="r" b="b"/>
              <a:pathLst>
                <a:path w="11" h="8" extrusionOk="0">
                  <a:moveTo>
                    <a:pt x="11"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00" name="Google Shape;4900;p66"/>
            <p:cNvSpPr/>
            <p:nvPr/>
          </p:nvSpPr>
          <p:spPr>
            <a:xfrm>
              <a:off x="2171546" y="1667672"/>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01" name="Google Shape;4901;p66"/>
            <p:cNvSpPr/>
            <p:nvPr/>
          </p:nvSpPr>
          <p:spPr>
            <a:xfrm>
              <a:off x="2172971" y="1668623"/>
              <a:ext cx="54" cy="68"/>
            </a:xfrm>
            <a:custGeom>
              <a:avLst/>
              <a:gdLst/>
              <a:ahLst/>
              <a:cxnLst/>
              <a:rect l="l" t="t" r="r" b="b"/>
              <a:pathLst>
                <a:path w="4" h="5" extrusionOk="0">
                  <a:moveTo>
                    <a:pt x="4"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02" name="Google Shape;4902;p66"/>
            <p:cNvSpPr/>
            <p:nvPr/>
          </p:nvSpPr>
          <p:spPr>
            <a:xfrm>
              <a:off x="2173351" y="1668908"/>
              <a:ext cx="163" cy="109"/>
            </a:xfrm>
            <a:custGeom>
              <a:avLst/>
              <a:gdLst/>
              <a:ahLst/>
              <a:cxnLst/>
              <a:rect l="l" t="t" r="r" b="b"/>
              <a:pathLst>
                <a:path w="12" h="8" extrusionOk="0">
                  <a:moveTo>
                    <a:pt x="11" y="8"/>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03" name="Google Shape;4903;p66"/>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04" name="Google Shape;4904;p66"/>
            <p:cNvSpPr/>
            <p:nvPr/>
          </p:nvSpPr>
          <p:spPr>
            <a:xfrm>
              <a:off x="2168599" y="1663436"/>
              <a:ext cx="54" cy="68"/>
            </a:xfrm>
            <a:custGeom>
              <a:avLst/>
              <a:gdLst/>
              <a:ahLst/>
              <a:cxnLst/>
              <a:rect l="l" t="t" r="r" b="b"/>
              <a:pathLst>
                <a:path w="4" h="5" extrusionOk="0">
                  <a:moveTo>
                    <a:pt x="4"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05" name="Google Shape;4905;p66"/>
            <p:cNvSpPr/>
            <p:nvPr/>
          </p:nvSpPr>
          <p:spPr>
            <a:xfrm>
              <a:off x="2168409" y="1663871"/>
              <a:ext cx="14" cy="54"/>
            </a:xfrm>
            <a:custGeom>
              <a:avLst/>
              <a:gdLst/>
              <a:ahLst/>
              <a:cxnLst/>
              <a:rect l="l" t="t" r="r" b="b"/>
              <a:pathLst>
                <a:path w="1" h="4" extrusionOk="0">
                  <a:moveTo>
                    <a:pt x="0"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06" name="Google Shape;4906;p66"/>
            <p:cNvSpPr/>
            <p:nvPr/>
          </p:nvSpPr>
          <p:spPr>
            <a:xfrm>
              <a:off x="2168450" y="1663680"/>
              <a:ext cx="68" cy="149"/>
            </a:xfrm>
            <a:custGeom>
              <a:avLst/>
              <a:gdLst/>
              <a:ahLst/>
              <a:cxnLst/>
              <a:rect l="l" t="t" r="r" b="b"/>
              <a:pathLst>
                <a:path w="5" h="11" extrusionOk="0">
                  <a:moveTo>
                    <a:pt x="4"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07" name="Google Shape;4907;p66"/>
            <p:cNvSpPr/>
            <p:nvPr/>
          </p:nvSpPr>
          <p:spPr>
            <a:xfrm>
              <a:off x="2168735" y="1663341"/>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08" name="Google Shape;4908;p66"/>
            <p:cNvSpPr/>
            <p:nvPr/>
          </p:nvSpPr>
          <p:spPr>
            <a:xfrm>
              <a:off x="2168694" y="1663341"/>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09" name="Google Shape;4909;p66"/>
            <p:cNvSpPr/>
            <p:nvPr/>
          </p:nvSpPr>
          <p:spPr>
            <a:xfrm>
              <a:off x="2168640" y="1663395"/>
              <a:ext cx="14" cy="14"/>
            </a:xfrm>
            <a:custGeom>
              <a:avLst/>
              <a:gdLst/>
              <a:ahLst/>
              <a:cxnLst/>
              <a:rect l="l" t="t" r="r" b="b"/>
              <a:pathLst>
                <a:path w="1" h="1" extrusionOk="0">
                  <a:moveTo>
                    <a:pt x="1"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10" name="Google Shape;4910;p66"/>
            <p:cNvSpPr/>
            <p:nvPr/>
          </p:nvSpPr>
          <p:spPr>
            <a:xfrm>
              <a:off x="2168504" y="1663531"/>
              <a:ext cx="54" cy="109"/>
            </a:xfrm>
            <a:custGeom>
              <a:avLst/>
              <a:gdLst/>
              <a:ahLst/>
              <a:cxnLst/>
              <a:rect l="l" t="t" r="r" b="b"/>
              <a:pathLst>
                <a:path w="4" h="8" extrusionOk="0">
                  <a:moveTo>
                    <a:pt x="4"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11" name="Google Shape;4911;p66"/>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12" name="Google Shape;4912;p66"/>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13" name="Google Shape;4913;p66"/>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14" name="Google Shape;4914;p66"/>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15" name="Google Shape;4915;p66"/>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16" name="Google Shape;4916;p66"/>
            <p:cNvSpPr/>
            <p:nvPr/>
          </p:nvSpPr>
          <p:spPr>
            <a:xfrm>
              <a:off x="2183046" y="1635439"/>
              <a:ext cx="68" cy="68"/>
            </a:xfrm>
            <a:custGeom>
              <a:avLst/>
              <a:gdLst/>
              <a:ahLst/>
              <a:cxnLst/>
              <a:rect l="l" t="t" r="r" b="b"/>
              <a:pathLst>
                <a:path w="5" h="5" extrusionOk="0">
                  <a:moveTo>
                    <a:pt x="1" y="1"/>
                  </a:moveTo>
                  <a:lnTo>
                    <a:pt x="1" y="1"/>
                  </a:lnTo>
                  <a:lnTo>
                    <a:pt x="4"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17" name="Google Shape;4917;p66"/>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18" name="Google Shape;4918;p66"/>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19" name="Google Shape;4919;p66"/>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20" name="Google Shape;4920;p66"/>
            <p:cNvSpPr/>
            <p:nvPr/>
          </p:nvSpPr>
          <p:spPr>
            <a:xfrm>
              <a:off x="2156855" y="1646478"/>
              <a:ext cx="163" cy="54"/>
            </a:xfrm>
            <a:custGeom>
              <a:avLst/>
              <a:gdLst/>
              <a:ahLst/>
              <a:cxnLst/>
              <a:rect l="l" t="t" r="r" b="b"/>
              <a:pathLst>
                <a:path w="12" h="4" extrusionOk="0">
                  <a:moveTo>
                    <a:pt x="1" y="4"/>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21" name="Google Shape;4921;p66"/>
            <p:cNvSpPr/>
            <p:nvPr/>
          </p:nvSpPr>
          <p:spPr>
            <a:xfrm>
              <a:off x="2157045" y="1646423"/>
              <a:ext cx="163" cy="68"/>
            </a:xfrm>
            <a:custGeom>
              <a:avLst/>
              <a:gdLst/>
              <a:ahLst/>
              <a:cxnLst/>
              <a:rect l="l" t="t" r="r" b="b"/>
              <a:pathLst>
                <a:path w="12" h="5" extrusionOk="0">
                  <a:moveTo>
                    <a:pt x="1" y="4"/>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22" name="Google Shape;4922;p66"/>
            <p:cNvSpPr/>
            <p:nvPr/>
          </p:nvSpPr>
          <p:spPr>
            <a:xfrm>
              <a:off x="2156570" y="1646518"/>
              <a:ext cx="204" cy="68"/>
            </a:xfrm>
            <a:custGeom>
              <a:avLst/>
              <a:gdLst/>
              <a:ahLst/>
              <a:cxnLst/>
              <a:rect l="l" t="t" r="r" b="b"/>
              <a:pathLst>
                <a:path w="15" h="5" extrusionOk="0">
                  <a:moveTo>
                    <a:pt x="1" y="4"/>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23" name="Google Shape;4923;p66"/>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24" name="Google Shape;4924;p66"/>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25" name="Google Shape;4925;p66"/>
            <p:cNvSpPr/>
            <p:nvPr/>
          </p:nvSpPr>
          <p:spPr>
            <a:xfrm>
              <a:off x="2157235" y="1646383"/>
              <a:ext cx="163" cy="54"/>
            </a:xfrm>
            <a:custGeom>
              <a:avLst/>
              <a:gdLst/>
              <a:ahLst/>
              <a:cxnLst/>
              <a:rect l="l" t="t" r="r" b="b"/>
              <a:pathLst>
                <a:path w="12" h="4" extrusionOk="0">
                  <a:moveTo>
                    <a:pt x="1" y="4"/>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26" name="Google Shape;4926;p66"/>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27" name="Google Shape;4927;p66"/>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28" name="Google Shape;4928;p66"/>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29" name="Google Shape;4929;p66"/>
            <p:cNvSpPr/>
            <p:nvPr/>
          </p:nvSpPr>
          <p:spPr>
            <a:xfrm>
              <a:off x="2156244" y="1646614"/>
              <a:ext cx="244" cy="14"/>
            </a:xfrm>
            <a:custGeom>
              <a:avLst/>
              <a:gdLst/>
              <a:ahLst/>
              <a:cxnLst/>
              <a:rect l="l" t="t" r="r" b="b"/>
              <a:pathLst>
                <a:path w="18" h="1" extrusionOk="0">
                  <a:moveTo>
                    <a:pt x="0" y="1"/>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30" name="Google Shape;4930;p66"/>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31" name="Google Shape;4931;p66"/>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32" name="Google Shape;4932;p66"/>
            <p:cNvSpPr/>
            <p:nvPr/>
          </p:nvSpPr>
          <p:spPr>
            <a:xfrm>
              <a:off x="2154248" y="1646614"/>
              <a:ext cx="394" cy="14"/>
            </a:xfrm>
            <a:custGeom>
              <a:avLst/>
              <a:gdLst/>
              <a:ahLst/>
              <a:cxnLst/>
              <a:rect l="l" t="t" r="r" b="b"/>
              <a:pathLst>
                <a:path w="29" h="1" extrusionOk="0">
                  <a:moveTo>
                    <a:pt x="0" y="1"/>
                  </a:moveTo>
                  <a:lnTo>
                    <a:pt x="2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33" name="Google Shape;4933;p66"/>
            <p:cNvSpPr/>
            <p:nvPr/>
          </p:nvSpPr>
          <p:spPr>
            <a:xfrm>
              <a:off x="2153813" y="1646573"/>
              <a:ext cx="353" cy="54"/>
            </a:xfrm>
            <a:custGeom>
              <a:avLst/>
              <a:gdLst/>
              <a:ahLst/>
              <a:cxnLst/>
              <a:rect l="l" t="t" r="r" b="b"/>
              <a:pathLst>
                <a:path w="26" h="4" extrusionOk="0">
                  <a:moveTo>
                    <a:pt x="1" y="0"/>
                  </a:moveTo>
                  <a:lnTo>
                    <a:pt x="25"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34" name="Google Shape;4934;p66"/>
            <p:cNvSpPr/>
            <p:nvPr/>
          </p:nvSpPr>
          <p:spPr>
            <a:xfrm>
              <a:off x="2153433" y="1646518"/>
              <a:ext cx="299" cy="68"/>
            </a:xfrm>
            <a:custGeom>
              <a:avLst/>
              <a:gdLst/>
              <a:ahLst/>
              <a:cxnLst/>
              <a:rect l="l" t="t" r="r" b="b"/>
              <a:pathLst>
                <a:path w="22" h="5" extrusionOk="0">
                  <a:moveTo>
                    <a:pt x="1" y="1"/>
                  </a:moveTo>
                  <a:lnTo>
                    <a:pt x="22"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35" name="Google Shape;4935;p66"/>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36" name="Google Shape;4936;p66"/>
            <p:cNvSpPr/>
            <p:nvPr/>
          </p:nvSpPr>
          <p:spPr>
            <a:xfrm>
              <a:off x="2152958" y="1646478"/>
              <a:ext cx="353" cy="54"/>
            </a:xfrm>
            <a:custGeom>
              <a:avLst/>
              <a:gdLst/>
              <a:ahLst/>
              <a:cxnLst/>
              <a:rect l="l" t="t" r="r" b="b"/>
              <a:pathLst>
                <a:path w="26" h="4" extrusionOk="0">
                  <a:moveTo>
                    <a:pt x="1" y="0"/>
                  </a:moveTo>
                  <a:lnTo>
                    <a:pt x="25"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37" name="Google Shape;4937;p66"/>
            <p:cNvSpPr/>
            <p:nvPr/>
          </p:nvSpPr>
          <p:spPr>
            <a:xfrm>
              <a:off x="2155864" y="1646614"/>
              <a:ext cx="299" cy="14"/>
            </a:xfrm>
            <a:custGeom>
              <a:avLst/>
              <a:gdLst/>
              <a:ahLst/>
              <a:cxnLst/>
              <a:rect l="l" t="t" r="r" b="b"/>
              <a:pathLst>
                <a:path w="22" h="1" extrusionOk="0">
                  <a:moveTo>
                    <a:pt x="0" y="1"/>
                  </a:moveTo>
                  <a:lnTo>
                    <a:pt x="2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38" name="Google Shape;4938;p66"/>
            <p:cNvSpPr/>
            <p:nvPr/>
          </p:nvSpPr>
          <p:spPr>
            <a:xfrm>
              <a:off x="2152768" y="1646423"/>
              <a:ext cx="109" cy="14"/>
            </a:xfrm>
            <a:custGeom>
              <a:avLst/>
              <a:gdLst/>
              <a:ahLst/>
              <a:cxnLst/>
              <a:rect l="l" t="t" r="r" b="b"/>
              <a:pathLst>
                <a:path w="8" h="1" extrusionOk="0">
                  <a:moveTo>
                    <a:pt x="1" y="1"/>
                  </a:moveTo>
                  <a:lnTo>
                    <a:pt x="1" y="1"/>
                  </a:ln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39" name="Google Shape;4939;p66"/>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40" name="Google Shape;4940;p66"/>
            <p:cNvSpPr/>
            <p:nvPr/>
          </p:nvSpPr>
          <p:spPr>
            <a:xfrm>
              <a:off x="2211667" y="1642866"/>
              <a:ext cx="54" cy="14"/>
            </a:xfrm>
            <a:custGeom>
              <a:avLst/>
              <a:gdLst/>
              <a:ahLst/>
              <a:cxnLst/>
              <a:rect l="l" t="t" r="r" b="b"/>
              <a:pathLst>
                <a:path w="4" h="1" extrusionOk="0">
                  <a:moveTo>
                    <a:pt x="0"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41" name="Google Shape;4941;p66"/>
            <p:cNvSpPr/>
            <p:nvPr/>
          </p:nvSpPr>
          <p:spPr>
            <a:xfrm>
              <a:off x="2209332" y="1642147"/>
              <a:ext cx="68" cy="14"/>
            </a:xfrm>
            <a:custGeom>
              <a:avLst/>
              <a:gdLst/>
              <a:ahLst/>
              <a:cxnLst/>
              <a:rect l="l" t="t" r="r" b="b"/>
              <a:pathLst>
                <a:path w="5" h="1" extrusionOk="0">
                  <a:moveTo>
                    <a:pt x="1"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42" name="Google Shape;4942;p66"/>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43" name="Google Shape;4943;p66"/>
            <p:cNvSpPr/>
            <p:nvPr/>
          </p:nvSpPr>
          <p:spPr>
            <a:xfrm>
              <a:off x="2212088" y="1642961"/>
              <a:ext cx="109" cy="14"/>
            </a:xfrm>
            <a:custGeom>
              <a:avLst/>
              <a:gdLst/>
              <a:ahLst/>
              <a:cxnLst/>
              <a:rect l="l" t="t" r="r" b="b"/>
              <a:pathLst>
                <a:path w="8" h="1" extrusionOk="0">
                  <a:moveTo>
                    <a:pt x="1" y="0"/>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44" name="Google Shape;4944;p66"/>
            <p:cNvSpPr/>
            <p:nvPr/>
          </p:nvSpPr>
          <p:spPr>
            <a:xfrm>
              <a:off x="2209807" y="1642337"/>
              <a:ext cx="68" cy="14"/>
            </a:xfrm>
            <a:custGeom>
              <a:avLst/>
              <a:gdLst/>
              <a:ahLst/>
              <a:cxnLst/>
              <a:rect l="l" t="t" r="r" b="b"/>
              <a:pathLst>
                <a:path w="5" h="1" extrusionOk="0">
                  <a:moveTo>
                    <a:pt x="1"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45" name="Google Shape;4945;p66"/>
            <p:cNvSpPr/>
            <p:nvPr/>
          </p:nvSpPr>
          <p:spPr>
            <a:xfrm>
              <a:off x="2209481" y="1642201"/>
              <a:ext cx="54" cy="14"/>
            </a:xfrm>
            <a:custGeom>
              <a:avLst/>
              <a:gdLst/>
              <a:ahLst/>
              <a:cxnLst/>
              <a:rect l="l" t="t" r="r" b="b"/>
              <a:pathLst>
                <a:path w="4" h="1" extrusionOk="0">
                  <a:moveTo>
                    <a:pt x="0"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46" name="Google Shape;4946;p66"/>
            <p:cNvSpPr/>
            <p:nvPr/>
          </p:nvSpPr>
          <p:spPr>
            <a:xfrm>
              <a:off x="2209576" y="1642242"/>
              <a:ext cx="54" cy="14"/>
            </a:xfrm>
            <a:custGeom>
              <a:avLst/>
              <a:gdLst/>
              <a:ahLst/>
              <a:cxnLst/>
              <a:rect l="l" t="t" r="r" b="b"/>
              <a:pathLst>
                <a:path w="4" h="1" extrusionOk="0">
                  <a:moveTo>
                    <a:pt x="0"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47" name="Google Shape;4947;p66"/>
            <p:cNvSpPr/>
            <p:nvPr/>
          </p:nvSpPr>
          <p:spPr>
            <a:xfrm>
              <a:off x="2209291" y="1642051"/>
              <a:ext cx="14" cy="14"/>
            </a:xfrm>
            <a:custGeom>
              <a:avLst/>
              <a:gdLst/>
              <a:ahLst/>
              <a:cxnLst/>
              <a:rect l="l" t="t" r="r" b="b"/>
              <a:pathLst>
                <a:path w="1" h="1" extrusionOk="0">
                  <a:moveTo>
                    <a:pt x="0"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48" name="Google Shape;4948;p66"/>
            <p:cNvSpPr/>
            <p:nvPr/>
          </p:nvSpPr>
          <p:spPr>
            <a:xfrm>
              <a:off x="2209956" y="1642432"/>
              <a:ext cx="109" cy="68"/>
            </a:xfrm>
            <a:custGeom>
              <a:avLst/>
              <a:gdLst/>
              <a:ahLst/>
              <a:cxnLst/>
              <a:rect l="l" t="t" r="r" b="b"/>
              <a:pathLst>
                <a:path w="8" h="5" extrusionOk="0">
                  <a:moveTo>
                    <a:pt x="0" y="1"/>
                  </a:moveTo>
                  <a:lnTo>
                    <a:pt x="7"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49" name="Google Shape;4949;p66"/>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50" name="Google Shape;4950;p66"/>
            <p:cNvSpPr/>
            <p:nvPr/>
          </p:nvSpPr>
          <p:spPr>
            <a:xfrm>
              <a:off x="2209196" y="1642011"/>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51" name="Google Shape;4951;p66"/>
            <p:cNvSpPr/>
            <p:nvPr/>
          </p:nvSpPr>
          <p:spPr>
            <a:xfrm>
              <a:off x="2210187" y="1642486"/>
              <a:ext cx="109" cy="54"/>
            </a:xfrm>
            <a:custGeom>
              <a:avLst/>
              <a:gdLst/>
              <a:ahLst/>
              <a:cxnLst/>
              <a:rect l="l" t="t" r="r" b="b"/>
              <a:pathLst>
                <a:path w="8" h="4" extrusionOk="0">
                  <a:moveTo>
                    <a:pt x="1" y="0"/>
                  </a:moveTo>
                  <a:lnTo>
                    <a:pt x="8"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52" name="Google Shape;4952;p66"/>
            <p:cNvSpPr/>
            <p:nvPr/>
          </p:nvSpPr>
          <p:spPr>
            <a:xfrm>
              <a:off x="2210472" y="1642581"/>
              <a:ext cx="109" cy="54"/>
            </a:xfrm>
            <a:custGeom>
              <a:avLst/>
              <a:gdLst/>
              <a:ahLst/>
              <a:cxnLst/>
              <a:rect l="l" t="t" r="r" b="b"/>
              <a:pathLst>
                <a:path w="8" h="4" extrusionOk="0">
                  <a:moveTo>
                    <a:pt x="1" y="0"/>
                  </a:moveTo>
                  <a:lnTo>
                    <a:pt x="8"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53" name="Google Shape;4953;p66"/>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54" name="Google Shape;4954;p66"/>
            <p:cNvSpPr/>
            <p:nvPr/>
          </p:nvSpPr>
          <p:spPr>
            <a:xfrm>
              <a:off x="2210757" y="1642676"/>
              <a:ext cx="109" cy="14"/>
            </a:xfrm>
            <a:custGeom>
              <a:avLst/>
              <a:gdLst/>
              <a:ahLst/>
              <a:cxnLst/>
              <a:rect l="l" t="t" r="r" b="b"/>
              <a:pathLst>
                <a:path w="8" h="1" extrusionOk="0">
                  <a:moveTo>
                    <a:pt x="1" y="0"/>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55" name="Google Shape;4955;p66"/>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56" name="Google Shape;4956;p66"/>
            <p:cNvSpPr/>
            <p:nvPr/>
          </p:nvSpPr>
          <p:spPr>
            <a:xfrm>
              <a:off x="2208286" y="1648379"/>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57" name="Google Shape;4957;p66"/>
            <p:cNvSpPr/>
            <p:nvPr/>
          </p:nvSpPr>
          <p:spPr>
            <a:xfrm>
              <a:off x="2208191" y="1648324"/>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58" name="Google Shape;4958;p66"/>
            <p:cNvSpPr/>
            <p:nvPr/>
          </p:nvSpPr>
          <p:spPr>
            <a:xfrm>
              <a:off x="2209956" y="1649085"/>
              <a:ext cx="54" cy="14"/>
            </a:xfrm>
            <a:custGeom>
              <a:avLst/>
              <a:gdLst/>
              <a:ahLst/>
              <a:cxnLst/>
              <a:rect l="l" t="t" r="r" b="b"/>
              <a:pathLst>
                <a:path w="4" h="1" extrusionOk="0">
                  <a:moveTo>
                    <a:pt x="4"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59" name="Google Shape;4959;p66"/>
            <p:cNvSpPr/>
            <p:nvPr/>
          </p:nvSpPr>
          <p:spPr>
            <a:xfrm>
              <a:off x="2209427" y="1648895"/>
              <a:ext cx="109" cy="68"/>
            </a:xfrm>
            <a:custGeom>
              <a:avLst/>
              <a:gdLst/>
              <a:ahLst/>
              <a:cxnLst/>
              <a:rect l="l" t="t" r="r" b="b"/>
              <a:pathLst>
                <a:path w="8" h="5" extrusionOk="0">
                  <a:moveTo>
                    <a:pt x="1" y="1"/>
                  </a:moveTo>
                  <a:lnTo>
                    <a:pt x="8"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60" name="Google Shape;4960;p66"/>
            <p:cNvSpPr/>
            <p:nvPr/>
          </p:nvSpPr>
          <p:spPr>
            <a:xfrm>
              <a:off x="2208381" y="1648474"/>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61" name="Google Shape;4961;p66"/>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62" name="Google Shape;4962;p66"/>
            <p:cNvSpPr/>
            <p:nvPr/>
          </p:nvSpPr>
          <p:spPr>
            <a:xfrm>
              <a:off x="2208531" y="1648514"/>
              <a:ext cx="54" cy="14"/>
            </a:xfrm>
            <a:custGeom>
              <a:avLst/>
              <a:gdLst/>
              <a:ahLst/>
              <a:cxnLst/>
              <a:rect l="l" t="t" r="r" b="b"/>
              <a:pathLst>
                <a:path w="4" h="1" extrusionOk="0">
                  <a:moveTo>
                    <a:pt x="0"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63" name="Google Shape;4963;p66"/>
            <p:cNvSpPr/>
            <p:nvPr/>
          </p:nvSpPr>
          <p:spPr>
            <a:xfrm>
              <a:off x="2208816" y="1648664"/>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64" name="Google Shape;4964;p66"/>
            <p:cNvSpPr/>
            <p:nvPr/>
          </p:nvSpPr>
          <p:spPr>
            <a:xfrm>
              <a:off x="2209047" y="1648800"/>
              <a:ext cx="109" cy="14"/>
            </a:xfrm>
            <a:custGeom>
              <a:avLst/>
              <a:gdLst/>
              <a:ahLst/>
              <a:cxnLst/>
              <a:rect l="l" t="t" r="r" b="b"/>
              <a:pathLst>
                <a:path w="8" h="1" extrusionOk="0">
                  <a:moveTo>
                    <a:pt x="1" y="1"/>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65" name="Google Shape;4965;p66"/>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66" name="Google Shape;4966;p66"/>
            <p:cNvSpPr/>
            <p:nvPr/>
          </p:nvSpPr>
          <p:spPr>
            <a:xfrm>
              <a:off x="2174492" y="1646328"/>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67" name="Google Shape;4967;p66"/>
            <p:cNvSpPr/>
            <p:nvPr/>
          </p:nvSpPr>
          <p:spPr>
            <a:xfrm>
              <a:off x="2174356" y="1646478"/>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68" name="Google Shape;4968;p66"/>
            <p:cNvSpPr/>
            <p:nvPr/>
          </p:nvSpPr>
          <p:spPr>
            <a:xfrm>
              <a:off x="2174166" y="1646668"/>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69" name="Google Shape;4969;p66"/>
            <p:cNvSpPr/>
            <p:nvPr/>
          </p:nvSpPr>
          <p:spPr>
            <a:xfrm>
              <a:off x="2174587" y="1646233"/>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70" name="Google Shape;4970;p66"/>
            <p:cNvSpPr/>
            <p:nvPr/>
          </p:nvSpPr>
          <p:spPr>
            <a:xfrm>
              <a:off x="2173732" y="1647279"/>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71" name="Google Shape;4971;p66"/>
            <p:cNvSpPr/>
            <p:nvPr/>
          </p:nvSpPr>
          <p:spPr>
            <a:xfrm>
              <a:off x="2173976" y="1646899"/>
              <a:ext cx="14" cy="68"/>
            </a:xfrm>
            <a:custGeom>
              <a:avLst/>
              <a:gdLst/>
              <a:ahLst/>
              <a:cxnLst/>
              <a:rect l="l" t="t" r="r" b="b"/>
              <a:pathLst>
                <a:path w="1" h="5" extrusionOk="0">
                  <a:moveTo>
                    <a:pt x="0"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72" name="Google Shape;4972;p66"/>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73" name="Google Shape;4973;p66"/>
            <p:cNvSpPr/>
            <p:nvPr/>
          </p:nvSpPr>
          <p:spPr>
            <a:xfrm>
              <a:off x="2174682" y="1646233"/>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74" name="Google Shape;4974;p66"/>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75" name="Google Shape;4975;p66"/>
            <p:cNvSpPr/>
            <p:nvPr/>
          </p:nvSpPr>
          <p:spPr>
            <a:xfrm>
              <a:off x="2184906" y="1639635"/>
              <a:ext cx="489" cy="339"/>
            </a:xfrm>
            <a:custGeom>
              <a:avLst/>
              <a:gdLst/>
              <a:ahLst/>
              <a:cxnLst/>
              <a:rect l="l" t="t" r="r" b="b"/>
              <a:pathLst>
                <a:path w="36" h="25" extrusionOk="0">
                  <a:moveTo>
                    <a:pt x="0" y="25"/>
                  </a:moveTo>
                  <a:lnTo>
                    <a:pt x="3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76" name="Google Shape;4976;p66"/>
            <p:cNvSpPr/>
            <p:nvPr/>
          </p:nvSpPr>
          <p:spPr>
            <a:xfrm>
              <a:off x="2173501" y="1647713"/>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77" name="Google Shape;4977;p66"/>
            <p:cNvSpPr/>
            <p:nvPr/>
          </p:nvSpPr>
          <p:spPr>
            <a:xfrm>
              <a:off x="2184376" y="1640056"/>
              <a:ext cx="353" cy="299"/>
            </a:xfrm>
            <a:custGeom>
              <a:avLst/>
              <a:gdLst/>
              <a:ahLst/>
              <a:cxnLst/>
              <a:rect l="l" t="t" r="r" b="b"/>
              <a:pathLst>
                <a:path w="26" h="22" extrusionOk="0">
                  <a:moveTo>
                    <a:pt x="1" y="22"/>
                  </a:moveTo>
                  <a:lnTo>
                    <a:pt x="2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78" name="Google Shape;4978;p66"/>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79" name="Google Shape;4979;p66"/>
            <p:cNvSpPr/>
            <p:nvPr/>
          </p:nvSpPr>
          <p:spPr>
            <a:xfrm>
              <a:off x="2183860" y="1640490"/>
              <a:ext cx="339" cy="244"/>
            </a:xfrm>
            <a:custGeom>
              <a:avLst/>
              <a:gdLst/>
              <a:ahLst/>
              <a:cxnLst/>
              <a:rect l="l" t="t" r="r" b="b"/>
              <a:pathLst>
                <a:path w="25" h="18" extrusionOk="0">
                  <a:moveTo>
                    <a:pt x="0" y="18"/>
                  </a:moveTo>
                  <a:lnTo>
                    <a:pt x="2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80" name="Google Shape;4980;p66"/>
            <p:cNvSpPr/>
            <p:nvPr/>
          </p:nvSpPr>
          <p:spPr>
            <a:xfrm>
              <a:off x="2183385" y="1640911"/>
              <a:ext cx="339" cy="258"/>
            </a:xfrm>
            <a:custGeom>
              <a:avLst/>
              <a:gdLst/>
              <a:ahLst/>
              <a:cxnLst/>
              <a:rect l="l" t="t" r="r" b="b"/>
              <a:pathLst>
                <a:path w="25" h="19" extrusionOk="0">
                  <a:moveTo>
                    <a:pt x="0" y="18"/>
                  </a:moveTo>
                  <a:lnTo>
                    <a:pt x="2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81" name="Google Shape;4981;p66"/>
            <p:cNvSpPr/>
            <p:nvPr/>
          </p:nvSpPr>
          <p:spPr>
            <a:xfrm>
              <a:off x="2173501" y="1647754"/>
              <a:ext cx="14" cy="14"/>
            </a:xfrm>
            <a:custGeom>
              <a:avLst/>
              <a:gdLst/>
              <a:ahLst/>
              <a:cxnLst/>
              <a:rect l="l" t="t" r="r" b="b"/>
              <a:pathLst>
                <a:path w="1" h="1" extrusionOk="0">
                  <a:moveTo>
                    <a:pt x="0"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82" name="Google Shape;4982;p66"/>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83" name="Google Shape;4983;p66"/>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84" name="Google Shape;4984;p66"/>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85" name="Google Shape;4985;p66"/>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86" name="Google Shape;4986;p66"/>
            <p:cNvSpPr/>
            <p:nvPr/>
          </p:nvSpPr>
          <p:spPr>
            <a:xfrm>
              <a:off x="2073244" y="1623043"/>
              <a:ext cx="258" cy="54"/>
            </a:xfrm>
            <a:custGeom>
              <a:avLst/>
              <a:gdLst/>
              <a:ahLst/>
              <a:cxnLst/>
              <a:rect l="l" t="t" r="r" b="b"/>
              <a:pathLst>
                <a:path w="19" h="4" extrusionOk="0">
                  <a:moveTo>
                    <a:pt x="1" y="0"/>
                  </a:moveTo>
                  <a:lnTo>
                    <a:pt x="18"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87" name="Google Shape;4987;p66"/>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88" name="Google Shape;4988;p66"/>
            <p:cNvSpPr/>
            <p:nvPr/>
          </p:nvSpPr>
          <p:spPr>
            <a:xfrm>
              <a:off x="2074480" y="1623369"/>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89" name="Google Shape;4989;p66"/>
            <p:cNvSpPr/>
            <p:nvPr/>
          </p:nvSpPr>
          <p:spPr>
            <a:xfrm>
              <a:off x="2072769" y="1622853"/>
              <a:ext cx="258" cy="109"/>
            </a:xfrm>
            <a:custGeom>
              <a:avLst/>
              <a:gdLst/>
              <a:ahLst/>
              <a:cxnLst/>
              <a:rect l="l" t="t" r="r" b="b"/>
              <a:pathLst>
                <a:path w="19" h="8" extrusionOk="0">
                  <a:moveTo>
                    <a:pt x="1" y="0"/>
                  </a:moveTo>
                  <a:lnTo>
                    <a:pt x="18"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90" name="Google Shape;4990;p66"/>
            <p:cNvSpPr/>
            <p:nvPr/>
          </p:nvSpPr>
          <p:spPr>
            <a:xfrm>
              <a:off x="2072253" y="1622609"/>
              <a:ext cx="299" cy="109"/>
            </a:xfrm>
            <a:custGeom>
              <a:avLst/>
              <a:gdLst/>
              <a:ahLst/>
              <a:cxnLst/>
              <a:rect l="l" t="t" r="r" b="b"/>
              <a:pathLst>
                <a:path w="22" h="8" extrusionOk="0">
                  <a:moveTo>
                    <a:pt x="0" y="1"/>
                  </a:moveTo>
                  <a:lnTo>
                    <a:pt x="2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91" name="Google Shape;4991;p66"/>
            <p:cNvSpPr/>
            <p:nvPr/>
          </p:nvSpPr>
          <p:spPr>
            <a:xfrm>
              <a:off x="2074005" y="1623274"/>
              <a:ext cx="109" cy="14"/>
            </a:xfrm>
            <a:custGeom>
              <a:avLst/>
              <a:gdLst/>
              <a:ahLst/>
              <a:cxnLst/>
              <a:rect l="l" t="t" r="r" b="b"/>
              <a:pathLst>
                <a:path w="8" h="1" extrusionOk="0">
                  <a:moveTo>
                    <a:pt x="1" y="1"/>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92" name="Google Shape;4992;p66"/>
            <p:cNvSpPr/>
            <p:nvPr/>
          </p:nvSpPr>
          <p:spPr>
            <a:xfrm>
              <a:off x="2073679" y="1623179"/>
              <a:ext cx="149" cy="68"/>
            </a:xfrm>
            <a:custGeom>
              <a:avLst/>
              <a:gdLst/>
              <a:ahLst/>
              <a:cxnLst/>
              <a:rect l="l" t="t" r="r" b="b"/>
              <a:pathLst>
                <a:path w="11" h="5" extrusionOk="0">
                  <a:moveTo>
                    <a:pt x="0" y="1"/>
                  </a:moveTo>
                  <a:lnTo>
                    <a:pt x="1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93" name="Google Shape;4993;p66"/>
            <p:cNvSpPr/>
            <p:nvPr/>
          </p:nvSpPr>
          <p:spPr>
            <a:xfrm>
              <a:off x="2074249" y="1623328"/>
              <a:ext cx="109" cy="14"/>
            </a:xfrm>
            <a:custGeom>
              <a:avLst/>
              <a:gdLst/>
              <a:ahLst/>
              <a:cxnLst/>
              <a:rect l="l" t="t" r="r" b="b"/>
              <a:pathLst>
                <a:path w="8" h="1" extrusionOk="0">
                  <a:moveTo>
                    <a:pt x="0" y="0"/>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94" name="Google Shape;4994;p66"/>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95" name="Google Shape;4995;p66"/>
            <p:cNvSpPr/>
            <p:nvPr/>
          </p:nvSpPr>
          <p:spPr>
            <a:xfrm>
              <a:off x="2091031" y="1635724"/>
              <a:ext cx="54" cy="204"/>
            </a:xfrm>
            <a:custGeom>
              <a:avLst/>
              <a:gdLst/>
              <a:ahLst/>
              <a:cxnLst/>
              <a:rect l="l" t="t" r="r" b="b"/>
              <a:pathLst>
                <a:path w="4" h="15" extrusionOk="0">
                  <a:moveTo>
                    <a:pt x="4" y="1"/>
                  </a:moveTo>
                  <a:lnTo>
                    <a:pt x="0"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96" name="Google Shape;4996;p66"/>
            <p:cNvSpPr/>
            <p:nvPr/>
          </p:nvSpPr>
          <p:spPr>
            <a:xfrm>
              <a:off x="2091167" y="1635208"/>
              <a:ext cx="109" cy="204"/>
            </a:xfrm>
            <a:custGeom>
              <a:avLst/>
              <a:gdLst/>
              <a:ahLst/>
              <a:cxnLst/>
              <a:rect l="l" t="t" r="r" b="b"/>
              <a:pathLst>
                <a:path w="8" h="15" extrusionOk="0">
                  <a:moveTo>
                    <a:pt x="8" y="0"/>
                  </a:moveTo>
                  <a:lnTo>
                    <a:pt x="1"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97" name="Google Shape;4997;p66"/>
            <p:cNvSpPr/>
            <p:nvPr/>
          </p:nvSpPr>
          <p:spPr>
            <a:xfrm>
              <a:off x="2091547" y="1634353"/>
              <a:ext cx="109" cy="149"/>
            </a:xfrm>
            <a:custGeom>
              <a:avLst/>
              <a:gdLst/>
              <a:ahLst/>
              <a:cxnLst/>
              <a:rect l="l" t="t" r="r" b="b"/>
              <a:pathLst>
                <a:path w="8" h="11" extrusionOk="0">
                  <a:moveTo>
                    <a:pt x="8"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98" name="Google Shape;4998;p66"/>
            <p:cNvSpPr/>
            <p:nvPr/>
          </p:nvSpPr>
          <p:spPr>
            <a:xfrm>
              <a:off x="2092362" y="1633213"/>
              <a:ext cx="109" cy="109"/>
            </a:xfrm>
            <a:custGeom>
              <a:avLst/>
              <a:gdLst/>
              <a:ahLst/>
              <a:cxnLst/>
              <a:rect l="l" t="t" r="r" b="b"/>
              <a:pathLst>
                <a:path w="8" h="8" extrusionOk="0">
                  <a:moveTo>
                    <a:pt x="7"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4999" name="Google Shape;4999;p66"/>
            <p:cNvSpPr/>
            <p:nvPr/>
          </p:nvSpPr>
          <p:spPr>
            <a:xfrm>
              <a:off x="2092117" y="1633593"/>
              <a:ext cx="14" cy="14"/>
            </a:xfrm>
            <a:custGeom>
              <a:avLst/>
              <a:gdLst/>
              <a:ahLst/>
              <a:cxnLst/>
              <a:rect l="l" t="t" r="r" b="b"/>
              <a:pathLst>
                <a:path w="1" h="1" extrusionOk="0">
                  <a:moveTo>
                    <a:pt x="1"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00" name="Google Shape;5000;p66"/>
            <p:cNvSpPr/>
            <p:nvPr/>
          </p:nvSpPr>
          <p:spPr>
            <a:xfrm>
              <a:off x="2092647" y="1632927"/>
              <a:ext cx="109" cy="109"/>
            </a:xfrm>
            <a:custGeom>
              <a:avLst/>
              <a:gdLst/>
              <a:ahLst/>
              <a:cxnLst/>
              <a:rect l="l" t="t" r="r" b="b"/>
              <a:pathLst>
                <a:path w="8" h="8" extrusionOk="0">
                  <a:moveTo>
                    <a:pt x="0" y="7"/>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01" name="Google Shape;5001;p66"/>
            <p:cNvSpPr/>
            <p:nvPr/>
          </p:nvSpPr>
          <p:spPr>
            <a:xfrm>
              <a:off x="2091832" y="1633973"/>
              <a:ext cx="68" cy="109"/>
            </a:xfrm>
            <a:custGeom>
              <a:avLst/>
              <a:gdLst/>
              <a:ahLst/>
              <a:cxnLst/>
              <a:rect l="l" t="t" r="r" b="b"/>
              <a:pathLst>
                <a:path w="5" h="8" extrusionOk="0">
                  <a:moveTo>
                    <a:pt x="4"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02" name="Google Shape;5002;p66"/>
            <p:cNvSpPr/>
            <p:nvPr/>
          </p:nvSpPr>
          <p:spPr>
            <a:xfrm>
              <a:off x="2090746" y="1637734"/>
              <a:ext cx="14" cy="95"/>
            </a:xfrm>
            <a:custGeom>
              <a:avLst/>
              <a:gdLst/>
              <a:ahLst/>
              <a:cxnLst/>
              <a:rect l="l" t="t" r="r" b="b"/>
              <a:pathLst>
                <a:path w="1" h="7" extrusionOk="0">
                  <a:moveTo>
                    <a:pt x="0"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03" name="Google Shape;5003;p66"/>
            <p:cNvSpPr/>
            <p:nvPr/>
          </p:nvSpPr>
          <p:spPr>
            <a:xfrm>
              <a:off x="2093448" y="1632262"/>
              <a:ext cx="109" cy="109"/>
            </a:xfrm>
            <a:custGeom>
              <a:avLst/>
              <a:gdLst/>
              <a:ahLst/>
              <a:cxnLst/>
              <a:rect l="l" t="t" r="r" b="b"/>
              <a:pathLst>
                <a:path w="8" h="8" extrusionOk="0">
                  <a:moveTo>
                    <a:pt x="8"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04" name="Google Shape;5004;p66"/>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05" name="Google Shape;5005;p66"/>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06" name="Google Shape;5006;p66"/>
            <p:cNvSpPr/>
            <p:nvPr/>
          </p:nvSpPr>
          <p:spPr>
            <a:xfrm>
              <a:off x="2091357" y="1634774"/>
              <a:ext cx="109" cy="163"/>
            </a:xfrm>
            <a:custGeom>
              <a:avLst/>
              <a:gdLst/>
              <a:ahLst/>
              <a:cxnLst/>
              <a:rect l="l" t="t" r="r" b="b"/>
              <a:pathLst>
                <a:path w="8" h="12" extrusionOk="0">
                  <a:moveTo>
                    <a:pt x="8"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07" name="Google Shape;5007;p66"/>
            <p:cNvSpPr/>
            <p:nvPr/>
          </p:nvSpPr>
          <p:spPr>
            <a:xfrm>
              <a:off x="2093163" y="1632452"/>
              <a:ext cx="109" cy="109"/>
            </a:xfrm>
            <a:custGeom>
              <a:avLst/>
              <a:gdLst/>
              <a:ahLst/>
              <a:cxnLst/>
              <a:rect l="l" t="t" r="r" b="b"/>
              <a:pathLst>
                <a:path w="8" h="8" extrusionOk="0">
                  <a:moveTo>
                    <a:pt x="8"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08" name="Google Shape;5008;p66"/>
            <p:cNvSpPr/>
            <p:nvPr/>
          </p:nvSpPr>
          <p:spPr>
            <a:xfrm>
              <a:off x="2092878" y="1632683"/>
              <a:ext cx="163" cy="109"/>
            </a:xfrm>
            <a:custGeom>
              <a:avLst/>
              <a:gdLst/>
              <a:ahLst/>
              <a:cxnLst/>
              <a:rect l="l" t="t" r="r" b="b"/>
              <a:pathLst>
                <a:path w="12" h="8" extrusionOk="0">
                  <a:moveTo>
                    <a:pt x="11"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09" name="Google Shape;5009;p66"/>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10" name="Google Shape;5010;p66"/>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11" name="Google Shape;5011;p66"/>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12" name="Google Shape;5012;p66"/>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13" name="Google Shape;5013;p66"/>
            <p:cNvSpPr/>
            <p:nvPr/>
          </p:nvSpPr>
          <p:spPr>
            <a:xfrm>
              <a:off x="2215319" y="1654502"/>
              <a:ext cx="109" cy="68"/>
            </a:xfrm>
            <a:custGeom>
              <a:avLst/>
              <a:gdLst/>
              <a:ahLst/>
              <a:cxnLst/>
              <a:rect l="l" t="t" r="r" b="b"/>
              <a:pathLst>
                <a:path w="8" h="5" extrusionOk="0">
                  <a:moveTo>
                    <a:pt x="8"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14" name="Google Shape;5014;p66"/>
            <p:cNvSpPr/>
            <p:nvPr/>
          </p:nvSpPr>
          <p:spPr>
            <a:xfrm>
              <a:off x="2213948" y="1655127"/>
              <a:ext cx="679" cy="434"/>
            </a:xfrm>
            <a:custGeom>
              <a:avLst/>
              <a:gdLst/>
              <a:ahLst/>
              <a:cxnLst/>
              <a:rect l="l" t="t" r="r" b="b"/>
              <a:pathLst>
                <a:path w="50" h="32" extrusionOk="0">
                  <a:moveTo>
                    <a:pt x="49" y="0"/>
                  </a:moveTo>
                  <a:lnTo>
                    <a:pt x="0"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15" name="Google Shape;5015;p66"/>
            <p:cNvSpPr/>
            <p:nvPr/>
          </p:nvSpPr>
          <p:spPr>
            <a:xfrm>
              <a:off x="2215659" y="1654122"/>
              <a:ext cx="109" cy="163"/>
            </a:xfrm>
            <a:custGeom>
              <a:avLst/>
              <a:gdLst/>
              <a:ahLst/>
              <a:cxnLst/>
              <a:rect l="l" t="t" r="r" b="b"/>
              <a:pathLst>
                <a:path w="8" h="12" extrusionOk="0">
                  <a:moveTo>
                    <a:pt x="7"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16" name="Google Shape;5016;p66"/>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17" name="Google Shape;5017;p66"/>
            <p:cNvSpPr/>
            <p:nvPr/>
          </p:nvSpPr>
          <p:spPr>
            <a:xfrm>
              <a:off x="2249548" y="1656498"/>
              <a:ext cx="149" cy="204"/>
            </a:xfrm>
            <a:custGeom>
              <a:avLst/>
              <a:gdLst/>
              <a:ahLst/>
              <a:cxnLst/>
              <a:rect l="l" t="t" r="r" b="b"/>
              <a:pathLst>
                <a:path w="11" h="15" extrusionOk="0">
                  <a:moveTo>
                    <a:pt x="11" y="1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18" name="Google Shape;5018;p66"/>
            <p:cNvSpPr/>
            <p:nvPr/>
          </p:nvSpPr>
          <p:spPr>
            <a:xfrm>
              <a:off x="2249304" y="1656172"/>
              <a:ext cx="163" cy="204"/>
            </a:xfrm>
            <a:custGeom>
              <a:avLst/>
              <a:gdLst/>
              <a:ahLst/>
              <a:cxnLst/>
              <a:rect l="l" t="t" r="r" b="b"/>
              <a:pathLst>
                <a:path w="12" h="15" extrusionOk="0">
                  <a:moveTo>
                    <a:pt x="11" y="1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19" name="Google Shape;5019;p66"/>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20" name="Google Shape;5020;p66"/>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21" name="Google Shape;5021;p66"/>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22" name="Google Shape;5022;p66"/>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23" name="Google Shape;5023;p66"/>
            <p:cNvSpPr/>
            <p:nvPr/>
          </p:nvSpPr>
          <p:spPr>
            <a:xfrm>
              <a:off x="2250119" y="1657313"/>
              <a:ext cx="149" cy="204"/>
            </a:xfrm>
            <a:custGeom>
              <a:avLst/>
              <a:gdLst/>
              <a:ahLst/>
              <a:cxnLst/>
              <a:rect l="l" t="t" r="r" b="b"/>
              <a:pathLst>
                <a:path w="11" h="15" extrusionOk="0">
                  <a:moveTo>
                    <a:pt x="11" y="1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24" name="Google Shape;5024;p66"/>
            <p:cNvSpPr/>
            <p:nvPr/>
          </p:nvSpPr>
          <p:spPr>
            <a:xfrm>
              <a:off x="2249928" y="1657068"/>
              <a:ext cx="109" cy="163"/>
            </a:xfrm>
            <a:custGeom>
              <a:avLst/>
              <a:gdLst/>
              <a:ahLst/>
              <a:cxnLst/>
              <a:rect l="l" t="t" r="r" b="b"/>
              <a:pathLst>
                <a:path w="8" h="12" extrusionOk="0">
                  <a:moveTo>
                    <a:pt x="7" y="1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25" name="Google Shape;5025;p66"/>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26" name="Google Shape;5026;p66"/>
            <p:cNvSpPr/>
            <p:nvPr/>
          </p:nvSpPr>
          <p:spPr>
            <a:xfrm>
              <a:off x="2249738" y="1656837"/>
              <a:ext cx="149" cy="149"/>
            </a:xfrm>
            <a:custGeom>
              <a:avLst/>
              <a:gdLst/>
              <a:ahLst/>
              <a:cxnLst/>
              <a:rect l="l" t="t" r="r" b="b"/>
              <a:pathLst>
                <a:path w="11" h="11" extrusionOk="0">
                  <a:moveTo>
                    <a:pt x="11" y="11"/>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27" name="Google Shape;5027;p66"/>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28" name="Google Shape;5028;p66"/>
            <p:cNvSpPr/>
            <p:nvPr/>
          </p:nvSpPr>
          <p:spPr>
            <a:xfrm>
              <a:off x="2247933" y="1653796"/>
              <a:ext cx="149" cy="299"/>
            </a:xfrm>
            <a:custGeom>
              <a:avLst/>
              <a:gdLst/>
              <a:ahLst/>
              <a:cxnLst/>
              <a:rect l="l" t="t" r="r" b="b"/>
              <a:pathLst>
                <a:path w="11" h="22" extrusionOk="0">
                  <a:moveTo>
                    <a:pt x="11" y="21"/>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29" name="Google Shape;5029;p66"/>
            <p:cNvSpPr/>
            <p:nvPr/>
          </p:nvSpPr>
          <p:spPr>
            <a:xfrm>
              <a:off x="2255482" y="1675425"/>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30" name="Google Shape;5030;p66"/>
            <p:cNvSpPr/>
            <p:nvPr/>
          </p:nvSpPr>
          <p:spPr>
            <a:xfrm>
              <a:off x="2248258" y="1654366"/>
              <a:ext cx="163" cy="244"/>
            </a:xfrm>
            <a:custGeom>
              <a:avLst/>
              <a:gdLst/>
              <a:ahLst/>
              <a:cxnLst/>
              <a:rect l="l" t="t" r="r" b="b"/>
              <a:pathLst>
                <a:path w="12" h="18" extrusionOk="0">
                  <a:moveTo>
                    <a:pt x="11" y="18"/>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31" name="Google Shape;5031;p66"/>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32" name="Google Shape;5032;p66"/>
            <p:cNvSpPr/>
            <p:nvPr/>
          </p:nvSpPr>
          <p:spPr>
            <a:xfrm>
              <a:off x="2247593" y="1653226"/>
              <a:ext cx="204" cy="339"/>
            </a:xfrm>
            <a:custGeom>
              <a:avLst/>
              <a:gdLst/>
              <a:ahLst/>
              <a:cxnLst/>
              <a:rect l="l" t="t" r="r" b="b"/>
              <a:pathLst>
                <a:path w="15" h="25" extrusionOk="0">
                  <a:moveTo>
                    <a:pt x="15" y="25"/>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33" name="Google Shape;5033;p66"/>
            <p:cNvSpPr/>
            <p:nvPr/>
          </p:nvSpPr>
          <p:spPr>
            <a:xfrm>
              <a:off x="2247267" y="1652601"/>
              <a:ext cx="149" cy="353"/>
            </a:xfrm>
            <a:custGeom>
              <a:avLst/>
              <a:gdLst/>
              <a:ahLst/>
              <a:cxnLst/>
              <a:rect l="l" t="t" r="r" b="b"/>
              <a:pathLst>
                <a:path w="11" h="26" extrusionOk="0">
                  <a:moveTo>
                    <a:pt x="11" y="2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34" name="Google Shape;5034;p66"/>
            <p:cNvSpPr/>
            <p:nvPr/>
          </p:nvSpPr>
          <p:spPr>
            <a:xfrm>
              <a:off x="2246697" y="1651610"/>
              <a:ext cx="394" cy="679"/>
            </a:xfrm>
            <a:custGeom>
              <a:avLst/>
              <a:gdLst/>
              <a:ahLst/>
              <a:cxnLst/>
              <a:rect l="l" t="t" r="r" b="b"/>
              <a:pathLst>
                <a:path w="29" h="50" extrusionOk="0">
                  <a:moveTo>
                    <a:pt x="28" y="49"/>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35" name="Google Shape;5035;p66"/>
            <p:cNvSpPr/>
            <p:nvPr/>
          </p:nvSpPr>
          <p:spPr>
            <a:xfrm>
              <a:off x="2246317" y="1650890"/>
              <a:ext cx="244" cy="448"/>
            </a:xfrm>
            <a:custGeom>
              <a:avLst/>
              <a:gdLst/>
              <a:ahLst/>
              <a:cxnLst/>
              <a:rect l="l" t="t" r="r" b="b"/>
              <a:pathLst>
                <a:path w="18" h="33" extrusionOk="0">
                  <a:moveTo>
                    <a:pt x="18" y="32"/>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36" name="Google Shape;5036;p66"/>
            <p:cNvSpPr/>
            <p:nvPr/>
          </p:nvSpPr>
          <p:spPr>
            <a:xfrm>
              <a:off x="2249073" y="1655792"/>
              <a:ext cx="149" cy="204"/>
            </a:xfrm>
            <a:custGeom>
              <a:avLst/>
              <a:gdLst/>
              <a:ahLst/>
              <a:cxnLst/>
              <a:rect l="l" t="t" r="r" b="b"/>
              <a:pathLst>
                <a:path w="11" h="15" extrusionOk="0">
                  <a:moveTo>
                    <a:pt x="11" y="1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37" name="Google Shape;5037;p66"/>
            <p:cNvSpPr/>
            <p:nvPr/>
          </p:nvSpPr>
          <p:spPr>
            <a:xfrm>
              <a:off x="2248829" y="1655357"/>
              <a:ext cx="163" cy="204"/>
            </a:xfrm>
            <a:custGeom>
              <a:avLst/>
              <a:gdLst/>
              <a:ahLst/>
              <a:cxnLst/>
              <a:rect l="l" t="t" r="r" b="b"/>
              <a:pathLst>
                <a:path w="12" h="15" extrusionOk="0">
                  <a:moveTo>
                    <a:pt x="11" y="15"/>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38" name="Google Shape;5038;p66"/>
            <p:cNvSpPr/>
            <p:nvPr/>
          </p:nvSpPr>
          <p:spPr>
            <a:xfrm>
              <a:off x="2248544" y="1654882"/>
              <a:ext cx="163" cy="258"/>
            </a:xfrm>
            <a:custGeom>
              <a:avLst/>
              <a:gdLst/>
              <a:ahLst/>
              <a:cxnLst/>
              <a:rect l="l" t="t" r="r" b="b"/>
              <a:pathLst>
                <a:path w="12" h="19" extrusionOk="0">
                  <a:moveTo>
                    <a:pt x="11" y="18"/>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39" name="Google Shape;5039;p66"/>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40" name="Google Shape;5040;p66"/>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41" name="Google Shape;5041;p66"/>
            <p:cNvSpPr/>
            <p:nvPr/>
          </p:nvSpPr>
          <p:spPr>
            <a:xfrm>
              <a:off x="2250784" y="1708364"/>
              <a:ext cx="204" cy="54"/>
            </a:xfrm>
            <a:custGeom>
              <a:avLst/>
              <a:gdLst/>
              <a:ahLst/>
              <a:cxnLst/>
              <a:rect l="l" t="t" r="r" b="b"/>
              <a:pathLst>
                <a:path w="15" h="4" extrusionOk="0">
                  <a:moveTo>
                    <a:pt x="14"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42" name="Google Shape;5042;p66"/>
            <p:cNvSpPr/>
            <p:nvPr/>
          </p:nvSpPr>
          <p:spPr>
            <a:xfrm>
              <a:off x="2240845" y="1709600"/>
              <a:ext cx="14" cy="54"/>
            </a:xfrm>
            <a:custGeom>
              <a:avLst/>
              <a:gdLst/>
              <a:ahLst/>
              <a:cxnLst/>
              <a:rect l="l" t="t" r="r" b="b"/>
              <a:pathLst>
                <a:path w="1" h="4" extrusionOk="0">
                  <a:moveTo>
                    <a:pt x="1"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43" name="Google Shape;5043;p66"/>
            <p:cNvSpPr/>
            <p:nvPr/>
          </p:nvSpPr>
          <p:spPr>
            <a:xfrm>
              <a:off x="2251015" y="1708269"/>
              <a:ext cx="258" cy="109"/>
            </a:xfrm>
            <a:custGeom>
              <a:avLst/>
              <a:gdLst/>
              <a:ahLst/>
              <a:cxnLst/>
              <a:rect l="l" t="t" r="r" b="b"/>
              <a:pathLst>
                <a:path w="19" h="8" extrusionOk="0">
                  <a:moveTo>
                    <a:pt x="18"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44" name="Google Shape;5044;p66"/>
            <p:cNvSpPr/>
            <p:nvPr/>
          </p:nvSpPr>
          <p:spPr>
            <a:xfrm>
              <a:off x="2251259" y="1708215"/>
              <a:ext cx="204" cy="109"/>
            </a:xfrm>
            <a:custGeom>
              <a:avLst/>
              <a:gdLst/>
              <a:ahLst/>
              <a:cxnLst/>
              <a:rect l="l" t="t" r="r" b="b"/>
              <a:pathLst>
                <a:path w="15" h="8" extrusionOk="0">
                  <a:moveTo>
                    <a:pt x="14" y="1"/>
                  </a:moveTo>
                  <a:lnTo>
                    <a:pt x="14" y="1"/>
                  </a:ln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45" name="Google Shape;5045;p66"/>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46" name="Google Shape;5046;p66"/>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47" name="Google Shape;5047;p66"/>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48" name="Google Shape;5048;p66"/>
            <p:cNvSpPr/>
            <p:nvPr/>
          </p:nvSpPr>
          <p:spPr>
            <a:xfrm>
              <a:off x="2250214" y="1708459"/>
              <a:ext cx="204" cy="14"/>
            </a:xfrm>
            <a:custGeom>
              <a:avLst/>
              <a:gdLst/>
              <a:ahLst/>
              <a:cxnLst/>
              <a:rect l="l" t="t" r="r" b="b"/>
              <a:pathLst>
                <a:path w="15" h="1" extrusionOk="0">
                  <a:moveTo>
                    <a:pt x="14"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49" name="Google Shape;5049;p66"/>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50" name="Google Shape;5050;p66"/>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51" name="Google Shape;5051;p66"/>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52" name="Google Shape;5052;p66"/>
            <p:cNvSpPr/>
            <p:nvPr/>
          </p:nvSpPr>
          <p:spPr>
            <a:xfrm>
              <a:off x="2255631" y="1693578"/>
              <a:ext cx="299" cy="109"/>
            </a:xfrm>
            <a:custGeom>
              <a:avLst/>
              <a:gdLst/>
              <a:ahLst/>
              <a:cxnLst/>
              <a:rect l="l" t="t" r="r" b="b"/>
              <a:pathLst>
                <a:path w="22" h="8" extrusionOk="0">
                  <a:moveTo>
                    <a:pt x="21"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53" name="Google Shape;5053;p66"/>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54" name="Google Shape;5054;p66"/>
            <p:cNvSpPr/>
            <p:nvPr/>
          </p:nvSpPr>
          <p:spPr>
            <a:xfrm>
              <a:off x="2247023" y="1689396"/>
              <a:ext cx="14" cy="14"/>
            </a:xfrm>
            <a:custGeom>
              <a:avLst/>
              <a:gdLst/>
              <a:ahLst/>
              <a:cxnLst/>
              <a:rect l="l" t="t" r="r" b="b"/>
              <a:pathLst>
                <a:path w="1" h="1" extrusionOk="0">
                  <a:moveTo>
                    <a:pt x="1"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55" name="Google Shape;5055;p66"/>
            <p:cNvSpPr/>
            <p:nvPr/>
          </p:nvSpPr>
          <p:spPr>
            <a:xfrm>
              <a:off x="2213283" y="1690197"/>
              <a:ext cx="54" cy="14"/>
            </a:xfrm>
            <a:custGeom>
              <a:avLst/>
              <a:gdLst/>
              <a:ahLst/>
              <a:cxnLst/>
              <a:rect l="l" t="t" r="r" b="b"/>
              <a:pathLst>
                <a:path w="4" h="1" extrusionOk="0">
                  <a:moveTo>
                    <a:pt x="0" y="1"/>
                  </a:moveTo>
                  <a:lnTo>
                    <a:pt x="4" y="1"/>
                  </a:ln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56" name="Google Shape;5056;p66"/>
            <p:cNvSpPr/>
            <p:nvPr/>
          </p:nvSpPr>
          <p:spPr>
            <a:xfrm>
              <a:off x="2253581" y="1692668"/>
              <a:ext cx="163" cy="109"/>
            </a:xfrm>
            <a:custGeom>
              <a:avLst/>
              <a:gdLst/>
              <a:ahLst/>
              <a:cxnLst/>
              <a:rect l="l" t="t" r="r" b="b"/>
              <a:pathLst>
                <a:path w="12" h="8" extrusionOk="0">
                  <a:moveTo>
                    <a:pt x="1" y="1"/>
                  </a:moveTo>
                  <a:lnTo>
                    <a:pt x="1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57" name="Google Shape;5057;p66"/>
            <p:cNvSpPr/>
            <p:nvPr/>
          </p:nvSpPr>
          <p:spPr>
            <a:xfrm>
              <a:off x="2214233" y="1690822"/>
              <a:ext cx="54" cy="54"/>
            </a:xfrm>
            <a:custGeom>
              <a:avLst/>
              <a:gdLst/>
              <a:ahLst/>
              <a:cxnLst/>
              <a:rect l="l" t="t" r="r" b="b"/>
              <a:pathLst>
                <a:path w="4" h="4" extrusionOk="0">
                  <a:moveTo>
                    <a:pt x="4"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58" name="Google Shape;5058;p66"/>
            <p:cNvSpPr/>
            <p:nvPr/>
          </p:nvSpPr>
          <p:spPr>
            <a:xfrm>
              <a:off x="2253296" y="1692533"/>
              <a:ext cx="109" cy="54"/>
            </a:xfrm>
            <a:custGeom>
              <a:avLst/>
              <a:gdLst/>
              <a:ahLst/>
              <a:cxnLst/>
              <a:rect l="l" t="t" r="r" b="b"/>
              <a:pathLst>
                <a:path w="8" h="4" extrusionOk="0">
                  <a:moveTo>
                    <a:pt x="1" y="0"/>
                  </a:moveTo>
                  <a:lnTo>
                    <a:pt x="8"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59" name="Google Shape;5059;p66"/>
            <p:cNvSpPr/>
            <p:nvPr/>
          </p:nvSpPr>
          <p:spPr>
            <a:xfrm>
              <a:off x="2254056" y="1692913"/>
              <a:ext cx="163" cy="54"/>
            </a:xfrm>
            <a:custGeom>
              <a:avLst/>
              <a:gdLst/>
              <a:ahLst/>
              <a:cxnLst/>
              <a:rect l="l" t="t" r="r" b="b"/>
              <a:pathLst>
                <a:path w="12" h="4" extrusionOk="0">
                  <a:moveTo>
                    <a:pt x="1" y="0"/>
                  </a:moveTo>
                  <a:lnTo>
                    <a:pt x="1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60" name="Google Shape;5060;p66"/>
            <p:cNvSpPr/>
            <p:nvPr/>
          </p:nvSpPr>
          <p:spPr>
            <a:xfrm>
              <a:off x="2253011" y="1692383"/>
              <a:ext cx="163" cy="68"/>
            </a:xfrm>
            <a:custGeom>
              <a:avLst/>
              <a:gdLst/>
              <a:ahLst/>
              <a:cxnLst/>
              <a:rect l="l" t="t" r="r" b="b"/>
              <a:pathLst>
                <a:path w="12" h="5" extrusionOk="0">
                  <a:moveTo>
                    <a:pt x="1" y="1"/>
                  </a:moveTo>
                  <a:lnTo>
                    <a:pt x="1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61" name="Google Shape;5061;p66"/>
            <p:cNvSpPr/>
            <p:nvPr/>
          </p:nvSpPr>
          <p:spPr>
            <a:xfrm>
              <a:off x="2213758" y="1690482"/>
              <a:ext cx="109" cy="68"/>
            </a:xfrm>
            <a:custGeom>
              <a:avLst/>
              <a:gdLst/>
              <a:ahLst/>
              <a:cxnLst/>
              <a:rect l="l" t="t" r="r" b="b"/>
              <a:pathLst>
                <a:path w="8" h="5" extrusionOk="0">
                  <a:moveTo>
                    <a:pt x="7"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62" name="Google Shape;5062;p66"/>
            <p:cNvSpPr/>
            <p:nvPr/>
          </p:nvSpPr>
          <p:spPr>
            <a:xfrm>
              <a:off x="2214708" y="1691243"/>
              <a:ext cx="109" cy="109"/>
            </a:xfrm>
            <a:custGeom>
              <a:avLst/>
              <a:gdLst/>
              <a:ahLst/>
              <a:cxnLst/>
              <a:rect l="l" t="t" r="r" b="b"/>
              <a:pathLst>
                <a:path w="8" h="8" extrusionOk="0">
                  <a:moveTo>
                    <a:pt x="7"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63" name="Google Shape;5063;p66"/>
            <p:cNvSpPr/>
            <p:nvPr/>
          </p:nvSpPr>
          <p:spPr>
            <a:xfrm>
              <a:off x="2252820" y="1692247"/>
              <a:ext cx="109" cy="54"/>
            </a:xfrm>
            <a:custGeom>
              <a:avLst/>
              <a:gdLst/>
              <a:ahLst/>
              <a:cxnLst/>
              <a:rect l="l" t="t" r="r" b="b"/>
              <a:pathLst>
                <a:path w="8" h="4" extrusionOk="0">
                  <a:moveTo>
                    <a:pt x="1" y="0"/>
                  </a:moveTo>
                  <a:lnTo>
                    <a:pt x="8"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64" name="Google Shape;5064;p66"/>
            <p:cNvSpPr/>
            <p:nvPr/>
          </p:nvSpPr>
          <p:spPr>
            <a:xfrm>
              <a:off x="2254531" y="1693144"/>
              <a:ext cx="204" cy="68"/>
            </a:xfrm>
            <a:custGeom>
              <a:avLst/>
              <a:gdLst/>
              <a:ahLst/>
              <a:cxnLst/>
              <a:rect l="l" t="t" r="r" b="b"/>
              <a:pathLst>
                <a:path w="15" h="5" extrusionOk="0">
                  <a:moveTo>
                    <a:pt x="1" y="1"/>
                  </a:moveTo>
                  <a:lnTo>
                    <a:pt x="15"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65" name="Google Shape;5065;p66"/>
            <p:cNvSpPr/>
            <p:nvPr/>
          </p:nvSpPr>
          <p:spPr>
            <a:xfrm>
              <a:off x="2255061" y="1693334"/>
              <a:ext cx="244" cy="109"/>
            </a:xfrm>
            <a:custGeom>
              <a:avLst/>
              <a:gdLst/>
              <a:ahLst/>
              <a:cxnLst/>
              <a:rect l="l" t="t" r="r" b="b"/>
              <a:pathLst>
                <a:path w="18" h="8" extrusionOk="0">
                  <a:moveTo>
                    <a:pt x="0" y="1"/>
                  </a:moveTo>
                  <a:lnTo>
                    <a:pt x="18"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66" name="Google Shape;5066;p66"/>
            <p:cNvSpPr/>
            <p:nvPr/>
          </p:nvSpPr>
          <p:spPr>
            <a:xfrm>
              <a:off x="2252400" y="1691867"/>
              <a:ext cx="54" cy="54"/>
            </a:xfrm>
            <a:custGeom>
              <a:avLst/>
              <a:gdLst/>
              <a:ahLst/>
              <a:cxnLst/>
              <a:rect l="l" t="t" r="r" b="b"/>
              <a:pathLst>
                <a:path w="4" h="4" extrusionOk="0">
                  <a:moveTo>
                    <a:pt x="4"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67" name="Google Shape;5067;p66"/>
            <p:cNvSpPr/>
            <p:nvPr/>
          </p:nvSpPr>
          <p:spPr>
            <a:xfrm>
              <a:off x="2252495" y="1692003"/>
              <a:ext cx="109" cy="68"/>
            </a:xfrm>
            <a:custGeom>
              <a:avLst/>
              <a:gdLst/>
              <a:ahLst/>
              <a:cxnLst/>
              <a:rect l="l" t="t" r="r" b="b"/>
              <a:pathLst>
                <a:path w="8" h="5" extrusionOk="0">
                  <a:moveTo>
                    <a:pt x="0" y="1"/>
                  </a:moveTo>
                  <a:lnTo>
                    <a:pt x="7"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68" name="Google Shape;5068;p66"/>
            <p:cNvSpPr/>
            <p:nvPr/>
          </p:nvSpPr>
          <p:spPr>
            <a:xfrm>
              <a:off x="2252305" y="1691813"/>
              <a:ext cx="54" cy="14"/>
            </a:xfrm>
            <a:custGeom>
              <a:avLst/>
              <a:gdLst/>
              <a:ahLst/>
              <a:cxnLst/>
              <a:rect l="l" t="t" r="r" b="b"/>
              <a:pathLst>
                <a:path w="4" h="1" extrusionOk="0">
                  <a:moveTo>
                    <a:pt x="0"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69" name="Google Shape;5069;p66"/>
            <p:cNvSpPr/>
            <p:nvPr/>
          </p:nvSpPr>
          <p:spPr>
            <a:xfrm>
              <a:off x="2252250" y="1691718"/>
              <a:ext cx="14" cy="68"/>
            </a:xfrm>
            <a:custGeom>
              <a:avLst/>
              <a:gdLst/>
              <a:ahLst/>
              <a:cxnLst/>
              <a:rect l="l" t="t" r="r" b="b"/>
              <a:pathLst>
                <a:path w="1" h="5" extrusionOk="0">
                  <a:moveTo>
                    <a:pt x="1"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70" name="Google Shape;5070;p66"/>
            <p:cNvSpPr/>
            <p:nvPr/>
          </p:nvSpPr>
          <p:spPr>
            <a:xfrm>
              <a:off x="2252209" y="1691677"/>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71" name="Google Shape;5071;p66"/>
            <p:cNvSpPr/>
            <p:nvPr/>
          </p:nvSpPr>
          <p:spPr>
            <a:xfrm>
              <a:off x="2252630" y="1692098"/>
              <a:ext cx="109" cy="68"/>
            </a:xfrm>
            <a:custGeom>
              <a:avLst/>
              <a:gdLst/>
              <a:ahLst/>
              <a:cxnLst/>
              <a:rect l="l" t="t" r="r" b="b"/>
              <a:pathLst>
                <a:path w="8" h="5" extrusionOk="0">
                  <a:moveTo>
                    <a:pt x="1" y="1"/>
                  </a:moveTo>
                  <a:lnTo>
                    <a:pt x="8"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72" name="Google Shape;5072;p66"/>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73" name="Google Shape;5073;p66"/>
            <p:cNvSpPr/>
            <p:nvPr/>
          </p:nvSpPr>
          <p:spPr>
            <a:xfrm>
              <a:off x="2198823" y="1710971"/>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74" name="Google Shape;5074;p66"/>
            <p:cNvSpPr/>
            <p:nvPr/>
          </p:nvSpPr>
          <p:spPr>
            <a:xfrm>
              <a:off x="2198728" y="1711786"/>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75" name="Google Shape;5075;p66"/>
            <p:cNvSpPr/>
            <p:nvPr/>
          </p:nvSpPr>
          <p:spPr>
            <a:xfrm>
              <a:off x="2198728" y="1713917"/>
              <a:ext cx="14" cy="68"/>
            </a:xfrm>
            <a:custGeom>
              <a:avLst/>
              <a:gdLst/>
              <a:ahLst/>
              <a:cxnLst/>
              <a:rect l="l" t="t" r="r" b="b"/>
              <a:pathLst>
                <a:path w="1" h="5" extrusionOk="0">
                  <a:moveTo>
                    <a:pt x="1"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76" name="Google Shape;5076;p66"/>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77" name="Google Shape;5077;p66"/>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78" name="Google Shape;5078;p66"/>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79" name="Google Shape;5079;p66"/>
            <p:cNvSpPr/>
            <p:nvPr/>
          </p:nvSpPr>
          <p:spPr>
            <a:xfrm>
              <a:off x="2199828" y="1716103"/>
              <a:ext cx="299" cy="258"/>
            </a:xfrm>
            <a:custGeom>
              <a:avLst/>
              <a:gdLst/>
              <a:ahLst/>
              <a:cxnLst/>
              <a:rect l="l" t="t" r="r" b="b"/>
              <a:pathLst>
                <a:path w="22" h="19" extrusionOk="0">
                  <a:moveTo>
                    <a:pt x="21" y="1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80" name="Google Shape;5080;p66"/>
            <p:cNvSpPr/>
            <p:nvPr/>
          </p:nvSpPr>
          <p:spPr>
            <a:xfrm>
              <a:off x="2198687" y="1713347"/>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81" name="Google Shape;5081;p66"/>
            <p:cNvSpPr/>
            <p:nvPr/>
          </p:nvSpPr>
          <p:spPr>
            <a:xfrm>
              <a:off x="2201538" y="1717583"/>
              <a:ext cx="394" cy="339"/>
            </a:xfrm>
            <a:custGeom>
              <a:avLst/>
              <a:gdLst/>
              <a:ahLst/>
              <a:cxnLst/>
              <a:rect l="l" t="t" r="r" b="b"/>
              <a:pathLst>
                <a:path w="29" h="25" extrusionOk="0">
                  <a:moveTo>
                    <a:pt x="29" y="25"/>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82" name="Google Shape;5082;p66"/>
            <p:cNvSpPr/>
            <p:nvPr/>
          </p:nvSpPr>
          <p:spPr>
            <a:xfrm>
              <a:off x="2198918" y="1709980"/>
              <a:ext cx="14" cy="109"/>
            </a:xfrm>
            <a:custGeom>
              <a:avLst/>
              <a:gdLst/>
              <a:ahLst/>
              <a:cxnLst/>
              <a:rect l="l" t="t" r="r" b="b"/>
              <a:pathLst>
                <a:path w="1" h="8" extrusionOk="0">
                  <a:moveTo>
                    <a:pt x="1"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83" name="Google Shape;5083;p66"/>
            <p:cNvSpPr/>
            <p:nvPr/>
          </p:nvSpPr>
          <p:spPr>
            <a:xfrm>
              <a:off x="2200873" y="1717108"/>
              <a:ext cx="339" cy="244"/>
            </a:xfrm>
            <a:custGeom>
              <a:avLst/>
              <a:gdLst/>
              <a:ahLst/>
              <a:cxnLst/>
              <a:rect l="l" t="t" r="r" b="b"/>
              <a:pathLst>
                <a:path w="25" h="18" extrusionOk="0">
                  <a:moveTo>
                    <a:pt x="25" y="18"/>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84" name="Google Shape;5084;p66"/>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85" name="Google Shape;5085;p66"/>
            <p:cNvSpPr/>
            <p:nvPr/>
          </p:nvSpPr>
          <p:spPr>
            <a:xfrm>
              <a:off x="2200343" y="1716578"/>
              <a:ext cx="258" cy="299"/>
            </a:xfrm>
            <a:custGeom>
              <a:avLst/>
              <a:gdLst/>
              <a:ahLst/>
              <a:cxnLst/>
              <a:rect l="l" t="t" r="r" b="b"/>
              <a:pathLst>
                <a:path w="19" h="22" extrusionOk="0">
                  <a:moveTo>
                    <a:pt x="18" y="22"/>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86" name="Google Shape;5086;p66"/>
            <p:cNvSpPr/>
            <p:nvPr/>
          </p:nvSpPr>
          <p:spPr>
            <a:xfrm>
              <a:off x="2199108" y="1709029"/>
              <a:ext cx="14" cy="149"/>
            </a:xfrm>
            <a:custGeom>
              <a:avLst/>
              <a:gdLst/>
              <a:ahLst/>
              <a:cxnLst/>
              <a:rect l="l" t="t" r="r" b="b"/>
              <a:pathLst>
                <a:path w="1" h="11" extrusionOk="0">
                  <a:moveTo>
                    <a:pt x="1" y="1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87" name="Google Shape;5087;p66"/>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88" name="Google Shape;5088;p66"/>
            <p:cNvSpPr/>
            <p:nvPr/>
          </p:nvSpPr>
          <p:spPr>
            <a:xfrm>
              <a:off x="2199352" y="1708215"/>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89" name="Google Shape;5089;p66"/>
            <p:cNvSpPr/>
            <p:nvPr/>
          </p:nvSpPr>
          <p:spPr>
            <a:xfrm>
              <a:off x="2216609" y="1712967"/>
              <a:ext cx="54" cy="14"/>
            </a:xfrm>
            <a:custGeom>
              <a:avLst/>
              <a:gdLst/>
              <a:ahLst/>
              <a:cxnLst/>
              <a:rect l="l" t="t" r="r" b="b"/>
              <a:pathLst>
                <a:path w="4" h="1" extrusionOk="0">
                  <a:moveTo>
                    <a:pt x="0"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90" name="Google Shape;5090;p66"/>
            <p:cNvSpPr/>
            <p:nvPr/>
          </p:nvSpPr>
          <p:spPr>
            <a:xfrm>
              <a:off x="2216745" y="1713116"/>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91" name="Google Shape;5091;p66"/>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92" name="Google Shape;5092;p66"/>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93" name="Google Shape;5093;p66"/>
            <p:cNvSpPr/>
            <p:nvPr/>
          </p:nvSpPr>
          <p:spPr>
            <a:xfrm>
              <a:off x="2221782" y="1620042"/>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94" name="Google Shape;5094;p66"/>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95" name="Google Shape;5095;p66"/>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96" name="Google Shape;5096;p66"/>
            <p:cNvSpPr/>
            <p:nvPr/>
          </p:nvSpPr>
          <p:spPr>
            <a:xfrm>
              <a:off x="2213609" y="1650510"/>
              <a:ext cx="258" cy="163"/>
            </a:xfrm>
            <a:custGeom>
              <a:avLst/>
              <a:gdLst/>
              <a:ahLst/>
              <a:cxnLst/>
              <a:rect l="l" t="t" r="r" b="b"/>
              <a:pathLst>
                <a:path w="19" h="12" extrusionOk="0">
                  <a:moveTo>
                    <a:pt x="1" y="1"/>
                  </a:moveTo>
                  <a:lnTo>
                    <a:pt x="18"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97" name="Google Shape;5097;p66"/>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98" name="Google Shape;5098;p66"/>
            <p:cNvSpPr/>
            <p:nvPr/>
          </p:nvSpPr>
          <p:spPr>
            <a:xfrm>
              <a:off x="2214654" y="1650985"/>
              <a:ext cx="299" cy="163"/>
            </a:xfrm>
            <a:custGeom>
              <a:avLst/>
              <a:gdLst/>
              <a:ahLst/>
              <a:cxnLst/>
              <a:rect l="l" t="t" r="r" b="b"/>
              <a:pathLst>
                <a:path w="22" h="12" extrusionOk="0">
                  <a:moveTo>
                    <a:pt x="1" y="1"/>
                  </a:moveTo>
                  <a:lnTo>
                    <a:pt x="22"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099" name="Google Shape;5099;p66"/>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00" name="Google Shape;5100;p66"/>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01" name="Google Shape;5101;p66"/>
            <p:cNvSpPr/>
            <p:nvPr/>
          </p:nvSpPr>
          <p:spPr>
            <a:xfrm>
              <a:off x="2211762" y="1648664"/>
              <a:ext cx="109" cy="149"/>
            </a:xfrm>
            <a:custGeom>
              <a:avLst/>
              <a:gdLst/>
              <a:ahLst/>
              <a:cxnLst/>
              <a:rect l="l" t="t" r="r" b="b"/>
              <a:pathLst>
                <a:path w="8" h="11" extrusionOk="0">
                  <a:moveTo>
                    <a:pt x="0" y="0"/>
                  </a:moveTo>
                  <a:lnTo>
                    <a:pt x="7"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02" name="Google Shape;5102;p66"/>
            <p:cNvSpPr/>
            <p:nvPr/>
          </p:nvSpPr>
          <p:spPr>
            <a:xfrm>
              <a:off x="2212332" y="1649465"/>
              <a:ext cx="204" cy="204"/>
            </a:xfrm>
            <a:custGeom>
              <a:avLst/>
              <a:gdLst/>
              <a:ahLst/>
              <a:cxnLst/>
              <a:rect l="l" t="t" r="r" b="b"/>
              <a:pathLst>
                <a:path w="15" h="15" extrusionOk="0">
                  <a:moveTo>
                    <a:pt x="14" y="1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03" name="Google Shape;5103;p66"/>
            <p:cNvSpPr/>
            <p:nvPr/>
          </p:nvSpPr>
          <p:spPr>
            <a:xfrm>
              <a:off x="2212047" y="1649085"/>
              <a:ext cx="109" cy="163"/>
            </a:xfrm>
            <a:custGeom>
              <a:avLst/>
              <a:gdLst/>
              <a:ahLst/>
              <a:cxnLst/>
              <a:rect l="l" t="t" r="r" b="b"/>
              <a:pathLst>
                <a:path w="8" h="12" extrusionOk="0">
                  <a:moveTo>
                    <a:pt x="0" y="1"/>
                  </a:moveTo>
                  <a:lnTo>
                    <a:pt x="7"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04" name="Google Shape;5104;p66"/>
            <p:cNvSpPr/>
            <p:nvPr/>
          </p:nvSpPr>
          <p:spPr>
            <a:xfrm>
              <a:off x="2211667" y="1648324"/>
              <a:ext cx="14" cy="68"/>
            </a:xfrm>
            <a:custGeom>
              <a:avLst/>
              <a:gdLst/>
              <a:ahLst/>
              <a:cxnLst/>
              <a:rect l="l" t="t" r="r" b="b"/>
              <a:pathLst>
                <a:path w="1" h="5" extrusionOk="0">
                  <a:moveTo>
                    <a:pt x="0"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05" name="Google Shape;5105;p66"/>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06" name="Google Shape;5106;p66"/>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07" name="Google Shape;5107;p66"/>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08" name="Google Shape;5108;p66"/>
            <p:cNvSpPr/>
            <p:nvPr/>
          </p:nvSpPr>
          <p:spPr>
            <a:xfrm>
              <a:off x="2216270" y="1651420"/>
              <a:ext cx="638" cy="54"/>
            </a:xfrm>
            <a:custGeom>
              <a:avLst/>
              <a:gdLst/>
              <a:ahLst/>
              <a:cxnLst/>
              <a:rect l="l" t="t" r="r" b="b"/>
              <a:pathLst>
                <a:path w="47" h="4" extrusionOk="0">
                  <a:moveTo>
                    <a:pt x="1" y="4"/>
                  </a:moveTo>
                  <a:lnTo>
                    <a:pt x="46"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09" name="Google Shape;5109;p66"/>
            <p:cNvSpPr/>
            <p:nvPr/>
          </p:nvSpPr>
          <p:spPr>
            <a:xfrm>
              <a:off x="2217600" y="1651366"/>
              <a:ext cx="448" cy="14"/>
            </a:xfrm>
            <a:custGeom>
              <a:avLst/>
              <a:gdLst/>
              <a:ahLst/>
              <a:cxnLst/>
              <a:rect l="l" t="t" r="r" b="b"/>
              <a:pathLst>
                <a:path w="33" h="1" extrusionOk="0">
                  <a:moveTo>
                    <a:pt x="1" y="1"/>
                  </a:moveTo>
                  <a:lnTo>
                    <a:pt x="32"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10" name="Google Shape;5110;p66"/>
            <p:cNvSpPr/>
            <p:nvPr/>
          </p:nvSpPr>
          <p:spPr>
            <a:xfrm>
              <a:off x="2242895" y="1649370"/>
              <a:ext cx="14" cy="14"/>
            </a:xfrm>
            <a:custGeom>
              <a:avLst/>
              <a:gdLst/>
              <a:ahLst/>
              <a:cxnLst/>
              <a:rect l="l" t="t" r="r" b="b"/>
              <a:pathLst>
                <a:path w="1" h="1" extrusionOk="0">
                  <a:moveTo>
                    <a:pt x="0"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11" name="Google Shape;5111;p66"/>
            <p:cNvSpPr/>
            <p:nvPr/>
          </p:nvSpPr>
          <p:spPr>
            <a:xfrm>
              <a:off x="2244891" y="1648609"/>
              <a:ext cx="244" cy="68"/>
            </a:xfrm>
            <a:custGeom>
              <a:avLst/>
              <a:gdLst/>
              <a:ahLst/>
              <a:cxnLst/>
              <a:rect l="l" t="t" r="r" b="b"/>
              <a:pathLst>
                <a:path w="18" h="5" extrusionOk="0">
                  <a:moveTo>
                    <a:pt x="18" y="1"/>
                  </a:moveTo>
                  <a:lnTo>
                    <a:pt x="0" y="4"/>
                  </a:ln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12" name="Google Shape;5112;p66"/>
            <p:cNvSpPr/>
            <p:nvPr/>
          </p:nvSpPr>
          <p:spPr>
            <a:xfrm>
              <a:off x="2216989" y="1651366"/>
              <a:ext cx="530" cy="68"/>
            </a:xfrm>
            <a:custGeom>
              <a:avLst/>
              <a:gdLst/>
              <a:ahLst/>
              <a:cxnLst/>
              <a:rect l="l" t="t" r="r" b="b"/>
              <a:pathLst>
                <a:path w="39" h="5" extrusionOk="0">
                  <a:moveTo>
                    <a:pt x="0" y="4"/>
                  </a:moveTo>
                  <a:lnTo>
                    <a:pt x="3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13" name="Google Shape;5113;p66"/>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14" name="Google Shape;5114;p66"/>
            <p:cNvSpPr/>
            <p:nvPr/>
          </p:nvSpPr>
          <p:spPr>
            <a:xfrm>
              <a:off x="2215564" y="1651515"/>
              <a:ext cx="679" cy="54"/>
            </a:xfrm>
            <a:custGeom>
              <a:avLst/>
              <a:gdLst/>
              <a:ahLst/>
              <a:cxnLst/>
              <a:rect l="l" t="t" r="r" b="b"/>
              <a:pathLst>
                <a:path w="50" h="4" extrusionOk="0">
                  <a:moveTo>
                    <a:pt x="0" y="4"/>
                  </a:moveTo>
                  <a:lnTo>
                    <a:pt x="49"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15" name="Google Shape;5115;p66"/>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16" name="Google Shape;5116;p66"/>
            <p:cNvSpPr/>
            <p:nvPr/>
          </p:nvSpPr>
          <p:spPr>
            <a:xfrm>
              <a:off x="2263764" y="1676796"/>
              <a:ext cx="299" cy="258"/>
            </a:xfrm>
            <a:custGeom>
              <a:avLst/>
              <a:gdLst/>
              <a:ahLst/>
              <a:cxnLst/>
              <a:rect l="l" t="t" r="r" b="b"/>
              <a:pathLst>
                <a:path w="22" h="19" extrusionOk="0">
                  <a:moveTo>
                    <a:pt x="21" y="1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17" name="Google Shape;5117;p66"/>
            <p:cNvSpPr/>
            <p:nvPr/>
          </p:nvSpPr>
          <p:spPr>
            <a:xfrm>
              <a:off x="2263479" y="1676606"/>
              <a:ext cx="244" cy="204"/>
            </a:xfrm>
            <a:custGeom>
              <a:avLst/>
              <a:gdLst/>
              <a:ahLst/>
              <a:cxnLst/>
              <a:rect l="l" t="t" r="r" b="b"/>
              <a:pathLst>
                <a:path w="18" h="15" extrusionOk="0">
                  <a:moveTo>
                    <a:pt x="18" y="1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18" name="Google Shape;5118;p66"/>
            <p:cNvSpPr/>
            <p:nvPr/>
          </p:nvSpPr>
          <p:spPr>
            <a:xfrm>
              <a:off x="2262528" y="1676226"/>
              <a:ext cx="109" cy="14"/>
            </a:xfrm>
            <a:custGeom>
              <a:avLst/>
              <a:gdLst/>
              <a:ahLst/>
              <a:cxnLst/>
              <a:rect l="l" t="t" r="r" b="b"/>
              <a:pathLst>
                <a:path w="8" h="1" extrusionOk="0">
                  <a:moveTo>
                    <a:pt x="7"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19" name="Google Shape;5119;p66"/>
            <p:cNvSpPr/>
            <p:nvPr/>
          </p:nvSpPr>
          <p:spPr>
            <a:xfrm>
              <a:off x="2262623" y="1676226"/>
              <a:ext cx="149" cy="68"/>
            </a:xfrm>
            <a:custGeom>
              <a:avLst/>
              <a:gdLst/>
              <a:ahLst/>
              <a:cxnLst/>
              <a:rect l="l" t="t" r="r" b="b"/>
              <a:pathLst>
                <a:path w="11" h="5" extrusionOk="0">
                  <a:moveTo>
                    <a:pt x="11"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20" name="Google Shape;5120;p66"/>
            <p:cNvSpPr/>
            <p:nvPr/>
          </p:nvSpPr>
          <p:spPr>
            <a:xfrm>
              <a:off x="2257532" y="1677801"/>
              <a:ext cx="54" cy="14"/>
            </a:xfrm>
            <a:custGeom>
              <a:avLst/>
              <a:gdLst/>
              <a:ahLst/>
              <a:cxnLst/>
              <a:rect l="l" t="t" r="r" b="b"/>
              <a:pathLst>
                <a:path w="4" h="1" extrusionOk="0">
                  <a:moveTo>
                    <a:pt x="4"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21" name="Google Shape;5121;p66"/>
            <p:cNvSpPr/>
            <p:nvPr/>
          </p:nvSpPr>
          <p:spPr>
            <a:xfrm>
              <a:off x="2262814" y="1676280"/>
              <a:ext cx="149" cy="54"/>
            </a:xfrm>
            <a:custGeom>
              <a:avLst/>
              <a:gdLst/>
              <a:ahLst/>
              <a:cxnLst/>
              <a:rect l="l" t="t" r="r" b="b"/>
              <a:pathLst>
                <a:path w="11" h="4" extrusionOk="0">
                  <a:moveTo>
                    <a:pt x="11"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22" name="Google Shape;5122;p66"/>
            <p:cNvSpPr/>
            <p:nvPr/>
          </p:nvSpPr>
          <p:spPr>
            <a:xfrm>
              <a:off x="2262949" y="1676321"/>
              <a:ext cx="204" cy="109"/>
            </a:xfrm>
            <a:custGeom>
              <a:avLst/>
              <a:gdLst/>
              <a:ahLst/>
              <a:cxnLst/>
              <a:rect l="l" t="t" r="r" b="b"/>
              <a:pathLst>
                <a:path w="15" h="8" extrusionOk="0">
                  <a:moveTo>
                    <a:pt x="15" y="8"/>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23" name="Google Shape;5123;p66"/>
            <p:cNvSpPr/>
            <p:nvPr/>
          </p:nvSpPr>
          <p:spPr>
            <a:xfrm>
              <a:off x="2262474" y="1676185"/>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24" name="Google Shape;5124;p66"/>
            <p:cNvSpPr/>
            <p:nvPr/>
          </p:nvSpPr>
          <p:spPr>
            <a:xfrm>
              <a:off x="2256486" y="1677462"/>
              <a:ext cx="109" cy="68"/>
            </a:xfrm>
            <a:custGeom>
              <a:avLst/>
              <a:gdLst/>
              <a:ahLst/>
              <a:cxnLst/>
              <a:rect l="l" t="t" r="r" b="b"/>
              <a:pathLst>
                <a:path w="8" h="5" extrusionOk="0">
                  <a:moveTo>
                    <a:pt x="7"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25" name="Google Shape;5125;p66"/>
            <p:cNvSpPr/>
            <p:nvPr/>
          </p:nvSpPr>
          <p:spPr>
            <a:xfrm>
              <a:off x="2263194" y="1676470"/>
              <a:ext cx="244" cy="109"/>
            </a:xfrm>
            <a:custGeom>
              <a:avLst/>
              <a:gdLst/>
              <a:ahLst/>
              <a:cxnLst/>
              <a:rect l="l" t="t" r="r" b="b"/>
              <a:pathLst>
                <a:path w="18" h="8" extrusionOk="0">
                  <a:moveTo>
                    <a:pt x="18"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26" name="Google Shape;5126;p66"/>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27" name="Google Shape;5127;p66"/>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28" name="Google Shape;5128;p66"/>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29" name="Google Shape;5129;p66"/>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30" name="Google Shape;5130;p66"/>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31" name="Google Shape;5131;p66"/>
            <p:cNvSpPr/>
            <p:nvPr/>
          </p:nvSpPr>
          <p:spPr>
            <a:xfrm>
              <a:off x="2256242" y="1677326"/>
              <a:ext cx="68" cy="54"/>
            </a:xfrm>
            <a:custGeom>
              <a:avLst/>
              <a:gdLst/>
              <a:ahLst/>
              <a:cxnLst/>
              <a:rect l="l" t="t" r="r" b="b"/>
              <a:pathLst>
                <a:path w="5" h="4" extrusionOk="0">
                  <a:moveTo>
                    <a:pt x="1" y="4"/>
                  </a:moveTo>
                  <a:lnTo>
                    <a:pt x="1" y="4"/>
                  </a:ln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32" name="Google Shape;5132;p66"/>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33" name="Google Shape;5133;p66"/>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34" name="Google Shape;5134;p66"/>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35" name="Google Shape;5135;p66"/>
            <p:cNvSpPr/>
            <p:nvPr/>
          </p:nvSpPr>
          <p:spPr>
            <a:xfrm>
              <a:off x="2277355" y="1611733"/>
              <a:ext cx="149" cy="14"/>
            </a:xfrm>
            <a:custGeom>
              <a:avLst/>
              <a:gdLst/>
              <a:ahLst/>
              <a:cxnLst/>
              <a:rect l="l" t="t" r="r" b="b"/>
              <a:pathLst>
                <a:path w="11" h="1" extrusionOk="0">
                  <a:moveTo>
                    <a:pt x="0" y="0"/>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36" name="Google Shape;5136;p66"/>
            <p:cNvSpPr/>
            <p:nvPr/>
          </p:nvSpPr>
          <p:spPr>
            <a:xfrm>
              <a:off x="2222923" y="1617001"/>
              <a:ext cx="163" cy="68"/>
            </a:xfrm>
            <a:custGeom>
              <a:avLst/>
              <a:gdLst/>
              <a:ahLst/>
              <a:cxnLst/>
              <a:rect l="l" t="t" r="r" b="b"/>
              <a:pathLst>
                <a:path w="12" h="5" extrusionOk="0">
                  <a:moveTo>
                    <a:pt x="1" y="4"/>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37" name="Google Shape;5137;p66"/>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38" name="Google Shape;5138;p66"/>
            <p:cNvSpPr/>
            <p:nvPr/>
          </p:nvSpPr>
          <p:spPr>
            <a:xfrm>
              <a:off x="2223208" y="1616811"/>
              <a:ext cx="163" cy="109"/>
            </a:xfrm>
            <a:custGeom>
              <a:avLst/>
              <a:gdLst/>
              <a:ahLst/>
              <a:cxnLst/>
              <a:rect l="l" t="t" r="r" b="b"/>
              <a:pathLst>
                <a:path w="12" h="8" extrusionOk="0">
                  <a:moveTo>
                    <a:pt x="1" y="8"/>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39" name="Google Shape;5139;p66"/>
            <p:cNvSpPr/>
            <p:nvPr/>
          </p:nvSpPr>
          <p:spPr>
            <a:xfrm>
              <a:off x="2276785" y="1611774"/>
              <a:ext cx="149" cy="14"/>
            </a:xfrm>
            <a:custGeom>
              <a:avLst/>
              <a:gdLst/>
              <a:ahLst/>
              <a:cxnLst/>
              <a:rect l="l" t="t" r="r" b="b"/>
              <a:pathLst>
                <a:path w="11" h="1" extrusionOk="0">
                  <a:moveTo>
                    <a:pt x="0" y="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40" name="Google Shape;5140;p66"/>
            <p:cNvSpPr/>
            <p:nvPr/>
          </p:nvSpPr>
          <p:spPr>
            <a:xfrm>
              <a:off x="2277016" y="1611774"/>
              <a:ext cx="204" cy="14"/>
            </a:xfrm>
            <a:custGeom>
              <a:avLst/>
              <a:gdLst/>
              <a:ahLst/>
              <a:cxnLst/>
              <a:rect l="l" t="t" r="r" b="b"/>
              <a:pathLst>
                <a:path w="15" h="1" extrusionOk="0">
                  <a:moveTo>
                    <a:pt x="1" y="1"/>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41" name="Google Shape;5141;p66"/>
            <p:cNvSpPr/>
            <p:nvPr/>
          </p:nvSpPr>
          <p:spPr>
            <a:xfrm>
              <a:off x="2263425" y="1618576"/>
              <a:ext cx="109" cy="54"/>
            </a:xfrm>
            <a:custGeom>
              <a:avLst/>
              <a:gdLst/>
              <a:ahLst/>
              <a:cxnLst/>
              <a:rect l="l" t="t" r="r" b="b"/>
              <a:pathLst>
                <a:path w="8" h="4" extrusionOk="0">
                  <a:moveTo>
                    <a:pt x="1" y="4"/>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42" name="Google Shape;5142;p66"/>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43" name="Google Shape;5143;p66"/>
            <p:cNvSpPr/>
            <p:nvPr/>
          </p:nvSpPr>
          <p:spPr>
            <a:xfrm>
              <a:off x="2256812" y="1617286"/>
              <a:ext cx="163" cy="68"/>
            </a:xfrm>
            <a:custGeom>
              <a:avLst/>
              <a:gdLst/>
              <a:ahLst/>
              <a:cxnLst/>
              <a:rect l="l" t="t" r="r" b="b"/>
              <a:pathLst>
                <a:path w="12" h="5" extrusionOk="0">
                  <a:moveTo>
                    <a:pt x="1" y="1"/>
                  </a:moveTo>
                  <a:lnTo>
                    <a:pt x="1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44" name="Google Shape;5144;p66"/>
            <p:cNvSpPr/>
            <p:nvPr/>
          </p:nvSpPr>
          <p:spPr>
            <a:xfrm>
              <a:off x="2222638" y="1617096"/>
              <a:ext cx="109" cy="68"/>
            </a:xfrm>
            <a:custGeom>
              <a:avLst/>
              <a:gdLst/>
              <a:ahLst/>
              <a:cxnLst/>
              <a:rect l="l" t="t" r="r" b="b"/>
              <a:pathLst>
                <a:path w="8" h="5" extrusionOk="0">
                  <a:moveTo>
                    <a:pt x="1" y="4"/>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45" name="Google Shape;5145;p66"/>
            <p:cNvSpPr/>
            <p:nvPr/>
          </p:nvSpPr>
          <p:spPr>
            <a:xfrm>
              <a:off x="2278305" y="1611489"/>
              <a:ext cx="339" cy="109"/>
            </a:xfrm>
            <a:custGeom>
              <a:avLst/>
              <a:gdLst/>
              <a:ahLst/>
              <a:cxnLst/>
              <a:rect l="l" t="t" r="r" b="b"/>
              <a:pathLst>
                <a:path w="25" h="8" extrusionOk="0">
                  <a:moveTo>
                    <a:pt x="0" y="8"/>
                  </a:moveTo>
                  <a:lnTo>
                    <a:pt x="2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46" name="Google Shape;5146;p66"/>
            <p:cNvSpPr/>
            <p:nvPr/>
          </p:nvSpPr>
          <p:spPr>
            <a:xfrm>
              <a:off x="2277966" y="1611584"/>
              <a:ext cx="353" cy="68"/>
            </a:xfrm>
            <a:custGeom>
              <a:avLst/>
              <a:gdLst/>
              <a:ahLst/>
              <a:cxnLst/>
              <a:rect l="l" t="t" r="r" b="b"/>
              <a:pathLst>
                <a:path w="26" h="5" extrusionOk="0">
                  <a:moveTo>
                    <a:pt x="1" y="4"/>
                  </a:moveTo>
                  <a:lnTo>
                    <a:pt x="2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47" name="Google Shape;5147;p66"/>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48" name="Google Shape;5148;p66"/>
            <p:cNvSpPr/>
            <p:nvPr/>
          </p:nvSpPr>
          <p:spPr>
            <a:xfrm>
              <a:off x="2277640" y="1611638"/>
              <a:ext cx="204" cy="54"/>
            </a:xfrm>
            <a:custGeom>
              <a:avLst/>
              <a:gdLst/>
              <a:ahLst/>
              <a:cxnLst/>
              <a:rect l="l" t="t" r="r" b="b"/>
              <a:pathLst>
                <a:path w="15" h="4" extrusionOk="0">
                  <a:moveTo>
                    <a:pt x="0" y="4"/>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49" name="Google Shape;5149;p66"/>
            <p:cNvSpPr/>
            <p:nvPr/>
          </p:nvSpPr>
          <p:spPr>
            <a:xfrm>
              <a:off x="2222353" y="1617191"/>
              <a:ext cx="109" cy="14"/>
            </a:xfrm>
            <a:custGeom>
              <a:avLst/>
              <a:gdLst/>
              <a:ahLst/>
              <a:cxnLst/>
              <a:rect l="l" t="t" r="r" b="b"/>
              <a:pathLst>
                <a:path w="8" h="1" extrusionOk="0">
                  <a:moveTo>
                    <a:pt x="1" y="1"/>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50" name="Google Shape;5150;p66"/>
            <p:cNvSpPr/>
            <p:nvPr/>
          </p:nvSpPr>
          <p:spPr>
            <a:xfrm>
              <a:off x="2221972" y="1617191"/>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51" name="Google Shape;5151;p66"/>
            <p:cNvSpPr/>
            <p:nvPr/>
          </p:nvSpPr>
          <p:spPr>
            <a:xfrm>
              <a:off x="2268272" y="1618332"/>
              <a:ext cx="299" cy="68"/>
            </a:xfrm>
            <a:custGeom>
              <a:avLst/>
              <a:gdLst/>
              <a:ahLst/>
              <a:cxnLst/>
              <a:rect l="l" t="t" r="r" b="b"/>
              <a:pathLst>
                <a:path w="22" h="5" extrusionOk="0">
                  <a:moveTo>
                    <a:pt x="1" y="1"/>
                  </a:moveTo>
                  <a:lnTo>
                    <a:pt x="22"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52" name="Google Shape;5152;p66"/>
            <p:cNvSpPr/>
            <p:nvPr/>
          </p:nvSpPr>
          <p:spPr>
            <a:xfrm>
              <a:off x="2267701" y="1618291"/>
              <a:ext cx="299" cy="14"/>
            </a:xfrm>
            <a:custGeom>
              <a:avLst/>
              <a:gdLst/>
              <a:ahLst/>
              <a:cxnLst/>
              <a:rect l="l" t="t" r="r" b="b"/>
              <a:pathLst>
                <a:path w="22" h="1" extrusionOk="0">
                  <a:moveTo>
                    <a:pt x="1" y="0"/>
                  </a:moveTo>
                  <a:lnTo>
                    <a:pt x="2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53" name="Google Shape;5153;p66"/>
            <p:cNvSpPr/>
            <p:nvPr/>
          </p:nvSpPr>
          <p:spPr>
            <a:xfrm>
              <a:off x="2276024" y="1611869"/>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54" name="Google Shape;5154;p66"/>
            <p:cNvSpPr/>
            <p:nvPr/>
          </p:nvSpPr>
          <p:spPr>
            <a:xfrm>
              <a:off x="2278726" y="1611448"/>
              <a:ext cx="258" cy="54"/>
            </a:xfrm>
            <a:custGeom>
              <a:avLst/>
              <a:gdLst/>
              <a:ahLst/>
              <a:cxnLst/>
              <a:rect l="l" t="t" r="r" b="b"/>
              <a:pathLst>
                <a:path w="19" h="4" extrusionOk="0">
                  <a:moveTo>
                    <a:pt x="1" y="4"/>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55" name="Google Shape;5155;p66"/>
            <p:cNvSpPr/>
            <p:nvPr/>
          </p:nvSpPr>
          <p:spPr>
            <a:xfrm>
              <a:off x="2266520" y="1618196"/>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56" name="Google Shape;5156;p66"/>
            <p:cNvSpPr/>
            <p:nvPr/>
          </p:nvSpPr>
          <p:spPr>
            <a:xfrm>
              <a:off x="2267131" y="1618237"/>
              <a:ext cx="299" cy="14"/>
            </a:xfrm>
            <a:custGeom>
              <a:avLst/>
              <a:gdLst/>
              <a:ahLst/>
              <a:cxnLst/>
              <a:rect l="l" t="t" r="r" b="b"/>
              <a:pathLst>
                <a:path w="22" h="1" extrusionOk="0">
                  <a:moveTo>
                    <a:pt x="1" y="1"/>
                  </a:moveTo>
                  <a:lnTo>
                    <a:pt x="22"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57" name="Google Shape;5157;p66"/>
            <p:cNvSpPr/>
            <p:nvPr/>
          </p:nvSpPr>
          <p:spPr>
            <a:xfrm>
              <a:off x="2269792" y="1618712"/>
              <a:ext cx="299" cy="163"/>
            </a:xfrm>
            <a:custGeom>
              <a:avLst/>
              <a:gdLst/>
              <a:ahLst/>
              <a:cxnLst/>
              <a:rect l="l" t="t" r="r" b="b"/>
              <a:pathLst>
                <a:path w="22" h="12" extrusionOk="0">
                  <a:moveTo>
                    <a:pt x="1" y="1"/>
                  </a:moveTo>
                  <a:lnTo>
                    <a:pt x="22"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58" name="Google Shape;5158;p66"/>
            <p:cNvSpPr/>
            <p:nvPr/>
          </p:nvSpPr>
          <p:spPr>
            <a:xfrm>
              <a:off x="2269317" y="1618576"/>
              <a:ext cx="299" cy="109"/>
            </a:xfrm>
            <a:custGeom>
              <a:avLst/>
              <a:gdLst/>
              <a:ahLst/>
              <a:cxnLst/>
              <a:rect l="l" t="t" r="r" b="b"/>
              <a:pathLst>
                <a:path w="22" h="8" extrusionOk="0">
                  <a:moveTo>
                    <a:pt x="1" y="0"/>
                  </a:moveTo>
                  <a:lnTo>
                    <a:pt x="22"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59" name="Google Shape;5159;p66"/>
            <p:cNvSpPr/>
            <p:nvPr/>
          </p:nvSpPr>
          <p:spPr>
            <a:xfrm>
              <a:off x="2263764" y="1618427"/>
              <a:ext cx="149" cy="68"/>
            </a:xfrm>
            <a:custGeom>
              <a:avLst/>
              <a:gdLst/>
              <a:ahLst/>
              <a:cxnLst/>
              <a:rect l="l" t="t" r="r" b="b"/>
              <a:pathLst>
                <a:path w="11" h="5" extrusionOk="0">
                  <a:moveTo>
                    <a:pt x="0" y="4"/>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60" name="Google Shape;5160;p66"/>
            <p:cNvSpPr/>
            <p:nvPr/>
          </p:nvSpPr>
          <p:spPr>
            <a:xfrm>
              <a:off x="2268801" y="1618427"/>
              <a:ext cx="299" cy="109"/>
            </a:xfrm>
            <a:custGeom>
              <a:avLst/>
              <a:gdLst/>
              <a:ahLst/>
              <a:cxnLst/>
              <a:rect l="l" t="t" r="r" b="b"/>
              <a:pathLst>
                <a:path w="22" h="8" extrusionOk="0">
                  <a:moveTo>
                    <a:pt x="0" y="1"/>
                  </a:moveTo>
                  <a:lnTo>
                    <a:pt x="2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61" name="Google Shape;5161;p66"/>
            <p:cNvSpPr/>
            <p:nvPr/>
          </p:nvSpPr>
          <p:spPr>
            <a:xfrm>
              <a:off x="2264565" y="1618332"/>
              <a:ext cx="204" cy="14"/>
            </a:xfrm>
            <a:custGeom>
              <a:avLst/>
              <a:gdLst/>
              <a:ahLst/>
              <a:cxnLst/>
              <a:rect l="l" t="t" r="r" b="b"/>
              <a:pathLst>
                <a:path w="15" h="1" extrusionOk="0">
                  <a:moveTo>
                    <a:pt x="1" y="1"/>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62" name="Google Shape;5162;p66"/>
            <p:cNvSpPr/>
            <p:nvPr/>
          </p:nvSpPr>
          <p:spPr>
            <a:xfrm>
              <a:off x="2276445" y="1611828"/>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63" name="Google Shape;5163;p66"/>
            <p:cNvSpPr/>
            <p:nvPr/>
          </p:nvSpPr>
          <p:spPr>
            <a:xfrm>
              <a:off x="2264144" y="1618386"/>
              <a:ext cx="204" cy="14"/>
            </a:xfrm>
            <a:custGeom>
              <a:avLst/>
              <a:gdLst/>
              <a:ahLst/>
              <a:cxnLst/>
              <a:rect l="l" t="t" r="r" b="b"/>
              <a:pathLst>
                <a:path w="15" h="1" extrusionOk="0">
                  <a:moveTo>
                    <a:pt x="0" y="0"/>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64" name="Google Shape;5164;p66"/>
            <p:cNvSpPr/>
            <p:nvPr/>
          </p:nvSpPr>
          <p:spPr>
            <a:xfrm>
              <a:off x="2265570" y="1618237"/>
              <a:ext cx="204" cy="14"/>
            </a:xfrm>
            <a:custGeom>
              <a:avLst/>
              <a:gdLst/>
              <a:ahLst/>
              <a:cxnLst/>
              <a:rect l="l" t="t" r="r" b="b"/>
              <a:pathLst>
                <a:path w="15" h="1" extrusionOk="0">
                  <a:moveTo>
                    <a:pt x="0" y="1"/>
                  </a:moveTo>
                  <a:lnTo>
                    <a:pt x="1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65" name="Google Shape;5165;p66"/>
            <p:cNvSpPr/>
            <p:nvPr/>
          </p:nvSpPr>
          <p:spPr>
            <a:xfrm>
              <a:off x="2266086" y="1618196"/>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66" name="Google Shape;5166;p66"/>
            <p:cNvSpPr/>
            <p:nvPr/>
          </p:nvSpPr>
          <p:spPr>
            <a:xfrm>
              <a:off x="2276255" y="1611828"/>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67" name="Google Shape;5167;p66"/>
            <p:cNvSpPr/>
            <p:nvPr/>
          </p:nvSpPr>
          <p:spPr>
            <a:xfrm>
              <a:off x="2276119" y="1611869"/>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68" name="Google Shape;5168;p66"/>
            <p:cNvSpPr/>
            <p:nvPr/>
          </p:nvSpPr>
          <p:spPr>
            <a:xfrm>
              <a:off x="2265040" y="1618291"/>
              <a:ext cx="204" cy="14"/>
            </a:xfrm>
            <a:custGeom>
              <a:avLst/>
              <a:gdLst/>
              <a:ahLst/>
              <a:cxnLst/>
              <a:rect l="l" t="t" r="r" b="b"/>
              <a:pathLst>
                <a:path w="15" h="1" extrusionOk="0">
                  <a:moveTo>
                    <a:pt x="1" y="0"/>
                  </a:moveTo>
                  <a:lnTo>
                    <a:pt x="1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69" name="Google Shape;5169;p66"/>
            <p:cNvSpPr/>
            <p:nvPr/>
          </p:nvSpPr>
          <p:spPr>
            <a:xfrm>
              <a:off x="2221307" y="1617191"/>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70" name="Google Shape;5170;p66"/>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71" name="Google Shape;5171;p66"/>
            <p:cNvSpPr/>
            <p:nvPr/>
          </p:nvSpPr>
          <p:spPr>
            <a:xfrm>
              <a:off x="2221687" y="1617191"/>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72" name="Google Shape;5172;p66"/>
            <p:cNvSpPr/>
            <p:nvPr/>
          </p:nvSpPr>
          <p:spPr>
            <a:xfrm>
              <a:off x="2279446" y="1611298"/>
              <a:ext cx="54" cy="14"/>
            </a:xfrm>
            <a:custGeom>
              <a:avLst/>
              <a:gdLst/>
              <a:ahLst/>
              <a:cxnLst/>
              <a:rect l="l" t="t" r="r" b="b"/>
              <a:pathLst>
                <a:path w="4" h="1" extrusionOk="0">
                  <a:moveTo>
                    <a:pt x="4"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73" name="Google Shape;5173;p66"/>
            <p:cNvSpPr/>
            <p:nvPr/>
          </p:nvSpPr>
          <p:spPr>
            <a:xfrm>
              <a:off x="2279107" y="1611353"/>
              <a:ext cx="258" cy="54"/>
            </a:xfrm>
            <a:custGeom>
              <a:avLst/>
              <a:gdLst/>
              <a:ahLst/>
              <a:cxnLst/>
              <a:rect l="l" t="t" r="r" b="b"/>
              <a:pathLst>
                <a:path w="19" h="4" extrusionOk="0">
                  <a:moveTo>
                    <a:pt x="1" y="4"/>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74" name="Google Shape;5174;p66"/>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75" name="Google Shape;5175;p66"/>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76" name="Google Shape;5176;p66"/>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77" name="Google Shape;5177;p66"/>
            <p:cNvSpPr/>
            <p:nvPr/>
          </p:nvSpPr>
          <p:spPr>
            <a:xfrm>
              <a:off x="2252820" y="1570607"/>
              <a:ext cx="163" cy="109"/>
            </a:xfrm>
            <a:custGeom>
              <a:avLst/>
              <a:gdLst/>
              <a:ahLst/>
              <a:cxnLst/>
              <a:rect l="l" t="t" r="r" b="b"/>
              <a:pathLst>
                <a:path w="12" h="8" extrusionOk="0">
                  <a:moveTo>
                    <a:pt x="1" y="8"/>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78" name="Google Shape;5178;p66"/>
            <p:cNvSpPr/>
            <p:nvPr/>
          </p:nvSpPr>
          <p:spPr>
            <a:xfrm>
              <a:off x="2253445" y="1570322"/>
              <a:ext cx="109" cy="68"/>
            </a:xfrm>
            <a:custGeom>
              <a:avLst/>
              <a:gdLst/>
              <a:ahLst/>
              <a:cxnLst/>
              <a:rect l="l" t="t" r="r" b="b"/>
              <a:pathLst>
                <a:path w="8" h="5" extrusionOk="0">
                  <a:moveTo>
                    <a:pt x="0" y="4"/>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79" name="Google Shape;5179;p66"/>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80" name="Google Shape;5180;p66"/>
            <p:cNvSpPr/>
            <p:nvPr/>
          </p:nvSpPr>
          <p:spPr>
            <a:xfrm>
              <a:off x="2219786" y="1591095"/>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81" name="Google Shape;5181;p66"/>
            <p:cNvSpPr/>
            <p:nvPr/>
          </p:nvSpPr>
          <p:spPr>
            <a:xfrm>
              <a:off x="2220072" y="1591285"/>
              <a:ext cx="353" cy="258"/>
            </a:xfrm>
            <a:custGeom>
              <a:avLst/>
              <a:gdLst/>
              <a:ahLst/>
              <a:cxnLst/>
              <a:rect l="l" t="t" r="r" b="b"/>
              <a:pathLst>
                <a:path w="26" h="19" extrusionOk="0">
                  <a:moveTo>
                    <a:pt x="25" y="18"/>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82" name="Google Shape;5182;p66"/>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83" name="Google Shape;5183;p66"/>
            <p:cNvSpPr/>
            <p:nvPr/>
          </p:nvSpPr>
          <p:spPr>
            <a:xfrm>
              <a:off x="2223547" y="1592901"/>
              <a:ext cx="339" cy="14"/>
            </a:xfrm>
            <a:custGeom>
              <a:avLst/>
              <a:gdLst/>
              <a:ahLst/>
              <a:cxnLst/>
              <a:rect l="l" t="t" r="r" b="b"/>
              <a:pathLst>
                <a:path w="25" h="1" extrusionOk="0">
                  <a:moveTo>
                    <a:pt x="0" y="1"/>
                  </a:moveTo>
                  <a:lnTo>
                    <a:pt x="2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84" name="Google Shape;5184;p66"/>
            <p:cNvSpPr/>
            <p:nvPr/>
          </p:nvSpPr>
          <p:spPr>
            <a:xfrm>
              <a:off x="2222312" y="1592860"/>
              <a:ext cx="489" cy="14"/>
            </a:xfrm>
            <a:custGeom>
              <a:avLst/>
              <a:gdLst/>
              <a:ahLst/>
              <a:cxnLst/>
              <a:rect l="l" t="t" r="r" b="b"/>
              <a:pathLst>
                <a:path w="36" h="1" extrusionOk="0">
                  <a:moveTo>
                    <a:pt x="0" y="0"/>
                  </a:moveTo>
                  <a:lnTo>
                    <a:pt x="3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85" name="Google Shape;5185;p66"/>
            <p:cNvSpPr/>
            <p:nvPr/>
          </p:nvSpPr>
          <p:spPr>
            <a:xfrm>
              <a:off x="2224878" y="1592996"/>
              <a:ext cx="204" cy="14"/>
            </a:xfrm>
            <a:custGeom>
              <a:avLst/>
              <a:gdLst/>
              <a:ahLst/>
              <a:cxnLst/>
              <a:rect l="l" t="t" r="r" b="b"/>
              <a:pathLst>
                <a:path w="15" h="1" extrusionOk="0">
                  <a:moveTo>
                    <a:pt x="0" y="1"/>
                  </a:moveTo>
                  <a:lnTo>
                    <a:pt x="1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86" name="Google Shape;5186;p66"/>
            <p:cNvSpPr/>
            <p:nvPr/>
          </p:nvSpPr>
          <p:spPr>
            <a:xfrm>
              <a:off x="2222923" y="1592860"/>
              <a:ext cx="394" cy="14"/>
            </a:xfrm>
            <a:custGeom>
              <a:avLst/>
              <a:gdLst/>
              <a:ahLst/>
              <a:cxnLst/>
              <a:rect l="l" t="t" r="r" b="b"/>
              <a:pathLst>
                <a:path w="29" h="1" extrusionOk="0">
                  <a:moveTo>
                    <a:pt x="1" y="0"/>
                  </a:moveTo>
                  <a:lnTo>
                    <a:pt x="29"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87" name="Google Shape;5187;p66"/>
            <p:cNvSpPr/>
            <p:nvPr/>
          </p:nvSpPr>
          <p:spPr>
            <a:xfrm>
              <a:off x="2224023" y="1592955"/>
              <a:ext cx="299" cy="14"/>
            </a:xfrm>
            <a:custGeom>
              <a:avLst/>
              <a:gdLst/>
              <a:ahLst/>
              <a:cxnLst/>
              <a:rect l="l" t="t" r="r" b="b"/>
              <a:pathLst>
                <a:path w="22" h="1" extrusionOk="0">
                  <a:moveTo>
                    <a:pt x="0" y="0"/>
                  </a:moveTo>
                  <a:lnTo>
                    <a:pt x="2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88" name="Google Shape;5188;p66"/>
            <p:cNvSpPr/>
            <p:nvPr/>
          </p:nvSpPr>
          <p:spPr>
            <a:xfrm>
              <a:off x="2221592" y="1592806"/>
              <a:ext cx="584" cy="14"/>
            </a:xfrm>
            <a:custGeom>
              <a:avLst/>
              <a:gdLst/>
              <a:ahLst/>
              <a:cxnLst/>
              <a:rect l="l" t="t" r="r" b="b"/>
              <a:pathLst>
                <a:path w="43" h="1" extrusionOk="0">
                  <a:moveTo>
                    <a:pt x="1" y="1"/>
                  </a:moveTo>
                  <a:lnTo>
                    <a:pt x="43"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89" name="Google Shape;5189;p66"/>
            <p:cNvSpPr/>
            <p:nvPr/>
          </p:nvSpPr>
          <p:spPr>
            <a:xfrm>
              <a:off x="2224444" y="1592955"/>
              <a:ext cx="299" cy="14"/>
            </a:xfrm>
            <a:custGeom>
              <a:avLst/>
              <a:gdLst/>
              <a:ahLst/>
              <a:cxnLst/>
              <a:rect l="l" t="t" r="r" b="b"/>
              <a:pathLst>
                <a:path w="22" h="1" extrusionOk="0">
                  <a:moveTo>
                    <a:pt x="1" y="0"/>
                  </a:moveTo>
                  <a:lnTo>
                    <a:pt x="2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90" name="Google Shape;5190;p66"/>
            <p:cNvSpPr/>
            <p:nvPr/>
          </p:nvSpPr>
          <p:spPr>
            <a:xfrm>
              <a:off x="2225204" y="1592996"/>
              <a:ext cx="204" cy="14"/>
            </a:xfrm>
            <a:custGeom>
              <a:avLst/>
              <a:gdLst/>
              <a:ahLst/>
              <a:cxnLst/>
              <a:rect l="l" t="t" r="r" b="b"/>
              <a:pathLst>
                <a:path w="15" h="1" extrusionOk="0">
                  <a:moveTo>
                    <a:pt x="1" y="1"/>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91" name="Google Shape;5191;p66"/>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92" name="Google Shape;5192;p66"/>
            <p:cNvSpPr/>
            <p:nvPr/>
          </p:nvSpPr>
          <p:spPr>
            <a:xfrm>
              <a:off x="2225489" y="1593050"/>
              <a:ext cx="163" cy="14"/>
            </a:xfrm>
            <a:custGeom>
              <a:avLst/>
              <a:gdLst/>
              <a:ahLst/>
              <a:cxnLst/>
              <a:rect l="l" t="t" r="r" b="b"/>
              <a:pathLst>
                <a:path w="12" h="1" extrusionOk="0">
                  <a:moveTo>
                    <a:pt x="1" y="0"/>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93" name="Google Shape;5193;p66"/>
            <p:cNvSpPr/>
            <p:nvPr/>
          </p:nvSpPr>
          <p:spPr>
            <a:xfrm>
              <a:off x="2226494" y="1593186"/>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94" name="Google Shape;5194;p66"/>
            <p:cNvSpPr/>
            <p:nvPr/>
          </p:nvSpPr>
          <p:spPr>
            <a:xfrm>
              <a:off x="2226439" y="1593186"/>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95" name="Google Shape;5195;p66"/>
            <p:cNvSpPr/>
            <p:nvPr/>
          </p:nvSpPr>
          <p:spPr>
            <a:xfrm>
              <a:off x="2226154" y="1593145"/>
              <a:ext cx="68" cy="14"/>
            </a:xfrm>
            <a:custGeom>
              <a:avLst/>
              <a:gdLst/>
              <a:ahLst/>
              <a:cxnLst/>
              <a:rect l="l" t="t" r="r" b="b"/>
              <a:pathLst>
                <a:path w="5" h="1" extrusionOk="0">
                  <a:moveTo>
                    <a:pt x="1"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96" name="Google Shape;5196;p66"/>
            <p:cNvSpPr/>
            <p:nvPr/>
          </p:nvSpPr>
          <p:spPr>
            <a:xfrm>
              <a:off x="2226304" y="1593145"/>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97" name="Google Shape;5197;p66"/>
            <p:cNvSpPr/>
            <p:nvPr/>
          </p:nvSpPr>
          <p:spPr>
            <a:xfrm>
              <a:off x="2225964" y="1593091"/>
              <a:ext cx="109" cy="14"/>
            </a:xfrm>
            <a:custGeom>
              <a:avLst/>
              <a:gdLst/>
              <a:ahLst/>
              <a:cxnLst/>
              <a:rect l="l" t="t" r="r" b="b"/>
              <a:pathLst>
                <a:path w="8" h="1" extrusionOk="0">
                  <a:moveTo>
                    <a:pt x="1" y="1"/>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98" name="Google Shape;5198;p66"/>
            <p:cNvSpPr/>
            <p:nvPr/>
          </p:nvSpPr>
          <p:spPr>
            <a:xfrm>
              <a:off x="2225774" y="1593091"/>
              <a:ext cx="109" cy="14"/>
            </a:xfrm>
            <a:custGeom>
              <a:avLst/>
              <a:gdLst/>
              <a:ahLst/>
              <a:cxnLst/>
              <a:rect l="l" t="t" r="r" b="b"/>
              <a:pathLst>
                <a:path w="8" h="1" extrusionOk="0">
                  <a:moveTo>
                    <a:pt x="1" y="1"/>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199" name="Google Shape;5199;p66"/>
            <p:cNvSpPr/>
            <p:nvPr/>
          </p:nvSpPr>
          <p:spPr>
            <a:xfrm>
              <a:off x="2240044" y="1575454"/>
              <a:ext cx="299" cy="204"/>
            </a:xfrm>
            <a:custGeom>
              <a:avLst/>
              <a:gdLst/>
              <a:ahLst/>
              <a:cxnLst/>
              <a:rect l="l" t="t" r="r" b="b"/>
              <a:pathLst>
                <a:path w="22" h="15" extrusionOk="0">
                  <a:moveTo>
                    <a:pt x="0" y="1"/>
                  </a:moveTo>
                  <a:lnTo>
                    <a:pt x="21"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00" name="Google Shape;5200;p66"/>
            <p:cNvSpPr/>
            <p:nvPr/>
          </p:nvSpPr>
          <p:spPr>
            <a:xfrm>
              <a:off x="2206195" y="1570566"/>
              <a:ext cx="258" cy="109"/>
            </a:xfrm>
            <a:custGeom>
              <a:avLst/>
              <a:gdLst/>
              <a:ahLst/>
              <a:cxnLst/>
              <a:rect l="l" t="t" r="r" b="b"/>
              <a:pathLst>
                <a:path w="19" h="8" extrusionOk="0">
                  <a:moveTo>
                    <a:pt x="1" y="7"/>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01" name="Google Shape;5201;p66"/>
            <p:cNvSpPr/>
            <p:nvPr/>
          </p:nvSpPr>
          <p:spPr>
            <a:xfrm>
              <a:off x="2208151" y="1569806"/>
              <a:ext cx="204" cy="109"/>
            </a:xfrm>
            <a:custGeom>
              <a:avLst/>
              <a:gdLst/>
              <a:ahLst/>
              <a:cxnLst/>
              <a:rect l="l" t="t" r="r" b="b"/>
              <a:pathLst>
                <a:path w="15" h="8" extrusionOk="0">
                  <a:moveTo>
                    <a:pt x="0" y="7"/>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02" name="Google Shape;5202;p66"/>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03" name="Google Shape;5203;p66"/>
            <p:cNvSpPr/>
            <p:nvPr/>
          </p:nvSpPr>
          <p:spPr>
            <a:xfrm>
              <a:off x="2207526" y="1570091"/>
              <a:ext cx="258" cy="109"/>
            </a:xfrm>
            <a:custGeom>
              <a:avLst/>
              <a:gdLst/>
              <a:ahLst/>
              <a:cxnLst/>
              <a:rect l="l" t="t" r="r" b="b"/>
              <a:pathLst>
                <a:path w="19" h="8" extrusionOk="0">
                  <a:moveTo>
                    <a:pt x="1" y="7"/>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04" name="Google Shape;5204;p66"/>
            <p:cNvSpPr/>
            <p:nvPr/>
          </p:nvSpPr>
          <p:spPr>
            <a:xfrm>
              <a:off x="2240899" y="1576024"/>
              <a:ext cx="339" cy="204"/>
            </a:xfrm>
            <a:custGeom>
              <a:avLst/>
              <a:gdLst/>
              <a:ahLst/>
              <a:cxnLst/>
              <a:rect l="l" t="t" r="r" b="b"/>
              <a:pathLst>
                <a:path w="25" h="15" extrusionOk="0">
                  <a:moveTo>
                    <a:pt x="0" y="1"/>
                  </a:moveTo>
                  <a:lnTo>
                    <a:pt x="25"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05" name="Google Shape;5205;p66"/>
            <p:cNvSpPr/>
            <p:nvPr/>
          </p:nvSpPr>
          <p:spPr>
            <a:xfrm>
              <a:off x="2206915" y="1570322"/>
              <a:ext cx="244" cy="109"/>
            </a:xfrm>
            <a:custGeom>
              <a:avLst/>
              <a:gdLst/>
              <a:ahLst/>
              <a:cxnLst/>
              <a:rect l="l" t="t" r="r" b="b"/>
              <a:pathLst>
                <a:path w="18" h="8" extrusionOk="0">
                  <a:moveTo>
                    <a:pt x="0" y="8"/>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06" name="Google Shape;5206;p66"/>
            <p:cNvSpPr/>
            <p:nvPr/>
          </p:nvSpPr>
          <p:spPr>
            <a:xfrm>
              <a:off x="2241755" y="1576554"/>
              <a:ext cx="530" cy="299"/>
            </a:xfrm>
            <a:custGeom>
              <a:avLst/>
              <a:gdLst/>
              <a:ahLst/>
              <a:cxnLst/>
              <a:rect l="l" t="t" r="r" b="b"/>
              <a:pathLst>
                <a:path w="39" h="22" extrusionOk="0">
                  <a:moveTo>
                    <a:pt x="0" y="0"/>
                  </a:moveTo>
                  <a:lnTo>
                    <a:pt x="39" y="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07" name="Google Shape;5207;p66"/>
            <p:cNvSpPr/>
            <p:nvPr/>
          </p:nvSpPr>
          <p:spPr>
            <a:xfrm>
              <a:off x="2204539" y="1570946"/>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08" name="Google Shape;5208;p66"/>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09" name="Google Shape;5209;p66"/>
            <p:cNvSpPr/>
            <p:nvPr/>
          </p:nvSpPr>
          <p:spPr>
            <a:xfrm>
              <a:off x="2205394" y="1570756"/>
              <a:ext cx="244" cy="54"/>
            </a:xfrm>
            <a:custGeom>
              <a:avLst/>
              <a:gdLst/>
              <a:ahLst/>
              <a:cxnLst/>
              <a:rect l="l" t="t" r="r" b="b"/>
              <a:pathLst>
                <a:path w="18" h="4" extrusionOk="0">
                  <a:moveTo>
                    <a:pt x="0" y="4"/>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10" name="Google Shape;5210;p66"/>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11" name="Google Shape;5211;p66"/>
            <p:cNvSpPr/>
            <p:nvPr/>
          </p:nvSpPr>
          <p:spPr>
            <a:xfrm>
              <a:off x="2124445" y="1664672"/>
              <a:ext cx="149" cy="68"/>
            </a:xfrm>
            <a:custGeom>
              <a:avLst/>
              <a:gdLst/>
              <a:ahLst/>
              <a:cxnLst/>
              <a:rect l="l" t="t" r="r" b="b"/>
              <a:pathLst>
                <a:path w="11" h="5" extrusionOk="0">
                  <a:moveTo>
                    <a:pt x="11"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12" name="Google Shape;5212;p66"/>
            <p:cNvSpPr/>
            <p:nvPr/>
          </p:nvSpPr>
          <p:spPr>
            <a:xfrm>
              <a:off x="2126292" y="1664631"/>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13" name="Google Shape;5213;p66"/>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14" name="Google Shape;5214;p66"/>
            <p:cNvSpPr/>
            <p:nvPr/>
          </p:nvSpPr>
          <p:spPr>
            <a:xfrm>
              <a:off x="2125681" y="1664536"/>
              <a:ext cx="149" cy="14"/>
            </a:xfrm>
            <a:custGeom>
              <a:avLst/>
              <a:gdLst/>
              <a:ahLst/>
              <a:cxnLst/>
              <a:rect l="l" t="t" r="r" b="b"/>
              <a:pathLst>
                <a:path w="11" h="1" extrusionOk="0">
                  <a:moveTo>
                    <a:pt x="0" y="0"/>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15" name="Google Shape;5215;p66"/>
            <p:cNvSpPr/>
            <p:nvPr/>
          </p:nvSpPr>
          <p:spPr>
            <a:xfrm>
              <a:off x="2125206" y="1664536"/>
              <a:ext cx="204" cy="14"/>
            </a:xfrm>
            <a:custGeom>
              <a:avLst/>
              <a:gdLst/>
              <a:ahLst/>
              <a:cxnLst/>
              <a:rect l="l" t="t" r="r" b="b"/>
              <a:pathLst>
                <a:path w="15" h="1" extrusionOk="0">
                  <a:moveTo>
                    <a:pt x="0" y="0"/>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16" name="Google Shape;5216;p66"/>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17" name="Google Shape;5217;p66"/>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18" name="Google Shape;5218;p66"/>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19" name="Google Shape;5219;p66"/>
            <p:cNvSpPr/>
            <p:nvPr/>
          </p:nvSpPr>
          <p:spPr>
            <a:xfrm>
              <a:off x="2158620" y="1621427"/>
              <a:ext cx="14" cy="54"/>
            </a:xfrm>
            <a:custGeom>
              <a:avLst/>
              <a:gdLst/>
              <a:ahLst/>
              <a:cxnLst/>
              <a:rect l="l" t="t" r="r" b="b"/>
              <a:pathLst>
                <a:path w="1" h="4" extrusionOk="0">
                  <a:moveTo>
                    <a:pt x="0"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20" name="Google Shape;5220;p66"/>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21" name="Google Shape;5221;p66"/>
            <p:cNvSpPr/>
            <p:nvPr/>
          </p:nvSpPr>
          <p:spPr>
            <a:xfrm>
              <a:off x="2153433" y="1595847"/>
              <a:ext cx="14" cy="299"/>
            </a:xfrm>
            <a:custGeom>
              <a:avLst/>
              <a:gdLst/>
              <a:ahLst/>
              <a:cxnLst/>
              <a:rect l="l" t="t" r="r" b="b"/>
              <a:pathLst>
                <a:path w="1" h="22" extrusionOk="0">
                  <a:moveTo>
                    <a:pt x="1" y="22"/>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22" name="Google Shape;5222;p66"/>
            <p:cNvSpPr/>
            <p:nvPr/>
          </p:nvSpPr>
          <p:spPr>
            <a:xfrm>
              <a:off x="2158756" y="1621753"/>
              <a:ext cx="14" cy="109"/>
            </a:xfrm>
            <a:custGeom>
              <a:avLst/>
              <a:gdLst/>
              <a:ahLst/>
              <a:cxnLst/>
              <a:rect l="l" t="t" r="r" b="b"/>
              <a:pathLst>
                <a:path w="1" h="8" extrusionOk="0">
                  <a:moveTo>
                    <a:pt x="1"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23" name="Google Shape;5223;p66"/>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24" name="Google Shape;5224;p66"/>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25" name="Google Shape;5225;p66"/>
            <p:cNvSpPr/>
            <p:nvPr/>
          </p:nvSpPr>
          <p:spPr>
            <a:xfrm>
              <a:off x="2121445" y="1657027"/>
              <a:ext cx="204" cy="14"/>
            </a:xfrm>
            <a:custGeom>
              <a:avLst/>
              <a:gdLst/>
              <a:ahLst/>
              <a:cxnLst/>
              <a:rect l="l" t="t" r="r" b="b"/>
              <a:pathLst>
                <a:path w="15" h="1" extrusionOk="0">
                  <a:moveTo>
                    <a:pt x="1" y="0"/>
                  </a:moveTo>
                  <a:lnTo>
                    <a:pt x="1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26" name="Google Shape;5226;p66"/>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27" name="Google Shape;5227;p66"/>
            <p:cNvSpPr/>
            <p:nvPr/>
          </p:nvSpPr>
          <p:spPr>
            <a:xfrm>
              <a:off x="2121159" y="1657027"/>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28" name="Google Shape;5228;p66"/>
            <p:cNvSpPr/>
            <p:nvPr/>
          </p:nvSpPr>
          <p:spPr>
            <a:xfrm>
              <a:off x="2122069" y="1657123"/>
              <a:ext cx="244" cy="109"/>
            </a:xfrm>
            <a:custGeom>
              <a:avLst/>
              <a:gdLst/>
              <a:ahLst/>
              <a:cxnLst/>
              <a:rect l="l" t="t" r="r" b="b"/>
              <a:pathLst>
                <a:path w="18" h="8" extrusionOk="0">
                  <a:moveTo>
                    <a:pt x="0" y="0"/>
                  </a:moveTo>
                  <a:lnTo>
                    <a:pt x="18"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29" name="Google Shape;5229;p66"/>
            <p:cNvSpPr/>
            <p:nvPr/>
          </p:nvSpPr>
          <p:spPr>
            <a:xfrm>
              <a:off x="2123020" y="1657598"/>
              <a:ext cx="149" cy="109"/>
            </a:xfrm>
            <a:custGeom>
              <a:avLst/>
              <a:gdLst/>
              <a:ahLst/>
              <a:cxnLst/>
              <a:rect l="l" t="t" r="r" b="b"/>
              <a:pathLst>
                <a:path w="11" h="8" extrusionOk="0">
                  <a:moveTo>
                    <a:pt x="0" y="0"/>
                  </a:moveTo>
                  <a:lnTo>
                    <a:pt x="1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30" name="Google Shape;5230;p66"/>
            <p:cNvSpPr/>
            <p:nvPr/>
          </p:nvSpPr>
          <p:spPr>
            <a:xfrm>
              <a:off x="2122680" y="1657408"/>
              <a:ext cx="204" cy="109"/>
            </a:xfrm>
            <a:custGeom>
              <a:avLst/>
              <a:gdLst/>
              <a:ahLst/>
              <a:cxnLst/>
              <a:rect l="l" t="t" r="r" b="b"/>
              <a:pathLst>
                <a:path w="15" h="8" extrusionOk="0">
                  <a:moveTo>
                    <a:pt x="1" y="0"/>
                  </a:moveTo>
                  <a:lnTo>
                    <a:pt x="15"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31" name="Google Shape;5231;p66"/>
            <p:cNvSpPr/>
            <p:nvPr/>
          </p:nvSpPr>
          <p:spPr>
            <a:xfrm>
              <a:off x="2122395" y="1657258"/>
              <a:ext cx="204" cy="109"/>
            </a:xfrm>
            <a:custGeom>
              <a:avLst/>
              <a:gdLst/>
              <a:ahLst/>
              <a:cxnLst/>
              <a:rect l="l" t="t" r="r" b="b"/>
              <a:pathLst>
                <a:path w="15" h="8" extrusionOk="0">
                  <a:moveTo>
                    <a:pt x="1" y="1"/>
                  </a:moveTo>
                  <a:lnTo>
                    <a:pt x="15"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32" name="Google Shape;5232;p66"/>
            <p:cNvSpPr/>
            <p:nvPr/>
          </p:nvSpPr>
          <p:spPr>
            <a:xfrm>
              <a:off x="2121730" y="1657068"/>
              <a:ext cx="258" cy="68"/>
            </a:xfrm>
            <a:custGeom>
              <a:avLst/>
              <a:gdLst/>
              <a:ahLst/>
              <a:cxnLst/>
              <a:rect l="l" t="t" r="r" b="b"/>
              <a:pathLst>
                <a:path w="19" h="5" extrusionOk="0">
                  <a:moveTo>
                    <a:pt x="1" y="1"/>
                  </a:moveTo>
                  <a:lnTo>
                    <a:pt x="18"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33" name="Google Shape;5233;p66"/>
            <p:cNvSpPr/>
            <p:nvPr/>
          </p:nvSpPr>
          <p:spPr>
            <a:xfrm>
              <a:off x="2123305" y="1657788"/>
              <a:ext cx="434" cy="299"/>
            </a:xfrm>
            <a:custGeom>
              <a:avLst/>
              <a:gdLst/>
              <a:ahLst/>
              <a:cxnLst/>
              <a:rect l="l" t="t" r="r" b="b"/>
              <a:pathLst>
                <a:path w="32" h="22" extrusionOk="0">
                  <a:moveTo>
                    <a:pt x="0" y="0"/>
                  </a:moveTo>
                  <a:lnTo>
                    <a:pt x="32" y="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34" name="Google Shape;5234;p66"/>
            <p:cNvSpPr/>
            <p:nvPr/>
          </p:nvSpPr>
          <p:spPr>
            <a:xfrm>
              <a:off x="2146454" y="1643436"/>
              <a:ext cx="54" cy="14"/>
            </a:xfrm>
            <a:custGeom>
              <a:avLst/>
              <a:gdLst/>
              <a:ahLst/>
              <a:cxnLst/>
              <a:rect l="l" t="t" r="r" b="b"/>
              <a:pathLst>
                <a:path w="4" h="1" extrusionOk="0">
                  <a:moveTo>
                    <a:pt x="4"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35" name="Google Shape;5235;p66"/>
            <p:cNvSpPr/>
            <p:nvPr/>
          </p:nvSpPr>
          <p:spPr>
            <a:xfrm>
              <a:off x="2146780" y="1643667"/>
              <a:ext cx="109" cy="68"/>
            </a:xfrm>
            <a:custGeom>
              <a:avLst/>
              <a:gdLst/>
              <a:ahLst/>
              <a:cxnLst/>
              <a:rect l="l" t="t" r="r" b="b"/>
              <a:pathLst>
                <a:path w="8" h="5" extrusionOk="0">
                  <a:moveTo>
                    <a:pt x="8"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36" name="Google Shape;5236;p66"/>
            <p:cNvSpPr/>
            <p:nvPr/>
          </p:nvSpPr>
          <p:spPr>
            <a:xfrm>
              <a:off x="2150867" y="1646709"/>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37" name="Google Shape;5237;p66"/>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38" name="Google Shape;5238;p66"/>
            <p:cNvSpPr/>
            <p:nvPr/>
          </p:nvSpPr>
          <p:spPr>
            <a:xfrm>
              <a:off x="2150731" y="1646573"/>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39" name="Google Shape;5239;p66"/>
            <p:cNvSpPr/>
            <p:nvPr/>
          </p:nvSpPr>
          <p:spPr>
            <a:xfrm>
              <a:off x="2157859" y="1623993"/>
              <a:ext cx="54" cy="14"/>
            </a:xfrm>
            <a:custGeom>
              <a:avLst/>
              <a:gdLst/>
              <a:ahLst/>
              <a:cxnLst/>
              <a:rect l="l" t="t" r="r" b="b"/>
              <a:pathLst>
                <a:path w="4" h="1" extrusionOk="0">
                  <a:moveTo>
                    <a:pt x="0"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40" name="Google Shape;5240;p66"/>
            <p:cNvSpPr/>
            <p:nvPr/>
          </p:nvSpPr>
          <p:spPr>
            <a:xfrm>
              <a:off x="2158090" y="1624034"/>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41" name="Google Shape;5241;p66"/>
            <p:cNvSpPr/>
            <p:nvPr/>
          </p:nvSpPr>
          <p:spPr>
            <a:xfrm>
              <a:off x="2147310" y="1644047"/>
              <a:ext cx="54" cy="14"/>
            </a:xfrm>
            <a:custGeom>
              <a:avLst/>
              <a:gdLst/>
              <a:ahLst/>
              <a:cxnLst/>
              <a:rect l="l" t="t" r="r" b="b"/>
              <a:pathLst>
                <a:path w="4" h="1" extrusionOk="0">
                  <a:moveTo>
                    <a:pt x="4"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42" name="Google Shape;5242;p66"/>
            <p:cNvSpPr/>
            <p:nvPr/>
          </p:nvSpPr>
          <p:spPr>
            <a:xfrm>
              <a:off x="2147785" y="1644333"/>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43" name="Google Shape;5243;p66"/>
            <p:cNvSpPr/>
            <p:nvPr/>
          </p:nvSpPr>
          <p:spPr>
            <a:xfrm>
              <a:off x="2145409" y="1642717"/>
              <a:ext cx="299" cy="204"/>
            </a:xfrm>
            <a:custGeom>
              <a:avLst/>
              <a:gdLst/>
              <a:ahLst/>
              <a:cxnLst/>
              <a:rect l="l" t="t" r="r" b="b"/>
              <a:pathLst>
                <a:path w="22" h="15" extrusionOk="0">
                  <a:moveTo>
                    <a:pt x="21" y="1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44" name="Google Shape;5244;p66"/>
            <p:cNvSpPr/>
            <p:nvPr/>
          </p:nvSpPr>
          <p:spPr>
            <a:xfrm>
              <a:off x="2145069" y="1642486"/>
              <a:ext cx="299" cy="204"/>
            </a:xfrm>
            <a:custGeom>
              <a:avLst/>
              <a:gdLst/>
              <a:ahLst/>
              <a:cxnLst/>
              <a:rect l="l" t="t" r="r" b="b"/>
              <a:pathLst>
                <a:path w="22" h="15" extrusionOk="0">
                  <a:moveTo>
                    <a:pt x="22" y="1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45" name="Google Shape;5245;p66"/>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46" name="Google Shape;5246;p66"/>
            <p:cNvSpPr/>
            <p:nvPr/>
          </p:nvSpPr>
          <p:spPr>
            <a:xfrm>
              <a:off x="2150921" y="1646763"/>
              <a:ext cx="14" cy="14"/>
            </a:xfrm>
            <a:custGeom>
              <a:avLst/>
              <a:gdLst/>
              <a:ahLst/>
              <a:cxnLst/>
              <a:rect l="l" t="t" r="r" b="b"/>
              <a:pathLst>
                <a:path w="1" h="1" extrusionOk="0">
                  <a:moveTo>
                    <a:pt x="0"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47" name="Google Shape;5247;p66"/>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48" name="Google Shape;5248;p66"/>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49" name="Google Shape;5249;p66"/>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50" name="Google Shape;5250;p66"/>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51" name="Google Shape;5251;p66"/>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52" name="Google Shape;5252;p66"/>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53" name="Google Shape;5253;p66"/>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54" name="Google Shape;5254;p66"/>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55" name="Google Shape;5255;p66"/>
            <p:cNvSpPr/>
            <p:nvPr/>
          </p:nvSpPr>
          <p:spPr>
            <a:xfrm>
              <a:off x="2095593" y="1634068"/>
              <a:ext cx="54" cy="109"/>
            </a:xfrm>
            <a:custGeom>
              <a:avLst/>
              <a:gdLst/>
              <a:ahLst/>
              <a:cxnLst/>
              <a:rect l="l" t="t" r="r" b="b"/>
              <a:pathLst>
                <a:path w="4" h="8" extrusionOk="0">
                  <a:moveTo>
                    <a:pt x="0" y="0"/>
                  </a:moveTo>
                  <a:lnTo>
                    <a:pt x="4"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56" name="Google Shape;5256;p66"/>
            <p:cNvSpPr/>
            <p:nvPr/>
          </p:nvSpPr>
          <p:spPr>
            <a:xfrm>
              <a:off x="2095308" y="1633688"/>
              <a:ext cx="244" cy="299"/>
            </a:xfrm>
            <a:custGeom>
              <a:avLst/>
              <a:gdLst/>
              <a:ahLst/>
              <a:cxnLst/>
              <a:rect l="l" t="t" r="r" b="b"/>
              <a:pathLst>
                <a:path w="18" h="22" extrusionOk="0">
                  <a:moveTo>
                    <a:pt x="0" y="0"/>
                  </a:moveTo>
                  <a:lnTo>
                    <a:pt x="18" y="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57" name="Google Shape;5257;p66"/>
            <p:cNvSpPr/>
            <p:nvPr/>
          </p:nvSpPr>
          <p:spPr>
            <a:xfrm>
              <a:off x="2095159" y="1633443"/>
              <a:ext cx="14" cy="68"/>
            </a:xfrm>
            <a:custGeom>
              <a:avLst/>
              <a:gdLst/>
              <a:ahLst/>
              <a:cxnLst/>
              <a:rect l="l" t="t" r="r" b="b"/>
              <a:pathLst>
                <a:path w="1" h="5" extrusionOk="0">
                  <a:moveTo>
                    <a:pt x="1"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58" name="Google Shape;5258;p66"/>
            <p:cNvSpPr/>
            <p:nvPr/>
          </p:nvSpPr>
          <p:spPr>
            <a:xfrm>
              <a:off x="2097345" y="1638969"/>
              <a:ext cx="14" cy="109"/>
            </a:xfrm>
            <a:custGeom>
              <a:avLst/>
              <a:gdLst/>
              <a:ahLst/>
              <a:cxnLst/>
              <a:rect l="l" t="t" r="r" b="b"/>
              <a:pathLst>
                <a:path w="1" h="8" extrusionOk="0">
                  <a:moveTo>
                    <a:pt x="1"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59" name="Google Shape;5259;p66"/>
            <p:cNvSpPr/>
            <p:nvPr/>
          </p:nvSpPr>
          <p:spPr>
            <a:xfrm>
              <a:off x="2096163" y="1635059"/>
              <a:ext cx="109" cy="163"/>
            </a:xfrm>
            <a:custGeom>
              <a:avLst/>
              <a:gdLst/>
              <a:ahLst/>
              <a:cxnLst/>
              <a:rect l="l" t="t" r="r" b="b"/>
              <a:pathLst>
                <a:path w="8" h="12" extrusionOk="0">
                  <a:moveTo>
                    <a:pt x="0" y="1"/>
                  </a:moveTo>
                  <a:lnTo>
                    <a:pt x="7"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60" name="Google Shape;5260;p66"/>
            <p:cNvSpPr/>
            <p:nvPr/>
          </p:nvSpPr>
          <p:spPr>
            <a:xfrm>
              <a:off x="2096014" y="1634774"/>
              <a:ext cx="109" cy="163"/>
            </a:xfrm>
            <a:custGeom>
              <a:avLst/>
              <a:gdLst/>
              <a:ahLst/>
              <a:cxnLst/>
              <a:rect l="l" t="t" r="r" b="b"/>
              <a:pathLst>
                <a:path w="8" h="12" extrusionOk="0">
                  <a:moveTo>
                    <a:pt x="1" y="1"/>
                  </a:moveTo>
                  <a:lnTo>
                    <a:pt x="8"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61" name="Google Shape;5261;p66"/>
            <p:cNvSpPr/>
            <p:nvPr/>
          </p:nvSpPr>
          <p:spPr>
            <a:xfrm>
              <a:off x="2097249" y="1638345"/>
              <a:ext cx="68" cy="163"/>
            </a:xfrm>
            <a:custGeom>
              <a:avLst/>
              <a:gdLst/>
              <a:ahLst/>
              <a:cxnLst/>
              <a:rect l="l" t="t" r="r" b="b"/>
              <a:pathLst>
                <a:path w="5" h="12" extrusionOk="0">
                  <a:moveTo>
                    <a:pt x="1" y="1"/>
                  </a:moveTo>
                  <a:lnTo>
                    <a:pt x="4"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62" name="Google Shape;5262;p66"/>
            <p:cNvSpPr/>
            <p:nvPr/>
          </p:nvSpPr>
          <p:spPr>
            <a:xfrm>
              <a:off x="2097059" y="1637299"/>
              <a:ext cx="14" cy="204"/>
            </a:xfrm>
            <a:custGeom>
              <a:avLst/>
              <a:gdLst/>
              <a:ahLst/>
              <a:cxnLst/>
              <a:rect l="l" t="t" r="r" b="b"/>
              <a:pathLst>
                <a:path w="1" h="15" extrusionOk="0">
                  <a:moveTo>
                    <a:pt x="1" y="0"/>
                  </a:moveTo>
                  <a:lnTo>
                    <a:pt x="1"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63" name="Google Shape;5263;p66"/>
            <p:cNvSpPr/>
            <p:nvPr/>
          </p:nvSpPr>
          <p:spPr>
            <a:xfrm>
              <a:off x="2096774" y="1636444"/>
              <a:ext cx="68" cy="149"/>
            </a:xfrm>
            <a:custGeom>
              <a:avLst/>
              <a:gdLst/>
              <a:ahLst/>
              <a:cxnLst/>
              <a:rect l="l" t="t" r="r" b="b"/>
              <a:pathLst>
                <a:path w="5" h="11" extrusionOk="0">
                  <a:moveTo>
                    <a:pt x="1" y="0"/>
                  </a:moveTo>
                  <a:lnTo>
                    <a:pt x="4"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64" name="Google Shape;5264;p66"/>
            <p:cNvSpPr/>
            <p:nvPr/>
          </p:nvSpPr>
          <p:spPr>
            <a:xfrm>
              <a:off x="2096639" y="1636009"/>
              <a:ext cx="54" cy="204"/>
            </a:xfrm>
            <a:custGeom>
              <a:avLst/>
              <a:gdLst/>
              <a:ahLst/>
              <a:cxnLst/>
              <a:rect l="l" t="t" r="r" b="b"/>
              <a:pathLst>
                <a:path w="4" h="15" extrusionOk="0">
                  <a:moveTo>
                    <a:pt x="0" y="1"/>
                  </a:moveTo>
                  <a:lnTo>
                    <a:pt x="4"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65" name="Google Shape;5265;p66"/>
            <p:cNvSpPr/>
            <p:nvPr/>
          </p:nvSpPr>
          <p:spPr>
            <a:xfrm>
              <a:off x="2097154" y="1637775"/>
              <a:ext cx="68" cy="204"/>
            </a:xfrm>
            <a:custGeom>
              <a:avLst/>
              <a:gdLst/>
              <a:ahLst/>
              <a:cxnLst/>
              <a:rect l="l" t="t" r="r" b="b"/>
              <a:pathLst>
                <a:path w="5" h="15" extrusionOk="0">
                  <a:moveTo>
                    <a:pt x="1" y="1"/>
                  </a:moveTo>
                  <a:lnTo>
                    <a:pt x="4"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66" name="Google Shape;5266;p66"/>
            <p:cNvSpPr/>
            <p:nvPr/>
          </p:nvSpPr>
          <p:spPr>
            <a:xfrm>
              <a:off x="2096924" y="1636824"/>
              <a:ext cx="54" cy="204"/>
            </a:xfrm>
            <a:custGeom>
              <a:avLst/>
              <a:gdLst/>
              <a:ahLst/>
              <a:cxnLst/>
              <a:rect l="l" t="t" r="r" b="b"/>
              <a:pathLst>
                <a:path w="4" h="15" extrusionOk="0">
                  <a:moveTo>
                    <a:pt x="0" y="0"/>
                  </a:moveTo>
                  <a:lnTo>
                    <a:pt x="4"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67" name="Google Shape;5267;p66"/>
            <p:cNvSpPr/>
            <p:nvPr/>
          </p:nvSpPr>
          <p:spPr>
            <a:xfrm>
              <a:off x="2096353" y="1635344"/>
              <a:ext cx="54" cy="163"/>
            </a:xfrm>
            <a:custGeom>
              <a:avLst/>
              <a:gdLst/>
              <a:ahLst/>
              <a:cxnLst/>
              <a:rect l="l" t="t" r="r" b="b"/>
              <a:pathLst>
                <a:path w="4" h="12" extrusionOk="0">
                  <a:moveTo>
                    <a:pt x="0" y="1"/>
                  </a:moveTo>
                  <a:lnTo>
                    <a:pt x="4"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68" name="Google Shape;5268;p66"/>
            <p:cNvSpPr/>
            <p:nvPr/>
          </p:nvSpPr>
          <p:spPr>
            <a:xfrm>
              <a:off x="2096489" y="1635724"/>
              <a:ext cx="68" cy="163"/>
            </a:xfrm>
            <a:custGeom>
              <a:avLst/>
              <a:gdLst/>
              <a:ahLst/>
              <a:cxnLst/>
              <a:rect l="l" t="t" r="r" b="b"/>
              <a:pathLst>
                <a:path w="5" h="12" extrusionOk="0">
                  <a:moveTo>
                    <a:pt x="1" y="1"/>
                  </a:moveTo>
                  <a:lnTo>
                    <a:pt x="4"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69" name="Google Shape;5269;p66"/>
            <p:cNvSpPr/>
            <p:nvPr/>
          </p:nvSpPr>
          <p:spPr>
            <a:xfrm>
              <a:off x="2095878" y="1634543"/>
              <a:ext cx="54" cy="109"/>
            </a:xfrm>
            <a:custGeom>
              <a:avLst/>
              <a:gdLst/>
              <a:ahLst/>
              <a:cxnLst/>
              <a:rect l="l" t="t" r="r" b="b"/>
              <a:pathLst>
                <a:path w="4" h="8" extrusionOk="0">
                  <a:moveTo>
                    <a:pt x="0" y="0"/>
                  </a:moveTo>
                  <a:lnTo>
                    <a:pt x="4"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70" name="Google Shape;5270;p66"/>
            <p:cNvSpPr/>
            <p:nvPr/>
          </p:nvSpPr>
          <p:spPr>
            <a:xfrm>
              <a:off x="2095729" y="1634299"/>
              <a:ext cx="68" cy="109"/>
            </a:xfrm>
            <a:custGeom>
              <a:avLst/>
              <a:gdLst/>
              <a:ahLst/>
              <a:cxnLst/>
              <a:rect l="l" t="t" r="r" b="b"/>
              <a:pathLst>
                <a:path w="5" h="8" extrusionOk="0">
                  <a:moveTo>
                    <a:pt x="1" y="1"/>
                  </a:moveTo>
                  <a:lnTo>
                    <a:pt x="4"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71" name="Google Shape;5271;p66"/>
            <p:cNvSpPr/>
            <p:nvPr/>
          </p:nvSpPr>
          <p:spPr>
            <a:xfrm>
              <a:off x="2095254" y="1632968"/>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72" name="Google Shape;5272;p66"/>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73" name="Google Shape;5273;p66"/>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74" name="Google Shape;5274;p66"/>
            <p:cNvSpPr/>
            <p:nvPr/>
          </p:nvSpPr>
          <p:spPr>
            <a:xfrm>
              <a:off x="2095064" y="1633308"/>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75" name="Google Shape;5275;p66"/>
            <p:cNvSpPr/>
            <p:nvPr/>
          </p:nvSpPr>
          <p:spPr>
            <a:xfrm>
              <a:off x="2109944" y="1656498"/>
              <a:ext cx="149" cy="14"/>
            </a:xfrm>
            <a:custGeom>
              <a:avLst/>
              <a:gdLst/>
              <a:ahLst/>
              <a:cxnLst/>
              <a:rect l="l" t="t" r="r" b="b"/>
              <a:pathLst>
                <a:path w="11" h="1" extrusionOk="0">
                  <a:moveTo>
                    <a:pt x="0" y="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76" name="Google Shape;5276;p66"/>
            <p:cNvSpPr/>
            <p:nvPr/>
          </p:nvSpPr>
          <p:spPr>
            <a:xfrm>
              <a:off x="2110555" y="1656362"/>
              <a:ext cx="68" cy="14"/>
            </a:xfrm>
            <a:custGeom>
              <a:avLst/>
              <a:gdLst/>
              <a:ahLst/>
              <a:cxnLst/>
              <a:rect l="l" t="t" r="r" b="b"/>
              <a:pathLst>
                <a:path w="5" h="1" extrusionOk="0">
                  <a:moveTo>
                    <a:pt x="1"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77" name="Google Shape;5277;p66"/>
            <p:cNvSpPr/>
            <p:nvPr/>
          </p:nvSpPr>
          <p:spPr>
            <a:xfrm>
              <a:off x="2118118" y="1656647"/>
              <a:ext cx="869" cy="394"/>
            </a:xfrm>
            <a:custGeom>
              <a:avLst/>
              <a:gdLst/>
              <a:ahLst/>
              <a:cxnLst/>
              <a:rect l="l" t="t" r="r" b="b"/>
              <a:pathLst>
                <a:path w="64" h="29" extrusionOk="0">
                  <a:moveTo>
                    <a:pt x="1" y="0"/>
                  </a:moveTo>
                  <a:lnTo>
                    <a:pt x="64" y="2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78" name="Google Shape;5278;p66"/>
            <p:cNvSpPr/>
            <p:nvPr/>
          </p:nvSpPr>
          <p:spPr>
            <a:xfrm>
              <a:off x="2109374" y="1656552"/>
              <a:ext cx="244" cy="14"/>
            </a:xfrm>
            <a:custGeom>
              <a:avLst/>
              <a:gdLst/>
              <a:ahLst/>
              <a:cxnLst/>
              <a:rect l="l" t="t" r="r" b="b"/>
              <a:pathLst>
                <a:path w="18" h="1" extrusionOk="0">
                  <a:moveTo>
                    <a:pt x="0" y="0"/>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79" name="Google Shape;5279;p66"/>
            <p:cNvSpPr/>
            <p:nvPr/>
          </p:nvSpPr>
          <p:spPr>
            <a:xfrm>
              <a:off x="2110325" y="1656403"/>
              <a:ext cx="109" cy="14"/>
            </a:xfrm>
            <a:custGeom>
              <a:avLst/>
              <a:gdLst/>
              <a:ahLst/>
              <a:cxnLst/>
              <a:rect l="l" t="t" r="r" b="b"/>
              <a:pathLst>
                <a:path w="8" h="1" extrusionOk="0">
                  <a:moveTo>
                    <a:pt x="0" y="1"/>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80" name="Google Shape;5280;p66"/>
            <p:cNvSpPr/>
            <p:nvPr/>
          </p:nvSpPr>
          <p:spPr>
            <a:xfrm>
              <a:off x="2117222" y="1656308"/>
              <a:ext cx="774" cy="299"/>
            </a:xfrm>
            <a:custGeom>
              <a:avLst/>
              <a:gdLst/>
              <a:ahLst/>
              <a:cxnLst/>
              <a:rect l="l" t="t" r="r" b="b"/>
              <a:pathLst>
                <a:path w="57" h="22" extrusionOk="0">
                  <a:moveTo>
                    <a:pt x="0" y="1"/>
                  </a:moveTo>
                  <a:lnTo>
                    <a:pt x="56"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81" name="Google Shape;5281;p66"/>
            <p:cNvSpPr/>
            <p:nvPr/>
          </p:nvSpPr>
          <p:spPr>
            <a:xfrm>
              <a:off x="2110650" y="1656308"/>
              <a:ext cx="68" cy="14"/>
            </a:xfrm>
            <a:custGeom>
              <a:avLst/>
              <a:gdLst/>
              <a:ahLst/>
              <a:cxnLst/>
              <a:rect l="l" t="t" r="r" b="b"/>
              <a:pathLst>
                <a:path w="5" h="1" extrusionOk="0">
                  <a:moveTo>
                    <a:pt x="1"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82" name="Google Shape;5282;p66"/>
            <p:cNvSpPr/>
            <p:nvPr/>
          </p:nvSpPr>
          <p:spPr>
            <a:xfrm>
              <a:off x="2110135" y="1656457"/>
              <a:ext cx="149" cy="14"/>
            </a:xfrm>
            <a:custGeom>
              <a:avLst/>
              <a:gdLst/>
              <a:ahLst/>
              <a:cxnLst/>
              <a:rect l="l" t="t" r="r" b="b"/>
              <a:pathLst>
                <a:path w="11" h="1" extrusionOk="0">
                  <a:moveTo>
                    <a:pt x="0" y="0"/>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83" name="Google Shape;5283;p66"/>
            <p:cNvSpPr/>
            <p:nvPr/>
          </p:nvSpPr>
          <p:spPr>
            <a:xfrm>
              <a:off x="2119069" y="1657123"/>
              <a:ext cx="964" cy="434"/>
            </a:xfrm>
            <a:custGeom>
              <a:avLst/>
              <a:gdLst/>
              <a:ahLst/>
              <a:cxnLst/>
              <a:rect l="l" t="t" r="r" b="b"/>
              <a:pathLst>
                <a:path w="71" h="32" extrusionOk="0">
                  <a:moveTo>
                    <a:pt x="1" y="0"/>
                  </a:moveTo>
                  <a:lnTo>
                    <a:pt x="71"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84" name="Google Shape;5284;p66"/>
            <p:cNvSpPr/>
            <p:nvPr/>
          </p:nvSpPr>
          <p:spPr>
            <a:xfrm>
              <a:off x="2108994" y="1656593"/>
              <a:ext cx="339" cy="14"/>
            </a:xfrm>
            <a:custGeom>
              <a:avLst/>
              <a:gdLst/>
              <a:ahLst/>
              <a:cxnLst/>
              <a:rect l="l" t="t" r="r" b="b"/>
              <a:pathLst>
                <a:path w="25" h="1" extrusionOk="0">
                  <a:moveTo>
                    <a:pt x="0" y="1"/>
                  </a:moveTo>
                  <a:lnTo>
                    <a:pt x="2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85" name="Google Shape;5285;p66"/>
            <p:cNvSpPr/>
            <p:nvPr/>
          </p:nvSpPr>
          <p:spPr>
            <a:xfrm>
              <a:off x="2109659" y="1656498"/>
              <a:ext cx="204" cy="14"/>
            </a:xfrm>
            <a:custGeom>
              <a:avLst/>
              <a:gdLst/>
              <a:ahLst/>
              <a:cxnLst/>
              <a:rect l="l" t="t" r="r" b="b"/>
              <a:pathLst>
                <a:path w="15" h="1" extrusionOk="0">
                  <a:moveTo>
                    <a:pt x="0" y="1"/>
                  </a:moveTo>
                  <a:lnTo>
                    <a:pt x="1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86" name="Google Shape;5286;p66"/>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87" name="Google Shape;5287;p66"/>
            <p:cNvSpPr/>
            <p:nvPr/>
          </p:nvSpPr>
          <p:spPr>
            <a:xfrm>
              <a:off x="2106428" y="1656552"/>
              <a:ext cx="584" cy="14"/>
            </a:xfrm>
            <a:custGeom>
              <a:avLst/>
              <a:gdLst/>
              <a:ahLst/>
              <a:cxnLst/>
              <a:rect l="l" t="t" r="r" b="b"/>
              <a:pathLst>
                <a:path w="43" h="1" extrusionOk="0">
                  <a:moveTo>
                    <a:pt x="0" y="0"/>
                  </a:moveTo>
                  <a:lnTo>
                    <a:pt x="4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88" name="Google Shape;5288;p66"/>
            <p:cNvSpPr/>
            <p:nvPr/>
          </p:nvSpPr>
          <p:spPr>
            <a:xfrm>
              <a:off x="2105898" y="1656498"/>
              <a:ext cx="299" cy="14"/>
            </a:xfrm>
            <a:custGeom>
              <a:avLst/>
              <a:gdLst/>
              <a:ahLst/>
              <a:cxnLst/>
              <a:rect l="l" t="t" r="r" b="b"/>
              <a:pathLst>
                <a:path w="22" h="1" extrusionOk="0">
                  <a:moveTo>
                    <a:pt x="22" y="1"/>
                  </a:moveTo>
                  <a:lnTo>
                    <a:pt x="1" y="1"/>
                  </a:ln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89" name="Google Shape;5289;p66"/>
            <p:cNvSpPr/>
            <p:nvPr/>
          </p:nvSpPr>
          <p:spPr>
            <a:xfrm>
              <a:off x="2110460" y="1656403"/>
              <a:ext cx="68" cy="14"/>
            </a:xfrm>
            <a:custGeom>
              <a:avLst/>
              <a:gdLst/>
              <a:ahLst/>
              <a:cxnLst/>
              <a:rect l="l" t="t" r="r" b="b"/>
              <a:pathLst>
                <a:path w="5" h="1" extrusionOk="0">
                  <a:moveTo>
                    <a:pt x="1"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90" name="Google Shape;5290;p66"/>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91" name="Google Shape;5291;p66"/>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92" name="Google Shape;5292;p66"/>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93" name="Google Shape;5293;p66"/>
            <p:cNvSpPr/>
            <p:nvPr/>
          </p:nvSpPr>
          <p:spPr>
            <a:xfrm>
              <a:off x="2303017" y="1816074"/>
              <a:ext cx="394" cy="1059"/>
            </a:xfrm>
            <a:custGeom>
              <a:avLst/>
              <a:gdLst/>
              <a:ahLst/>
              <a:cxnLst/>
              <a:rect l="l" t="t" r="r" b="b"/>
              <a:pathLst>
                <a:path w="29" h="78" extrusionOk="0">
                  <a:moveTo>
                    <a:pt x="29" y="0"/>
                  </a:moveTo>
                  <a:lnTo>
                    <a:pt x="1" y="7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94" name="Google Shape;5294;p66"/>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95" name="Google Shape;5295;p66"/>
            <p:cNvSpPr/>
            <p:nvPr/>
          </p:nvSpPr>
          <p:spPr>
            <a:xfrm>
              <a:off x="2312765" y="1818355"/>
              <a:ext cx="434" cy="204"/>
            </a:xfrm>
            <a:custGeom>
              <a:avLst/>
              <a:gdLst/>
              <a:ahLst/>
              <a:cxnLst/>
              <a:rect l="l" t="t" r="r" b="b"/>
              <a:pathLst>
                <a:path w="32" h="15" extrusionOk="0">
                  <a:moveTo>
                    <a:pt x="32" y="0"/>
                  </a:moveTo>
                  <a:lnTo>
                    <a:pt x="0"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96" name="Google Shape;5296;p66"/>
            <p:cNvSpPr/>
            <p:nvPr/>
          </p:nvSpPr>
          <p:spPr>
            <a:xfrm>
              <a:off x="2311530" y="1818776"/>
              <a:ext cx="434" cy="109"/>
            </a:xfrm>
            <a:custGeom>
              <a:avLst/>
              <a:gdLst/>
              <a:ahLst/>
              <a:cxnLst/>
              <a:rect l="l" t="t" r="r" b="b"/>
              <a:pathLst>
                <a:path w="32" h="8" extrusionOk="0">
                  <a:moveTo>
                    <a:pt x="32"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97" name="Google Shape;5297;p66"/>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98" name="Google Shape;5298;p66"/>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299" name="Google Shape;5299;p66"/>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00" name="Google Shape;5300;p66"/>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01" name="Google Shape;5301;p66"/>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02" name="Google Shape;5302;p66"/>
            <p:cNvSpPr/>
            <p:nvPr/>
          </p:nvSpPr>
          <p:spPr>
            <a:xfrm>
              <a:off x="2312141" y="1818586"/>
              <a:ext cx="448" cy="163"/>
            </a:xfrm>
            <a:custGeom>
              <a:avLst/>
              <a:gdLst/>
              <a:ahLst/>
              <a:cxnLst/>
              <a:rect l="l" t="t" r="r" b="b"/>
              <a:pathLst>
                <a:path w="33" h="12" extrusionOk="0">
                  <a:moveTo>
                    <a:pt x="32"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03" name="Google Shape;5303;p66"/>
            <p:cNvSpPr/>
            <p:nvPr/>
          </p:nvSpPr>
          <p:spPr>
            <a:xfrm>
              <a:off x="2305447" y="1817120"/>
              <a:ext cx="204" cy="109"/>
            </a:xfrm>
            <a:custGeom>
              <a:avLst/>
              <a:gdLst/>
              <a:ahLst/>
              <a:cxnLst/>
              <a:rect l="l" t="t" r="r" b="b"/>
              <a:pathLst>
                <a:path w="15" h="8" extrusionOk="0">
                  <a:moveTo>
                    <a:pt x="14"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04" name="Google Shape;5304;p66"/>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05" name="Google Shape;5305;p66"/>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06" name="Google Shape;5306;p66"/>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07" name="Google Shape;5307;p66"/>
            <p:cNvSpPr/>
            <p:nvPr/>
          </p:nvSpPr>
          <p:spPr>
            <a:xfrm>
              <a:off x="2453550" y="1892787"/>
              <a:ext cx="109" cy="68"/>
            </a:xfrm>
            <a:custGeom>
              <a:avLst/>
              <a:gdLst/>
              <a:ahLst/>
              <a:cxnLst/>
              <a:rect l="l" t="t" r="r" b="b"/>
              <a:pathLst>
                <a:path w="8" h="5" extrusionOk="0">
                  <a:moveTo>
                    <a:pt x="8"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08" name="Google Shape;5308;p66"/>
            <p:cNvSpPr/>
            <p:nvPr/>
          </p:nvSpPr>
          <p:spPr>
            <a:xfrm>
              <a:off x="2455791" y="1870737"/>
              <a:ext cx="68" cy="14"/>
            </a:xfrm>
            <a:custGeom>
              <a:avLst/>
              <a:gdLst/>
              <a:ahLst/>
              <a:cxnLst/>
              <a:rect l="l" t="t" r="r" b="b"/>
              <a:pathLst>
                <a:path w="5" h="1" extrusionOk="0">
                  <a:moveTo>
                    <a:pt x="1"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09" name="Google Shape;5309;p66"/>
            <p:cNvSpPr/>
            <p:nvPr/>
          </p:nvSpPr>
          <p:spPr>
            <a:xfrm>
              <a:off x="2453414" y="1892882"/>
              <a:ext cx="54" cy="14"/>
            </a:xfrm>
            <a:custGeom>
              <a:avLst/>
              <a:gdLst/>
              <a:ahLst/>
              <a:cxnLst/>
              <a:rect l="l" t="t" r="r" b="b"/>
              <a:pathLst>
                <a:path w="4" h="1" extrusionOk="0">
                  <a:moveTo>
                    <a:pt x="4"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10" name="Google Shape;5310;p66"/>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11" name="Google Shape;5311;p66"/>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12" name="Google Shape;5312;p66"/>
            <p:cNvSpPr/>
            <p:nvPr/>
          </p:nvSpPr>
          <p:spPr>
            <a:xfrm>
              <a:off x="2425553" y="1855571"/>
              <a:ext cx="353" cy="14"/>
            </a:xfrm>
            <a:custGeom>
              <a:avLst/>
              <a:gdLst/>
              <a:ahLst/>
              <a:cxnLst/>
              <a:rect l="l" t="t" r="r" b="b"/>
              <a:pathLst>
                <a:path w="26" h="1" extrusionOk="0">
                  <a:moveTo>
                    <a:pt x="25"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13" name="Google Shape;5313;p66"/>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14" name="Google Shape;5314;p66"/>
            <p:cNvSpPr/>
            <p:nvPr/>
          </p:nvSpPr>
          <p:spPr>
            <a:xfrm>
              <a:off x="2422037" y="1852761"/>
              <a:ext cx="109" cy="204"/>
            </a:xfrm>
            <a:custGeom>
              <a:avLst/>
              <a:gdLst/>
              <a:ahLst/>
              <a:cxnLst/>
              <a:rect l="l" t="t" r="r" b="b"/>
              <a:pathLst>
                <a:path w="8" h="15" extrusionOk="0">
                  <a:moveTo>
                    <a:pt x="1" y="1"/>
                  </a:moveTo>
                  <a:lnTo>
                    <a:pt x="8" y="15"/>
                  </a:ln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15" name="Google Shape;5315;p66"/>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16" name="Google Shape;5316;p66"/>
            <p:cNvSpPr/>
            <p:nvPr/>
          </p:nvSpPr>
          <p:spPr>
            <a:xfrm>
              <a:off x="2425988" y="1855612"/>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17" name="Google Shape;5317;p66"/>
            <p:cNvSpPr/>
            <p:nvPr/>
          </p:nvSpPr>
          <p:spPr>
            <a:xfrm>
              <a:off x="2424508" y="1855286"/>
              <a:ext cx="353" cy="109"/>
            </a:xfrm>
            <a:custGeom>
              <a:avLst/>
              <a:gdLst/>
              <a:ahLst/>
              <a:cxnLst/>
              <a:rect l="l" t="t" r="r" b="b"/>
              <a:pathLst>
                <a:path w="26" h="8" extrusionOk="0">
                  <a:moveTo>
                    <a:pt x="25"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18" name="Google Shape;5318;p66"/>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19" name="Google Shape;5319;p66"/>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20" name="Google Shape;5320;p66"/>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21" name="Google Shape;5321;p66"/>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22" name="Google Shape;5322;p66"/>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23" name="Google Shape;5323;p66"/>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24" name="Google Shape;5324;p66"/>
            <p:cNvSpPr/>
            <p:nvPr/>
          </p:nvSpPr>
          <p:spPr>
            <a:xfrm>
              <a:off x="2435682" y="1868117"/>
              <a:ext cx="258" cy="163"/>
            </a:xfrm>
            <a:custGeom>
              <a:avLst/>
              <a:gdLst/>
              <a:ahLst/>
              <a:cxnLst/>
              <a:rect l="l" t="t" r="r" b="b"/>
              <a:pathLst>
                <a:path w="19" h="12" extrusionOk="0">
                  <a:moveTo>
                    <a:pt x="18"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25" name="Google Shape;5325;p66"/>
            <p:cNvSpPr/>
            <p:nvPr/>
          </p:nvSpPr>
          <p:spPr>
            <a:xfrm>
              <a:off x="2432695" y="1865035"/>
              <a:ext cx="204" cy="299"/>
            </a:xfrm>
            <a:custGeom>
              <a:avLst/>
              <a:gdLst/>
              <a:ahLst/>
              <a:cxnLst/>
              <a:rect l="l" t="t" r="r" b="b"/>
              <a:pathLst>
                <a:path w="15" h="22" extrusionOk="0">
                  <a:moveTo>
                    <a:pt x="14" y="21"/>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26" name="Google Shape;5326;p66"/>
            <p:cNvSpPr/>
            <p:nvPr/>
          </p:nvSpPr>
          <p:spPr>
            <a:xfrm>
              <a:off x="2435397" y="1867886"/>
              <a:ext cx="204" cy="149"/>
            </a:xfrm>
            <a:custGeom>
              <a:avLst/>
              <a:gdLst/>
              <a:ahLst/>
              <a:cxnLst/>
              <a:rect l="l" t="t" r="r" b="b"/>
              <a:pathLst>
                <a:path w="15" h="11" extrusionOk="0">
                  <a:moveTo>
                    <a:pt x="15" y="1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27" name="Google Shape;5327;p66"/>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28" name="Google Shape;5328;p66"/>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29" name="Google Shape;5329;p66"/>
            <p:cNvSpPr/>
            <p:nvPr/>
          </p:nvSpPr>
          <p:spPr>
            <a:xfrm>
              <a:off x="2432315" y="1864505"/>
              <a:ext cx="244" cy="353"/>
            </a:xfrm>
            <a:custGeom>
              <a:avLst/>
              <a:gdLst/>
              <a:ahLst/>
              <a:cxnLst/>
              <a:rect l="l" t="t" r="r" b="b"/>
              <a:pathLst>
                <a:path w="18" h="26" extrusionOk="0">
                  <a:moveTo>
                    <a:pt x="18" y="2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30" name="Google Shape;5330;p66"/>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31" name="Google Shape;5331;p66"/>
            <p:cNvSpPr/>
            <p:nvPr/>
          </p:nvSpPr>
          <p:spPr>
            <a:xfrm>
              <a:off x="2435071" y="1867601"/>
              <a:ext cx="204" cy="204"/>
            </a:xfrm>
            <a:custGeom>
              <a:avLst/>
              <a:gdLst/>
              <a:ahLst/>
              <a:cxnLst/>
              <a:rect l="l" t="t" r="r" b="b"/>
              <a:pathLst>
                <a:path w="15" h="15" extrusionOk="0">
                  <a:moveTo>
                    <a:pt x="14" y="1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32" name="Google Shape;5332;p66"/>
            <p:cNvSpPr/>
            <p:nvPr/>
          </p:nvSpPr>
          <p:spPr>
            <a:xfrm>
              <a:off x="2433021" y="1865551"/>
              <a:ext cx="258" cy="299"/>
            </a:xfrm>
            <a:custGeom>
              <a:avLst/>
              <a:gdLst/>
              <a:ahLst/>
              <a:cxnLst/>
              <a:rect l="l" t="t" r="r" b="b"/>
              <a:pathLst>
                <a:path w="19" h="22" extrusionOk="0">
                  <a:moveTo>
                    <a:pt x="18" y="22"/>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33" name="Google Shape;5333;p66"/>
            <p:cNvSpPr/>
            <p:nvPr/>
          </p:nvSpPr>
          <p:spPr>
            <a:xfrm>
              <a:off x="2434732" y="1867316"/>
              <a:ext cx="204" cy="204"/>
            </a:xfrm>
            <a:custGeom>
              <a:avLst/>
              <a:gdLst/>
              <a:ahLst/>
              <a:cxnLst/>
              <a:rect l="l" t="t" r="r" b="b"/>
              <a:pathLst>
                <a:path w="15" h="15" extrusionOk="0">
                  <a:moveTo>
                    <a:pt x="15" y="1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34" name="Google Shape;5334;p66"/>
            <p:cNvSpPr/>
            <p:nvPr/>
          </p:nvSpPr>
          <p:spPr>
            <a:xfrm>
              <a:off x="2433456" y="1865985"/>
              <a:ext cx="299" cy="339"/>
            </a:xfrm>
            <a:custGeom>
              <a:avLst/>
              <a:gdLst/>
              <a:ahLst/>
              <a:cxnLst/>
              <a:rect l="l" t="t" r="r" b="b"/>
              <a:pathLst>
                <a:path w="22" h="25" extrusionOk="0">
                  <a:moveTo>
                    <a:pt x="21" y="25"/>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35" name="Google Shape;5335;p66"/>
            <p:cNvSpPr/>
            <p:nvPr/>
          </p:nvSpPr>
          <p:spPr>
            <a:xfrm>
              <a:off x="2434352" y="1866936"/>
              <a:ext cx="258" cy="244"/>
            </a:xfrm>
            <a:custGeom>
              <a:avLst/>
              <a:gdLst/>
              <a:ahLst/>
              <a:cxnLst/>
              <a:rect l="l" t="t" r="r" b="b"/>
              <a:pathLst>
                <a:path w="19" h="18" extrusionOk="0">
                  <a:moveTo>
                    <a:pt x="18" y="18"/>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36" name="Google Shape;5336;p66"/>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37" name="Google Shape;5337;p66"/>
            <p:cNvSpPr/>
            <p:nvPr/>
          </p:nvSpPr>
          <p:spPr>
            <a:xfrm>
              <a:off x="2433836" y="1866460"/>
              <a:ext cx="394" cy="394"/>
            </a:xfrm>
            <a:custGeom>
              <a:avLst/>
              <a:gdLst/>
              <a:ahLst/>
              <a:cxnLst/>
              <a:rect l="l" t="t" r="r" b="b"/>
              <a:pathLst>
                <a:path w="29" h="29" extrusionOk="0">
                  <a:moveTo>
                    <a:pt x="28" y="28"/>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38" name="Google Shape;5338;p66"/>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39" name="Google Shape;5339;p66"/>
            <p:cNvSpPr/>
            <p:nvPr/>
          </p:nvSpPr>
          <p:spPr>
            <a:xfrm>
              <a:off x="2452274" y="1864560"/>
              <a:ext cx="2295" cy="5811"/>
            </a:xfrm>
            <a:custGeom>
              <a:avLst/>
              <a:gdLst/>
              <a:ahLst/>
              <a:cxnLst/>
              <a:rect l="l" t="t" r="r" b="b"/>
              <a:pathLst>
                <a:path w="169" h="428" extrusionOk="0">
                  <a:moveTo>
                    <a:pt x="0" y="427"/>
                  </a:moveTo>
                  <a:lnTo>
                    <a:pt x="169"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40" name="Google Shape;5340;p66"/>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41" name="Google Shape;5341;p66"/>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42" name="Google Shape;5342;p66"/>
            <p:cNvSpPr/>
            <p:nvPr/>
          </p:nvSpPr>
          <p:spPr>
            <a:xfrm>
              <a:off x="2791942" y="2002154"/>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43" name="Google Shape;5343;p66"/>
            <p:cNvSpPr/>
            <p:nvPr/>
          </p:nvSpPr>
          <p:spPr>
            <a:xfrm>
              <a:off x="2790367" y="2002059"/>
              <a:ext cx="299" cy="68"/>
            </a:xfrm>
            <a:custGeom>
              <a:avLst/>
              <a:gdLst/>
              <a:ahLst/>
              <a:cxnLst/>
              <a:rect l="l" t="t" r="r" b="b"/>
              <a:pathLst>
                <a:path w="22" h="5" extrusionOk="0">
                  <a:moveTo>
                    <a:pt x="1" y="1"/>
                  </a:moveTo>
                  <a:lnTo>
                    <a:pt x="22"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44" name="Google Shape;5344;p66"/>
            <p:cNvSpPr/>
            <p:nvPr/>
          </p:nvSpPr>
          <p:spPr>
            <a:xfrm>
              <a:off x="2792458" y="2002154"/>
              <a:ext cx="394" cy="14"/>
            </a:xfrm>
            <a:custGeom>
              <a:avLst/>
              <a:gdLst/>
              <a:ahLst/>
              <a:cxnLst/>
              <a:rect l="l" t="t" r="r" b="b"/>
              <a:pathLst>
                <a:path w="29" h="1" extrusionOk="0">
                  <a:moveTo>
                    <a:pt x="1" y="1"/>
                  </a:moveTo>
                  <a:lnTo>
                    <a:pt x="2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45" name="Google Shape;5345;p66"/>
            <p:cNvSpPr/>
            <p:nvPr/>
          </p:nvSpPr>
          <p:spPr>
            <a:xfrm>
              <a:off x="2790843" y="2002113"/>
              <a:ext cx="394" cy="14"/>
            </a:xfrm>
            <a:custGeom>
              <a:avLst/>
              <a:gdLst/>
              <a:ahLst/>
              <a:cxnLst/>
              <a:rect l="l" t="t" r="r" b="b"/>
              <a:pathLst>
                <a:path w="29" h="1" extrusionOk="0">
                  <a:moveTo>
                    <a:pt x="1" y="0"/>
                  </a:moveTo>
                  <a:lnTo>
                    <a:pt x="29"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46" name="Google Shape;5346;p66"/>
            <p:cNvSpPr/>
            <p:nvPr/>
          </p:nvSpPr>
          <p:spPr>
            <a:xfrm>
              <a:off x="2793463" y="2002059"/>
              <a:ext cx="353" cy="14"/>
            </a:xfrm>
            <a:custGeom>
              <a:avLst/>
              <a:gdLst/>
              <a:ahLst/>
              <a:cxnLst/>
              <a:rect l="l" t="t" r="r" b="b"/>
              <a:pathLst>
                <a:path w="26" h="1" extrusionOk="0">
                  <a:moveTo>
                    <a:pt x="1" y="1"/>
                  </a:moveTo>
                  <a:lnTo>
                    <a:pt x="2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47" name="Google Shape;5347;p66"/>
            <p:cNvSpPr/>
            <p:nvPr/>
          </p:nvSpPr>
          <p:spPr>
            <a:xfrm>
              <a:off x="2792947" y="2002113"/>
              <a:ext cx="380" cy="14"/>
            </a:xfrm>
            <a:custGeom>
              <a:avLst/>
              <a:gdLst/>
              <a:ahLst/>
              <a:cxnLst/>
              <a:rect l="l" t="t" r="r" b="b"/>
              <a:pathLst>
                <a:path w="28" h="1" extrusionOk="0">
                  <a:moveTo>
                    <a:pt x="0" y="0"/>
                  </a:moveTo>
                  <a:lnTo>
                    <a:pt x="2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48" name="Google Shape;5348;p66"/>
            <p:cNvSpPr/>
            <p:nvPr/>
          </p:nvSpPr>
          <p:spPr>
            <a:xfrm>
              <a:off x="2793938" y="2002018"/>
              <a:ext cx="299" cy="14"/>
            </a:xfrm>
            <a:custGeom>
              <a:avLst/>
              <a:gdLst/>
              <a:ahLst/>
              <a:cxnLst/>
              <a:rect l="l" t="t" r="r" b="b"/>
              <a:pathLst>
                <a:path w="22" h="1" extrusionOk="0">
                  <a:moveTo>
                    <a:pt x="1" y="0"/>
                  </a:moveTo>
                  <a:lnTo>
                    <a:pt x="2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49" name="Google Shape;5349;p66"/>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50" name="Google Shape;5350;p66"/>
            <p:cNvSpPr/>
            <p:nvPr/>
          </p:nvSpPr>
          <p:spPr>
            <a:xfrm>
              <a:off x="2783524" y="1996546"/>
              <a:ext cx="394" cy="68"/>
            </a:xfrm>
            <a:custGeom>
              <a:avLst/>
              <a:gdLst/>
              <a:ahLst/>
              <a:cxnLst/>
              <a:rect l="l" t="t" r="r" b="b"/>
              <a:pathLst>
                <a:path w="29" h="5" extrusionOk="0">
                  <a:moveTo>
                    <a:pt x="1" y="1"/>
                  </a:moveTo>
                  <a:lnTo>
                    <a:pt x="29"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51" name="Google Shape;5351;p66"/>
            <p:cNvSpPr/>
            <p:nvPr/>
          </p:nvSpPr>
          <p:spPr>
            <a:xfrm>
              <a:off x="2782343" y="1996506"/>
              <a:ext cx="244" cy="14"/>
            </a:xfrm>
            <a:custGeom>
              <a:avLst/>
              <a:gdLst/>
              <a:ahLst/>
              <a:cxnLst/>
              <a:rect l="l" t="t" r="r" b="b"/>
              <a:pathLst>
                <a:path w="18" h="1" extrusionOk="0">
                  <a:moveTo>
                    <a:pt x="0" y="0"/>
                  </a:moveTo>
                  <a:lnTo>
                    <a:pt x="0" y="0"/>
                  </a:ln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52" name="Google Shape;5352;p66"/>
            <p:cNvSpPr/>
            <p:nvPr/>
          </p:nvSpPr>
          <p:spPr>
            <a:xfrm>
              <a:off x="2789471" y="2001869"/>
              <a:ext cx="299" cy="109"/>
            </a:xfrm>
            <a:custGeom>
              <a:avLst/>
              <a:gdLst/>
              <a:ahLst/>
              <a:cxnLst/>
              <a:rect l="l" t="t" r="r" b="b"/>
              <a:pathLst>
                <a:path w="22" h="8" extrusionOk="0">
                  <a:moveTo>
                    <a:pt x="0" y="1"/>
                  </a:moveTo>
                  <a:lnTo>
                    <a:pt x="2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53" name="Google Shape;5353;p66"/>
            <p:cNvSpPr/>
            <p:nvPr/>
          </p:nvSpPr>
          <p:spPr>
            <a:xfrm>
              <a:off x="2789091" y="2001733"/>
              <a:ext cx="244" cy="109"/>
            </a:xfrm>
            <a:custGeom>
              <a:avLst/>
              <a:gdLst/>
              <a:ahLst/>
              <a:cxnLst/>
              <a:rect l="l" t="t" r="r" b="b"/>
              <a:pathLst>
                <a:path w="18" h="8" extrusionOk="0">
                  <a:moveTo>
                    <a:pt x="0" y="0"/>
                  </a:moveTo>
                  <a:lnTo>
                    <a:pt x="18"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54" name="Google Shape;5354;p66"/>
            <p:cNvSpPr/>
            <p:nvPr/>
          </p:nvSpPr>
          <p:spPr>
            <a:xfrm>
              <a:off x="2789892" y="2001964"/>
              <a:ext cx="299" cy="109"/>
            </a:xfrm>
            <a:custGeom>
              <a:avLst/>
              <a:gdLst/>
              <a:ahLst/>
              <a:cxnLst/>
              <a:rect l="l" t="t" r="r" b="b"/>
              <a:pathLst>
                <a:path w="22" h="8" extrusionOk="0">
                  <a:moveTo>
                    <a:pt x="1" y="1"/>
                  </a:moveTo>
                  <a:lnTo>
                    <a:pt x="22"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55" name="Google Shape;5355;p66"/>
            <p:cNvSpPr/>
            <p:nvPr/>
          </p:nvSpPr>
          <p:spPr>
            <a:xfrm>
              <a:off x="2794943" y="2001869"/>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56" name="Google Shape;5356;p66"/>
            <p:cNvSpPr/>
            <p:nvPr/>
          </p:nvSpPr>
          <p:spPr>
            <a:xfrm>
              <a:off x="2796083" y="2000253"/>
              <a:ext cx="54" cy="204"/>
            </a:xfrm>
            <a:custGeom>
              <a:avLst/>
              <a:gdLst/>
              <a:ahLst/>
              <a:cxnLst/>
              <a:rect l="l" t="t" r="r" b="b"/>
              <a:pathLst>
                <a:path w="4" h="15" extrusionOk="0">
                  <a:moveTo>
                    <a:pt x="0" y="15"/>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57" name="Google Shape;5357;p66"/>
            <p:cNvSpPr/>
            <p:nvPr/>
          </p:nvSpPr>
          <p:spPr>
            <a:xfrm>
              <a:off x="2791847" y="2002154"/>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58" name="Google Shape;5358;p66"/>
            <p:cNvSpPr/>
            <p:nvPr/>
          </p:nvSpPr>
          <p:spPr>
            <a:xfrm>
              <a:off x="2794563" y="2001923"/>
              <a:ext cx="204" cy="54"/>
            </a:xfrm>
            <a:custGeom>
              <a:avLst/>
              <a:gdLst/>
              <a:ahLst/>
              <a:cxnLst/>
              <a:rect l="l" t="t" r="r" b="b"/>
              <a:pathLst>
                <a:path w="15" h="4" extrusionOk="0">
                  <a:moveTo>
                    <a:pt x="0" y="4"/>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59" name="Google Shape;5359;p66"/>
            <p:cNvSpPr/>
            <p:nvPr/>
          </p:nvSpPr>
          <p:spPr>
            <a:xfrm>
              <a:off x="2794794" y="2001923"/>
              <a:ext cx="163" cy="14"/>
            </a:xfrm>
            <a:custGeom>
              <a:avLst/>
              <a:gdLst/>
              <a:ahLst/>
              <a:cxnLst/>
              <a:rect l="l" t="t" r="r" b="b"/>
              <a:pathLst>
                <a:path w="12" h="1" extrusionOk="0">
                  <a:moveTo>
                    <a:pt x="1" y="0"/>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60" name="Google Shape;5360;p66"/>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61" name="Google Shape;5361;p66"/>
            <p:cNvSpPr/>
            <p:nvPr/>
          </p:nvSpPr>
          <p:spPr>
            <a:xfrm>
              <a:off x="2796749" y="1999167"/>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62" name="Google Shape;5362;p66"/>
            <p:cNvSpPr/>
            <p:nvPr/>
          </p:nvSpPr>
          <p:spPr>
            <a:xfrm>
              <a:off x="2796559" y="1999208"/>
              <a:ext cx="149" cy="163"/>
            </a:xfrm>
            <a:custGeom>
              <a:avLst/>
              <a:gdLst/>
              <a:ahLst/>
              <a:cxnLst/>
              <a:rect l="l" t="t" r="r" b="b"/>
              <a:pathLst>
                <a:path w="11" h="12" extrusionOk="0">
                  <a:moveTo>
                    <a:pt x="0" y="1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63" name="Google Shape;5363;p66"/>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64" name="Google Shape;5364;p66"/>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65" name="Google Shape;5365;p66"/>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66" name="Google Shape;5366;p66"/>
            <p:cNvSpPr/>
            <p:nvPr/>
          </p:nvSpPr>
          <p:spPr>
            <a:xfrm>
              <a:off x="2794223" y="2001964"/>
              <a:ext cx="299" cy="68"/>
            </a:xfrm>
            <a:custGeom>
              <a:avLst/>
              <a:gdLst/>
              <a:ahLst/>
              <a:cxnLst/>
              <a:rect l="l" t="t" r="r" b="b"/>
              <a:pathLst>
                <a:path w="22" h="5" extrusionOk="0">
                  <a:moveTo>
                    <a:pt x="1" y="4"/>
                  </a:moveTo>
                  <a:lnTo>
                    <a:pt x="22"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67" name="Google Shape;5367;p66"/>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68" name="Google Shape;5368;p66"/>
            <p:cNvSpPr/>
            <p:nvPr/>
          </p:nvSpPr>
          <p:spPr>
            <a:xfrm>
              <a:off x="2888668" y="2013192"/>
              <a:ext cx="204" cy="244"/>
            </a:xfrm>
            <a:custGeom>
              <a:avLst/>
              <a:gdLst/>
              <a:ahLst/>
              <a:cxnLst/>
              <a:rect l="l" t="t" r="r" b="b"/>
              <a:pathLst>
                <a:path w="15" h="18" extrusionOk="0">
                  <a:moveTo>
                    <a:pt x="15" y="18"/>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69" name="Google Shape;5369;p66"/>
            <p:cNvSpPr/>
            <p:nvPr/>
          </p:nvSpPr>
          <p:spPr>
            <a:xfrm>
              <a:off x="2888913" y="2013478"/>
              <a:ext cx="109" cy="204"/>
            </a:xfrm>
            <a:custGeom>
              <a:avLst/>
              <a:gdLst/>
              <a:ahLst/>
              <a:cxnLst/>
              <a:rect l="l" t="t" r="r" b="b"/>
              <a:pathLst>
                <a:path w="8" h="15" extrusionOk="0">
                  <a:moveTo>
                    <a:pt x="7" y="1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70" name="Google Shape;5370;p66"/>
            <p:cNvSpPr/>
            <p:nvPr/>
          </p:nvSpPr>
          <p:spPr>
            <a:xfrm>
              <a:off x="2888438" y="2012907"/>
              <a:ext cx="149" cy="204"/>
            </a:xfrm>
            <a:custGeom>
              <a:avLst/>
              <a:gdLst/>
              <a:ahLst/>
              <a:cxnLst/>
              <a:rect l="l" t="t" r="r" b="b"/>
              <a:pathLst>
                <a:path w="11" h="15" extrusionOk="0">
                  <a:moveTo>
                    <a:pt x="11" y="1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71" name="Google Shape;5371;p66"/>
            <p:cNvSpPr/>
            <p:nvPr/>
          </p:nvSpPr>
          <p:spPr>
            <a:xfrm>
              <a:off x="2889049" y="2013708"/>
              <a:ext cx="163" cy="163"/>
            </a:xfrm>
            <a:custGeom>
              <a:avLst/>
              <a:gdLst/>
              <a:ahLst/>
              <a:cxnLst/>
              <a:rect l="l" t="t" r="r" b="b"/>
              <a:pathLst>
                <a:path w="12" h="12" extrusionOk="0">
                  <a:moveTo>
                    <a:pt x="11"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72" name="Google Shape;5372;p66"/>
            <p:cNvSpPr/>
            <p:nvPr/>
          </p:nvSpPr>
          <p:spPr>
            <a:xfrm>
              <a:off x="2887582" y="2011577"/>
              <a:ext cx="299" cy="434"/>
            </a:xfrm>
            <a:custGeom>
              <a:avLst/>
              <a:gdLst/>
              <a:ahLst/>
              <a:cxnLst/>
              <a:rect l="l" t="t" r="r" b="b"/>
              <a:pathLst>
                <a:path w="22" h="32" extrusionOk="0">
                  <a:moveTo>
                    <a:pt x="0" y="0"/>
                  </a:moveTo>
                  <a:lnTo>
                    <a:pt x="21"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73" name="Google Shape;5373;p66"/>
            <p:cNvSpPr/>
            <p:nvPr/>
          </p:nvSpPr>
          <p:spPr>
            <a:xfrm>
              <a:off x="2888247" y="2012568"/>
              <a:ext cx="149" cy="204"/>
            </a:xfrm>
            <a:custGeom>
              <a:avLst/>
              <a:gdLst/>
              <a:ahLst/>
              <a:cxnLst/>
              <a:rect l="l" t="t" r="r" b="b"/>
              <a:pathLst>
                <a:path w="11" h="15" extrusionOk="0">
                  <a:moveTo>
                    <a:pt x="11" y="1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74" name="Google Shape;5374;p66"/>
            <p:cNvSpPr/>
            <p:nvPr/>
          </p:nvSpPr>
          <p:spPr>
            <a:xfrm>
              <a:off x="2889239" y="2013898"/>
              <a:ext cx="109" cy="109"/>
            </a:xfrm>
            <a:custGeom>
              <a:avLst/>
              <a:gdLst/>
              <a:ahLst/>
              <a:cxnLst/>
              <a:rect l="l" t="t" r="r" b="b"/>
              <a:pathLst>
                <a:path w="8" h="8" extrusionOk="0">
                  <a:moveTo>
                    <a:pt x="8" y="8"/>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75" name="Google Shape;5375;p66"/>
            <p:cNvSpPr/>
            <p:nvPr/>
          </p:nvSpPr>
          <p:spPr>
            <a:xfrm>
              <a:off x="2887908" y="2012093"/>
              <a:ext cx="204" cy="353"/>
            </a:xfrm>
            <a:custGeom>
              <a:avLst/>
              <a:gdLst/>
              <a:ahLst/>
              <a:cxnLst/>
              <a:rect l="l" t="t" r="r" b="b"/>
              <a:pathLst>
                <a:path w="15" h="26" extrusionOk="0">
                  <a:moveTo>
                    <a:pt x="15" y="25"/>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76" name="Google Shape;5376;p66"/>
            <p:cNvSpPr/>
            <p:nvPr/>
          </p:nvSpPr>
          <p:spPr>
            <a:xfrm>
              <a:off x="2889334" y="2014048"/>
              <a:ext cx="163" cy="109"/>
            </a:xfrm>
            <a:custGeom>
              <a:avLst/>
              <a:gdLst/>
              <a:ahLst/>
              <a:cxnLst/>
              <a:rect l="l" t="t" r="r" b="b"/>
              <a:pathLst>
                <a:path w="12" h="8" extrusionOk="0">
                  <a:moveTo>
                    <a:pt x="11"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77" name="Google Shape;5377;p66"/>
            <p:cNvSpPr/>
            <p:nvPr/>
          </p:nvSpPr>
          <p:spPr>
            <a:xfrm>
              <a:off x="2893801" y="2010246"/>
              <a:ext cx="14" cy="54"/>
            </a:xfrm>
            <a:custGeom>
              <a:avLst/>
              <a:gdLst/>
              <a:ahLst/>
              <a:cxnLst/>
              <a:rect l="l" t="t" r="r" b="b"/>
              <a:pathLst>
                <a:path w="1" h="4" extrusionOk="0">
                  <a:moveTo>
                    <a:pt x="1" y="0"/>
                  </a:moveTo>
                  <a:lnTo>
                    <a:pt x="1" y="0"/>
                  </a:ln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78" name="Google Shape;5378;p66"/>
            <p:cNvSpPr/>
            <p:nvPr/>
          </p:nvSpPr>
          <p:spPr>
            <a:xfrm>
              <a:off x="2889483" y="2014143"/>
              <a:ext cx="54" cy="54"/>
            </a:xfrm>
            <a:custGeom>
              <a:avLst/>
              <a:gdLst/>
              <a:ahLst/>
              <a:cxnLst/>
              <a:rect l="l" t="t" r="r" b="b"/>
              <a:pathLst>
                <a:path w="4" h="4" extrusionOk="0">
                  <a:moveTo>
                    <a:pt x="4"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79" name="Google Shape;5379;p66"/>
            <p:cNvSpPr/>
            <p:nvPr/>
          </p:nvSpPr>
          <p:spPr>
            <a:xfrm>
              <a:off x="2889578" y="2014238"/>
              <a:ext cx="54" cy="14"/>
            </a:xfrm>
            <a:custGeom>
              <a:avLst/>
              <a:gdLst/>
              <a:ahLst/>
              <a:cxnLst/>
              <a:rect l="l" t="t" r="r" b="b"/>
              <a:pathLst>
                <a:path w="4" h="1" extrusionOk="0">
                  <a:moveTo>
                    <a:pt x="4"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80" name="Google Shape;5380;p66"/>
            <p:cNvSpPr/>
            <p:nvPr/>
          </p:nvSpPr>
          <p:spPr>
            <a:xfrm>
              <a:off x="2889619" y="2014279"/>
              <a:ext cx="68" cy="14"/>
            </a:xfrm>
            <a:custGeom>
              <a:avLst/>
              <a:gdLst/>
              <a:ahLst/>
              <a:cxnLst/>
              <a:rect l="l" t="t" r="r" b="b"/>
              <a:pathLst>
                <a:path w="5" h="1" extrusionOk="0">
                  <a:moveTo>
                    <a:pt x="4"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81" name="Google Shape;5381;p66"/>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82" name="Google Shape;5382;p66"/>
            <p:cNvSpPr/>
            <p:nvPr/>
          </p:nvSpPr>
          <p:spPr>
            <a:xfrm>
              <a:off x="2893950" y="2010952"/>
              <a:ext cx="54" cy="299"/>
            </a:xfrm>
            <a:custGeom>
              <a:avLst/>
              <a:gdLst/>
              <a:ahLst/>
              <a:cxnLst/>
              <a:rect l="l" t="t" r="r" b="b"/>
              <a:pathLst>
                <a:path w="4" h="22" extrusionOk="0">
                  <a:moveTo>
                    <a:pt x="0" y="1"/>
                  </a:moveTo>
                  <a:lnTo>
                    <a:pt x="4"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83" name="Google Shape;5383;p66"/>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84" name="Google Shape;5384;p66"/>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85" name="Google Shape;5385;p66"/>
            <p:cNvSpPr/>
            <p:nvPr/>
          </p:nvSpPr>
          <p:spPr>
            <a:xfrm>
              <a:off x="2889714" y="2014333"/>
              <a:ext cx="14" cy="14"/>
            </a:xfrm>
            <a:custGeom>
              <a:avLst/>
              <a:gdLst/>
              <a:ahLst/>
              <a:cxnLst/>
              <a:rect l="l" t="t" r="r" b="b"/>
              <a:pathLst>
                <a:path w="1" h="1" extrusionOk="0">
                  <a:moveTo>
                    <a:pt x="1"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86" name="Google Shape;5386;p66"/>
            <p:cNvSpPr/>
            <p:nvPr/>
          </p:nvSpPr>
          <p:spPr>
            <a:xfrm>
              <a:off x="2893855" y="2010477"/>
              <a:ext cx="54" cy="353"/>
            </a:xfrm>
            <a:custGeom>
              <a:avLst/>
              <a:gdLst/>
              <a:ahLst/>
              <a:cxnLst/>
              <a:rect l="l" t="t" r="r" b="b"/>
              <a:pathLst>
                <a:path w="4" h="26" extrusionOk="0">
                  <a:moveTo>
                    <a:pt x="0" y="1"/>
                  </a:moveTo>
                  <a:lnTo>
                    <a:pt x="4"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87" name="Google Shape;5387;p66"/>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88" name="Google Shape;5388;p66"/>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89" name="Google Shape;5389;p66"/>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90" name="Google Shape;5390;p66"/>
            <p:cNvSpPr/>
            <p:nvPr/>
          </p:nvSpPr>
          <p:spPr>
            <a:xfrm>
              <a:off x="2333674" y="1784181"/>
              <a:ext cx="14" cy="14"/>
            </a:xfrm>
            <a:custGeom>
              <a:avLst/>
              <a:gdLst/>
              <a:ahLst/>
              <a:cxnLst/>
              <a:rect l="l" t="t" r="r" b="b"/>
              <a:pathLst>
                <a:path w="1" h="1" extrusionOk="0">
                  <a:moveTo>
                    <a:pt x="1"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91" name="Google Shape;5391;p66"/>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92" name="Google Shape;5392;p66"/>
            <p:cNvSpPr/>
            <p:nvPr/>
          </p:nvSpPr>
          <p:spPr>
            <a:xfrm>
              <a:off x="2334530" y="1788403"/>
              <a:ext cx="204" cy="828"/>
            </a:xfrm>
            <a:custGeom>
              <a:avLst/>
              <a:gdLst/>
              <a:ahLst/>
              <a:cxnLst/>
              <a:rect l="l" t="t" r="r" b="b"/>
              <a:pathLst>
                <a:path w="15" h="61" extrusionOk="0">
                  <a:moveTo>
                    <a:pt x="1" y="1"/>
                  </a:moveTo>
                  <a:lnTo>
                    <a:pt x="15" y="6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93" name="Google Shape;5393;p66"/>
            <p:cNvSpPr/>
            <p:nvPr/>
          </p:nvSpPr>
          <p:spPr>
            <a:xfrm>
              <a:off x="2334340" y="1787697"/>
              <a:ext cx="204" cy="720"/>
            </a:xfrm>
            <a:custGeom>
              <a:avLst/>
              <a:gdLst/>
              <a:ahLst/>
              <a:cxnLst/>
              <a:rect l="l" t="t" r="r" b="b"/>
              <a:pathLst>
                <a:path w="15" h="53" extrusionOk="0">
                  <a:moveTo>
                    <a:pt x="1" y="0"/>
                  </a:moveTo>
                  <a:lnTo>
                    <a:pt x="15" y="53"/>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94" name="Google Shape;5394;p66"/>
            <p:cNvSpPr/>
            <p:nvPr/>
          </p:nvSpPr>
          <p:spPr>
            <a:xfrm>
              <a:off x="2333770" y="1785036"/>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95" name="Google Shape;5395;p66"/>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96" name="Google Shape;5396;p66"/>
            <p:cNvSpPr/>
            <p:nvPr/>
          </p:nvSpPr>
          <p:spPr>
            <a:xfrm>
              <a:off x="2333865" y="1785742"/>
              <a:ext cx="14" cy="109"/>
            </a:xfrm>
            <a:custGeom>
              <a:avLst/>
              <a:gdLst/>
              <a:ahLst/>
              <a:cxnLst/>
              <a:rect l="l" t="t" r="r" b="b"/>
              <a:pathLst>
                <a:path w="1" h="8" extrusionOk="0">
                  <a:moveTo>
                    <a:pt x="1"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97" name="Google Shape;5397;p66"/>
            <p:cNvSpPr/>
            <p:nvPr/>
          </p:nvSpPr>
          <p:spPr>
            <a:xfrm>
              <a:off x="2334055" y="1786462"/>
              <a:ext cx="14" cy="109"/>
            </a:xfrm>
            <a:custGeom>
              <a:avLst/>
              <a:gdLst/>
              <a:ahLst/>
              <a:cxnLst/>
              <a:rect l="l" t="t" r="r" b="b"/>
              <a:pathLst>
                <a:path w="1" h="8" extrusionOk="0">
                  <a:moveTo>
                    <a:pt x="1"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98" name="Google Shape;5398;p66"/>
            <p:cNvSpPr/>
            <p:nvPr/>
          </p:nvSpPr>
          <p:spPr>
            <a:xfrm>
              <a:off x="2333674" y="1784181"/>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399" name="Google Shape;5399;p66"/>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00" name="Google Shape;5400;p66"/>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01" name="Google Shape;5401;p66"/>
            <p:cNvSpPr/>
            <p:nvPr/>
          </p:nvSpPr>
          <p:spPr>
            <a:xfrm>
              <a:off x="2337666" y="1793631"/>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02" name="Google Shape;5402;p66"/>
            <p:cNvSpPr/>
            <p:nvPr/>
          </p:nvSpPr>
          <p:spPr>
            <a:xfrm>
              <a:off x="2338046" y="1793590"/>
              <a:ext cx="679" cy="14"/>
            </a:xfrm>
            <a:custGeom>
              <a:avLst/>
              <a:gdLst/>
              <a:ahLst/>
              <a:cxnLst/>
              <a:rect l="l" t="t" r="r" b="b"/>
              <a:pathLst>
                <a:path w="50" h="1" extrusionOk="0">
                  <a:moveTo>
                    <a:pt x="1" y="0"/>
                  </a:moveTo>
                  <a:lnTo>
                    <a:pt x="5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03" name="Google Shape;5403;p66"/>
            <p:cNvSpPr/>
            <p:nvPr/>
          </p:nvSpPr>
          <p:spPr>
            <a:xfrm>
              <a:off x="2342663" y="1794255"/>
              <a:ext cx="353" cy="204"/>
            </a:xfrm>
            <a:custGeom>
              <a:avLst/>
              <a:gdLst/>
              <a:ahLst/>
              <a:cxnLst/>
              <a:rect l="l" t="t" r="r" b="b"/>
              <a:pathLst>
                <a:path w="26" h="15" extrusionOk="0">
                  <a:moveTo>
                    <a:pt x="1" y="0"/>
                  </a:moveTo>
                  <a:lnTo>
                    <a:pt x="25"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04" name="Google Shape;5404;p66"/>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05" name="Google Shape;5405;p66"/>
            <p:cNvSpPr/>
            <p:nvPr/>
          </p:nvSpPr>
          <p:spPr>
            <a:xfrm>
              <a:off x="2343192" y="1794540"/>
              <a:ext cx="109" cy="54"/>
            </a:xfrm>
            <a:custGeom>
              <a:avLst/>
              <a:gdLst/>
              <a:ahLst/>
              <a:cxnLst/>
              <a:rect l="l" t="t" r="r" b="b"/>
              <a:pathLst>
                <a:path w="8" h="4" extrusionOk="0">
                  <a:moveTo>
                    <a:pt x="0" y="0"/>
                  </a:moveTo>
                  <a:lnTo>
                    <a:pt x="7"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06" name="Google Shape;5406;p66"/>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07" name="Google Shape;5407;p66"/>
            <p:cNvSpPr/>
            <p:nvPr/>
          </p:nvSpPr>
          <p:spPr>
            <a:xfrm>
              <a:off x="2382309" y="1818355"/>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08" name="Google Shape;5408;p66"/>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09" name="Google Shape;5409;p66"/>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10" name="Google Shape;5410;p66"/>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11" name="Google Shape;5411;p66"/>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12" name="Google Shape;5412;p66"/>
            <p:cNvSpPr/>
            <p:nvPr/>
          </p:nvSpPr>
          <p:spPr>
            <a:xfrm>
              <a:off x="2397991" y="1811743"/>
              <a:ext cx="204" cy="14"/>
            </a:xfrm>
            <a:custGeom>
              <a:avLst/>
              <a:gdLst/>
              <a:ahLst/>
              <a:cxnLst/>
              <a:rect l="l" t="t" r="r" b="b"/>
              <a:pathLst>
                <a:path w="15" h="1" extrusionOk="0">
                  <a:moveTo>
                    <a:pt x="0" y="1"/>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13" name="Google Shape;5413;p66"/>
            <p:cNvSpPr/>
            <p:nvPr/>
          </p:nvSpPr>
          <p:spPr>
            <a:xfrm>
              <a:off x="2393185" y="1816685"/>
              <a:ext cx="14" cy="68"/>
            </a:xfrm>
            <a:custGeom>
              <a:avLst/>
              <a:gdLst/>
              <a:ahLst/>
              <a:cxnLst/>
              <a:rect l="l" t="t" r="r" b="b"/>
              <a:pathLst>
                <a:path w="1" h="5" extrusionOk="0">
                  <a:moveTo>
                    <a:pt x="1"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14" name="Google Shape;5414;p66"/>
            <p:cNvSpPr/>
            <p:nvPr/>
          </p:nvSpPr>
          <p:spPr>
            <a:xfrm>
              <a:off x="2399702" y="1812598"/>
              <a:ext cx="204" cy="204"/>
            </a:xfrm>
            <a:custGeom>
              <a:avLst/>
              <a:gdLst/>
              <a:ahLst/>
              <a:cxnLst/>
              <a:rect l="l" t="t" r="r" b="b"/>
              <a:pathLst>
                <a:path w="15" h="15" extrusionOk="0">
                  <a:moveTo>
                    <a:pt x="1" y="1"/>
                  </a:moveTo>
                  <a:lnTo>
                    <a:pt x="15"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15" name="Google Shape;5415;p66"/>
            <p:cNvSpPr/>
            <p:nvPr/>
          </p:nvSpPr>
          <p:spPr>
            <a:xfrm>
              <a:off x="2399227" y="1812273"/>
              <a:ext cx="204" cy="149"/>
            </a:xfrm>
            <a:custGeom>
              <a:avLst/>
              <a:gdLst/>
              <a:ahLst/>
              <a:cxnLst/>
              <a:rect l="l" t="t" r="r" b="b"/>
              <a:pathLst>
                <a:path w="15" h="11" extrusionOk="0">
                  <a:moveTo>
                    <a:pt x="1" y="0"/>
                  </a:moveTo>
                  <a:lnTo>
                    <a:pt x="15"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16" name="Google Shape;5416;p66"/>
            <p:cNvSpPr/>
            <p:nvPr/>
          </p:nvSpPr>
          <p:spPr>
            <a:xfrm>
              <a:off x="2398426" y="1811838"/>
              <a:ext cx="149" cy="68"/>
            </a:xfrm>
            <a:custGeom>
              <a:avLst/>
              <a:gdLst/>
              <a:ahLst/>
              <a:cxnLst/>
              <a:rect l="l" t="t" r="r" b="b"/>
              <a:pathLst>
                <a:path w="11" h="5" extrusionOk="0">
                  <a:moveTo>
                    <a:pt x="0" y="1"/>
                  </a:moveTo>
                  <a:lnTo>
                    <a:pt x="1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17" name="Google Shape;5417;p66"/>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18" name="Google Shape;5418;p66"/>
            <p:cNvSpPr/>
            <p:nvPr/>
          </p:nvSpPr>
          <p:spPr>
            <a:xfrm>
              <a:off x="2393755" y="1815409"/>
              <a:ext cx="68" cy="109"/>
            </a:xfrm>
            <a:custGeom>
              <a:avLst/>
              <a:gdLst/>
              <a:ahLst/>
              <a:cxnLst/>
              <a:rect l="l" t="t" r="r" b="b"/>
              <a:pathLst>
                <a:path w="5" h="8" extrusionOk="0">
                  <a:moveTo>
                    <a:pt x="1" y="7"/>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19" name="Google Shape;5419;p66"/>
            <p:cNvSpPr/>
            <p:nvPr/>
          </p:nvSpPr>
          <p:spPr>
            <a:xfrm>
              <a:off x="2400747" y="1813549"/>
              <a:ext cx="204" cy="163"/>
            </a:xfrm>
            <a:custGeom>
              <a:avLst/>
              <a:gdLst/>
              <a:ahLst/>
              <a:cxnLst/>
              <a:rect l="l" t="t" r="r" b="b"/>
              <a:pathLst>
                <a:path w="15" h="12" extrusionOk="0">
                  <a:moveTo>
                    <a:pt x="15"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20" name="Google Shape;5420;p66"/>
            <p:cNvSpPr/>
            <p:nvPr/>
          </p:nvSpPr>
          <p:spPr>
            <a:xfrm>
              <a:off x="2393375" y="1816169"/>
              <a:ext cx="68" cy="109"/>
            </a:xfrm>
            <a:custGeom>
              <a:avLst/>
              <a:gdLst/>
              <a:ahLst/>
              <a:cxnLst/>
              <a:rect l="l" t="t" r="r" b="b"/>
              <a:pathLst>
                <a:path w="5" h="8" extrusionOk="0">
                  <a:moveTo>
                    <a:pt x="1" y="7"/>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21" name="Google Shape;5421;p66"/>
            <p:cNvSpPr/>
            <p:nvPr/>
          </p:nvSpPr>
          <p:spPr>
            <a:xfrm>
              <a:off x="2400177" y="1813033"/>
              <a:ext cx="299" cy="244"/>
            </a:xfrm>
            <a:custGeom>
              <a:avLst/>
              <a:gdLst/>
              <a:ahLst/>
              <a:cxnLst/>
              <a:rect l="l" t="t" r="r" b="b"/>
              <a:pathLst>
                <a:path w="22" h="18" extrusionOk="0">
                  <a:moveTo>
                    <a:pt x="1" y="0"/>
                  </a:moveTo>
                  <a:lnTo>
                    <a:pt x="22"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22" name="Google Shape;5422;p66"/>
            <p:cNvSpPr/>
            <p:nvPr/>
          </p:nvSpPr>
          <p:spPr>
            <a:xfrm>
              <a:off x="2393565" y="1815735"/>
              <a:ext cx="68" cy="109"/>
            </a:xfrm>
            <a:custGeom>
              <a:avLst/>
              <a:gdLst/>
              <a:ahLst/>
              <a:cxnLst/>
              <a:rect l="l" t="t" r="r" b="b"/>
              <a:pathLst>
                <a:path w="5" h="8" extrusionOk="0">
                  <a:moveTo>
                    <a:pt x="1" y="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23" name="Google Shape;5423;p66"/>
            <p:cNvSpPr/>
            <p:nvPr/>
          </p:nvSpPr>
          <p:spPr>
            <a:xfrm>
              <a:off x="2398806" y="1812028"/>
              <a:ext cx="204" cy="109"/>
            </a:xfrm>
            <a:custGeom>
              <a:avLst/>
              <a:gdLst/>
              <a:ahLst/>
              <a:cxnLst/>
              <a:rect l="l" t="t" r="r" b="b"/>
              <a:pathLst>
                <a:path w="15" h="8" extrusionOk="0">
                  <a:moveTo>
                    <a:pt x="0" y="1"/>
                  </a:moveTo>
                  <a:lnTo>
                    <a:pt x="14"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24" name="Google Shape;5424;p66"/>
            <p:cNvSpPr/>
            <p:nvPr/>
          </p:nvSpPr>
          <p:spPr>
            <a:xfrm>
              <a:off x="2394420" y="1814268"/>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25" name="Google Shape;5425;p66"/>
            <p:cNvSpPr/>
            <p:nvPr/>
          </p:nvSpPr>
          <p:spPr>
            <a:xfrm>
              <a:off x="2394040" y="1814839"/>
              <a:ext cx="68" cy="109"/>
            </a:xfrm>
            <a:custGeom>
              <a:avLst/>
              <a:gdLst/>
              <a:ahLst/>
              <a:cxnLst/>
              <a:rect l="l" t="t" r="r" b="b"/>
              <a:pathLst>
                <a:path w="5" h="8" extrusionOk="0">
                  <a:moveTo>
                    <a:pt x="1" y="7"/>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26" name="Google Shape;5426;p66"/>
            <p:cNvSpPr/>
            <p:nvPr/>
          </p:nvSpPr>
          <p:spPr>
            <a:xfrm>
              <a:off x="2394135" y="1814649"/>
              <a:ext cx="14" cy="54"/>
            </a:xfrm>
            <a:custGeom>
              <a:avLst/>
              <a:gdLst/>
              <a:ahLst/>
              <a:cxnLst/>
              <a:rect l="l" t="t" r="r" b="b"/>
              <a:pathLst>
                <a:path w="1" h="4" extrusionOk="0">
                  <a:moveTo>
                    <a:pt x="1"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27" name="Google Shape;5427;p66"/>
            <p:cNvSpPr/>
            <p:nvPr/>
          </p:nvSpPr>
          <p:spPr>
            <a:xfrm>
              <a:off x="2394230" y="1814499"/>
              <a:ext cx="14" cy="68"/>
            </a:xfrm>
            <a:custGeom>
              <a:avLst/>
              <a:gdLst/>
              <a:ahLst/>
              <a:cxnLst/>
              <a:rect l="l" t="t" r="r" b="b"/>
              <a:pathLst>
                <a:path w="1" h="5" extrusionOk="0">
                  <a:moveTo>
                    <a:pt x="1"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28" name="Google Shape;5428;p66"/>
            <p:cNvSpPr/>
            <p:nvPr/>
          </p:nvSpPr>
          <p:spPr>
            <a:xfrm>
              <a:off x="2394380" y="1814309"/>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29" name="Google Shape;5429;p66"/>
            <p:cNvSpPr/>
            <p:nvPr/>
          </p:nvSpPr>
          <p:spPr>
            <a:xfrm>
              <a:off x="2394325" y="1814404"/>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30" name="Google Shape;5430;p66"/>
            <p:cNvSpPr/>
            <p:nvPr/>
          </p:nvSpPr>
          <p:spPr>
            <a:xfrm>
              <a:off x="2393904" y="1815070"/>
              <a:ext cx="54" cy="109"/>
            </a:xfrm>
            <a:custGeom>
              <a:avLst/>
              <a:gdLst/>
              <a:ahLst/>
              <a:cxnLst/>
              <a:rect l="l" t="t" r="r" b="b"/>
              <a:pathLst>
                <a:path w="4" h="8" extrusionOk="0">
                  <a:moveTo>
                    <a:pt x="0" y="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31" name="Google Shape;5431;p66"/>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32" name="Google Shape;5432;p66"/>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33" name="Google Shape;5433;p66"/>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34" name="Google Shape;5434;p66"/>
            <p:cNvSpPr/>
            <p:nvPr/>
          </p:nvSpPr>
          <p:spPr>
            <a:xfrm>
              <a:off x="2083563" y="1634394"/>
              <a:ext cx="149" cy="109"/>
            </a:xfrm>
            <a:custGeom>
              <a:avLst/>
              <a:gdLst/>
              <a:ahLst/>
              <a:cxnLst/>
              <a:rect l="l" t="t" r="r" b="b"/>
              <a:pathLst>
                <a:path w="11" h="8" extrusionOk="0">
                  <a:moveTo>
                    <a:pt x="11"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35" name="Google Shape;5435;p66"/>
            <p:cNvSpPr/>
            <p:nvPr/>
          </p:nvSpPr>
          <p:spPr>
            <a:xfrm>
              <a:off x="2066972" y="1624699"/>
              <a:ext cx="68" cy="68"/>
            </a:xfrm>
            <a:custGeom>
              <a:avLst/>
              <a:gdLst/>
              <a:ahLst/>
              <a:cxnLst/>
              <a:rect l="l" t="t" r="r" b="b"/>
              <a:pathLst>
                <a:path w="5" h="5" extrusionOk="0">
                  <a:moveTo>
                    <a:pt x="1" y="1"/>
                  </a:moveTo>
                  <a:lnTo>
                    <a:pt x="4"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36" name="Google Shape;5436;p66"/>
            <p:cNvSpPr/>
            <p:nvPr/>
          </p:nvSpPr>
          <p:spPr>
            <a:xfrm>
              <a:off x="2087840" y="1638630"/>
              <a:ext cx="244" cy="299"/>
            </a:xfrm>
            <a:custGeom>
              <a:avLst/>
              <a:gdLst/>
              <a:ahLst/>
              <a:cxnLst/>
              <a:rect l="l" t="t" r="r" b="b"/>
              <a:pathLst>
                <a:path w="18" h="22" extrusionOk="0">
                  <a:moveTo>
                    <a:pt x="1" y="1"/>
                  </a:moveTo>
                  <a:lnTo>
                    <a:pt x="18"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37" name="Google Shape;5437;p66"/>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38" name="Google Shape;5438;p66"/>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39" name="Google Shape;5439;p66"/>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40" name="Google Shape;5440;p66"/>
            <p:cNvSpPr/>
            <p:nvPr/>
          </p:nvSpPr>
          <p:spPr>
            <a:xfrm>
              <a:off x="2088411" y="1639295"/>
              <a:ext cx="204" cy="204"/>
            </a:xfrm>
            <a:custGeom>
              <a:avLst/>
              <a:gdLst/>
              <a:ahLst/>
              <a:cxnLst/>
              <a:rect l="l" t="t" r="r" b="b"/>
              <a:pathLst>
                <a:path w="15" h="15" extrusionOk="0">
                  <a:moveTo>
                    <a:pt x="15" y="15"/>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41" name="Google Shape;5441;p66"/>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42" name="Google Shape;5442;p66"/>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43" name="Google Shape;5443;p66"/>
            <p:cNvSpPr/>
            <p:nvPr/>
          </p:nvSpPr>
          <p:spPr>
            <a:xfrm>
              <a:off x="2088125" y="1638969"/>
              <a:ext cx="204" cy="244"/>
            </a:xfrm>
            <a:custGeom>
              <a:avLst/>
              <a:gdLst/>
              <a:ahLst/>
              <a:cxnLst/>
              <a:rect l="l" t="t" r="r" b="b"/>
              <a:pathLst>
                <a:path w="15" h="18" extrusionOk="0">
                  <a:moveTo>
                    <a:pt x="1" y="0"/>
                  </a:moveTo>
                  <a:lnTo>
                    <a:pt x="15"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44" name="Google Shape;5444;p66"/>
            <p:cNvSpPr/>
            <p:nvPr/>
          </p:nvSpPr>
          <p:spPr>
            <a:xfrm>
              <a:off x="2088696" y="1639580"/>
              <a:ext cx="258" cy="204"/>
            </a:xfrm>
            <a:custGeom>
              <a:avLst/>
              <a:gdLst/>
              <a:ahLst/>
              <a:cxnLst/>
              <a:rect l="l" t="t" r="r" b="b"/>
              <a:pathLst>
                <a:path w="19" h="15" extrusionOk="0">
                  <a:moveTo>
                    <a:pt x="1" y="1"/>
                  </a:moveTo>
                  <a:lnTo>
                    <a:pt x="18"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45" name="Google Shape;5445;p66"/>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46" name="Google Shape;5446;p66"/>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47" name="Google Shape;5447;p66"/>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48" name="Google Shape;5448;p66"/>
            <p:cNvSpPr/>
            <p:nvPr/>
          </p:nvSpPr>
          <p:spPr>
            <a:xfrm>
              <a:off x="2101676" y="1658019"/>
              <a:ext cx="244" cy="163"/>
            </a:xfrm>
            <a:custGeom>
              <a:avLst/>
              <a:gdLst/>
              <a:ahLst/>
              <a:cxnLst/>
              <a:rect l="l" t="t" r="r" b="b"/>
              <a:pathLst>
                <a:path w="18" h="12" extrusionOk="0">
                  <a:moveTo>
                    <a:pt x="0" y="11"/>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49" name="Google Shape;5449;p66"/>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50" name="Google Shape;5450;p66"/>
            <p:cNvSpPr/>
            <p:nvPr/>
          </p:nvSpPr>
          <p:spPr>
            <a:xfrm>
              <a:off x="2101296" y="1658209"/>
              <a:ext cx="244" cy="163"/>
            </a:xfrm>
            <a:custGeom>
              <a:avLst/>
              <a:gdLst/>
              <a:ahLst/>
              <a:cxnLst/>
              <a:rect l="l" t="t" r="r" b="b"/>
              <a:pathLst>
                <a:path w="18" h="12" extrusionOk="0">
                  <a:moveTo>
                    <a:pt x="0" y="11"/>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51" name="Google Shape;5451;p66"/>
            <p:cNvSpPr/>
            <p:nvPr/>
          </p:nvSpPr>
          <p:spPr>
            <a:xfrm>
              <a:off x="2100630" y="1658684"/>
              <a:ext cx="244" cy="204"/>
            </a:xfrm>
            <a:custGeom>
              <a:avLst/>
              <a:gdLst/>
              <a:ahLst/>
              <a:cxnLst/>
              <a:rect l="l" t="t" r="r" b="b"/>
              <a:pathLst>
                <a:path w="18" h="15" extrusionOk="0">
                  <a:moveTo>
                    <a:pt x="0" y="15"/>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52" name="Google Shape;5452;p66"/>
            <p:cNvSpPr/>
            <p:nvPr/>
          </p:nvSpPr>
          <p:spPr>
            <a:xfrm>
              <a:off x="2100956" y="1658453"/>
              <a:ext cx="258" cy="204"/>
            </a:xfrm>
            <a:custGeom>
              <a:avLst/>
              <a:gdLst/>
              <a:ahLst/>
              <a:cxnLst/>
              <a:rect l="l" t="t" r="r" b="b"/>
              <a:pathLst>
                <a:path w="19" h="15" extrusionOk="0">
                  <a:moveTo>
                    <a:pt x="1" y="14"/>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53" name="Google Shape;5453;p66"/>
            <p:cNvSpPr/>
            <p:nvPr/>
          </p:nvSpPr>
          <p:spPr>
            <a:xfrm>
              <a:off x="2102056" y="1657829"/>
              <a:ext cx="204" cy="163"/>
            </a:xfrm>
            <a:custGeom>
              <a:avLst/>
              <a:gdLst/>
              <a:ahLst/>
              <a:cxnLst/>
              <a:rect l="l" t="t" r="r" b="b"/>
              <a:pathLst>
                <a:path w="15" h="12" extrusionOk="0">
                  <a:moveTo>
                    <a:pt x="0" y="11"/>
                  </a:moveTo>
                  <a:lnTo>
                    <a:pt x="1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54" name="Google Shape;5454;p66"/>
            <p:cNvSpPr/>
            <p:nvPr/>
          </p:nvSpPr>
          <p:spPr>
            <a:xfrm>
              <a:off x="2103142" y="1657543"/>
              <a:ext cx="258" cy="68"/>
            </a:xfrm>
            <a:custGeom>
              <a:avLst/>
              <a:gdLst/>
              <a:ahLst/>
              <a:cxnLst/>
              <a:rect l="l" t="t" r="r" b="b"/>
              <a:pathLst>
                <a:path w="19" h="5" extrusionOk="0">
                  <a:moveTo>
                    <a:pt x="1" y="4"/>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55" name="Google Shape;5455;p66"/>
            <p:cNvSpPr/>
            <p:nvPr/>
          </p:nvSpPr>
          <p:spPr>
            <a:xfrm>
              <a:off x="2102816" y="1657638"/>
              <a:ext cx="204" cy="68"/>
            </a:xfrm>
            <a:custGeom>
              <a:avLst/>
              <a:gdLst/>
              <a:ahLst/>
              <a:cxnLst/>
              <a:rect l="l" t="t" r="r" b="b"/>
              <a:pathLst>
                <a:path w="15" h="5" extrusionOk="0">
                  <a:moveTo>
                    <a:pt x="0" y="4"/>
                  </a:moveTo>
                  <a:lnTo>
                    <a:pt x="1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56" name="Google Shape;5456;p66"/>
            <p:cNvSpPr/>
            <p:nvPr/>
          </p:nvSpPr>
          <p:spPr>
            <a:xfrm>
              <a:off x="2102436" y="1657733"/>
              <a:ext cx="204" cy="68"/>
            </a:xfrm>
            <a:custGeom>
              <a:avLst/>
              <a:gdLst/>
              <a:ahLst/>
              <a:cxnLst/>
              <a:rect l="l" t="t" r="r" b="b"/>
              <a:pathLst>
                <a:path w="15" h="5" extrusionOk="0">
                  <a:moveTo>
                    <a:pt x="0" y="4"/>
                  </a:moveTo>
                  <a:lnTo>
                    <a:pt x="1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57" name="Google Shape;5457;p66"/>
            <p:cNvSpPr/>
            <p:nvPr/>
          </p:nvSpPr>
          <p:spPr>
            <a:xfrm>
              <a:off x="2100345" y="1659023"/>
              <a:ext cx="204" cy="204"/>
            </a:xfrm>
            <a:custGeom>
              <a:avLst/>
              <a:gdLst/>
              <a:ahLst/>
              <a:cxnLst/>
              <a:rect l="l" t="t" r="r" b="b"/>
              <a:pathLst>
                <a:path w="15" h="15" extrusionOk="0">
                  <a:moveTo>
                    <a:pt x="0" y="14"/>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58" name="Google Shape;5458;p66"/>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59" name="Google Shape;5459;p66"/>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60" name="Google Shape;5460;p66"/>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61" name="Google Shape;5461;p66"/>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62" name="Google Shape;5462;p66"/>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63" name="Google Shape;5463;p66"/>
            <p:cNvSpPr/>
            <p:nvPr/>
          </p:nvSpPr>
          <p:spPr>
            <a:xfrm>
              <a:off x="2100060" y="1659308"/>
              <a:ext cx="204" cy="244"/>
            </a:xfrm>
            <a:custGeom>
              <a:avLst/>
              <a:gdLst/>
              <a:ahLst/>
              <a:cxnLst/>
              <a:rect l="l" t="t" r="r" b="b"/>
              <a:pathLst>
                <a:path w="15" h="18" extrusionOk="0">
                  <a:moveTo>
                    <a:pt x="0" y="18"/>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64" name="Google Shape;5464;p66"/>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65" name="Google Shape;5465;p66"/>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66" name="Google Shape;5466;p66"/>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67" name="Google Shape;5467;p66"/>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68" name="Google Shape;5468;p66"/>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69" name="Google Shape;5469;p66"/>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70" name="Google Shape;5470;p66"/>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71" name="Google Shape;5471;p66"/>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72" name="Google Shape;5472;p66"/>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73" name="Google Shape;5473;p66"/>
            <p:cNvSpPr/>
            <p:nvPr/>
          </p:nvSpPr>
          <p:spPr>
            <a:xfrm>
              <a:off x="1391722" y="1941503"/>
              <a:ext cx="14" cy="163"/>
            </a:xfrm>
            <a:custGeom>
              <a:avLst/>
              <a:gdLst/>
              <a:ahLst/>
              <a:cxnLst/>
              <a:rect l="l" t="t" r="r" b="b"/>
              <a:pathLst>
                <a:path w="1" h="12" extrusionOk="0">
                  <a:moveTo>
                    <a:pt x="1"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74" name="Google Shape;5474;p66"/>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75" name="Google Shape;5475;p66"/>
            <p:cNvSpPr/>
            <p:nvPr/>
          </p:nvSpPr>
          <p:spPr>
            <a:xfrm>
              <a:off x="1391586" y="1938937"/>
              <a:ext cx="14" cy="68"/>
            </a:xfrm>
            <a:custGeom>
              <a:avLst/>
              <a:gdLst/>
              <a:ahLst/>
              <a:cxnLst/>
              <a:rect l="l" t="t" r="r" b="b"/>
              <a:pathLst>
                <a:path w="1" h="5" extrusionOk="0">
                  <a:moveTo>
                    <a:pt x="0"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76" name="Google Shape;5476;p66"/>
            <p:cNvSpPr/>
            <p:nvPr/>
          </p:nvSpPr>
          <p:spPr>
            <a:xfrm>
              <a:off x="1381403" y="1935230"/>
              <a:ext cx="204" cy="163"/>
            </a:xfrm>
            <a:custGeom>
              <a:avLst/>
              <a:gdLst/>
              <a:ahLst/>
              <a:cxnLst/>
              <a:rect l="l" t="t" r="r" b="b"/>
              <a:pathLst>
                <a:path w="15" h="12" extrusionOk="0">
                  <a:moveTo>
                    <a:pt x="15"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77" name="Google Shape;5477;p66"/>
            <p:cNvSpPr/>
            <p:nvPr/>
          </p:nvSpPr>
          <p:spPr>
            <a:xfrm>
              <a:off x="1391396" y="1938516"/>
              <a:ext cx="14" cy="54"/>
            </a:xfrm>
            <a:custGeom>
              <a:avLst/>
              <a:gdLst/>
              <a:ahLst/>
              <a:cxnLst/>
              <a:rect l="l" t="t" r="r" b="b"/>
              <a:pathLst>
                <a:path w="1" h="4" extrusionOk="0">
                  <a:moveTo>
                    <a:pt x="0"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78" name="Google Shape;5478;p66"/>
            <p:cNvSpPr/>
            <p:nvPr/>
          </p:nvSpPr>
          <p:spPr>
            <a:xfrm>
              <a:off x="1382163" y="1935665"/>
              <a:ext cx="204" cy="109"/>
            </a:xfrm>
            <a:custGeom>
              <a:avLst/>
              <a:gdLst/>
              <a:ahLst/>
              <a:cxnLst/>
              <a:rect l="l" t="t" r="r" b="b"/>
              <a:pathLst>
                <a:path w="15" h="8" extrusionOk="0">
                  <a:moveTo>
                    <a:pt x="15"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79" name="Google Shape;5479;p66"/>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80" name="Google Shape;5480;p66"/>
            <p:cNvSpPr/>
            <p:nvPr/>
          </p:nvSpPr>
          <p:spPr>
            <a:xfrm>
              <a:off x="1391627" y="1941978"/>
              <a:ext cx="14" cy="204"/>
            </a:xfrm>
            <a:custGeom>
              <a:avLst/>
              <a:gdLst/>
              <a:ahLst/>
              <a:cxnLst/>
              <a:rect l="l" t="t" r="r" b="b"/>
              <a:pathLst>
                <a:path w="1" h="15" extrusionOk="0">
                  <a:moveTo>
                    <a:pt x="1" y="15"/>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81" name="Google Shape;5481;p66"/>
            <p:cNvSpPr/>
            <p:nvPr/>
          </p:nvSpPr>
          <p:spPr>
            <a:xfrm>
              <a:off x="1391722" y="1939602"/>
              <a:ext cx="14" cy="109"/>
            </a:xfrm>
            <a:custGeom>
              <a:avLst/>
              <a:gdLst/>
              <a:ahLst/>
              <a:cxnLst/>
              <a:rect l="l" t="t" r="r" b="b"/>
              <a:pathLst>
                <a:path w="1" h="8" extrusionOk="0">
                  <a:moveTo>
                    <a:pt x="1" y="8"/>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82" name="Google Shape;5482;p66"/>
            <p:cNvSpPr/>
            <p:nvPr/>
          </p:nvSpPr>
          <p:spPr>
            <a:xfrm>
              <a:off x="1391722" y="1939983"/>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83" name="Google Shape;5483;p66"/>
            <p:cNvSpPr/>
            <p:nvPr/>
          </p:nvSpPr>
          <p:spPr>
            <a:xfrm>
              <a:off x="1391722" y="1939412"/>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84" name="Google Shape;5484;p66"/>
            <p:cNvSpPr/>
            <p:nvPr/>
          </p:nvSpPr>
          <p:spPr>
            <a:xfrm>
              <a:off x="1391627" y="1939127"/>
              <a:ext cx="14" cy="68"/>
            </a:xfrm>
            <a:custGeom>
              <a:avLst/>
              <a:gdLst/>
              <a:ahLst/>
              <a:cxnLst/>
              <a:rect l="l" t="t" r="r" b="b"/>
              <a:pathLst>
                <a:path w="1" h="5" extrusionOk="0">
                  <a:moveTo>
                    <a:pt x="1"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85" name="Google Shape;5485;p66"/>
            <p:cNvSpPr/>
            <p:nvPr/>
          </p:nvSpPr>
          <p:spPr>
            <a:xfrm>
              <a:off x="1391491" y="1938652"/>
              <a:ext cx="14" cy="68"/>
            </a:xfrm>
            <a:custGeom>
              <a:avLst/>
              <a:gdLst/>
              <a:ahLst/>
              <a:cxnLst/>
              <a:rect l="l" t="t" r="r" b="b"/>
              <a:pathLst>
                <a:path w="1" h="5" extrusionOk="0">
                  <a:moveTo>
                    <a:pt x="0"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86" name="Google Shape;5486;p66"/>
            <p:cNvSpPr/>
            <p:nvPr/>
          </p:nvSpPr>
          <p:spPr>
            <a:xfrm>
              <a:off x="1391532" y="1938801"/>
              <a:ext cx="14" cy="54"/>
            </a:xfrm>
            <a:custGeom>
              <a:avLst/>
              <a:gdLst/>
              <a:ahLst/>
              <a:cxnLst/>
              <a:rect l="l" t="t" r="r" b="b"/>
              <a:pathLst>
                <a:path w="1" h="4" extrusionOk="0">
                  <a:moveTo>
                    <a:pt x="1"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87" name="Google Shape;5487;p66"/>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88" name="Google Shape;5488;p66"/>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89" name="Google Shape;5489;p66"/>
            <p:cNvSpPr/>
            <p:nvPr/>
          </p:nvSpPr>
          <p:spPr>
            <a:xfrm>
              <a:off x="1378552" y="1934660"/>
              <a:ext cx="14" cy="14"/>
            </a:xfrm>
            <a:custGeom>
              <a:avLst/>
              <a:gdLst/>
              <a:ahLst/>
              <a:cxnLst/>
              <a:rect l="l" t="t" r="r" b="b"/>
              <a:pathLst>
                <a:path w="1" h="1" extrusionOk="0">
                  <a:moveTo>
                    <a:pt x="1"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90" name="Google Shape;5490;p66"/>
            <p:cNvSpPr/>
            <p:nvPr/>
          </p:nvSpPr>
          <p:spPr>
            <a:xfrm>
              <a:off x="1374370" y="1937892"/>
              <a:ext cx="163" cy="163"/>
            </a:xfrm>
            <a:custGeom>
              <a:avLst/>
              <a:gdLst/>
              <a:ahLst/>
              <a:cxnLst/>
              <a:rect l="l" t="t" r="r" b="b"/>
              <a:pathLst>
                <a:path w="12" h="12" extrusionOk="0">
                  <a:moveTo>
                    <a:pt x="11"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91" name="Google Shape;5491;p66"/>
            <p:cNvSpPr/>
            <p:nvPr/>
          </p:nvSpPr>
          <p:spPr>
            <a:xfrm>
              <a:off x="1373759" y="1938462"/>
              <a:ext cx="149" cy="163"/>
            </a:xfrm>
            <a:custGeom>
              <a:avLst/>
              <a:gdLst/>
              <a:ahLst/>
              <a:cxnLst/>
              <a:rect l="l" t="t" r="r" b="b"/>
              <a:pathLst>
                <a:path w="11" h="12" extrusionOk="0">
                  <a:moveTo>
                    <a:pt x="11"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92" name="Google Shape;5492;p66"/>
            <p:cNvSpPr/>
            <p:nvPr/>
          </p:nvSpPr>
          <p:spPr>
            <a:xfrm>
              <a:off x="1377601" y="1935190"/>
              <a:ext cx="109" cy="54"/>
            </a:xfrm>
            <a:custGeom>
              <a:avLst/>
              <a:gdLst/>
              <a:ahLst/>
              <a:cxnLst/>
              <a:rect l="l" t="t" r="r" b="b"/>
              <a:pathLst>
                <a:path w="8" h="4" extrusionOk="0">
                  <a:moveTo>
                    <a:pt x="8"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93" name="Google Shape;5493;p66"/>
            <p:cNvSpPr/>
            <p:nvPr/>
          </p:nvSpPr>
          <p:spPr>
            <a:xfrm>
              <a:off x="1378362" y="1934714"/>
              <a:ext cx="68" cy="14"/>
            </a:xfrm>
            <a:custGeom>
              <a:avLst/>
              <a:gdLst/>
              <a:ahLst/>
              <a:cxnLst/>
              <a:rect l="l" t="t" r="r" b="b"/>
              <a:pathLst>
                <a:path w="5" h="1" extrusionOk="0">
                  <a:moveTo>
                    <a:pt x="4"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94" name="Google Shape;5494;p66"/>
            <p:cNvSpPr/>
            <p:nvPr/>
          </p:nvSpPr>
          <p:spPr>
            <a:xfrm>
              <a:off x="1377370" y="1935380"/>
              <a:ext cx="109" cy="54"/>
            </a:xfrm>
            <a:custGeom>
              <a:avLst/>
              <a:gdLst/>
              <a:ahLst/>
              <a:cxnLst/>
              <a:rect l="l" t="t" r="r" b="b"/>
              <a:pathLst>
                <a:path w="8" h="4" extrusionOk="0">
                  <a:moveTo>
                    <a:pt x="7"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95" name="Google Shape;5495;p66"/>
            <p:cNvSpPr/>
            <p:nvPr/>
          </p:nvSpPr>
          <p:spPr>
            <a:xfrm>
              <a:off x="1377031" y="1935570"/>
              <a:ext cx="163" cy="109"/>
            </a:xfrm>
            <a:custGeom>
              <a:avLst/>
              <a:gdLst/>
              <a:ahLst/>
              <a:cxnLst/>
              <a:rect l="l" t="t" r="r" b="b"/>
              <a:pathLst>
                <a:path w="12" h="8" extrusionOk="0">
                  <a:moveTo>
                    <a:pt x="11"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96" name="Google Shape;5496;p66"/>
            <p:cNvSpPr/>
            <p:nvPr/>
          </p:nvSpPr>
          <p:spPr>
            <a:xfrm>
              <a:off x="1376705" y="1935855"/>
              <a:ext cx="149" cy="109"/>
            </a:xfrm>
            <a:custGeom>
              <a:avLst/>
              <a:gdLst/>
              <a:ahLst/>
              <a:cxnLst/>
              <a:rect l="l" t="t" r="r" b="b"/>
              <a:pathLst>
                <a:path w="11" h="8" extrusionOk="0">
                  <a:moveTo>
                    <a:pt x="11"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97" name="Google Shape;5497;p66"/>
            <p:cNvSpPr/>
            <p:nvPr/>
          </p:nvSpPr>
          <p:spPr>
            <a:xfrm>
              <a:off x="1375470" y="1936900"/>
              <a:ext cx="149" cy="149"/>
            </a:xfrm>
            <a:custGeom>
              <a:avLst/>
              <a:gdLst/>
              <a:ahLst/>
              <a:cxnLst/>
              <a:rect l="l" t="t" r="r" b="b"/>
              <a:pathLst>
                <a:path w="11" h="11" extrusionOk="0">
                  <a:moveTo>
                    <a:pt x="11" y="0"/>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98" name="Google Shape;5498;p66"/>
            <p:cNvSpPr/>
            <p:nvPr/>
          </p:nvSpPr>
          <p:spPr>
            <a:xfrm>
              <a:off x="1377846" y="1935040"/>
              <a:ext cx="109" cy="68"/>
            </a:xfrm>
            <a:custGeom>
              <a:avLst/>
              <a:gdLst/>
              <a:ahLst/>
              <a:cxnLst/>
              <a:rect l="l" t="t" r="r" b="b"/>
              <a:pathLst>
                <a:path w="8" h="5" extrusionOk="0">
                  <a:moveTo>
                    <a:pt x="7"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499" name="Google Shape;5499;p66"/>
            <p:cNvSpPr/>
            <p:nvPr/>
          </p:nvSpPr>
          <p:spPr>
            <a:xfrm>
              <a:off x="1378076" y="1934905"/>
              <a:ext cx="68" cy="54"/>
            </a:xfrm>
            <a:custGeom>
              <a:avLst/>
              <a:gdLst/>
              <a:ahLst/>
              <a:cxnLst/>
              <a:rect l="l" t="t" r="r" b="b"/>
              <a:pathLst>
                <a:path w="5" h="4" extrusionOk="0">
                  <a:moveTo>
                    <a:pt x="4"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00" name="Google Shape;5500;p66"/>
            <p:cNvSpPr/>
            <p:nvPr/>
          </p:nvSpPr>
          <p:spPr>
            <a:xfrm>
              <a:off x="1374899" y="1937376"/>
              <a:ext cx="204" cy="149"/>
            </a:xfrm>
            <a:custGeom>
              <a:avLst/>
              <a:gdLst/>
              <a:ahLst/>
              <a:cxnLst/>
              <a:rect l="l" t="t" r="r" b="b"/>
              <a:pathLst>
                <a:path w="15" h="11" extrusionOk="0">
                  <a:moveTo>
                    <a:pt x="14" y="0"/>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01" name="Google Shape;5501;p66"/>
            <p:cNvSpPr/>
            <p:nvPr/>
          </p:nvSpPr>
          <p:spPr>
            <a:xfrm>
              <a:off x="1375890" y="1936520"/>
              <a:ext cx="204" cy="109"/>
            </a:xfrm>
            <a:custGeom>
              <a:avLst/>
              <a:gdLst/>
              <a:ahLst/>
              <a:cxnLst/>
              <a:rect l="l" t="t" r="r" b="b"/>
              <a:pathLst>
                <a:path w="15" h="8" extrusionOk="0">
                  <a:moveTo>
                    <a:pt x="15"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02" name="Google Shape;5502;p66"/>
            <p:cNvSpPr/>
            <p:nvPr/>
          </p:nvSpPr>
          <p:spPr>
            <a:xfrm>
              <a:off x="1376325" y="1936140"/>
              <a:ext cx="149" cy="149"/>
            </a:xfrm>
            <a:custGeom>
              <a:avLst/>
              <a:gdLst/>
              <a:ahLst/>
              <a:cxnLst/>
              <a:rect l="l" t="t" r="r" b="b"/>
              <a:pathLst>
                <a:path w="11" h="11" extrusionOk="0">
                  <a:moveTo>
                    <a:pt x="11" y="0"/>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03" name="Google Shape;5503;p66"/>
            <p:cNvSpPr/>
            <p:nvPr/>
          </p:nvSpPr>
          <p:spPr>
            <a:xfrm>
              <a:off x="1378226" y="1934810"/>
              <a:ext cx="54" cy="14"/>
            </a:xfrm>
            <a:custGeom>
              <a:avLst/>
              <a:gdLst/>
              <a:ahLst/>
              <a:cxnLst/>
              <a:rect l="l" t="t" r="r" b="b"/>
              <a:pathLst>
                <a:path w="4" h="1" extrusionOk="0">
                  <a:moveTo>
                    <a:pt x="4"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04" name="Google Shape;5504;p66"/>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05" name="Google Shape;5505;p66"/>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06" name="Google Shape;5506;p66"/>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07" name="Google Shape;5507;p66"/>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08" name="Google Shape;5508;p66"/>
            <p:cNvSpPr/>
            <p:nvPr/>
          </p:nvSpPr>
          <p:spPr>
            <a:xfrm>
              <a:off x="1358213" y="1927342"/>
              <a:ext cx="394" cy="543"/>
            </a:xfrm>
            <a:custGeom>
              <a:avLst/>
              <a:gdLst/>
              <a:ahLst/>
              <a:cxnLst/>
              <a:rect l="l" t="t" r="r" b="b"/>
              <a:pathLst>
                <a:path w="29" h="40" extrusionOk="0">
                  <a:moveTo>
                    <a:pt x="1" y="39"/>
                  </a:moveTo>
                  <a:lnTo>
                    <a:pt x="2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09" name="Google Shape;5509;p66"/>
            <p:cNvSpPr/>
            <p:nvPr/>
          </p:nvSpPr>
          <p:spPr>
            <a:xfrm>
              <a:off x="1360874" y="1924206"/>
              <a:ext cx="109" cy="163"/>
            </a:xfrm>
            <a:custGeom>
              <a:avLst/>
              <a:gdLst/>
              <a:ahLst/>
              <a:cxnLst/>
              <a:rect l="l" t="t" r="r" b="b"/>
              <a:pathLst>
                <a:path w="8" h="12" extrusionOk="0">
                  <a:moveTo>
                    <a:pt x="1" y="11"/>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10" name="Google Shape;5510;p66"/>
            <p:cNvSpPr/>
            <p:nvPr/>
          </p:nvSpPr>
          <p:spPr>
            <a:xfrm>
              <a:off x="1361064" y="1923975"/>
              <a:ext cx="109" cy="149"/>
            </a:xfrm>
            <a:custGeom>
              <a:avLst/>
              <a:gdLst/>
              <a:ahLst/>
              <a:cxnLst/>
              <a:rect l="l" t="t" r="r" b="b"/>
              <a:pathLst>
                <a:path w="8" h="11" extrusionOk="0">
                  <a:moveTo>
                    <a:pt x="1" y="11"/>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11" name="Google Shape;5511;p66"/>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12" name="Google Shape;5512;p66"/>
            <p:cNvSpPr/>
            <p:nvPr/>
          </p:nvSpPr>
          <p:spPr>
            <a:xfrm>
              <a:off x="1358647" y="1926826"/>
              <a:ext cx="339" cy="434"/>
            </a:xfrm>
            <a:custGeom>
              <a:avLst/>
              <a:gdLst/>
              <a:ahLst/>
              <a:cxnLst/>
              <a:rect l="l" t="t" r="r" b="b"/>
              <a:pathLst>
                <a:path w="25" h="32" extrusionOk="0">
                  <a:moveTo>
                    <a:pt x="0" y="32"/>
                  </a:moveTo>
                  <a:lnTo>
                    <a:pt x="2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13" name="Google Shape;5513;p66"/>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14" name="Google Shape;5514;p66"/>
            <p:cNvSpPr/>
            <p:nvPr/>
          </p:nvSpPr>
          <p:spPr>
            <a:xfrm>
              <a:off x="1359788" y="1925441"/>
              <a:ext cx="204" cy="299"/>
            </a:xfrm>
            <a:custGeom>
              <a:avLst/>
              <a:gdLst/>
              <a:ahLst/>
              <a:cxnLst/>
              <a:rect l="l" t="t" r="r" b="b"/>
              <a:pathLst>
                <a:path w="15" h="22" extrusionOk="0">
                  <a:moveTo>
                    <a:pt x="0" y="22"/>
                  </a:moveTo>
                  <a:lnTo>
                    <a:pt x="1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15" name="Google Shape;5515;p66"/>
            <p:cNvSpPr/>
            <p:nvPr/>
          </p:nvSpPr>
          <p:spPr>
            <a:xfrm>
              <a:off x="1359448" y="1925876"/>
              <a:ext cx="258" cy="339"/>
            </a:xfrm>
            <a:custGeom>
              <a:avLst/>
              <a:gdLst/>
              <a:ahLst/>
              <a:cxnLst/>
              <a:rect l="l" t="t" r="r" b="b"/>
              <a:pathLst>
                <a:path w="19" h="25" extrusionOk="0">
                  <a:moveTo>
                    <a:pt x="1" y="25"/>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16" name="Google Shape;5516;p66"/>
            <p:cNvSpPr/>
            <p:nvPr/>
          </p:nvSpPr>
          <p:spPr>
            <a:xfrm>
              <a:off x="1360113" y="1925115"/>
              <a:ext cx="163" cy="204"/>
            </a:xfrm>
            <a:custGeom>
              <a:avLst/>
              <a:gdLst/>
              <a:ahLst/>
              <a:cxnLst/>
              <a:rect l="l" t="t" r="r" b="b"/>
              <a:pathLst>
                <a:path w="12" h="15" extrusionOk="0">
                  <a:moveTo>
                    <a:pt x="1" y="14"/>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17" name="Google Shape;5517;p66"/>
            <p:cNvSpPr/>
            <p:nvPr/>
          </p:nvSpPr>
          <p:spPr>
            <a:xfrm>
              <a:off x="1361213" y="1923785"/>
              <a:ext cx="149" cy="149"/>
            </a:xfrm>
            <a:custGeom>
              <a:avLst/>
              <a:gdLst/>
              <a:ahLst/>
              <a:cxnLst/>
              <a:rect l="l" t="t" r="r" b="b"/>
              <a:pathLst>
                <a:path w="11" h="11" extrusionOk="0">
                  <a:moveTo>
                    <a:pt x="0" y="11"/>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18" name="Google Shape;5518;p66"/>
            <p:cNvSpPr/>
            <p:nvPr/>
          </p:nvSpPr>
          <p:spPr>
            <a:xfrm>
              <a:off x="1360643" y="1924450"/>
              <a:ext cx="149" cy="204"/>
            </a:xfrm>
            <a:custGeom>
              <a:avLst/>
              <a:gdLst/>
              <a:ahLst/>
              <a:cxnLst/>
              <a:rect l="l" t="t" r="r" b="b"/>
              <a:pathLst>
                <a:path w="11" h="15" extrusionOk="0">
                  <a:moveTo>
                    <a:pt x="0" y="14"/>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19" name="Google Shape;5519;p66"/>
            <p:cNvSpPr/>
            <p:nvPr/>
          </p:nvSpPr>
          <p:spPr>
            <a:xfrm>
              <a:off x="1360399" y="1924735"/>
              <a:ext cx="163" cy="244"/>
            </a:xfrm>
            <a:custGeom>
              <a:avLst/>
              <a:gdLst/>
              <a:ahLst/>
              <a:cxnLst/>
              <a:rect l="l" t="t" r="r" b="b"/>
              <a:pathLst>
                <a:path w="12" h="18" extrusionOk="0">
                  <a:moveTo>
                    <a:pt x="1" y="18"/>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20" name="Google Shape;5520;p66"/>
            <p:cNvSpPr/>
            <p:nvPr/>
          </p:nvSpPr>
          <p:spPr>
            <a:xfrm>
              <a:off x="1359068" y="1926351"/>
              <a:ext cx="258" cy="339"/>
            </a:xfrm>
            <a:custGeom>
              <a:avLst/>
              <a:gdLst/>
              <a:ahLst/>
              <a:cxnLst/>
              <a:rect l="l" t="t" r="r" b="b"/>
              <a:pathLst>
                <a:path w="19" h="25" extrusionOk="0">
                  <a:moveTo>
                    <a:pt x="1" y="25"/>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21" name="Google Shape;5521;p66"/>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22" name="Google Shape;5522;p66"/>
            <p:cNvSpPr/>
            <p:nvPr/>
          </p:nvSpPr>
          <p:spPr>
            <a:xfrm>
              <a:off x="1381973" y="1909664"/>
              <a:ext cx="109" cy="54"/>
            </a:xfrm>
            <a:custGeom>
              <a:avLst/>
              <a:gdLst/>
              <a:ahLst/>
              <a:cxnLst/>
              <a:rect l="l" t="t" r="r" b="b"/>
              <a:pathLst>
                <a:path w="8" h="4" extrusionOk="0">
                  <a:moveTo>
                    <a:pt x="1" y="4"/>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23" name="Google Shape;5523;p66"/>
            <p:cNvSpPr/>
            <p:nvPr/>
          </p:nvSpPr>
          <p:spPr>
            <a:xfrm>
              <a:off x="1381837" y="1909800"/>
              <a:ext cx="109" cy="14"/>
            </a:xfrm>
            <a:custGeom>
              <a:avLst/>
              <a:gdLst/>
              <a:ahLst/>
              <a:cxnLst/>
              <a:rect l="l" t="t" r="r" b="b"/>
              <a:pathLst>
                <a:path w="8" h="1" extrusionOk="0">
                  <a:moveTo>
                    <a:pt x="0" y="1"/>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24" name="Google Shape;5524;p66"/>
            <p:cNvSpPr/>
            <p:nvPr/>
          </p:nvSpPr>
          <p:spPr>
            <a:xfrm>
              <a:off x="1386970" y="1905618"/>
              <a:ext cx="68" cy="68"/>
            </a:xfrm>
            <a:custGeom>
              <a:avLst/>
              <a:gdLst/>
              <a:ahLst/>
              <a:cxnLst/>
              <a:rect l="l" t="t" r="r" b="b"/>
              <a:pathLst>
                <a:path w="5" h="5" extrusionOk="0">
                  <a:moveTo>
                    <a:pt x="1" y="1"/>
                  </a:moveTo>
                  <a:lnTo>
                    <a:pt x="4"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25" name="Google Shape;5525;p66"/>
            <p:cNvSpPr/>
            <p:nvPr/>
          </p:nvSpPr>
          <p:spPr>
            <a:xfrm>
              <a:off x="1382123" y="1909515"/>
              <a:ext cx="109" cy="109"/>
            </a:xfrm>
            <a:custGeom>
              <a:avLst/>
              <a:gdLst/>
              <a:ahLst/>
              <a:cxnLst/>
              <a:rect l="l" t="t" r="r" b="b"/>
              <a:pathLst>
                <a:path w="8" h="8" extrusionOk="0">
                  <a:moveTo>
                    <a:pt x="7"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26" name="Google Shape;5526;p66"/>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27" name="Google Shape;5527;p66"/>
            <p:cNvSpPr/>
            <p:nvPr/>
          </p:nvSpPr>
          <p:spPr>
            <a:xfrm>
              <a:off x="1387214" y="1905767"/>
              <a:ext cx="244" cy="204"/>
            </a:xfrm>
            <a:custGeom>
              <a:avLst/>
              <a:gdLst/>
              <a:ahLst/>
              <a:cxnLst/>
              <a:rect l="l" t="t" r="r" b="b"/>
              <a:pathLst>
                <a:path w="18" h="15" extrusionOk="0">
                  <a:moveTo>
                    <a:pt x="0" y="0"/>
                  </a:moveTo>
                  <a:lnTo>
                    <a:pt x="18"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28" name="Google Shape;5528;p66"/>
            <p:cNvSpPr/>
            <p:nvPr/>
          </p:nvSpPr>
          <p:spPr>
            <a:xfrm>
              <a:off x="1382408" y="1909189"/>
              <a:ext cx="109" cy="149"/>
            </a:xfrm>
            <a:custGeom>
              <a:avLst/>
              <a:gdLst/>
              <a:ahLst/>
              <a:cxnLst/>
              <a:rect l="l" t="t" r="r" b="b"/>
              <a:pathLst>
                <a:path w="8" h="11" extrusionOk="0">
                  <a:moveTo>
                    <a:pt x="0" y="11"/>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29" name="Google Shape;5529;p66"/>
            <p:cNvSpPr/>
            <p:nvPr/>
          </p:nvSpPr>
          <p:spPr>
            <a:xfrm>
              <a:off x="1381593" y="1909949"/>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30" name="Google Shape;5530;p66"/>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31" name="Google Shape;5531;p66"/>
            <p:cNvSpPr/>
            <p:nvPr/>
          </p:nvSpPr>
          <p:spPr>
            <a:xfrm>
              <a:off x="1382258" y="1909379"/>
              <a:ext cx="109" cy="109"/>
            </a:xfrm>
            <a:custGeom>
              <a:avLst/>
              <a:gdLst/>
              <a:ahLst/>
              <a:cxnLst/>
              <a:rect l="l" t="t" r="r" b="b"/>
              <a:pathLst>
                <a:path w="8" h="8" extrusionOk="0">
                  <a:moveTo>
                    <a:pt x="1" y="7"/>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32" name="Google Shape;5532;p66"/>
            <p:cNvSpPr/>
            <p:nvPr/>
          </p:nvSpPr>
          <p:spPr>
            <a:xfrm>
              <a:off x="1381688" y="1909854"/>
              <a:ext cx="109" cy="54"/>
            </a:xfrm>
            <a:custGeom>
              <a:avLst/>
              <a:gdLst/>
              <a:ahLst/>
              <a:cxnLst/>
              <a:rect l="l" t="t" r="r" b="b"/>
              <a:pathLst>
                <a:path w="8" h="4" extrusionOk="0">
                  <a:moveTo>
                    <a:pt x="4" y="0"/>
                  </a:moveTo>
                  <a:lnTo>
                    <a:pt x="1" y="4"/>
                  </a:ln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33" name="Google Shape;5533;p66"/>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34" name="Google Shape;5534;p66"/>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35" name="Google Shape;5535;p66"/>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36" name="Google Shape;5536;p66"/>
            <p:cNvSpPr/>
            <p:nvPr/>
          </p:nvSpPr>
          <p:spPr>
            <a:xfrm>
              <a:off x="1510797" y="1904382"/>
              <a:ext cx="14" cy="258"/>
            </a:xfrm>
            <a:custGeom>
              <a:avLst/>
              <a:gdLst/>
              <a:ahLst/>
              <a:cxnLst/>
              <a:rect l="l" t="t" r="r" b="b"/>
              <a:pathLst>
                <a:path w="1" h="19" extrusionOk="0">
                  <a:moveTo>
                    <a:pt x="0" y="1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37" name="Google Shape;5537;p66"/>
            <p:cNvSpPr/>
            <p:nvPr/>
          </p:nvSpPr>
          <p:spPr>
            <a:xfrm>
              <a:off x="1511598" y="1896453"/>
              <a:ext cx="14" cy="204"/>
            </a:xfrm>
            <a:custGeom>
              <a:avLst/>
              <a:gdLst/>
              <a:ahLst/>
              <a:cxnLst/>
              <a:rect l="l" t="t" r="r" b="b"/>
              <a:pathLst>
                <a:path w="1" h="15" extrusionOk="0">
                  <a:moveTo>
                    <a:pt x="1" y="1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38" name="Google Shape;5538;p66"/>
            <p:cNvSpPr/>
            <p:nvPr/>
          </p:nvSpPr>
          <p:spPr>
            <a:xfrm>
              <a:off x="1510647" y="1905998"/>
              <a:ext cx="14" cy="448"/>
            </a:xfrm>
            <a:custGeom>
              <a:avLst/>
              <a:gdLst/>
              <a:ahLst/>
              <a:cxnLst/>
              <a:rect l="l" t="t" r="r" b="b"/>
              <a:pathLst>
                <a:path w="1" h="33" extrusionOk="0">
                  <a:moveTo>
                    <a:pt x="1" y="32"/>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39" name="Google Shape;5539;p66"/>
            <p:cNvSpPr/>
            <p:nvPr/>
          </p:nvSpPr>
          <p:spPr>
            <a:xfrm>
              <a:off x="1510552" y="1907709"/>
              <a:ext cx="14" cy="204"/>
            </a:xfrm>
            <a:custGeom>
              <a:avLst/>
              <a:gdLst/>
              <a:ahLst/>
              <a:cxnLst/>
              <a:rect l="l" t="t" r="r" b="b"/>
              <a:pathLst>
                <a:path w="1" h="15" extrusionOk="0">
                  <a:moveTo>
                    <a:pt x="1" y="15"/>
                  </a:moveTo>
                  <a:lnTo>
                    <a:pt x="1" y="15"/>
                  </a:ln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40" name="Google Shape;5540;p66"/>
            <p:cNvSpPr/>
            <p:nvPr/>
          </p:nvSpPr>
          <p:spPr>
            <a:xfrm>
              <a:off x="1510932" y="1902821"/>
              <a:ext cx="14" cy="204"/>
            </a:xfrm>
            <a:custGeom>
              <a:avLst/>
              <a:gdLst/>
              <a:ahLst/>
              <a:cxnLst/>
              <a:rect l="l" t="t" r="r" b="b"/>
              <a:pathLst>
                <a:path w="1" h="15" extrusionOk="0">
                  <a:moveTo>
                    <a:pt x="1" y="1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41" name="Google Shape;5541;p66"/>
            <p:cNvSpPr/>
            <p:nvPr/>
          </p:nvSpPr>
          <p:spPr>
            <a:xfrm>
              <a:off x="1511082" y="1901056"/>
              <a:ext cx="54" cy="353"/>
            </a:xfrm>
            <a:custGeom>
              <a:avLst/>
              <a:gdLst/>
              <a:ahLst/>
              <a:cxnLst/>
              <a:rect l="l" t="t" r="r" b="b"/>
              <a:pathLst>
                <a:path w="4" h="26" extrusionOk="0">
                  <a:moveTo>
                    <a:pt x="0" y="25"/>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42" name="Google Shape;5542;p66"/>
            <p:cNvSpPr/>
            <p:nvPr/>
          </p:nvSpPr>
          <p:spPr>
            <a:xfrm>
              <a:off x="1511462" y="1897824"/>
              <a:ext cx="14" cy="258"/>
            </a:xfrm>
            <a:custGeom>
              <a:avLst/>
              <a:gdLst/>
              <a:ahLst/>
              <a:cxnLst/>
              <a:rect l="l" t="t" r="r" b="b"/>
              <a:pathLst>
                <a:path w="1" h="19" extrusionOk="0">
                  <a:moveTo>
                    <a:pt x="0" y="1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43" name="Google Shape;5543;p66"/>
            <p:cNvSpPr/>
            <p:nvPr/>
          </p:nvSpPr>
          <p:spPr>
            <a:xfrm>
              <a:off x="1511272" y="1899399"/>
              <a:ext cx="54" cy="339"/>
            </a:xfrm>
            <a:custGeom>
              <a:avLst/>
              <a:gdLst/>
              <a:ahLst/>
              <a:cxnLst/>
              <a:rect l="l" t="t" r="r" b="b"/>
              <a:pathLst>
                <a:path w="4" h="25" extrusionOk="0">
                  <a:moveTo>
                    <a:pt x="0" y="25"/>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44" name="Google Shape;5544;p66"/>
            <p:cNvSpPr/>
            <p:nvPr/>
          </p:nvSpPr>
          <p:spPr>
            <a:xfrm>
              <a:off x="1511788" y="1895068"/>
              <a:ext cx="14" cy="163"/>
            </a:xfrm>
            <a:custGeom>
              <a:avLst/>
              <a:gdLst/>
              <a:ahLst/>
              <a:cxnLst/>
              <a:rect l="l" t="t" r="r" b="b"/>
              <a:pathLst>
                <a:path w="1" h="12" extrusionOk="0">
                  <a:moveTo>
                    <a:pt x="1"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45" name="Google Shape;5545;p66"/>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46" name="Google Shape;5546;p66"/>
            <p:cNvSpPr/>
            <p:nvPr/>
          </p:nvSpPr>
          <p:spPr>
            <a:xfrm>
              <a:off x="1418863" y="1933615"/>
              <a:ext cx="204" cy="109"/>
            </a:xfrm>
            <a:custGeom>
              <a:avLst/>
              <a:gdLst/>
              <a:ahLst/>
              <a:cxnLst/>
              <a:rect l="l" t="t" r="r" b="b"/>
              <a:pathLst>
                <a:path w="15" h="8" extrusionOk="0">
                  <a:moveTo>
                    <a:pt x="1" y="8"/>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47" name="Google Shape;5547;p66"/>
            <p:cNvSpPr/>
            <p:nvPr/>
          </p:nvSpPr>
          <p:spPr>
            <a:xfrm>
              <a:off x="1419488" y="1933194"/>
              <a:ext cx="244" cy="149"/>
            </a:xfrm>
            <a:custGeom>
              <a:avLst/>
              <a:gdLst/>
              <a:ahLst/>
              <a:cxnLst/>
              <a:rect l="l" t="t" r="r" b="b"/>
              <a:pathLst>
                <a:path w="18" h="11" extrusionOk="0">
                  <a:moveTo>
                    <a:pt x="0" y="11"/>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48" name="Google Shape;5548;p66"/>
            <p:cNvSpPr/>
            <p:nvPr/>
          </p:nvSpPr>
          <p:spPr>
            <a:xfrm>
              <a:off x="1421429" y="1932189"/>
              <a:ext cx="353" cy="163"/>
            </a:xfrm>
            <a:custGeom>
              <a:avLst/>
              <a:gdLst/>
              <a:ahLst/>
              <a:cxnLst/>
              <a:rect l="l" t="t" r="r" b="b"/>
              <a:pathLst>
                <a:path w="26" h="12" extrusionOk="0">
                  <a:moveTo>
                    <a:pt x="1" y="11"/>
                  </a:moveTo>
                  <a:lnTo>
                    <a:pt x="2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49" name="Google Shape;5549;p66"/>
            <p:cNvSpPr/>
            <p:nvPr/>
          </p:nvSpPr>
          <p:spPr>
            <a:xfrm>
              <a:off x="1420058" y="1932814"/>
              <a:ext cx="394" cy="204"/>
            </a:xfrm>
            <a:custGeom>
              <a:avLst/>
              <a:gdLst/>
              <a:ahLst/>
              <a:cxnLst/>
              <a:rect l="l" t="t" r="r" b="b"/>
              <a:pathLst>
                <a:path w="29" h="15" extrusionOk="0">
                  <a:moveTo>
                    <a:pt x="0" y="14"/>
                  </a:moveTo>
                  <a:lnTo>
                    <a:pt x="2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50" name="Google Shape;5550;p66"/>
            <p:cNvSpPr/>
            <p:nvPr/>
          </p:nvSpPr>
          <p:spPr>
            <a:xfrm>
              <a:off x="1423575" y="1931619"/>
              <a:ext cx="204" cy="14"/>
            </a:xfrm>
            <a:custGeom>
              <a:avLst/>
              <a:gdLst/>
              <a:ahLst/>
              <a:cxnLst/>
              <a:rect l="l" t="t" r="r" b="b"/>
              <a:pathLst>
                <a:path w="15" h="1" extrusionOk="0">
                  <a:moveTo>
                    <a:pt x="14"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51" name="Google Shape;5551;p66"/>
            <p:cNvSpPr/>
            <p:nvPr/>
          </p:nvSpPr>
          <p:spPr>
            <a:xfrm>
              <a:off x="1422190" y="1931958"/>
              <a:ext cx="299" cy="109"/>
            </a:xfrm>
            <a:custGeom>
              <a:avLst/>
              <a:gdLst/>
              <a:ahLst/>
              <a:cxnLst/>
              <a:rect l="l" t="t" r="r" b="b"/>
              <a:pathLst>
                <a:path w="22" h="8" extrusionOk="0">
                  <a:moveTo>
                    <a:pt x="1" y="7"/>
                  </a:moveTo>
                  <a:lnTo>
                    <a:pt x="2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52" name="Google Shape;5552;p66"/>
            <p:cNvSpPr/>
            <p:nvPr/>
          </p:nvSpPr>
          <p:spPr>
            <a:xfrm>
              <a:off x="1422814" y="1931768"/>
              <a:ext cx="394" cy="109"/>
            </a:xfrm>
            <a:custGeom>
              <a:avLst/>
              <a:gdLst/>
              <a:ahLst/>
              <a:cxnLst/>
              <a:rect l="l" t="t" r="r" b="b"/>
              <a:pathLst>
                <a:path w="29" h="8" extrusionOk="0">
                  <a:moveTo>
                    <a:pt x="0" y="7"/>
                  </a:moveTo>
                  <a:lnTo>
                    <a:pt x="2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53" name="Google Shape;5553;p66"/>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54" name="Google Shape;5554;p66"/>
            <p:cNvSpPr/>
            <p:nvPr/>
          </p:nvSpPr>
          <p:spPr>
            <a:xfrm>
              <a:off x="1420669" y="1932433"/>
              <a:ext cx="489" cy="244"/>
            </a:xfrm>
            <a:custGeom>
              <a:avLst/>
              <a:gdLst/>
              <a:ahLst/>
              <a:cxnLst/>
              <a:rect l="l" t="t" r="r" b="b"/>
              <a:pathLst>
                <a:path w="36" h="18" extrusionOk="0">
                  <a:moveTo>
                    <a:pt x="1" y="18"/>
                  </a:moveTo>
                  <a:lnTo>
                    <a:pt x="36"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55" name="Google Shape;5555;p66"/>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56" name="Google Shape;5556;p66"/>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57" name="Google Shape;5557;p66"/>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58" name="Google Shape;5558;p66"/>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59" name="Google Shape;5559;p66"/>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60" name="Google Shape;5560;p66"/>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61" name="Google Shape;5561;p66"/>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62" name="Google Shape;5562;p66"/>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63" name="Google Shape;5563;p66"/>
            <p:cNvSpPr/>
            <p:nvPr/>
          </p:nvSpPr>
          <p:spPr>
            <a:xfrm>
              <a:off x="1644983" y="2301999"/>
              <a:ext cx="14" cy="299"/>
            </a:xfrm>
            <a:custGeom>
              <a:avLst/>
              <a:gdLst/>
              <a:ahLst/>
              <a:cxnLst/>
              <a:rect l="l" t="t" r="r" b="b"/>
              <a:pathLst>
                <a:path w="1" h="22" extrusionOk="0">
                  <a:moveTo>
                    <a:pt x="0" y="0"/>
                  </a:moveTo>
                  <a:lnTo>
                    <a:pt x="0" y="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64" name="Google Shape;5564;p66"/>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65" name="Google Shape;5565;p66"/>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66" name="Google Shape;5566;p66"/>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67" name="Google Shape;5567;p66"/>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68" name="Google Shape;5568;p66"/>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69" name="Google Shape;5569;p66"/>
            <p:cNvSpPr/>
            <p:nvPr/>
          </p:nvSpPr>
          <p:spPr>
            <a:xfrm>
              <a:off x="1617312" y="2278700"/>
              <a:ext cx="299" cy="14"/>
            </a:xfrm>
            <a:custGeom>
              <a:avLst/>
              <a:gdLst/>
              <a:ahLst/>
              <a:cxnLst/>
              <a:rect l="l" t="t" r="r" b="b"/>
              <a:pathLst>
                <a:path w="22" h="1" extrusionOk="0">
                  <a:moveTo>
                    <a:pt x="22"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70" name="Google Shape;5570;p66"/>
            <p:cNvSpPr/>
            <p:nvPr/>
          </p:nvSpPr>
          <p:spPr>
            <a:xfrm>
              <a:off x="1618032" y="2278660"/>
              <a:ext cx="244" cy="14"/>
            </a:xfrm>
            <a:custGeom>
              <a:avLst/>
              <a:gdLst/>
              <a:ahLst/>
              <a:cxnLst/>
              <a:rect l="l" t="t" r="r" b="b"/>
              <a:pathLst>
                <a:path w="18" h="1" extrusionOk="0">
                  <a:moveTo>
                    <a:pt x="0" y="0"/>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71" name="Google Shape;5571;p66"/>
            <p:cNvSpPr/>
            <p:nvPr/>
          </p:nvSpPr>
          <p:spPr>
            <a:xfrm>
              <a:off x="1645024" y="2299718"/>
              <a:ext cx="14" cy="244"/>
            </a:xfrm>
            <a:custGeom>
              <a:avLst/>
              <a:gdLst/>
              <a:ahLst/>
              <a:cxnLst/>
              <a:rect l="l" t="t" r="r" b="b"/>
              <a:pathLst>
                <a:path w="1" h="18" extrusionOk="0">
                  <a:moveTo>
                    <a:pt x="1" y="0"/>
                  </a:moveTo>
                  <a:lnTo>
                    <a:pt x="1"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72" name="Google Shape;5572;p66"/>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73" name="Google Shape;5573;p66"/>
            <p:cNvSpPr/>
            <p:nvPr/>
          </p:nvSpPr>
          <p:spPr>
            <a:xfrm>
              <a:off x="1644983" y="2301429"/>
              <a:ext cx="14" cy="299"/>
            </a:xfrm>
            <a:custGeom>
              <a:avLst/>
              <a:gdLst/>
              <a:ahLst/>
              <a:cxnLst/>
              <a:rect l="l" t="t" r="r" b="b"/>
              <a:pathLst>
                <a:path w="1" h="22" extrusionOk="0">
                  <a:moveTo>
                    <a:pt x="0" y="21"/>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74" name="Google Shape;5574;p66"/>
            <p:cNvSpPr/>
            <p:nvPr/>
          </p:nvSpPr>
          <p:spPr>
            <a:xfrm>
              <a:off x="1645119" y="2298673"/>
              <a:ext cx="14" cy="244"/>
            </a:xfrm>
            <a:custGeom>
              <a:avLst/>
              <a:gdLst/>
              <a:ahLst/>
              <a:cxnLst/>
              <a:rect l="l" t="t" r="r" b="b"/>
              <a:pathLst>
                <a:path w="1" h="18" extrusionOk="0">
                  <a:moveTo>
                    <a:pt x="1" y="0"/>
                  </a:moveTo>
                  <a:lnTo>
                    <a:pt x="1"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75" name="Google Shape;5575;p66"/>
            <p:cNvSpPr/>
            <p:nvPr/>
          </p:nvSpPr>
          <p:spPr>
            <a:xfrm>
              <a:off x="1618697" y="2278565"/>
              <a:ext cx="204" cy="54"/>
            </a:xfrm>
            <a:custGeom>
              <a:avLst/>
              <a:gdLst/>
              <a:ahLst/>
              <a:cxnLst/>
              <a:rect l="l" t="t" r="r" b="b"/>
              <a:pathLst>
                <a:path w="15" h="4" extrusionOk="0">
                  <a:moveTo>
                    <a:pt x="0" y="4"/>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76" name="Google Shape;5576;p66"/>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77" name="Google Shape;5577;p66"/>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78" name="Google Shape;5578;p66"/>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79" name="Google Shape;5579;p66"/>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80" name="Google Shape;5580;p66"/>
            <p:cNvSpPr/>
            <p:nvPr/>
          </p:nvSpPr>
          <p:spPr>
            <a:xfrm>
              <a:off x="1639946" y="2240588"/>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81" name="Google Shape;5581;p66"/>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82" name="Google Shape;5582;p66"/>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83" name="Google Shape;5583;p66"/>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84" name="Google Shape;5584;p66"/>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85" name="Google Shape;5585;p66"/>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86" name="Google Shape;5586;p66"/>
            <p:cNvSpPr/>
            <p:nvPr/>
          </p:nvSpPr>
          <p:spPr>
            <a:xfrm>
              <a:off x="1644358" y="2244906"/>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87" name="Google Shape;5587;p66"/>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88" name="Google Shape;5588;p66"/>
            <p:cNvSpPr/>
            <p:nvPr/>
          </p:nvSpPr>
          <p:spPr>
            <a:xfrm>
              <a:off x="1614081" y="2280031"/>
              <a:ext cx="14" cy="68"/>
            </a:xfrm>
            <a:custGeom>
              <a:avLst/>
              <a:gdLst/>
              <a:ahLst/>
              <a:cxnLst/>
              <a:rect l="l" t="t" r="r" b="b"/>
              <a:pathLst>
                <a:path w="1" h="5" extrusionOk="0">
                  <a:moveTo>
                    <a:pt x="1"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89" name="Google Shape;5589;p66"/>
            <p:cNvSpPr/>
            <p:nvPr/>
          </p:nvSpPr>
          <p:spPr>
            <a:xfrm>
              <a:off x="1611284" y="2310119"/>
              <a:ext cx="14" cy="109"/>
            </a:xfrm>
            <a:custGeom>
              <a:avLst/>
              <a:gdLst/>
              <a:ahLst/>
              <a:cxnLst/>
              <a:rect l="l" t="t" r="r" b="b"/>
              <a:pathLst>
                <a:path w="1" h="8" extrusionOk="0">
                  <a:moveTo>
                    <a:pt x="0"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90" name="Google Shape;5590;p66"/>
            <p:cNvSpPr/>
            <p:nvPr/>
          </p:nvSpPr>
          <p:spPr>
            <a:xfrm>
              <a:off x="1611379" y="2309739"/>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91" name="Google Shape;5591;p66"/>
            <p:cNvSpPr/>
            <p:nvPr/>
          </p:nvSpPr>
          <p:spPr>
            <a:xfrm>
              <a:off x="1611379" y="2309508"/>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92" name="Google Shape;5592;p66"/>
            <p:cNvSpPr/>
            <p:nvPr/>
          </p:nvSpPr>
          <p:spPr>
            <a:xfrm>
              <a:off x="1613700" y="2281226"/>
              <a:ext cx="14" cy="149"/>
            </a:xfrm>
            <a:custGeom>
              <a:avLst/>
              <a:gdLst/>
              <a:ahLst/>
              <a:cxnLst/>
              <a:rect l="l" t="t" r="r" b="b"/>
              <a:pathLst>
                <a:path w="1" h="11" extrusionOk="0">
                  <a:moveTo>
                    <a:pt x="1"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93" name="Google Shape;5593;p66"/>
            <p:cNvSpPr/>
            <p:nvPr/>
          </p:nvSpPr>
          <p:spPr>
            <a:xfrm>
              <a:off x="1611134" y="2310553"/>
              <a:ext cx="14" cy="54"/>
            </a:xfrm>
            <a:custGeom>
              <a:avLst/>
              <a:gdLst/>
              <a:ahLst/>
              <a:cxnLst/>
              <a:rect l="l" t="t" r="r" b="b"/>
              <a:pathLst>
                <a:path w="1" h="4" extrusionOk="0">
                  <a:moveTo>
                    <a:pt x="1"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94" name="Google Shape;5594;p66"/>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95" name="Google Shape;5595;p66"/>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96" name="Google Shape;5596;p66"/>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97" name="Google Shape;5597;p66"/>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98" name="Google Shape;5598;p66"/>
            <p:cNvSpPr/>
            <p:nvPr/>
          </p:nvSpPr>
          <p:spPr>
            <a:xfrm>
              <a:off x="1543206" y="2219000"/>
              <a:ext cx="14" cy="204"/>
            </a:xfrm>
            <a:custGeom>
              <a:avLst/>
              <a:gdLst/>
              <a:ahLst/>
              <a:cxnLst/>
              <a:rect l="l" t="t" r="r" b="b"/>
              <a:pathLst>
                <a:path w="1" h="15" extrusionOk="0">
                  <a:moveTo>
                    <a:pt x="1" y="15"/>
                  </a:moveTo>
                  <a:lnTo>
                    <a:pt x="1" y="1"/>
                  </a:ln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599" name="Google Shape;5599;p66"/>
            <p:cNvSpPr/>
            <p:nvPr/>
          </p:nvSpPr>
          <p:spPr>
            <a:xfrm>
              <a:off x="1542351" y="2224132"/>
              <a:ext cx="68" cy="299"/>
            </a:xfrm>
            <a:custGeom>
              <a:avLst/>
              <a:gdLst/>
              <a:ahLst/>
              <a:cxnLst/>
              <a:rect l="l" t="t" r="r" b="b"/>
              <a:pathLst>
                <a:path w="5" h="22" extrusionOk="0">
                  <a:moveTo>
                    <a:pt x="4" y="1"/>
                  </a:moveTo>
                  <a:lnTo>
                    <a:pt x="1"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00" name="Google Shape;5600;p66"/>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01" name="Google Shape;5601;p66"/>
            <p:cNvSpPr/>
            <p:nvPr/>
          </p:nvSpPr>
          <p:spPr>
            <a:xfrm>
              <a:off x="1542256" y="2224513"/>
              <a:ext cx="68" cy="204"/>
            </a:xfrm>
            <a:custGeom>
              <a:avLst/>
              <a:gdLst/>
              <a:ahLst/>
              <a:cxnLst/>
              <a:rect l="l" t="t" r="r" b="b"/>
              <a:pathLst>
                <a:path w="5" h="15" extrusionOk="0">
                  <a:moveTo>
                    <a:pt x="4" y="1"/>
                  </a:moveTo>
                  <a:lnTo>
                    <a:pt x="1"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02" name="Google Shape;5602;p66"/>
            <p:cNvSpPr/>
            <p:nvPr/>
          </p:nvSpPr>
          <p:spPr>
            <a:xfrm>
              <a:off x="1542066" y="2225137"/>
              <a:ext cx="68" cy="204"/>
            </a:xfrm>
            <a:custGeom>
              <a:avLst/>
              <a:gdLst/>
              <a:ahLst/>
              <a:cxnLst/>
              <a:rect l="l" t="t" r="r" b="b"/>
              <a:pathLst>
                <a:path w="5" h="15" extrusionOk="0">
                  <a:moveTo>
                    <a:pt x="4" y="0"/>
                  </a:moveTo>
                  <a:lnTo>
                    <a:pt x="1"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03" name="Google Shape;5603;p66"/>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04" name="Google Shape;5604;p66"/>
            <p:cNvSpPr/>
            <p:nvPr/>
          </p:nvSpPr>
          <p:spPr>
            <a:xfrm>
              <a:off x="1542161" y="2224893"/>
              <a:ext cx="68" cy="163"/>
            </a:xfrm>
            <a:custGeom>
              <a:avLst/>
              <a:gdLst/>
              <a:ahLst/>
              <a:cxnLst/>
              <a:rect l="l" t="t" r="r" b="b"/>
              <a:pathLst>
                <a:path w="5" h="12" extrusionOk="0">
                  <a:moveTo>
                    <a:pt x="4"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05" name="Google Shape;5605;p66"/>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06" name="Google Shape;5606;p66"/>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07" name="Google Shape;5607;p66"/>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08" name="Google Shape;5608;p66"/>
            <p:cNvSpPr/>
            <p:nvPr/>
          </p:nvSpPr>
          <p:spPr>
            <a:xfrm>
              <a:off x="1542921" y="2220955"/>
              <a:ext cx="68" cy="339"/>
            </a:xfrm>
            <a:custGeom>
              <a:avLst/>
              <a:gdLst/>
              <a:ahLst/>
              <a:cxnLst/>
              <a:rect l="l" t="t" r="r" b="b"/>
              <a:pathLst>
                <a:path w="5" h="25" extrusionOk="0">
                  <a:moveTo>
                    <a:pt x="4" y="0"/>
                  </a:moveTo>
                  <a:lnTo>
                    <a:pt x="1"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09" name="Google Shape;5609;p66"/>
            <p:cNvSpPr/>
            <p:nvPr/>
          </p:nvSpPr>
          <p:spPr>
            <a:xfrm>
              <a:off x="1532996" y="2505105"/>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10" name="Google Shape;5610;p66"/>
            <p:cNvSpPr/>
            <p:nvPr/>
          </p:nvSpPr>
          <p:spPr>
            <a:xfrm>
              <a:off x="1542826" y="2221566"/>
              <a:ext cx="68" cy="299"/>
            </a:xfrm>
            <a:custGeom>
              <a:avLst/>
              <a:gdLst/>
              <a:ahLst/>
              <a:cxnLst/>
              <a:rect l="l" t="t" r="r" b="b"/>
              <a:pathLst>
                <a:path w="5" h="22" extrusionOk="0">
                  <a:moveTo>
                    <a:pt x="4" y="1"/>
                  </a:moveTo>
                  <a:lnTo>
                    <a:pt x="1"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11" name="Google Shape;5611;p66"/>
            <p:cNvSpPr/>
            <p:nvPr/>
          </p:nvSpPr>
          <p:spPr>
            <a:xfrm>
              <a:off x="1540830" y="2504861"/>
              <a:ext cx="638" cy="68"/>
            </a:xfrm>
            <a:custGeom>
              <a:avLst/>
              <a:gdLst/>
              <a:ahLst/>
              <a:cxnLst/>
              <a:rect l="l" t="t" r="r" b="b"/>
              <a:pathLst>
                <a:path w="47" h="5" extrusionOk="0">
                  <a:moveTo>
                    <a:pt x="1" y="1"/>
                  </a:moveTo>
                  <a:lnTo>
                    <a:pt x="46"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12" name="Google Shape;5612;p66"/>
            <p:cNvSpPr/>
            <p:nvPr/>
          </p:nvSpPr>
          <p:spPr>
            <a:xfrm>
              <a:off x="1543111" y="2219530"/>
              <a:ext cx="68" cy="299"/>
            </a:xfrm>
            <a:custGeom>
              <a:avLst/>
              <a:gdLst/>
              <a:ahLst/>
              <a:cxnLst/>
              <a:rect l="l" t="t" r="r" b="b"/>
              <a:pathLst>
                <a:path w="5" h="22" extrusionOk="0">
                  <a:moveTo>
                    <a:pt x="4" y="0"/>
                  </a:moveTo>
                  <a:lnTo>
                    <a:pt x="1" y="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13" name="Google Shape;5613;p66"/>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14" name="Google Shape;5614;p66"/>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15" name="Google Shape;5615;p66"/>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16" name="Google Shape;5616;p66"/>
            <p:cNvSpPr/>
            <p:nvPr/>
          </p:nvSpPr>
          <p:spPr>
            <a:xfrm>
              <a:off x="1542541" y="2223141"/>
              <a:ext cx="109" cy="339"/>
            </a:xfrm>
            <a:custGeom>
              <a:avLst/>
              <a:gdLst/>
              <a:ahLst/>
              <a:cxnLst/>
              <a:rect l="l" t="t" r="r" b="b"/>
              <a:pathLst>
                <a:path w="8" h="25" extrusionOk="0">
                  <a:moveTo>
                    <a:pt x="8" y="0"/>
                  </a:moveTo>
                  <a:lnTo>
                    <a:pt x="1"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17" name="Google Shape;5617;p66"/>
            <p:cNvSpPr/>
            <p:nvPr/>
          </p:nvSpPr>
          <p:spPr>
            <a:xfrm>
              <a:off x="1542785" y="2222137"/>
              <a:ext cx="54" cy="299"/>
            </a:xfrm>
            <a:custGeom>
              <a:avLst/>
              <a:gdLst/>
              <a:ahLst/>
              <a:cxnLst/>
              <a:rect l="l" t="t" r="r" b="b"/>
              <a:pathLst>
                <a:path w="4" h="22" extrusionOk="0">
                  <a:moveTo>
                    <a:pt x="4" y="1"/>
                  </a:moveTo>
                  <a:lnTo>
                    <a:pt x="0"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18" name="Google Shape;5618;p66"/>
            <p:cNvSpPr/>
            <p:nvPr/>
          </p:nvSpPr>
          <p:spPr>
            <a:xfrm>
              <a:off x="1541590" y="2504915"/>
              <a:ext cx="448" cy="54"/>
            </a:xfrm>
            <a:custGeom>
              <a:avLst/>
              <a:gdLst/>
              <a:ahLst/>
              <a:cxnLst/>
              <a:rect l="l" t="t" r="r" b="b"/>
              <a:pathLst>
                <a:path w="33" h="4" extrusionOk="0">
                  <a:moveTo>
                    <a:pt x="1" y="0"/>
                  </a:moveTo>
                  <a:lnTo>
                    <a:pt x="32"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19" name="Google Shape;5619;p66"/>
            <p:cNvSpPr/>
            <p:nvPr/>
          </p:nvSpPr>
          <p:spPr>
            <a:xfrm>
              <a:off x="1542636" y="2222666"/>
              <a:ext cx="109" cy="299"/>
            </a:xfrm>
            <a:custGeom>
              <a:avLst/>
              <a:gdLst/>
              <a:ahLst/>
              <a:cxnLst/>
              <a:rect l="l" t="t" r="r" b="b"/>
              <a:pathLst>
                <a:path w="8" h="22" extrusionOk="0">
                  <a:moveTo>
                    <a:pt x="8" y="0"/>
                  </a:moveTo>
                  <a:lnTo>
                    <a:pt x="1" y="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20" name="Google Shape;5620;p66"/>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21" name="Google Shape;5621;p66"/>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22" name="Google Shape;5622;p66"/>
            <p:cNvSpPr/>
            <p:nvPr/>
          </p:nvSpPr>
          <p:spPr>
            <a:xfrm>
              <a:off x="1523858" y="2474868"/>
              <a:ext cx="109" cy="68"/>
            </a:xfrm>
            <a:custGeom>
              <a:avLst/>
              <a:gdLst/>
              <a:ahLst/>
              <a:cxnLst/>
              <a:rect l="l" t="t" r="r" b="b"/>
              <a:pathLst>
                <a:path w="8" h="5" extrusionOk="0">
                  <a:moveTo>
                    <a:pt x="1" y="1"/>
                  </a:moveTo>
                  <a:lnTo>
                    <a:pt x="8"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23" name="Google Shape;5623;p66"/>
            <p:cNvSpPr/>
            <p:nvPr/>
          </p:nvSpPr>
          <p:spPr>
            <a:xfrm>
              <a:off x="1525243" y="2475724"/>
              <a:ext cx="68" cy="68"/>
            </a:xfrm>
            <a:custGeom>
              <a:avLst/>
              <a:gdLst/>
              <a:ahLst/>
              <a:cxnLst/>
              <a:rect l="l" t="t" r="r" b="b"/>
              <a:pathLst>
                <a:path w="5" h="5" extrusionOk="0">
                  <a:moveTo>
                    <a:pt x="4"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24" name="Google Shape;5624;p66"/>
            <p:cNvSpPr/>
            <p:nvPr/>
          </p:nvSpPr>
          <p:spPr>
            <a:xfrm>
              <a:off x="1524483" y="2475248"/>
              <a:ext cx="163" cy="109"/>
            </a:xfrm>
            <a:custGeom>
              <a:avLst/>
              <a:gdLst/>
              <a:ahLst/>
              <a:cxnLst/>
              <a:rect l="l" t="t" r="r" b="b"/>
              <a:pathLst>
                <a:path w="12" h="8" extrusionOk="0">
                  <a:moveTo>
                    <a:pt x="1" y="1"/>
                  </a:moveTo>
                  <a:lnTo>
                    <a:pt x="1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25" name="Google Shape;5625;p66"/>
            <p:cNvSpPr/>
            <p:nvPr/>
          </p:nvSpPr>
          <p:spPr>
            <a:xfrm>
              <a:off x="1523057" y="2474488"/>
              <a:ext cx="149" cy="109"/>
            </a:xfrm>
            <a:custGeom>
              <a:avLst/>
              <a:gdLst/>
              <a:ahLst/>
              <a:cxnLst/>
              <a:rect l="l" t="t" r="r" b="b"/>
              <a:pathLst>
                <a:path w="11" h="8" extrusionOk="0">
                  <a:moveTo>
                    <a:pt x="0" y="1"/>
                  </a:moveTo>
                  <a:lnTo>
                    <a:pt x="1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26" name="Google Shape;5626;p66"/>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27" name="Google Shape;5627;p66"/>
            <p:cNvSpPr/>
            <p:nvPr/>
          </p:nvSpPr>
          <p:spPr>
            <a:xfrm>
              <a:off x="1542215" y="2504956"/>
              <a:ext cx="339" cy="68"/>
            </a:xfrm>
            <a:custGeom>
              <a:avLst/>
              <a:gdLst/>
              <a:ahLst/>
              <a:cxnLst/>
              <a:rect l="l" t="t" r="r" b="b"/>
              <a:pathLst>
                <a:path w="25" h="5" extrusionOk="0">
                  <a:moveTo>
                    <a:pt x="0" y="1"/>
                  </a:moveTo>
                  <a:lnTo>
                    <a:pt x="25"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28" name="Google Shape;5628;p66"/>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29" name="Google Shape;5629;p66"/>
            <p:cNvSpPr/>
            <p:nvPr/>
          </p:nvSpPr>
          <p:spPr>
            <a:xfrm>
              <a:off x="1532466" y="2505105"/>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30" name="Google Shape;5630;p66"/>
            <p:cNvSpPr/>
            <p:nvPr/>
          </p:nvSpPr>
          <p:spPr>
            <a:xfrm>
              <a:off x="1532656" y="2505105"/>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31" name="Google Shape;5631;p66"/>
            <p:cNvSpPr/>
            <p:nvPr/>
          </p:nvSpPr>
          <p:spPr>
            <a:xfrm>
              <a:off x="1542785" y="2505105"/>
              <a:ext cx="109" cy="14"/>
            </a:xfrm>
            <a:custGeom>
              <a:avLst/>
              <a:gdLst/>
              <a:ahLst/>
              <a:cxnLst/>
              <a:rect l="l" t="t" r="r" b="b"/>
              <a:pathLst>
                <a:path w="8" h="1" extrusionOk="0">
                  <a:moveTo>
                    <a:pt x="7"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32" name="Google Shape;5632;p66"/>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33" name="Google Shape;5633;p66"/>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34" name="Google Shape;5634;p66"/>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35" name="Google Shape;5635;p66"/>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36" name="Google Shape;5636;p66"/>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37" name="Google Shape;5637;p66"/>
            <p:cNvSpPr/>
            <p:nvPr/>
          </p:nvSpPr>
          <p:spPr>
            <a:xfrm>
              <a:off x="1613184" y="2195620"/>
              <a:ext cx="54" cy="149"/>
            </a:xfrm>
            <a:custGeom>
              <a:avLst/>
              <a:gdLst/>
              <a:ahLst/>
              <a:cxnLst/>
              <a:rect l="l" t="t" r="r" b="b"/>
              <a:pathLst>
                <a:path w="4" h="11" extrusionOk="0">
                  <a:moveTo>
                    <a:pt x="0" y="0"/>
                  </a:moveTo>
                  <a:lnTo>
                    <a:pt x="4"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38" name="Google Shape;5638;p66"/>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39" name="Google Shape;5639;p66"/>
            <p:cNvSpPr/>
            <p:nvPr/>
          </p:nvSpPr>
          <p:spPr>
            <a:xfrm>
              <a:off x="1613035" y="2195335"/>
              <a:ext cx="109" cy="204"/>
            </a:xfrm>
            <a:custGeom>
              <a:avLst/>
              <a:gdLst/>
              <a:ahLst/>
              <a:cxnLst/>
              <a:rect l="l" t="t" r="r" b="b"/>
              <a:pathLst>
                <a:path w="8" h="15" extrusionOk="0">
                  <a:moveTo>
                    <a:pt x="1" y="0"/>
                  </a:moveTo>
                  <a:lnTo>
                    <a:pt x="8"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40" name="Google Shape;5640;p66"/>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41" name="Google Shape;5641;p66"/>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42" name="Google Shape;5642;p66"/>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43" name="Google Shape;5643;p66"/>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44" name="Google Shape;5644;p66"/>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45" name="Google Shape;5645;p66"/>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46" name="Google Shape;5646;p66"/>
            <p:cNvSpPr/>
            <p:nvPr/>
          </p:nvSpPr>
          <p:spPr>
            <a:xfrm>
              <a:off x="1613280" y="2195810"/>
              <a:ext cx="14" cy="149"/>
            </a:xfrm>
            <a:custGeom>
              <a:avLst/>
              <a:gdLst/>
              <a:ahLst/>
              <a:cxnLst/>
              <a:rect l="l" t="t" r="r" b="b"/>
              <a:pathLst>
                <a:path w="1" h="11" extrusionOk="0">
                  <a:moveTo>
                    <a:pt x="0" y="0"/>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47" name="Google Shape;5647;p66"/>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48" name="Google Shape;5648;p66"/>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49" name="Google Shape;5649;p66"/>
            <p:cNvSpPr/>
            <p:nvPr/>
          </p:nvSpPr>
          <p:spPr>
            <a:xfrm>
              <a:off x="1581101" y="2216013"/>
              <a:ext cx="489" cy="489"/>
            </a:xfrm>
            <a:custGeom>
              <a:avLst/>
              <a:gdLst/>
              <a:ahLst/>
              <a:cxnLst/>
              <a:rect l="l" t="t" r="r" b="b"/>
              <a:pathLst>
                <a:path w="36" h="36" extrusionOk="0">
                  <a:moveTo>
                    <a:pt x="35" y="35"/>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50" name="Google Shape;5650;p66"/>
            <p:cNvSpPr/>
            <p:nvPr/>
          </p:nvSpPr>
          <p:spPr>
            <a:xfrm>
              <a:off x="1580436" y="2215294"/>
              <a:ext cx="489" cy="489"/>
            </a:xfrm>
            <a:custGeom>
              <a:avLst/>
              <a:gdLst/>
              <a:ahLst/>
              <a:cxnLst/>
              <a:rect l="l" t="t" r="r" b="b"/>
              <a:pathLst>
                <a:path w="36" h="36" extrusionOk="0">
                  <a:moveTo>
                    <a:pt x="35" y="36"/>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51" name="Google Shape;5651;p66"/>
            <p:cNvSpPr/>
            <p:nvPr/>
          </p:nvSpPr>
          <p:spPr>
            <a:xfrm>
              <a:off x="1581807" y="2216719"/>
              <a:ext cx="448" cy="489"/>
            </a:xfrm>
            <a:custGeom>
              <a:avLst/>
              <a:gdLst/>
              <a:ahLst/>
              <a:cxnLst/>
              <a:rect l="l" t="t" r="r" b="b"/>
              <a:pathLst>
                <a:path w="33" h="36" extrusionOk="0">
                  <a:moveTo>
                    <a:pt x="32" y="36"/>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52" name="Google Shape;5652;p66"/>
            <p:cNvSpPr/>
            <p:nvPr/>
          </p:nvSpPr>
          <p:spPr>
            <a:xfrm>
              <a:off x="1582472" y="2217439"/>
              <a:ext cx="543" cy="530"/>
            </a:xfrm>
            <a:custGeom>
              <a:avLst/>
              <a:gdLst/>
              <a:ahLst/>
              <a:cxnLst/>
              <a:rect l="l" t="t" r="r" b="b"/>
              <a:pathLst>
                <a:path w="40" h="39" extrusionOk="0">
                  <a:moveTo>
                    <a:pt x="39" y="39"/>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53" name="Google Shape;5653;p66"/>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54" name="Google Shape;5654;p66"/>
            <p:cNvSpPr/>
            <p:nvPr/>
          </p:nvSpPr>
          <p:spPr>
            <a:xfrm>
              <a:off x="1579662" y="2214438"/>
              <a:ext cx="638" cy="679"/>
            </a:xfrm>
            <a:custGeom>
              <a:avLst/>
              <a:gdLst/>
              <a:ahLst/>
              <a:cxnLst/>
              <a:rect l="l" t="t" r="r" b="b"/>
              <a:pathLst>
                <a:path w="47" h="50" extrusionOk="0">
                  <a:moveTo>
                    <a:pt x="46" y="50"/>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55" name="Google Shape;5655;p66"/>
            <p:cNvSpPr/>
            <p:nvPr/>
          </p:nvSpPr>
          <p:spPr>
            <a:xfrm>
              <a:off x="1579146" y="2213773"/>
              <a:ext cx="530" cy="679"/>
            </a:xfrm>
            <a:custGeom>
              <a:avLst/>
              <a:gdLst/>
              <a:ahLst/>
              <a:cxnLst/>
              <a:rect l="l" t="t" r="r" b="b"/>
              <a:pathLst>
                <a:path w="39" h="50" extrusionOk="0">
                  <a:moveTo>
                    <a:pt x="39" y="50"/>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56" name="Google Shape;5656;p66"/>
            <p:cNvSpPr/>
            <p:nvPr/>
          </p:nvSpPr>
          <p:spPr>
            <a:xfrm>
              <a:off x="1578290" y="2212687"/>
              <a:ext cx="204" cy="204"/>
            </a:xfrm>
            <a:custGeom>
              <a:avLst/>
              <a:gdLst/>
              <a:ahLst/>
              <a:cxnLst/>
              <a:rect l="l" t="t" r="r" b="b"/>
              <a:pathLst>
                <a:path w="15" h="15" extrusionOk="0">
                  <a:moveTo>
                    <a:pt x="0" y="0"/>
                  </a:moveTo>
                  <a:lnTo>
                    <a:pt x="14"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57" name="Google Shape;5657;p66"/>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58" name="Google Shape;5658;p66"/>
            <p:cNvSpPr/>
            <p:nvPr/>
          </p:nvSpPr>
          <p:spPr>
            <a:xfrm>
              <a:off x="1578616" y="2213108"/>
              <a:ext cx="394" cy="489"/>
            </a:xfrm>
            <a:custGeom>
              <a:avLst/>
              <a:gdLst/>
              <a:ahLst/>
              <a:cxnLst/>
              <a:rect l="l" t="t" r="r" b="b"/>
              <a:pathLst>
                <a:path w="29" h="36" extrusionOk="0">
                  <a:moveTo>
                    <a:pt x="29" y="36"/>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59" name="Google Shape;5659;p66"/>
            <p:cNvSpPr/>
            <p:nvPr/>
          </p:nvSpPr>
          <p:spPr>
            <a:xfrm>
              <a:off x="1622254" y="2254410"/>
              <a:ext cx="109" cy="14"/>
            </a:xfrm>
            <a:custGeom>
              <a:avLst/>
              <a:gdLst/>
              <a:ahLst/>
              <a:cxnLst/>
              <a:rect l="l" t="t" r="r" b="b"/>
              <a:pathLst>
                <a:path w="8" h="1" extrusionOk="0">
                  <a:moveTo>
                    <a:pt x="8"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60" name="Google Shape;5660;p66"/>
            <p:cNvSpPr/>
            <p:nvPr/>
          </p:nvSpPr>
          <p:spPr>
            <a:xfrm>
              <a:off x="1618982" y="2254275"/>
              <a:ext cx="774" cy="109"/>
            </a:xfrm>
            <a:custGeom>
              <a:avLst/>
              <a:gdLst/>
              <a:ahLst/>
              <a:cxnLst/>
              <a:rect l="l" t="t" r="r" b="b"/>
              <a:pathLst>
                <a:path w="57" h="8" extrusionOk="0">
                  <a:moveTo>
                    <a:pt x="56"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61" name="Google Shape;5661;p66"/>
            <p:cNvSpPr/>
            <p:nvPr/>
          </p:nvSpPr>
          <p:spPr>
            <a:xfrm>
              <a:off x="1621263" y="2254220"/>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62" name="Google Shape;5662;p66"/>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63" name="Google Shape;5663;p66"/>
            <p:cNvSpPr/>
            <p:nvPr/>
          </p:nvSpPr>
          <p:spPr>
            <a:xfrm>
              <a:off x="1622824" y="2254600"/>
              <a:ext cx="109" cy="68"/>
            </a:xfrm>
            <a:custGeom>
              <a:avLst/>
              <a:gdLst/>
              <a:ahLst/>
              <a:cxnLst/>
              <a:rect l="l" t="t" r="r" b="b"/>
              <a:pathLst>
                <a:path w="8" h="5" extrusionOk="0">
                  <a:moveTo>
                    <a:pt x="8"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64" name="Google Shape;5664;p66"/>
            <p:cNvSpPr/>
            <p:nvPr/>
          </p:nvSpPr>
          <p:spPr>
            <a:xfrm>
              <a:off x="1621779" y="2254315"/>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65" name="Google Shape;5665;p66"/>
            <p:cNvSpPr/>
            <p:nvPr/>
          </p:nvSpPr>
          <p:spPr>
            <a:xfrm>
              <a:off x="1584712" y="2219475"/>
              <a:ext cx="489" cy="448"/>
            </a:xfrm>
            <a:custGeom>
              <a:avLst/>
              <a:gdLst/>
              <a:ahLst/>
              <a:cxnLst/>
              <a:rect l="l" t="t" r="r" b="b"/>
              <a:pathLst>
                <a:path w="36" h="33" extrusionOk="0">
                  <a:moveTo>
                    <a:pt x="35" y="32"/>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66" name="Google Shape;5666;p66"/>
            <p:cNvSpPr/>
            <p:nvPr/>
          </p:nvSpPr>
          <p:spPr>
            <a:xfrm>
              <a:off x="1583137" y="2218050"/>
              <a:ext cx="679" cy="679"/>
            </a:xfrm>
            <a:custGeom>
              <a:avLst/>
              <a:gdLst/>
              <a:ahLst/>
              <a:cxnLst/>
              <a:rect l="l" t="t" r="r" b="b"/>
              <a:pathLst>
                <a:path w="50" h="50" extrusionOk="0">
                  <a:moveTo>
                    <a:pt x="50" y="50"/>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67" name="Google Shape;5667;p66"/>
            <p:cNvSpPr/>
            <p:nvPr/>
          </p:nvSpPr>
          <p:spPr>
            <a:xfrm>
              <a:off x="1586084" y="2220616"/>
              <a:ext cx="448" cy="299"/>
            </a:xfrm>
            <a:custGeom>
              <a:avLst/>
              <a:gdLst/>
              <a:ahLst/>
              <a:cxnLst/>
              <a:rect l="l" t="t" r="r" b="b"/>
              <a:pathLst>
                <a:path w="33" h="22" extrusionOk="0">
                  <a:moveTo>
                    <a:pt x="32" y="22"/>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68" name="Google Shape;5668;p66"/>
            <p:cNvSpPr/>
            <p:nvPr/>
          </p:nvSpPr>
          <p:spPr>
            <a:xfrm>
              <a:off x="1583952" y="2218810"/>
              <a:ext cx="584" cy="543"/>
            </a:xfrm>
            <a:custGeom>
              <a:avLst/>
              <a:gdLst/>
              <a:ahLst/>
              <a:cxnLst/>
              <a:rect l="l" t="t" r="r" b="b"/>
              <a:pathLst>
                <a:path w="43" h="40" extrusionOk="0">
                  <a:moveTo>
                    <a:pt x="42" y="39"/>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69" name="Google Shape;5669;p66"/>
            <p:cNvSpPr/>
            <p:nvPr/>
          </p:nvSpPr>
          <p:spPr>
            <a:xfrm>
              <a:off x="1585418" y="2220100"/>
              <a:ext cx="448" cy="339"/>
            </a:xfrm>
            <a:custGeom>
              <a:avLst/>
              <a:gdLst/>
              <a:ahLst/>
              <a:cxnLst/>
              <a:rect l="l" t="t" r="r" b="b"/>
              <a:pathLst>
                <a:path w="33" h="25" extrusionOk="0">
                  <a:moveTo>
                    <a:pt x="32" y="25"/>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70" name="Google Shape;5670;p66"/>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71" name="Google Shape;5671;p66"/>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72" name="Google Shape;5672;p66"/>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73" name="Google Shape;5673;p66"/>
            <p:cNvSpPr/>
            <p:nvPr/>
          </p:nvSpPr>
          <p:spPr>
            <a:xfrm>
              <a:off x="1638140" y="2239163"/>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74" name="Google Shape;5674;p66"/>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75" name="Google Shape;5675;p66"/>
            <p:cNvSpPr/>
            <p:nvPr/>
          </p:nvSpPr>
          <p:spPr>
            <a:xfrm>
              <a:off x="1408599" y="1961951"/>
              <a:ext cx="434" cy="54"/>
            </a:xfrm>
            <a:custGeom>
              <a:avLst/>
              <a:gdLst/>
              <a:ahLst/>
              <a:cxnLst/>
              <a:rect l="l" t="t" r="r" b="b"/>
              <a:pathLst>
                <a:path w="32" h="4" extrusionOk="0">
                  <a:moveTo>
                    <a:pt x="0" y="0"/>
                  </a:moveTo>
                  <a:lnTo>
                    <a:pt x="32"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76" name="Google Shape;5676;p66"/>
            <p:cNvSpPr/>
            <p:nvPr/>
          </p:nvSpPr>
          <p:spPr>
            <a:xfrm>
              <a:off x="1407553" y="1961951"/>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77" name="Google Shape;5677;p66"/>
            <p:cNvSpPr/>
            <p:nvPr/>
          </p:nvSpPr>
          <p:spPr>
            <a:xfrm>
              <a:off x="1418918" y="1963988"/>
              <a:ext cx="339" cy="14"/>
            </a:xfrm>
            <a:custGeom>
              <a:avLst/>
              <a:gdLst/>
              <a:ahLst/>
              <a:cxnLst/>
              <a:rect l="l" t="t" r="r" b="b"/>
              <a:pathLst>
                <a:path w="25" h="1" extrusionOk="0">
                  <a:moveTo>
                    <a:pt x="0" y="1"/>
                  </a:moveTo>
                  <a:lnTo>
                    <a:pt x="2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78" name="Google Shape;5678;p66"/>
            <p:cNvSpPr/>
            <p:nvPr/>
          </p:nvSpPr>
          <p:spPr>
            <a:xfrm>
              <a:off x="1408123" y="1961951"/>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79" name="Google Shape;5679;p66"/>
            <p:cNvSpPr/>
            <p:nvPr/>
          </p:nvSpPr>
          <p:spPr>
            <a:xfrm>
              <a:off x="1407214" y="1961951"/>
              <a:ext cx="204" cy="14"/>
            </a:xfrm>
            <a:custGeom>
              <a:avLst/>
              <a:gdLst/>
              <a:ahLst/>
              <a:cxnLst/>
              <a:rect l="l" t="t" r="r" b="b"/>
              <a:pathLst>
                <a:path w="15" h="1" extrusionOk="0">
                  <a:moveTo>
                    <a:pt x="1" y="0"/>
                  </a:moveTo>
                  <a:lnTo>
                    <a:pt x="1" y="0"/>
                  </a:lnTo>
                  <a:lnTo>
                    <a:pt x="1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80" name="Google Shape;5680;p66"/>
            <p:cNvSpPr/>
            <p:nvPr/>
          </p:nvSpPr>
          <p:spPr>
            <a:xfrm>
              <a:off x="1419773" y="1964042"/>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81" name="Google Shape;5681;p66"/>
            <p:cNvSpPr/>
            <p:nvPr/>
          </p:nvSpPr>
          <p:spPr>
            <a:xfrm>
              <a:off x="1420533" y="1963988"/>
              <a:ext cx="149" cy="14"/>
            </a:xfrm>
            <a:custGeom>
              <a:avLst/>
              <a:gdLst/>
              <a:ahLst/>
              <a:cxnLst/>
              <a:rect l="l" t="t" r="r" b="b"/>
              <a:pathLst>
                <a:path w="11" h="1" extrusionOk="0">
                  <a:moveTo>
                    <a:pt x="0" y="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82" name="Google Shape;5682;p66"/>
            <p:cNvSpPr/>
            <p:nvPr/>
          </p:nvSpPr>
          <p:spPr>
            <a:xfrm>
              <a:off x="1418442" y="1963893"/>
              <a:ext cx="339" cy="68"/>
            </a:xfrm>
            <a:custGeom>
              <a:avLst/>
              <a:gdLst/>
              <a:ahLst/>
              <a:cxnLst/>
              <a:rect l="l" t="t" r="r" b="b"/>
              <a:pathLst>
                <a:path w="25" h="5" extrusionOk="0">
                  <a:moveTo>
                    <a:pt x="0" y="1"/>
                  </a:moveTo>
                  <a:lnTo>
                    <a:pt x="25"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83" name="Google Shape;5683;p66"/>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84" name="Google Shape;5684;p66"/>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85" name="Google Shape;5685;p66"/>
            <p:cNvSpPr/>
            <p:nvPr/>
          </p:nvSpPr>
          <p:spPr>
            <a:xfrm>
              <a:off x="1409115" y="1961992"/>
              <a:ext cx="353" cy="68"/>
            </a:xfrm>
            <a:custGeom>
              <a:avLst/>
              <a:gdLst/>
              <a:ahLst/>
              <a:cxnLst/>
              <a:rect l="l" t="t" r="r" b="b"/>
              <a:pathLst>
                <a:path w="26" h="5" extrusionOk="0">
                  <a:moveTo>
                    <a:pt x="1" y="1"/>
                  </a:moveTo>
                  <a:lnTo>
                    <a:pt x="25"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86" name="Google Shape;5686;p66"/>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87" name="Google Shape;5687;p66"/>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88" name="Google Shape;5688;p66"/>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89" name="Google Shape;5689;p66"/>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90" name="Google Shape;5690;p66"/>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91" name="Google Shape;5691;p66"/>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92" name="Google Shape;5692;p66"/>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93" name="Google Shape;5693;p66"/>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94" name="Google Shape;5694;p66"/>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95" name="Google Shape;5695;p66"/>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96" name="Google Shape;5696;p66"/>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97" name="Google Shape;5697;p66"/>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98" name="Google Shape;5698;p66"/>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699" name="Google Shape;5699;p66"/>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00" name="Google Shape;5700;p66"/>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01" name="Google Shape;5701;p66"/>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02" name="Google Shape;5702;p66"/>
            <p:cNvSpPr/>
            <p:nvPr/>
          </p:nvSpPr>
          <p:spPr>
            <a:xfrm>
              <a:off x="1540124" y="2029540"/>
              <a:ext cx="109" cy="14"/>
            </a:xfrm>
            <a:custGeom>
              <a:avLst/>
              <a:gdLst/>
              <a:ahLst/>
              <a:cxnLst/>
              <a:rect l="l" t="t" r="r" b="b"/>
              <a:pathLst>
                <a:path w="8" h="1" extrusionOk="0">
                  <a:moveTo>
                    <a:pt x="0" y="0"/>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03" name="Google Shape;5703;p66"/>
            <p:cNvSpPr/>
            <p:nvPr/>
          </p:nvSpPr>
          <p:spPr>
            <a:xfrm>
              <a:off x="1536363" y="2030436"/>
              <a:ext cx="258" cy="14"/>
            </a:xfrm>
            <a:custGeom>
              <a:avLst/>
              <a:gdLst/>
              <a:ahLst/>
              <a:cxnLst/>
              <a:rect l="l" t="t" r="r" b="b"/>
              <a:pathLst>
                <a:path w="19" h="1" extrusionOk="0">
                  <a:moveTo>
                    <a:pt x="1" y="1"/>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04" name="Google Shape;5704;p66"/>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05" name="Google Shape;5705;p66"/>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06" name="Google Shape;5706;p66"/>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07" name="Google Shape;5707;p66"/>
            <p:cNvSpPr/>
            <p:nvPr/>
          </p:nvSpPr>
          <p:spPr>
            <a:xfrm>
              <a:off x="1539459" y="2029676"/>
              <a:ext cx="339" cy="109"/>
            </a:xfrm>
            <a:custGeom>
              <a:avLst/>
              <a:gdLst/>
              <a:ahLst/>
              <a:cxnLst/>
              <a:rect l="l" t="t" r="r" b="b"/>
              <a:pathLst>
                <a:path w="25" h="8" extrusionOk="0">
                  <a:moveTo>
                    <a:pt x="0" y="8"/>
                  </a:moveTo>
                  <a:lnTo>
                    <a:pt x="2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08" name="Google Shape;5708;p66"/>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09" name="Google Shape;5709;p66"/>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10" name="Google Shape;5710;p66"/>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11" name="Google Shape;5711;p66"/>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12" name="Google Shape;5712;p66"/>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13" name="Google Shape;5713;p66"/>
            <p:cNvSpPr/>
            <p:nvPr/>
          </p:nvSpPr>
          <p:spPr>
            <a:xfrm>
              <a:off x="1523532" y="2074603"/>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14" name="Google Shape;5714;p66"/>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15" name="Google Shape;5715;p66"/>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16" name="Google Shape;5716;p66"/>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17" name="Google Shape;5717;p66"/>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18" name="Google Shape;5718;p66"/>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19" name="Google Shape;5719;p66"/>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20" name="Google Shape;5720;p66"/>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21" name="Google Shape;5721;p66"/>
            <p:cNvSpPr/>
            <p:nvPr/>
          </p:nvSpPr>
          <p:spPr>
            <a:xfrm>
              <a:off x="1467063" y="1987667"/>
              <a:ext cx="204" cy="204"/>
            </a:xfrm>
            <a:custGeom>
              <a:avLst/>
              <a:gdLst/>
              <a:ahLst/>
              <a:cxnLst/>
              <a:rect l="l" t="t" r="r" b="b"/>
              <a:pathLst>
                <a:path w="15" h="15" extrusionOk="0">
                  <a:moveTo>
                    <a:pt x="0" y="14"/>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22" name="Google Shape;5722;p66"/>
            <p:cNvSpPr/>
            <p:nvPr/>
          </p:nvSpPr>
          <p:spPr>
            <a:xfrm>
              <a:off x="1467783" y="1986906"/>
              <a:ext cx="244" cy="299"/>
            </a:xfrm>
            <a:custGeom>
              <a:avLst/>
              <a:gdLst/>
              <a:ahLst/>
              <a:cxnLst/>
              <a:rect l="l" t="t" r="r" b="b"/>
              <a:pathLst>
                <a:path w="18" h="22" extrusionOk="0">
                  <a:moveTo>
                    <a:pt x="0" y="21"/>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23" name="Google Shape;5723;p66"/>
            <p:cNvSpPr/>
            <p:nvPr/>
          </p:nvSpPr>
          <p:spPr>
            <a:xfrm>
              <a:off x="1466724" y="1987993"/>
              <a:ext cx="204" cy="204"/>
            </a:xfrm>
            <a:custGeom>
              <a:avLst/>
              <a:gdLst/>
              <a:ahLst/>
              <a:cxnLst/>
              <a:rect l="l" t="t" r="r" b="b"/>
              <a:pathLst>
                <a:path w="15" h="15" extrusionOk="0">
                  <a:moveTo>
                    <a:pt x="1" y="15"/>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24" name="Google Shape;5724;p66"/>
            <p:cNvSpPr/>
            <p:nvPr/>
          </p:nvSpPr>
          <p:spPr>
            <a:xfrm>
              <a:off x="1467389" y="1987287"/>
              <a:ext cx="258" cy="244"/>
            </a:xfrm>
            <a:custGeom>
              <a:avLst/>
              <a:gdLst/>
              <a:ahLst/>
              <a:cxnLst/>
              <a:rect l="l" t="t" r="r" b="b"/>
              <a:pathLst>
                <a:path w="19" h="18" extrusionOk="0">
                  <a:moveTo>
                    <a:pt x="1" y="18"/>
                  </a:moveTo>
                  <a:lnTo>
                    <a:pt x="19"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25" name="Google Shape;5725;p66"/>
            <p:cNvSpPr/>
            <p:nvPr/>
          </p:nvSpPr>
          <p:spPr>
            <a:xfrm>
              <a:off x="1468163" y="1986662"/>
              <a:ext cx="149" cy="163"/>
            </a:xfrm>
            <a:custGeom>
              <a:avLst/>
              <a:gdLst/>
              <a:ahLst/>
              <a:cxnLst/>
              <a:rect l="l" t="t" r="r" b="b"/>
              <a:pathLst>
                <a:path w="11" h="12" extrusionOk="0">
                  <a:moveTo>
                    <a:pt x="0" y="1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26" name="Google Shape;5726;p66"/>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27" name="Google Shape;5727;p66"/>
            <p:cNvSpPr/>
            <p:nvPr/>
          </p:nvSpPr>
          <p:spPr>
            <a:xfrm>
              <a:off x="1465828" y="1988997"/>
              <a:ext cx="109" cy="109"/>
            </a:xfrm>
            <a:custGeom>
              <a:avLst/>
              <a:gdLst/>
              <a:ahLst/>
              <a:cxnLst/>
              <a:rect l="l" t="t" r="r" b="b"/>
              <a:pathLst>
                <a:path w="8" h="8" extrusionOk="0">
                  <a:moveTo>
                    <a:pt x="0" y="7"/>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28" name="Google Shape;5728;p66"/>
            <p:cNvSpPr/>
            <p:nvPr/>
          </p:nvSpPr>
          <p:spPr>
            <a:xfrm>
              <a:off x="1466059" y="1988658"/>
              <a:ext cx="204" cy="204"/>
            </a:xfrm>
            <a:custGeom>
              <a:avLst/>
              <a:gdLst/>
              <a:ahLst/>
              <a:cxnLst/>
              <a:rect l="l" t="t" r="r" b="b"/>
              <a:pathLst>
                <a:path w="15" h="15" extrusionOk="0">
                  <a:moveTo>
                    <a:pt x="1" y="15"/>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29" name="Google Shape;5729;p66"/>
            <p:cNvSpPr/>
            <p:nvPr/>
          </p:nvSpPr>
          <p:spPr>
            <a:xfrm>
              <a:off x="1466398" y="1988332"/>
              <a:ext cx="204" cy="204"/>
            </a:xfrm>
            <a:custGeom>
              <a:avLst/>
              <a:gdLst/>
              <a:ahLst/>
              <a:cxnLst/>
              <a:rect l="l" t="t" r="r" b="b"/>
              <a:pathLst>
                <a:path w="15" h="15" extrusionOk="0">
                  <a:moveTo>
                    <a:pt x="0" y="14"/>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30" name="Google Shape;5730;p66"/>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31" name="Google Shape;5731;p66"/>
            <p:cNvSpPr/>
            <p:nvPr/>
          </p:nvSpPr>
          <p:spPr>
            <a:xfrm>
              <a:off x="1468448" y="1986377"/>
              <a:ext cx="149" cy="163"/>
            </a:xfrm>
            <a:custGeom>
              <a:avLst/>
              <a:gdLst/>
              <a:ahLst/>
              <a:cxnLst/>
              <a:rect l="l" t="t" r="r" b="b"/>
              <a:pathLst>
                <a:path w="11" h="12" extrusionOk="0">
                  <a:moveTo>
                    <a:pt x="0" y="1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32" name="Google Shape;5732;p66"/>
            <p:cNvSpPr/>
            <p:nvPr/>
          </p:nvSpPr>
          <p:spPr>
            <a:xfrm>
              <a:off x="1469154" y="1985766"/>
              <a:ext cx="204" cy="149"/>
            </a:xfrm>
            <a:custGeom>
              <a:avLst/>
              <a:gdLst/>
              <a:ahLst/>
              <a:cxnLst/>
              <a:rect l="l" t="t" r="r" b="b"/>
              <a:pathLst>
                <a:path w="15" h="11" extrusionOk="0">
                  <a:moveTo>
                    <a:pt x="1" y="11"/>
                  </a:moveTo>
                  <a:lnTo>
                    <a:pt x="1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33" name="Google Shape;5733;p66"/>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34" name="Google Shape;5734;p66"/>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35" name="Google Shape;5735;p66"/>
            <p:cNvSpPr/>
            <p:nvPr/>
          </p:nvSpPr>
          <p:spPr>
            <a:xfrm>
              <a:off x="1468679" y="1986146"/>
              <a:ext cx="163" cy="149"/>
            </a:xfrm>
            <a:custGeom>
              <a:avLst/>
              <a:gdLst/>
              <a:ahLst/>
              <a:cxnLst/>
              <a:rect l="l" t="t" r="r" b="b"/>
              <a:pathLst>
                <a:path w="12" h="11" extrusionOk="0">
                  <a:moveTo>
                    <a:pt x="1" y="11"/>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36" name="Google Shape;5736;p66"/>
            <p:cNvSpPr/>
            <p:nvPr/>
          </p:nvSpPr>
          <p:spPr>
            <a:xfrm>
              <a:off x="1468964" y="1985956"/>
              <a:ext cx="163" cy="149"/>
            </a:xfrm>
            <a:custGeom>
              <a:avLst/>
              <a:gdLst/>
              <a:ahLst/>
              <a:cxnLst/>
              <a:rect l="l" t="t" r="r" b="b"/>
              <a:pathLst>
                <a:path w="12" h="11" extrusionOk="0">
                  <a:moveTo>
                    <a:pt x="1" y="11"/>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37" name="Google Shape;5737;p66"/>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38" name="Google Shape;5738;p66"/>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39" name="Google Shape;5739;p66"/>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40" name="Google Shape;5740;p66"/>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41" name="Google Shape;5741;p66"/>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42" name="Google Shape;5742;p66"/>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43" name="Google Shape;5743;p66"/>
            <p:cNvSpPr/>
            <p:nvPr/>
          </p:nvSpPr>
          <p:spPr>
            <a:xfrm>
              <a:off x="1529140" y="2128031"/>
              <a:ext cx="163" cy="54"/>
            </a:xfrm>
            <a:custGeom>
              <a:avLst/>
              <a:gdLst/>
              <a:ahLst/>
              <a:cxnLst/>
              <a:rect l="l" t="t" r="r" b="b"/>
              <a:pathLst>
                <a:path w="12" h="4" extrusionOk="0">
                  <a:moveTo>
                    <a:pt x="11" y="4"/>
                  </a:moveTo>
                  <a:lnTo>
                    <a:pt x="1" y="0"/>
                  </a:ln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44" name="Google Shape;5744;p66"/>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45" name="Google Shape;5745;p66"/>
            <p:cNvSpPr/>
            <p:nvPr/>
          </p:nvSpPr>
          <p:spPr>
            <a:xfrm>
              <a:off x="1529425" y="2128126"/>
              <a:ext cx="394" cy="149"/>
            </a:xfrm>
            <a:custGeom>
              <a:avLst/>
              <a:gdLst/>
              <a:ahLst/>
              <a:cxnLst/>
              <a:rect l="l" t="t" r="r" b="b"/>
              <a:pathLst>
                <a:path w="29" h="11" extrusionOk="0">
                  <a:moveTo>
                    <a:pt x="1" y="0"/>
                  </a:moveTo>
                  <a:lnTo>
                    <a:pt x="29"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46" name="Google Shape;5746;p66"/>
            <p:cNvSpPr/>
            <p:nvPr/>
          </p:nvSpPr>
          <p:spPr>
            <a:xfrm>
              <a:off x="1575290" y="2140807"/>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47" name="Google Shape;5747;p66"/>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48" name="Google Shape;5748;p66"/>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49" name="Google Shape;5749;p66"/>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50" name="Google Shape;5750;p66"/>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51" name="Google Shape;5751;p66"/>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52" name="Google Shape;5752;p66"/>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53" name="Google Shape;5753;p66"/>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54" name="Google Shape;5754;p66"/>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55" name="Google Shape;5755;p66"/>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56" name="Google Shape;5756;p66"/>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57" name="Google Shape;5757;p66"/>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58" name="Google Shape;5758;p66"/>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59" name="Google Shape;5759;p66"/>
            <p:cNvSpPr/>
            <p:nvPr/>
          </p:nvSpPr>
          <p:spPr>
            <a:xfrm>
              <a:off x="1530090" y="2179883"/>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60" name="Google Shape;5760;p66"/>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61" name="Google Shape;5761;p66"/>
            <p:cNvSpPr/>
            <p:nvPr/>
          </p:nvSpPr>
          <p:spPr>
            <a:xfrm>
              <a:off x="1579281" y="2208980"/>
              <a:ext cx="109" cy="299"/>
            </a:xfrm>
            <a:custGeom>
              <a:avLst/>
              <a:gdLst/>
              <a:ahLst/>
              <a:cxnLst/>
              <a:rect l="l" t="t" r="r" b="b"/>
              <a:pathLst>
                <a:path w="8" h="22" extrusionOk="0">
                  <a:moveTo>
                    <a:pt x="1" y="21"/>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62" name="Google Shape;5762;p66"/>
            <p:cNvSpPr/>
            <p:nvPr/>
          </p:nvSpPr>
          <p:spPr>
            <a:xfrm>
              <a:off x="1579376" y="2208641"/>
              <a:ext cx="109" cy="258"/>
            </a:xfrm>
            <a:custGeom>
              <a:avLst/>
              <a:gdLst/>
              <a:ahLst/>
              <a:cxnLst/>
              <a:rect l="l" t="t" r="r" b="b"/>
              <a:pathLst>
                <a:path w="8" h="19" extrusionOk="0">
                  <a:moveTo>
                    <a:pt x="1" y="18"/>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63" name="Google Shape;5763;p66"/>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64" name="Google Shape;5764;p66"/>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65" name="Google Shape;5765;p66"/>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66" name="Google Shape;5766;p66"/>
            <p:cNvSpPr/>
            <p:nvPr/>
          </p:nvSpPr>
          <p:spPr>
            <a:xfrm>
              <a:off x="1579526" y="2208260"/>
              <a:ext cx="14" cy="68"/>
            </a:xfrm>
            <a:custGeom>
              <a:avLst/>
              <a:gdLst/>
              <a:ahLst/>
              <a:cxnLst/>
              <a:rect l="l" t="t" r="r" b="b"/>
              <a:pathLst>
                <a:path w="1" h="5" extrusionOk="0">
                  <a:moveTo>
                    <a:pt x="0"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67" name="Google Shape;5767;p66"/>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68" name="Google Shape;5768;p66"/>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69" name="Google Shape;5769;p66"/>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70" name="Google Shape;5770;p66"/>
            <p:cNvSpPr/>
            <p:nvPr/>
          </p:nvSpPr>
          <p:spPr>
            <a:xfrm>
              <a:off x="1518685" y="2074223"/>
              <a:ext cx="244" cy="54"/>
            </a:xfrm>
            <a:custGeom>
              <a:avLst/>
              <a:gdLst/>
              <a:ahLst/>
              <a:cxnLst/>
              <a:rect l="l" t="t" r="r" b="b"/>
              <a:pathLst>
                <a:path w="18" h="4" extrusionOk="0">
                  <a:moveTo>
                    <a:pt x="0" y="4"/>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71" name="Google Shape;5771;p66"/>
            <p:cNvSpPr/>
            <p:nvPr/>
          </p:nvSpPr>
          <p:spPr>
            <a:xfrm>
              <a:off x="1517545" y="2074549"/>
              <a:ext cx="299" cy="163"/>
            </a:xfrm>
            <a:custGeom>
              <a:avLst/>
              <a:gdLst/>
              <a:ahLst/>
              <a:cxnLst/>
              <a:rect l="l" t="t" r="r" b="b"/>
              <a:pathLst>
                <a:path w="22" h="12" extrusionOk="0">
                  <a:moveTo>
                    <a:pt x="0" y="11"/>
                  </a:moveTo>
                  <a:lnTo>
                    <a:pt x="2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72" name="Google Shape;5772;p66"/>
            <p:cNvSpPr/>
            <p:nvPr/>
          </p:nvSpPr>
          <p:spPr>
            <a:xfrm>
              <a:off x="1518305" y="2074318"/>
              <a:ext cx="299" cy="54"/>
            </a:xfrm>
            <a:custGeom>
              <a:avLst/>
              <a:gdLst/>
              <a:ahLst/>
              <a:cxnLst/>
              <a:rect l="l" t="t" r="r" b="b"/>
              <a:pathLst>
                <a:path w="22" h="4" extrusionOk="0">
                  <a:moveTo>
                    <a:pt x="0" y="4"/>
                  </a:moveTo>
                  <a:lnTo>
                    <a:pt x="2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73" name="Google Shape;5773;p66"/>
            <p:cNvSpPr/>
            <p:nvPr/>
          </p:nvSpPr>
          <p:spPr>
            <a:xfrm>
              <a:off x="1517110" y="2074794"/>
              <a:ext cx="299" cy="204"/>
            </a:xfrm>
            <a:custGeom>
              <a:avLst/>
              <a:gdLst/>
              <a:ahLst/>
              <a:cxnLst/>
              <a:rect l="l" t="t" r="r" b="b"/>
              <a:pathLst>
                <a:path w="22" h="15" extrusionOk="0">
                  <a:moveTo>
                    <a:pt x="1" y="14"/>
                  </a:moveTo>
                  <a:lnTo>
                    <a:pt x="2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74" name="Google Shape;5774;p66"/>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75" name="Google Shape;5775;p66"/>
            <p:cNvSpPr/>
            <p:nvPr/>
          </p:nvSpPr>
          <p:spPr>
            <a:xfrm>
              <a:off x="1519065" y="2074223"/>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76" name="Google Shape;5776;p66"/>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77" name="Google Shape;5777;p66"/>
            <p:cNvSpPr/>
            <p:nvPr/>
          </p:nvSpPr>
          <p:spPr>
            <a:xfrm>
              <a:off x="1517925" y="2074413"/>
              <a:ext cx="299" cy="109"/>
            </a:xfrm>
            <a:custGeom>
              <a:avLst/>
              <a:gdLst/>
              <a:ahLst/>
              <a:cxnLst/>
              <a:rect l="l" t="t" r="r" b="b"/>
              <a:pathLst>
                <a:path w="22" h="8" extrusionOk="0">
                  <a:moveTo>
                    <a:pt x="0" y="7"/>
                  </a:moveTo>
                  <a:lnTo>
                    <a:pt x="2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78" name="Google Shape;5778;p66"/>
            <p:cNvSpPr/>
            <p:nvPr/>
          </p:nvSpPr>
          <p:spPr>
            <a:xfrm>
              <a:off x="1522052" y="2182355"/>
              <a:ext cx="109" cy="68"/>
            </a:xfrm>
            <a:custGeom>
              <a:avLst/>
              <a:gdLst/>
              <a:ahLst/>
              <a:cxnLst/>
              <a:rect l="l" t="t" r="r" b="b"/>
              <a:pathLst>
                <a:path w="8" h="5" extrusionOk="0">
                  <a:moveTo>
                    <a:pt x="8"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79" name="Google Shape;5779;p66"/>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80" name="Google Shape;5780;p66"/>
            <p:cNvSpPr/>
            <p:nvPr/>
          </p:nvSpPr>
          <p:spPr>
            <a:xfrm>
              <a:off x="1485176" y="2046227"/>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81" name="Google Shape;5781;p66"/>
            <p:cNvSpPr/>
            <p:nvPr/>
          </p:nvSpPr>
          <p:spPr>
            <a:xfrm>
              <a:off x="1485692" y="2046227"/>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82" name="Google Shape;5782;p66"/>
            <p:cNvSpPr/>
            <p:nvPr/>
          </p:nvSpPr>
          <p:spPr>
            <a:xfrm>
              <a:off x="1486411" y="2046267"/>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83" name="Google Shape;5783;p66"/>
            <p:cNvSpPr/>
            <p:nvPr/>
          </p:nvSpPr>
          <p:spPr>
            <a:xfrm>
              <a:off x="1486982" y="2046457"/>
              <a:ext cx="54" cy="14"/>
            </a:xfrm>
            <a:custGeom>
              <a:avLst/>
              <a:gdLst/>
              <a:ahLst/>
              <a:cxnLst/>
              <a:rect l="l" t="t" r="r" b="b"/>
              <a:pathLst>
                <a:path w="4" h="1" extrusionOk="0">
                  <a:moveTo>
                    <a:pt x="4"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84" name="Google Shape;5784;p66"/>
            <p:cNvSpPr/>
            <p:nvPr/>
          </p:nvSpPr>
          <p:spPr>
            <a:xfrm>
              <a:off x="1486506" y="2046322"/>
              <a:ext cx="109" cy="14"/>
            </a:xfrm>
            <a:custGeom>
              <a:avLst/>
              <a:gdLst/>
              <a:ahLst/>
              <a:cxnLst/>
              <a:rect l="l" t="t" r="r" b="b"/>
              <a:pathLst>
                <a:path w="8" h="1" extrusionOk="0">
                  <a:moveTo>
                    <a:pt x="7"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85" name="Google Shape;5785;p66"/>
            <p:cNvSpPr/>
            <p:nvPr/>
          </p:nvSpPr>
          <p:spPr>
            <a:xfrm>
              <a:off x="1486792" y="2046417"/>
              <a:ext cx="54" cy="14"/>
            </a:xfrm>
            <a:custGeom>
              <a:avLst/>
              <a:gdLst/>
              <a:ahLst/>
              <a:cxnLst/>
              <a:rect l="l" t="t" r="r" b="b"/>
              <a:pathLst>
                <a:path w="4" h="1" extrusionOk="0">
                  <a:moveTo>
                    <a:pt x="4"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86" name="Google Shape;5786;p66"/>
            <p:cNvSpPr/>
            <p:nvPr/>
          </p:nvSpPr>
          <p:spPr>
            <a:xfrm>
              <a:off x="1486887" y="2046457"/>
              <a:ext cx="54" cy="14"/>
            </a:xfrm>
            <a:custGeom>
              <a:avLst/>
              <a:gdLst/>
              <a:ahLst/>
              <a:cxnLst/>
              <a:rect l="l" t="t" r="r" b="b"/>
              <a:pathLst>
                <a:path w="4" h="1" extrusionOk="0">
                  <a:moveTo>
                    <a:pt x="4"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87" name="Google Shape;5787;p66"/>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88" name="Google Shape;5788;p66"/>
            <p:cNvSpPr/>
            <p:nvPr/>
          </p:nvSpPr>
          <p:spPr>
            <a:xfrm>
              <a:off x="1484171" y="2046267"/>
              <a:ext cx="204" cy="14"/>
            </a:xfrm>
            <a:custGeom>
              <a:avLst/>
              <a:gdLst/>
              <a:ahLst/>
              <a:cxnLst/>
              <a:rect l="l" t="t" r="r" b="b"/>
              <a:pathLst>
                <a:path w="15" h="1" extrusionOk="0">
                  <a:moveTo>
                    <a:pt x="15"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89" name="Google Shape;5789;p66"/>
            <p:cNvSpPr/>
            <p:nvPr/>
          </p:nvSpPr>
          <p:spPr>
            <a:xfrm>
              <a:off x="1485407" y="2046227"/>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90" name="Google Shape;5790;p66"/>
            <p:cNvSpPr/>
            <p:nvPr/>
          </p:nvSpPr>
          <p:spPr>
            <a:xfrm>
              <a:off x="1483655" y="2046362"/>
              <a:ext cx="244" cy="14"/>
            </a:xfrm>
            <a:custGeom>
              <a:avLst/>
              <a:gdLst/>
              <a:ahLst/>
              <a:cxnLst/>
              <a:rect l="l" t="t" r="r" b="b"/>
              <a:pathLst>
                <a:path w="18" h="1" extrusionOk="0">
                  <a:moveTo>
                    <a:pt x="18"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91" name="Google Shape;5791;p66"/>
            <p:cNvSpPr/>
            <p:nvPr/>
          </p:nvSpPr>
          <p:spPr>
            <a:xfrm>
              <a:off x="1482800" y="2046417"/>
              <a:ext cx="584" cy="109"/>
            </a:xfrm>
            <a:custGeom>
              <a:avLst/>
              <a:gdLst/>
              <a:ahLst/>
              <a:cxnLst/>
              <a:rect l="l" t="t" r="r" b="b"/>
              <a:pathLst>
                <a:path w="43" h="8" extrusionOk="0">
                  <a:moveTo>
                    <a:pt x="0" y="7"/>
                  </a:moveTo>
                  <a:lnTo>
                    <a:pt x="4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92" name="Google Shape;5792;p66"/>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93" name="Google Shape;5793;p66"/>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94" name="Google Shape;5794;p66"/>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95" name="Google Shape;5795;p66"/>
            <p:cNvSpPr/>
            <p:nvPr/>
          </p:nvSpPr>
          <p:spPr>
            <a:xfrm>
              <a:off x="1484646" y="2046267"/>
              <a:ext cx="163" cy="14"/>
            </a:xfrm>
            <a:custGeom>
              <a:avLst/>
              <a:gdLst/>
              <a:ahLst/>
              <a:cxnLst/>
              <a:rect l="l" t="t" r="r" b="b"/>
              <a:pathLst>
                <a:path w="12" h="1" extrusionOk="0">
                  <a:moveTo>
                    <a:pt x="11"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96" name="Google Shape;5796;p66"/>
            <p:cNvSpPr/>
            <p:nvPr/>
          </p:nvSpPr>
          <p:spPr>
            <a:xfrm>
              <a:off x="1486642" y="2046362"/>
              <a:ext cx="109" cy="14"/>
            </a:xfrm>
            <a:custGeom>
              <a:avLst/>
              <a:gdLst/>
              <a:ahLst/>
              <a:cxnLst/>
              <a:rect l="l" t="t" r="r" b="b"/>
              <a:pathLst>
                <a:path w="8" h="1" extrusionOk="0">
                  <a:moveTo>
                    <a:pt x="8"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97" name="Google Shape;5797;p66"/>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98" name="Google Shape;5798;p66"/>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799" name="Google Shape;5799;p66"/>
            <p:cNvSpPr/>
            <p:nvPr/>
          </p:nvSpPr>
          <p:spPr>
            <a:xfrm>
              <a:off x="1529425" y="2132539"/>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00" name="Google Shape;5800;p66"/>
            <p:cNvSpPr/>
            <p:nvPr/>
          </p:nvSpPr>
          <p:spPr>
            <a:xfrm>
              <a:off x="1527714" y="2129212"/>
              <a:ext cx="163" cy="299"/>
            </a:xfrm>
            <a:custGeom>
              <a:avLst/>
              <a:gdLst/>
              <a:ahLst/>
              <a:cxnLst/>
              <a:rect l="l" t="t" r="r" b="b"/>
              <a:pathLst>
                <a:path w="12" h="22" extrusionOk="0">
                  <a:moveTo>
                    <a:pt x="1" y="1"/>
                  </a:moveTo>
                  <a:lnTo>
                    <a:pt x="11"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01" name="Google Shape;5801;p66"/>
            <p:cNvSpPr/>
            <p:nvPr/>
          </p:nvSpPr>
          <p:spPr>
            <a:xfrm>
              <a:off x="1527049" y="2127787"/>
              <a:ext cx="163" cy="299"/>
            </a:xfrm>
            <a:custGeom>
              <a:avLst/>
              <a:gdLst/>
              <a:ahLst/>
              <a:cxnLst/>
              <a:rect l="l" t="t" r="r" b="b"/>
              <a:pathLst>
                <a:path w="12" h="22" extrusionOk="0">
                  <a:moveTo>
                    <a:pt x="1" y="1"/>
                  </a:moveTo>
                  <a:lnTo>
                    <a:pt x="11"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02" name="Google Shape;5802;p66"/>
            <p:cNvSpPr/>
            <p:nvPr/>
          </p:nvSpPr>
          <p:spPr>
            <a:xfrm>
              <a:off x="1527388" y="2128452"/>
              <a:ext cx="149" cy="353"/>
            </a:xfrm>
            <a:custGeom>
              <a:avLst/>
              <a:gdLst/>
              <a:ahLst/>
              <a:cxnLst/>
              <a:rect l="l" t="t" r="r" b="b"/>
              <a:pathLst>
                <a:path w="11" h="26" extrusionOk="0">
                  <a:moveTo>
                    <a:pt x="0" y="1"/>
                  </a:moveTo>
                  <a:lnTo>
                    <a:pt x="11"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03" name="Google Shape;5803;p66"/>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04" name="Google Shape;5804;p66"/>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05" name="Google Shape;5805;p66"/>
            <p:cNvSpPr/>
            <p:nvPr/>
          </p:nvSpPr>
          <p:spPr>
            <a:xfrm>
              <a:off x="1528094" y="2129973"/>
              <a:ext cx="163" cy="299"/>
            </a:xfrm>
            <a:custGeom>
              <a:avLst/>
              <a:gdLst/>
              <a:ahLst/>
              <a:cxnLst/>
              <a:rect l="l" t="t" r="r" b="b"/>
              <a:pathLst>
                <a:path w="12" h="22" extrusionOk="0">
                  <a:moveTo>
                    <a:pt x="1" y="1"/>
                  </a:moveTo>
                  <a:lnTo>
                    <a:pt x="11"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06" name="Google Shape;5806;p66"/>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07" name="Google Shape;5807;p66"/>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08" name="Google Shape;5808;p66"/>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09" name="Google Shape;5809;p66"/>
            <p:cNvSpPr/>
            <p:nvPr/>
          </p:nvSpPr>
          <p:spPr>
            <a:xfrm>
              <a:off x="1528950" y="2131683"/>
              <a:ext cx="68" cy="109"/>
            </a:xfrm>
            <a:custGeom>
              <a:avLst/>
              <a:gdLst/>
              <a:ahLst/>
              <a:cxnLst/>
              <a:rect l="l" t="t" r="r" b="b"/>
              <a:pathLst>
                <a:path w="5" h="8" extrusionOk="0">
                  <a:moveTo>
                    <a:pt x="1" y="1"/>
                  </a:moveTo>
                  <a:lnTo>
                    <a:pt x="4"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10" name="Google Shape;5810;p66"/>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11" name="Google Shape;5811;p66"/>
            <p:cNvSpPr/>
            <p:nvPr/>
          </p:nvSpPr>
          <p:spPr>
            <a:xfrm>
              <a:off x="1528529" y="2130787"/>
              <a:ext cx="109" cy="244"/>
            </a:xfrm>
            <a:custGeom>
              <a:avLst/>
              <a:gdLst/>
              <a:ahLst/>
              <a:cxnLst/>
              <a:rect l="l" t="t" r="r" b="b"/>
              <a:pathLst>
                <a:path w="8" h="18" extrusionOk="0">
                  <a:moveTo>
                    <a:pt x="0" y="0"/>
                  </a:moveTo>
                  <a:lnTo>
                    <a:pt x="7"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12" name="Google Shape;5812;p66"/>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13" name="Google Shape;5813;p66"/>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14" name="Google Shape;5814;p66"/>
            <p:cNvSpPr/>
            <p:nvPr/>
          </p:nvSpPr>
          <p:spPr>
            <a:xfrm>
              <a:off x="1547062" y="2032676"/>
              <a:ext cx="489" cy="774"/>
            </a:xfrm>
            <a:custGeom>
              <a:avLst/>
              <a:gdLst/>
              <a:ahLst/>
              <a:cxnLst/>
              <a:rect l="l" t="t" r="r" b="b"/>
              <a:pathLst>
                <a:path w="36" h="57" extrusionOk="0">
                  <a:moveTo>
                    <a:pt x="35" y="57"/>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15" name="Google Shape;5815;p66"/>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16" name="Google Shape;5816;p66"/>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17" name="Google Shape;5817;p66"/>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18" name="Google Shape;5818;p66"/>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19" name="Google Shape;5819;p66"/>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20" name="Google Shape;5820;p66"/>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21" name="Google Shape;5821;p66"/>
            <p:cNvSpPr/>
            <p:nvPr/>
          </p:nvSpPr>
          <p:spPr>
            <a:xfrm>
              <a:off x="1506941" y="1960376"/>
              <a:ext cx="109" cy="109"/>
            </a:xfrm>
            <a:custGeom>
              <a:avLst/>
              <a:gdLst/>
              <a:ahLst/>
              <a:cxnLst/>
              <a:rect l="l" t="t" r="r" b="b"/>
              <a:pathLst>
                <a:path w="8" h="8" extrusionOk="0">
                  <a:moveTo>
                    <a:pt x="8"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22" name="Google Shape;5822;p66"/>
            <p:cNvSpPr/>
            <p:nvPr/>
          </p:nvSpPr>
          <p:spPr>
            <a:xfrm>
              <a:off x="1508651" y="1958434"/>
              <a:ext cx="109" cy="109"/>
            </a:xfrm>
            <a:custGeom>
              <a:avLst/>
              <a:gdLst/>
              <a:ahLst/>
              <a:cxnLst/>
              <a:rect l="l" t="t" r="r" b="b"/>
              <a:pathLst>
                <a:path w="8" h="8" extrusionOk="0">
                  <a:moveTo>
                    <a:pt x="8" y="0"/>
                  </a:moveTo>
                  <a:lnTo>
                    <a:pt x="1" y="7"/>
                  </a:ln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23" name="Google Shape;5823;p66"/>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24" name="Google Shape;5824;p66"/>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25" name="Google Shape;5825;p66"/>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26" name="Google Shape;5826;p66"/>
            <p:cNvSpPr/>
            <p:nvPr/>
          </p:nvSpPr>
          <p:spPr>
            <a:xfrm>
              <a:off x="1636321" y="2024163"/>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27" name="Google Shape;5827;p66"/>
            <p:cNvSpPr/>
            <p:nvPr/>
          </p:nvSpPr>
          <p:spPr>
            <a:xfrm>
              <a:off x="1639185" y="2024448"/>
              <a:ext cx="149" cy="68"/>
            </a:xfrm>
            <a:custGeom>
              <a:avLst/>
              <a:gdLst/>
              <a:ahLst/>
              <a:cxnLst/>
              <a:rect l="l" t="t" r="r" b="b"/>
              <a:pathLst>
                <a:path w="11" h="5" extrusionOk="0">
                  <a:moveTo>
                    <a:pt x="11"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28" name="Google Shape;5828;p66"/>
            <p:cNvSpPr/>
            <p:nvPr/>
          </p:nvSpPr>
          <p:spPr>
            <a:xfrm>
              <a:off x="1636796" y="2024163"/>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29" name="Google Shape;5829;p66"/>
            <p:cNvSpPr/>
            <p:nvPr/>
          </p:nvSpPr>
          <p:spPr>
            <a:xfrm>
              <a:off x="1638900" y="2024312"/>
              <a:ext cx="149" cy="109"/>
            </a:xfrm>
            <a:custGeom>
              <a:avLst/>
              <a:gdLst/>
              <a:ahLst/>
              <a:cxnLst/>
              <a:rect l="l" t="t" r="r" b="b"/>
              <a:pathLst>
                <a:path w="11" h="8" extrusionOk="0">
                  <a:moveTo>
                    <a:pt x="11"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30" name="Google Shape;5830;p66"/>
            <p:cNvSpPr/>
            <p:nvPr/>
          </p:nvSpPr>
          <p:spPr>
            <a:xfrm>
              <a:off x="1626871" y="2029635"/>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31" name="Google Shape;5831;p66"/>
            <p:cNvSpPr/>
            <p:nvPr/>
          </p:nvSpPr>
          <p:spPr>
            <a:xfrm>
              <a:off x="1639471" y="2024598"/>
              <a:ext cx="149" cy="109"/>
            </a:xfrm>
            <a:custGeom>
              <a:avLst/>
              <a:gdLst/>
              <a:ahLst/>
              <a:cxnLst/>
              <a:rect l="l" t="t" r="r" b="b"/>
              <a:pathLst>
                <a:path w="11" h="8" extrusionOk="0">
                  <a:moveTo>
                    <a:pt x="11"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32" name="Google Shape;5832;p66"/>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33" name="Google Shape;5833;p66"/>
            <p:cNvSpPr/>
            <p:nvPr/>
          </p:nvSpPr>
          <p:spPr>
            <a:xfrm>
              <a:off x="1627156" y="2029580"/>
              <a:ext cx="109" cy="14"/>
            </a:xfrm>
            <a:custGeom>
              <a:avLst/>
              <a:gdLst/>
              <a:ahLst/>
              <a:cxnLst/>
              <a:rect l="l" t="t" r="r" b="b"/>
              <a:pathLst>
                <a:path w="8" h="1" extrusionOk="0">
                  <a:moveTo>
                    <a:pt x="7"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34" name="Google Shape;5834;p66"/>
            <p:cNvSpPr/>
            <p:nvPr/>
          </p:nvSpPr>
          <p:spPr>
            <a:xfrm>
              <a:off x="1638561" y="2024258"/>
              <a:ext cx="163" cy="68"/>
            </a:xfrm>
            <a:custGeom>
              <a:avLst/>
              <a:gdLst/>
              <a:ahLst/>
              <a:cxnLst/>
              <a:rect l="l" t="t" r="r" b="b"/>
              <a:pathLst>
                <a:path w="12" h="5" extrusionOk="0">
                  <a:moveTo>
                    <a:pt x="11"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35" name="Google Shape;5835;p66"/>
            <p:cNvSpPr/>
            <p:nvPr/>
          </p:nvSpPr>
          <p:spPr>
            <a:xfrm>
              <a:off x="1637475" y="2024122"/>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36" name="Google Shape;5836;p66"/>
            <p:cNvSpPr/>
            <p:nvPr/>
          </p:nvSpPr>
          <p:spPr>
            <a:xfrm>
              <a:off x="1637230" y="2024122"/>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37" name="Google Shape;5837;p66"/>
            <p:cNvSpPr/>
            <p:nvPr/>
          </p:nvSpPr>
          <p:spPr>
            <a:xfrm>
              <a:off x="1638235" y="2024217"/>
              <a:ext cx="149" cy="14"/>
            </a:xfrm>
            <a:custGeom>
              <a:avLst/>
              <a:gdLst/>
              <a:ahLst/>
              <a:cxnLst/>
              <a:rect l="l" t="t" r="r" b="b"/>
              <a:pathLst>
                <a:path w="11" h="1" extrusionOk="0">
                  <a:moveTo>
                    <a:pt x="11"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38" name="Google Shape;5838;p66"/>
            <p:cNvSpPr/>
            <p:nvPr/>
          </p:nvSpPr>
          <p:spPr>
            <a:xfrm>
              <a:off x="1639756" y="2024788"/>
              <a:ext cx="109" cy="109"/>
            </a:xfrm>
            <a:custGeom>
              <a:avLst/>
              <a:gdLst/>
              <a:ahLst/>
              <a:cxnLst/>
              <a:rect l="l" t="t" r="r" b="b"/>
              <a:pathLst>
                <a:path w="8" h="8" extrusionOk="0">
                  <a:moveTo>
                    <a:pt x="0" y="0"/>
                  </a:moveTo>
                  <a:lnTo>
                    <a:pt x="7"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39" name="Google Shape;5839;p66"/>
            <p:cNvSpPr/>
            <p:nvPr/>
          </p:nvSpPr>
          <p:spPr>
            <a:xfrm>
              <a:off x="1637855" y="2024163"/>
              <a:ext cx="149" cy="14"/>
            </a:xfrm>
            <a:custGeom>
              <a:avLst/>
              <a:gdLst/>
              <a:ahLst/>
              <a:cxnLst/>
              <a:rect l="l" t="t" r="r" b="b"/>
              <a:pathLst>
                <a:path w="11" h="1" extrusionOk="0">
                  <a:moveTo>
                    <a:pt x="11"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40" name="Google Shape;5840;p66"/>
            <p:cNvSpPr/>
            <p:nvPr/>
          </p:nvSpPr>
          <p:spPr>
            <a:xfrm>
              <a:off x="1639946" y="2025018"/>
              <a:ext cx="149" cy="163"/>
            </a:xfrm>
            <a:custGeom>
              <a:avLst/>
              <a:gdLst/>
              <a:ahLst/>
              <a:cxnLst/>
              <a:rect l="l" t="t" r="r" b="b"/>
              <a:pathLst>
                <a:path w="11" h="12" extrusionOk="0">
                  <a:moveTo>
                    <a:pt x="11" y="1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41" name="Google Shape;5841;p66"/>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42" name="Google Shape;5842;p66"/>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43" name="Google Shape;5843;p66"/>
            <p:cNvSpPr/>
            <p:nvPr/>
          </p:nvSpPr>
          <p:spPr>
            <a:xfrm>
              <a:off x="1594502" y="2005155"/>
              <a:ext cx="109" cy="163"/>
            </a:xfrm>
            <a:custGeom>
              <a:avLst/>
              <a:gdLst/>
              <a:ahLst/>
              <a:cxnLst/>
              <a:rect l="l" t="t" r="r" b="b"/>
              <a:pathLst>
                <a:path w="8" h="12" extrusionOk="0">
                  <a:moveTo>
                    <a:pt x="0" y="11"/>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44" name="Google Shape;5844;p66"/>
            <p:cNvSpPr/>
            <p:nvPr/>
          </p:nvSpPr>
          <p:spPr>
            <a:xfrm>
              <a:off x="1621019" y="2028494"/>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45" name="Google Shape;5845;p66"/>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46" name="Google Shape;5846;p66"/>
            <p:cNvSpPr/>
            <p:nvPr/>
          </p:nvSpPr>
          <p:spPr>
            <a:xfrm>
              <a:off x="1621494" y="2028535"/>
              <a:ext cx="204" cy="14"/>
            </a:xfrm>
            <a:custGeom>
              <a:avLst/>
              <a:gdLst/>
              <a:ahLst/>
              <a:cxnLst/>
              <a:rect l="l" t="t" r="r" b="b"/>
              <a:pathLst>
                <a:path w="15" h="1" extrusionOk="0">
                  <a:moveTo>
                    <a:pt x="15"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47" name="Google Shape;5847;p66"/>
            <p:cNvSpPr/>
            <p:nvPr/>
          </p:nvSpPr>
          <p:spPr>
            <a:xfrm>
              <a:off x="1619878" y="2028589"/>
              <a:ext cx="353" cy="54"/>
            </a:xfrm>
            <a:custGeom>
              <a:avLst/>
              <a:gdLst/>
              <a:ahLst/>
              <a:cxnLst/>
              <a:rect l="l" t="t" r="r" b="b"/>
              <a:pathLst>
                <a:path w="26" h="4" extrusionOk="0">
                  <a:moveTo>
                    <a:pt x="25"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48" name="Google Shape;5848;p66"/>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49" name="Google Shape;5849;p66"/>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50" name="Google Shape;5850;p66"/>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51" name="Google Shape;5851;p66"/>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52" name="Google Shape;5852;p66"/>
            <p:cNvSpPr/>
            <p:nvPr/>
          </p:nvSpPr>
          <p:spPr>
            <a:xfrm>
              <a:off x="1622254" y="2028630"/>
              <a:ext cx="109" cy="14"/>
            </a:xfrm>
            <a:custGeom>
              <a:avLst/>
              <a:gdLst/>
              <a:ahLst/>
              <a:cxnLst/>
              <a:rect l="l" t="t" r="r" b="b"/>
              <a:pathLst>
                <a:path w="8" h="1" extrusionOk="0">
                  <a:moveTo>
                    <a:pt x="8"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53" name="Google Shape;5853;p66"/>
            <p:cNvSpPr/>
            <p:nvPr/>
          </p:nvSpPr>
          <p:spPr>
            <a:xfrm>
              <a:off x="1599444" y="1983621"/>
              <a:ext cx="149" cy="204"/>
            </a:xfrm>
            <a:custGeom>
              <a:avLst/>
              <a:gdLst/>
              <a:ahLst/>
              <a:cxnLst/>
              <a:rect l="l" t="t" r="r" b="b"/>
              <a:pathLst>
                <a:path w="11" h="15" extrusionOk="0">
                  <a:moveTo>
                    <a:pt x="0" y="15"/>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54" name="Google Shape;5854;p66"/>
            <p:cNvSpPr/>
            <p:nvPr/>
          </p:nvSpPr>
          <p:spPr>
            <a:xfrm>
              <a:off x="1591365" y="2001489"/>
              <a:ext cx="244" cy="299"/>
            </a:xfrm>
            <a:custGeom>
              <a:avLst/>
              <a:gdLst/>
              <a:ahLst/>
              <a:cxnLst/>
              <a:rect l="l" t="t" r="r" b="b"/>
              <a:pathLst>
                <a:path w="18" h="22" extrusionOk="0">
                  <a:moveTo>
                    <a:pt x="18" y="22"/>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55" name="Google Shape;5855;p66"/>
            <p:cNvSpPr/>
            <p:nvPr/>
          </p:nvSpPr>
          <p:spPr>
            <a:xfrm>
              <a:off x="1594067" y="2004869"/>
              <a:ext cx="258" cy="394"/>
            </a:xfrm>
            <a:custGeom>
              <a:avLst/>
              <a:gdLst/>
              <a:ahLst/>
              <a:cxnLst/>
              <a:rect l="l" t="t" r="r" b="b"/>
              <a:pathLst>
                <a:path w="19" h="29" extrusionOk="0">
                  <a:moveTo>
                    <a:pt x="18" y="29"/>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56" name="Google Shape;5856;p66"/>
            <p:cNvSpPr/>
            <p:nvPr/>
          </p:nvSpPr>
          <p:spPr>
            <a:xfrm>
              <a:off x="1599064" y="1984055"/>
              <a:ext cx="149" cy="204"/>
            </a:xfrm>
            <a:custGeom>
              <a:avLst/>
              <a:gdLst/>
              <a:ahLst/>
              <a:cxnLst/>
              <a:rect l="l" t="t" r="r" b="b"/>
              <a:pathLst>
                <a:path w="11" h="15" extrusionOk="0">
                  <a:moveTo>
                    <a:pt x="0" y="14"/>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57" name="Google Shape;5857;p66"/>
            <p:cNvSpPr/>
            <p:nvPr/>
          </p:nvSpPr>
          <p:spPr>
            <a:xfrm>
              <a:off x="1599824" y="1983105"/>
              <a:ext cx="149" cy="204"/>
            </a:xfrm>
            <a:custGeom>
              <a:avLst/>
              <a:gdLst/>
              <a:ahLst/>
              <a:cxnLst/>
              <a:rect l="l" t="t" r="r" b="b"/>
              <a:pathLst>
                <a:path w="11" h="15" extrusionOk="0">
                  <a:moveTo>
                    <a:pt x="0" y="14"/>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58" name="Google Shape;5858;p66"/>
            <p:cNvSpPr/>
            <p:nvPr/>
          </p:nvSpPr>
          <p:spPr>
            <a:xfrm>
              <a:off x="1593266" y="2003824"/>
              <a:ext cx="299" cy="394"/>
            </a:xfrm>
            <a:custGeom>
              <a:avLst/>
              <a:gdLst/>
              <a:ahLst/>
              <a:cxnLst/>
              <a:rect l="l" t="t" r="r" b="b"/>
              <a:pathLst>
                <a:path w="22" h="29" extrusionOk="0">
                  <a:moveTo>
                    <a:pt x="21" y="29"/>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59" name="Google Shape;5859;p66"/>
            <p:cNvSpPr/>
            <p:nvPr/>
          </p:nvSpPr>
          <p:spPr>
            <a:xfrm>
              <a:off x="1591936" y="2002154"/>
              <a:ext cx="244" cy="299"/>
            </a:xfrm>
            <a:custGeom>
              <a:avLst/>
              <a:gdLst/>
              <a:ahLst/>
              <a:cxnLst/>
              <a:rect l="l" t="t" r="r" b="b"/>
              <a:pathLst>
                <a:path w="18" h="22" extrusionOk="0">
                  <a:moveTo>
                    <a:pt x="18" y="22"/>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60" name="Google Shape;5860;p66"/>
            <p:cNvSpPr/>
            <p:nvPr/>
          </p:nvSpPr>
          <p:spPr>
            <a:xfrm>
              <a:off x="1590890" y="2000973"/>
              <a:ext cx="204" cy="204"/>
            </a:xfrm>
            <a:custGeom>
              <a:avLst/>
              <a:gdLst/>
              <a:ahLst/>
              <a:cxnLst/>
              <a:rect l="l" t="t" r="r" b="b"/>
              <a:pathLst>
                <a:path w="15" h="15" extrusionOk="0">
                  <a:moveTo>
                    <a:pt x="14" y="1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61" name="Google Shape;5861;p66"/>
            <p:cNvSpPr/>
            <p:nvPr/>
          </p:nvSpPr>
          <p:spPr>
            <a:xfrm>
              <a:off x="1598344" y="1984815"/>
              <a:ext cx="109" cy="109"/>
            </a:xfrm>
            <a:custGeom>
              <a:avLst/>
              <a:gdLst/>
              <a:ahLst/>
              <a:cxnLst/>
              <a:rect l="l" t="t" r="r" b="b"/>
              <a:pathLst>
                <a:path w="8" h="8" extrusionOk="0">
                  <a:moveTo>
                    <a:pt x="1" y="7"/>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62" name="Google Shape;5862;p66"/>
            <p:cNvSpPr/>
            <p:nvPr/>
          </p:nvSpPr>
          <p:spPr>
            <a:xfrm>
              <a:off x="1592547" y="2002914"/>
              <a:ext cx="299" cy="394"/>
            </a:xfrm>
            <a:custGeom>
              <a:avLst/>
              <a:gdLst/>
              <a:ahLst/>
              <a:cxnLst/>
              <a:rect l="l" t="t" r="r" b="b"/>
              <a:pathLst>
                <a:path w="22" h="29" extrusionOk="0">
                  <a:moveTo>
                    <a:pt x="22" y="29"/>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63" name="Google Shape;5863;p66"/>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64" name="Google Shape;5864;p66"/>
            <p:cNvSpPr/>
            <p:nvPr/>
          </p:nvSpPr>
          <p:spPr>
            <a:xfrm>
              <a:off x="1600245" y="1982534"/>
              <a:ext cx="109" cy="204"/>
            </a:xfrm>
            <a:custGeom>
              <a:avLst/>
              <a:gdLst/>
              <a:ahLst/>
              <a:cxnLst/>
              <a:rect l="l" t="t" r="r" b="b"/>
              <a:pathLst>
                <a:path w="8" h="15" extrusionOk="0">
                  <a:moveTo>
                    <a:pt x="1" y="14"/>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65" name="Google Shape;5865;p66"/>
            <p:cNvSpPr/>
            <p:nvPr/>
          </p:nvSpPr>
          <p:spPr>
            <a:xfrm>
              <a:off x="1598684" y="1984476"/>
              <a:ext cx="149" cy="163"/>
            </a:xfrm>
            <a:custGeom>
              <a:avLst/>
              <a:gdLst/>
              <a:ahLst/>
              <a:cxnLst/>
              <a:rect l="l" t="t" r="r" b="b"/>
              <a:pathLst>
                <a:path w="11" h="12" extrusionOk="0">
                  <a:moveTo>
                    <a:pt x="11"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66" name="Google Shape;5866;p66"/>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67" name="Google Shape;5867;p66"/>
            <p:cNvSpPr/>
            <p:nvPr/>
          </p:nvSpPr>
          <p:spPr>
            <a:xfrm>
              <a:off x="1590456" y="2000538"/>
              <a:ext cx="163" cy="109"/>
            </a:xfrm>
            <a:custGeom>
              <a:avLst/>
              <a:gdLst/>
              <a:ahLst/>
              <a:cxnLst/>
              <a:rect l="l" t="t" r="r" b="b"/>
              <a:pathLst>
                <a:path w="12" h="8" extrusionOk="0">
                  <a:moveTo>
                    <a:pt x="1" y="1"/>
                  </a:moveTo>
                  <a:lnTo>
                    <a:pt x="1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68" name="Google Shape;5868;p66"/>
            <p:cNvSpPr/>
            <p:nvPr/>
          </p:nvSpPr>
          <p:spPr>
            <a:xfrm>
              <a:off x="1619783" y="1999968"/>
              <a:ext cx="109" cy="353"/>
            </a:xfrm>
            <a:custGeom>
              <a:avLst/>
              <a:gdLst/>
              <a:ahLst/>
              <a:cxnLst/>
              <a:rect l="l" t="t" r="r" b="b"/>
              <a:pathLst>
                <a:path w="8" h="26" extrusionOk="0">
                  <a:moveTo>
                    <a:pt x="8" y="1"/>
                  </a:moveTo>
                  <a:lnTo>
                    <a:pt x="1"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69" name="Google Shape;5869;p66"/>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70" name="Google Shape;5870;p66"/>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71" name="Google Shape;5871;p66"/>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72" name="Google Shape;5872;p66"/>
            <p:cNvSpPr/>
            <p:nvPr/>
          </p:nvSpPr>
          <p:spPr>
            <a:xfrm>
              <a:off x="1619552" y="2000688"/>
              <a:ext cx="109" cy="299"/>
            </a:xfrm>
            <a:custGeom>
              <a:avLst/>
              <a:gdLst/>
              <a:ahLst/>
              <a:cxnLst/>
              <a:rect l="l" t="t" r="r" b="b"/>
              <a:pathLst>
                <a:path w="8" h="22" extrusionOk="0">
                  <a:moveTo>
                    <a:pt x="7" y="0"/>
                  </a:moveTo>
                  <a:lnTo>
                    <a:pt x="0" y="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73" name="Google Shape;5873;p66"/>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74" name="Google Shape;5874;p66"/>
            <p:cNvSpPr/>
            <p:nvPr/>
          </p:nvSpPr>
          <p:spPr>
            <a:xfrm>
              <a:off x="1620598" y="2025073"/>
              <a:ext cx="394" cy="774"/>
            </a:xfrm>
            <a:custGeom>
              <a:avLst/>
              <a:gdLst/>
              <a:ahLst/>
              <a:cxnLst/>
              <a:rect l="l" t="t" r="r" b="b"/>
              <a:pathLst>
                <a:path w="29" h="57" extrusionOk="0">
                  <a:moveTo>
                    <a:pt x="0" y="0"/>
                  </a:moveTo>
                  <a:lnTo>
                    <a:pt x="28" y="56"/>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75" name="Google Shape;5875;p66"/>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76" name="Google Shape;5876;p66"/>
            <p:cNvSpPr/>
            <p:nvPr/>
          </p:nvSpPr>
          <p:spPr>
            <a:xfrm>
              <a:off x="1622118" y="2027924"/>
              <a:ext cx="339" cy="584"/>
            </a:xfrm>
            <a:custGeom>
              <a:avLst/>
              <a:gdLst/>
              <a:ahLst/>
              <a:cxnLst/>
              <a:rect l="l" t="t" r="r" b="b"/>
              <a:pathLst>
                <a:path w="25" h="43" extrusionOk="0">
                  <a:moveTo>
                    <a:pt x="0" y="0"/>
                  </a:moveTo>
                  <a:lnTo>
                    <a:pt x="25" y="4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77" name="Google Shape;5877;p66"/>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78" name="Google Shape;5878;p66"/>
            <p:cNvSpPr/>
            <p:nvPr/>
          </p:nvSpPr>
          <p:spPr>
            <a:xfrm>
              <a:off x="1619742" y="2023403"/>
              <a:ext cx="299" cy="584"/>
            </a:xfrm>
            <a:custGeom>
              <a:avLst/>
              <a:gdLst/>
              <a:ahLst/>
              <a:cxnLst/>
              <a:rect l="l" t="t" r="r" b="b"/>
              <a:pathLst>
                <a:path w="22" h="43" extrusionOk="0">
                  <a:moveTo>
                    <a:pt x="0" y="1"/>
                  </a:moveTo>
                  <a:lnTo>
                    <a:pt x="21" y="43"/>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79" name="Google Shape;5879;p66"/>
            <p:cNvSpPr/>
            <p:nvPr/>
          </p:nvSpPr>
          <p:spPr>
            <a:xfrm>
              <a:off x="1621548" y="2026879"/>
              <a:ext cx="434" cy="815"/>
            </a:xfrm>
            <a:custGeom>
              <a:avLst/>
              <a:gdLst/>
              <a:ahLst/>
              <a:cxnLst/>
              <a:rect l="l" t="t" r="r" b="b"/>
              <a:pathLst>
                <a:path w="32" h="60" extrusionOk="0">
                  <a:moveTo>
                    <a:pt x="0" y="0"/>
                  </a:moveTo>
                  <a:lnTo>
                    <a:pt x="32" y="6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80" name="Google Shape;5880;p66"/>
            <p:cNvSpPr/>
            <p:nvPr/>
          </p:nvSpPr>
          <p:spPr>
            <a:xfrm>
              <a:off x="1621073" y="2025928"/>
              <a:ext cx="394" cy="774"/>
            </a:xfrm>
            <a:custGeom>
              <a:avLst/>
              <a:gdLst/>
              <a:ahLst/>
              <a:cxnLst/>
              <a:rect l="l" t="t" r="r" b="b"/>
              <a:pathLst>
                <a:path w="29" h="57" extrusionOk="0">
                  <a:moveTo>
                    <a:pt x="0" y="0"/>
                  </a:moveTo>
                  <a:lnTo>
                    <a:pt x="28" y="56"/>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81" name="Google Shape;5881;p66"/>
            <p:cNvSpPr/>
            <p:nvPr/>
          </p:nvSpPr>
          <p:spPr>
            <a:xfrm>
              <a:off x="1620123" y="2024122"/>
              <a:ext cx="394" cy="774"/>
            </a:xfrm>
            <a:custGeom>
              <a:avLst/>
              <a:gdLst/>
              <a:ahLst/>
              <a:cxnLst/>
              <a:rect l="l" t="t" r="r" b="b"/>
              <a:pathLst>
                <a:path w="29" h="57" extrusionOk="0">
                  <a:moveTo>
                    <a:pt x="0" y="0"/>
                  </a:moveTo>
                  <a:lnTo>
                    <a:pt x="28" y="56"/>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82" name="Google Shape;5882;p66"/>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83" name="Google Shape;5883;p66"/>
            <p:cNvSpPr/>
            <p:nvPr/>
          </p:nvSpPr>
          <p:spPr>
            <a:xfrm>
              <a:off x="1619457" y="2004449"/>
              <a:ext cx="14" cy="54"/>
            </a:xfrm>
            <a:custGeom>
              <a:avLst/>
              <a:gdLst/>
              <a:ahLst/>
              <a:cxnLst/>
              <a:rect l="l" t="t" r="r" b="b"/>
              <a:pathLst>
                <a:path w="1" h="4" extrusionOk="0">
                  <a:moveTo>
                    <a:pt x="0" y="4"/>
                  </a:moveTo>
                  <a:lnTo>
                    <a:pt x="0" y="0"/>
                  </a:ln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84" name="Google Shape;5884;p66"/>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85" name="Google Shape;5885;p66"/>
            <p:cNvSpPr/>
            <p:nvPr/>
          </p:nvSpPr>
          <p:spPr>
            <a:xfrm>
              <a:off x="1659470" y="2015473"/>
              <a:ext cx="258" cy="299"/>
            </a:xfrm>
            <a:custGeom>
              <a:avLst/>
              <a:gdLst/>
              <a:ahLst/>
              <a:cxnLst/>
              <a:rect l="l" t="t" r="r" b="b"/>
              <a:pathLst>
                <a:path w="19" h="22" extrusionOk="0">
                  <a:moveTo>
                    <a:pt x="18" y="0"/>
                  </a:moveTo>
                  <a:lnTo>
                    <a:pt x="1" y="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86" name="Google Shape;5886;p66"/>
            <p:cNvSpPr/>
            <p:nvPr/>
          </p:nvSpPr>
          <p:spPr>
            <a:xfrm>
              <a:off x="1656714" y="2018936"/>
              <a:ext cx="163" cy="258"/>
            </a:xfrm>
            <a:custGeom>
              <a:avLst/>
              <a:gdLst/>
              <a:ahLst/>
              <a:cxnLst/>
              <a:rect l="l" t="t" r="r" b="b"/>
              <a:pathLst>
                <a:path w="12" h="19" extrusionOk="0">
                  <a:moveTo>
                    <a:pt x="11" y="1"/>
                  </a:moveTo>
                  <a:lnTo>
                    <a:pt x="1"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87" name="Google Shape;5887;p66"/>
            <p:cNvSpPr/>
            <p:nvPr/>
          </p:nvSpPr>
          <p:spPr>
            <a:xfrm>
              <a:off x="1660760" y="2014143"/>
              <a:ext cx="149" cy="204"/>
            </a:xfrm>
            <a:custGeom>
              <a:avLst/>
              <a:gdLst/>
              <a:ahLst/>
              <a:cxnLst/>
              <a:rect l="l" t="t" r="r" b="b"/>
              <a:pathLst>
                <a:path w="11" h="15" extrusionOk="0">
                  <a:moveTo>
                    <a:pt x="11" y="0"/>
                  </a:moveTo>
                  <a:lnTo>
                    <a:pt x="0"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88" name="Google Shape;5888;p66"/>
            <p:cNvSpPr/>
            <p:nvPr/>
          </p:nvSpPr>
          <p:spPr>
            <a:xfrm>
              <a:off x="1654487" y="2022412"/>
              <a:ext cx="204" cy="339"/>
            </a:xfrm>
            <a:custGeom>
              <a:avLst/>
              <a:gdLst/>
              <a:ahLst/>
              <a:cxnLst/>
              <a:rect l="l" t="t" r="r" b="b"/>
              <a:pathLst>
                <a:path w="15" h="25" extrusionOk="0">
                  <a:moveTo>
                    <a:pt x="14" y="0"/>
                  </a:moveTo>
                  <a:lnTo>
                    <a:pt x="0"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89" name="Google Shape;5889;p66"/>
            <p:cNvSpPr/>
            <p:nvPr/>
          </p:nvSpPr>
          <p:spPr>
            <a:xfrm>
              <a:off x="1660095" y="2014808"/>
              <a:ext cx="244" cy="244"/>
            </a:xfrm>
            <a:custGeom>
              <a:avLst/>
              <a:gdLst/>
              <a:ahLst/>
              <a:cxnLst/>
              <a:rect l="l" t="t" r="r" b="b"/>
              <a:pathLst>
                <a:path w="18" h="18" extrusionOk="0">
                  <a:moveTo>
                    <a:pt x="18" y="0"/>
                  </a:moveTo>
                  <a:lnTo>
                    <a:pt x="0"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90" name="Google Shape;5890;p66"/>
            <p:cNvSpPr/>
            <p:nvPr/>
          </p:nvSpPr>
          <p:spPr>
            <a:xfrm>
              <a:off x="1655478" y="2020646"/>
              <a:ext cx="204" cy="394"/>
            </a:xfrm>
            <a:custGeom>
              <a:avLst/>
              <a:gdLst/>
              <a:ahLst/>
              <a:cxnLst/>
              <a:rect l="l" t="t" r="r" b="b"/>
              <a:pathLst>
                <a:path w="15" h="29" extrusionOk="0">
                  <a:moveTo>
                    <a:pt x="15" y="1"/>
                  </a:moveTo>
                  <a:lnTo>
                    <a:pt x="1" y="2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91" name="Google Shape;5891;p66"/>
            <p:cNvSpPr/>
            <p:nvPr/>
          </p:nvSpPr>
          <p:spPr>
            <a:xfrm>
              <a:off x="1654962" y="2021556"/>
              <a:ext cx="204" cy="339"/>
            </a:xfrm>
            <a:custGeom>
              <a:avLst/>
              <a:gdLst/>
              <a:ahLst/>
              <a:cxnLst/>
              <a:rect l="l" t="t" r="r" b="b"/>
              <a:pathLst>
                <a:path w="15" h="25" extrusionOk="0">
                  <a:moveTo>
                    <a:pt x="14" y="0"/>
                  </a:moveTo>
                  <a:lnTo>
                    <a:pt x="0"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92" name="Google Shape;5892;p66"/>
            <p:cNvSpPr/>
            <p:nvPr/>
          </p:nvSpPr>
          <p:spPr>
            <a:xfrm>
              <a:off x="1656049" y="2019791"/>
              <a:ext cx="258" cy="353"/>
            </a:xfrm>
            <a:custGeom>
              <a:avLst/>
              <a:gdLst/>
              <a:ahLst/>
              <a:cxnLst/>
              <a:rect l="l" t="t" r="r" b="b"/>
              <a:pathLst>
                <a:path w="19" h="26" extrusionOk="0">
                  <a:moveTo>
                    <a:pt x="18" y="1"/>
                  </a:moveTo>
                  <a:lnTo>
                    <a:pt x="1"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93" name="Google Shape;5893;p66"/>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94" name="Google Shape;5894;p66"/>
            <p:cNvSpPr/>
            <p:nvPr/>
          </p:nvSpPr>
          <p:spPr>
            <a:xfrm>
              <a:off x="1658194" y="2017035"/>
              <a:ext cx="204" cy="258"/>
            </a:xfrm>
            <a:custGeom>
              <a:avLst/>
              <a:gdLst/>
              <a:ahLst/>
              <a:cxnLst/>
              <a:rect l="l" t="t" r="r" b="b"/>
              <a:pathLst>
                <a:path w="15" h="19" extrusionOk="0">
                  <a:moveTo>
                    <a:pt x="14" y="1"/>
                  </a:moveTo>
                  <a:lnTo>
                    <a:pt x="0"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95" name="Google Shape;5895;p66"/>
            <p:cNvSpPr/>
            <p:nvPr/>
          </p:nvSpPr>
          <p:spPr>
            <a:xfrm>
              <a:off x="1645268" y="2027395"/>
              <a:ext cx="489" cy="109"/>
            </a:xfrm>
            <a:custGeom>
              <a:avLst/>
              <a:gdLst/>
              <a:ahLst/>
              <a:cxnLst/>
              <a:rect l="l" t="t" r="r" b="b"/>
              <a:pathLst>
                <a:path w="36" h="8" extrusionOk="0">
                  <a:moveTo>
                    <a:pt x="35"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96" name="Google Shape;5896;p66"/>
            <p:cNvSpPr/>
            <p:nvPr/>
          </p:nvSpPr>
          <p:spPr>
            <a:xfrm>
              <a:off x="1658859" y="2016234"/>
              <a:ext cx="244" cy="299"/>
            </a:xfrm>
            <a:custGeom>
              <a:avLst/>
              <a:gdLst/>
              <a:ahLst/>
              <a:cxnLst/>
              <a:rect l="l" t="t" r="r" b="b"/>
              <a:pathLst>
                <a:path w="18" h="22" extrusionOk="0">
                  <a:moveTo>
                    <a:pt x="18" y="0"/>
                  </a:moveTo>
                  <a:lnTo>
                    <a:pt x="0" y="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97" name="Google Shape;5897;p66"/>
            <p:cNvSpPr/>
            <p:nvPr/>
          </p:nvSpPr>
          <p:spPr>
            <a:xfrm>
              <a:off x="1661371" y="2013613"/>
              <a:ext cx="109" cy="109"/>
            </a:xfrm>
            <a:custGeom>
              <a:avLst/>
              <a:gdLst/>
              <a:ahLst/>
              <a:cxnLst/>
              <a:rect l="l" t="t" r="r" b="b"/>
              <a:pathLst>
                <a:path w="8" h="8" extrusionOk="0">
                  <a:moveTo>
                    <a:pt x="8"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98" name="Google Shape;5898;p66"/>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899" name="Google Shape;5899;p66"/>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00" name="Google Shape;5900;p66"/>
            <p:cNvSpPr/>
            <p:nvPr/>
          </p:nvSpPr>
          <p:spPr>
            <a:xfrm>
              <a:off x="1643123" y="2023688"/>
              <a:ext cx="68" cy="163"/>
            </a:xfrm>
            <a:custGeom>
              <a:avLst/>
              <a:gdLst/>
              <a:ahLst/>
              <a:cxnLst/>
              <a:rect l="l" t="t" r="r" b="b"/>
              <a:pathLst>
                <a:path w="5" h="12" extrusionOk="0">
                  <a:moveTo>
                    <a:pt x="1" y="1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01" name="Google Shape;5901;p66"/>
            <p:cNvSpPr/>
            <p:nvPr/>
          </p:nvSpPr>
          <p:spPr>
            <a:xfrm>
              <a:off x="1643082" y="2023837"/>
              <a:ext cx="54" cy="54"/>
            </a:xfrm>
            <a:custGeom>
              <a:avLst/>
              <a:gdLst/>
              <a:ahLst/>
              <a:cxnLst/>
              <a:rect l="l" t="t" r="r" b="b"/>
              <a:pathLst>
                <a:path w="4" h="4" extrusionOk="0">
                  <a:moveTo>
                    <a:pt x="0" y="4"/>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02" name="Google Shape;5902;p66"/>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03" name="Google Shape;5903;p66"/>
            <p:cNvSpPr/>
            <p:nvPr/>
          </p:nvSpPr>
          <p:spPr>
            <a:xfrm>
              <a:off x="1644128" y="2004353"/>
              <a:ext cx="14" cy="54"/>
            </a:xfrm>
            <a:custGeom>
              <a:avLst/>
              <a:gdLst/>
              <a:ahLst/>
              <a:cxnLst/>
              <a:rect l="l" t="t" r="r" b="b"/>
              <a:pathLst>
                <a:path w="1" h="4" extrusionOk="0">
                  <a:moveTo>
                    <a:pt x="0"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04" name="Google Shape;5904;p66"/>
            <p:cNvSpPr/>
            <p:nvPr/>
          </p:nvSpPr>
          <p:spPr>
            <a:xfrm>
              <a:off x="1644358" y="2003783"/>
              <a:ext cx="14" cy="54"/>
            </a:xfrm>
            <a:custGeom>
              <a:avLst/>
              <a:gdLst/>
              <a:ahLst/>
              <a:cxnLst/>
              <a:rect l="l" t="t" r="r" b="b"/>
              <a:pathLst>
                <a:path w="1" h="4" extrusionOk="0">
                  <a:moveTo>
                    <a:pt x="1"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05" name="Google Shape;5905;p66"/>
            <p:cNvSpPr/>
            <p:nvPr/>
          </p:nvSpPr>
          <p:spPr>
            <a:xfrm>
              <a:off x="1644834" y="2002059"/>
              <a:ext cx="109" cy="258"/>
            </a:xfrm>
            <a:custGeom>
              <a:avLst/>
              <a:gdLst/>
              <a:ahLst/>
              <a:cxnLst/>
              <a:rect l="l" t="t" r="r" b="b"/>
              <a:pathLst>
                <a:path w="8" h="19" extrusionOk="0">
                  <a:moveTo>
                    <a:pt x="1" y="18"/>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06" name="Google Shape;5906;p66"/>
            <p:cNvSpPr/>
            <p:nvPr/>
          </p:nvSpPr>
          <p:spPr>
            <a:xfrm>
              <a:off x="1644033" y="2004544"/>
              <a:ext cx="14" cy="54"/>
            </a:xfrm>
            <a:custGeom>
              <a:avLst/>
              <a:gdLst/>
              <a:ahLst/>
              <a:cxnLst/>
              <a:rect l="l" t="t" r="r" b="b"/>
              <a:pathLst>
                <a:path w="1" h="4" extrusionOk="0">
                  <a:moveTo>
                    <a:pt x="0"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07" name="Google Shape;5907;p66"/>
            <p:cNvSpPr/>
            <p:nvPr/>
          </p:nvSpPr>
          <p:spPr>
            <a:xfrm>
              <a:off x="1643028" y="2023878"/>
              <a:ext cx="68" cy="109"/>
            </a:xfrm>
            <a:custGeom>
              <a:avLst/>
              <a:gdLst/>
              <a:ahLst/>
              <a:cxnLst/>
              <a:rect l="l" t="t" r="r" b="b"/>
              <a:pathLst>
                <a:path w="5" h="8" extrusionOk="0">
                  <a:moveTo>
                    <a:pt x="1" y="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08" name="Google Shape;5908;p66"/>
            <p:cNvSpPr/>
            <p:nvPr/>
          </p:nvSpPr>
          <p:spPr>
            <a:xfrm>
              <a:off x="1643693" y="2005114"/>
              <a:ext cx="14" cy="14"/>
            </a:xfrm>
            <a:custGeom>
              <a:avLst/>
              <a:gdLst/>
              <a:ahLst/>
              <a:cxnLst/>
              <a:rect l="l" t="t" r="r" b="b"/>
              <a:pathLst>
                <a:path w="1" h="1" extrusionOk="0">
                  <a:moveTo>
                    <a:pt x="1"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09" name="Google Shape;5909;p66"/>
            <p:cNvSpPr/>
            <p:nvPr/>
          </p:nvSpPr>
          <p:spPr>
            <a:xfrm>
              <a:off x="1644453" y="2003389"/>
              <a:ext cx="68" cy="109"/>
            </a:xfrm>
            <a:custGeom>
              <a:avLst/>
              <a:gdLst/>
              <a:ahLst/>
              <a:cxnLst/>
              <a:rect l="l" t="t" r="r" b="b"/>
              <a:pathLst>
                <a:path w="5" h="8" extrusionOk="0">
                  <a:moveTo>
                    <a:pt x="1" y="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10" name="Google Shape;5910;p66"/>
            <p:cNvSpPr/>
            <p:nvPr/>
          </p:nvSpPr>
          <p:spPr>
            <a:xfrm>
              <a:off x="1642607" y="2024598"/>
              <a:ext cx="54" cy="109"/>
            </a:xfrm>
            <a:custGeom>
              <a:avLst/>
              <a:gdLst/>
              <a:ahLst/>
              <a:cxnLst/>
              <a:rect l="l" t="t" r="r" b="b"/>
              <a:pathLst>
                <a:path w="4" h="8" extrusionOk="0">
                  <a:moveTo>
                    <a:pt x="0" y="7"/>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11" name="Google Shape;5911;p66"/>
            <p:cNvSpPr/>
            <p:nvPr/>
          </p:nvSpPr>
          <p:spPr>
            <a:xfrm>
              <a:off x="1642987" y="2024027"/>
              <a:ext cx="54" cy="54"/>
            </a:xfrm>
            <a:custGeom>
              <a:avLst/>
              <a:gdLst/>
              <a:ahLst/>
              <a:cxnLst/>
              <a:rect l="l" t="t" r="r" b="b"/>
              <a:pathLst>
                <a:path w="4" h="4" extrusionOk="0">
                  <a:moveTo>
                    <a:pt x="0" y="4"/>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12" name="Google Shape;5912;p66"/>
            <p:cNvSpPr/>
            <p:nvPr/>
          </p:nvSpPr>
          <p:spPr>
            <a:xfrm>
              <a:off x="1642702" y="2024407"/>
              <a:ext cx="109" cy="109"/>
            </a:xfrm>
            <a:custGeom>
              <a:avLst/>
              <a:gdLst/>
              <a:ahLst/>
              <a:cxnLst/>
              <a:rect l="l" t="t" r="r" b="b"/>
              <a:pathLst>
                <a:path w="8" h="8" extrusionOk="0">
                  <a:moveTo>
                    <a:pt x="0" y="7"/>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13" name="Google Shape;5913;p66"/>
            <p:cNvSpPr/>
            <p:nvPr/>
          </p:nvSpPr>
          <p:spPr>
            <a:xfrm>
              <a:off x="1643652" y="2005209"/>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14" name="Google Shape;5914;p66"/>
            <p:cNvSpPr/>
            <p:nvPr/>
          </p:nvSpPr>
          <p:spPr>
            <a:xfrm>
              <a:off x="1642838" y="2024258"/>
              <a:ext cx="68" cy="109"/>
            </a:xfrm>
            <a:custGeom>
              <a:avLst/>
              <a:gdLst/>
              <a:ahLst/>
              <a:cxnLst/>
              <a:rect l="l" t="t" r="r" b="b"/>
              <a:pathLst>
                <a:path w="5" h="8" extrusionOk="0">
                  <a:moveTo>
                    <a:pt x="1" y="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15" name="Google Shape;5915;p66"/>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16" name="Google Shape;5916;p66"/>
            <p:cNvSpPr/>
            <p:nvPr/>
          </p:nvSpPr>
          <p:spPr>
            <a:xfrm>
              <a:off x="1644698" y="2002588"/>
              <a:ext cx="109" cy="204"/>
            </a:xfrm>
            <a:custGeom>
              <a:avLst/>
              <a:gdLst/>
              <a:ahLst/>
              <a:cxnLst/>
              <a:rect l="l" t="t" r="r" b="b"/>
              <a:pathLst>
                <a:path w="8" h="15" extrusionOk="0">
                  <a:moveTo>
                    <a:pt x="0" y="14"/>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17" name="Google Shape;5917;p66"/>
            <p:cNvSpPr/>
            <p:nvPr/>
          </p:nvSpPr>
          <p:spPr>
            <a:xfrm>
              <a:off x="1643937" y="2004734"/>
              <a:ext cx="14" cy="54"/>
            </a:xfrm>
            <a:custGeom>
              <a:avLst/>
              <a:gdLst/>
              <a:ahLst/>
              <a:cxnLst/>
              <a:rect l="l" t="t" r="r" b="b"/>
              <a:pathLst>
                <a:path w="1" h="4" extrusionOk="0">
                  <a:moveTo>
                    <a:pt x="0"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18" name="Google Shape;5918;p66"/>
            <p:cNvSpPr/>
            <p:nvPr/>
          </p:nvSpPr>
          <p:spPr>
            <a:xfrm>
              <a:off x="1642267" y="2025209"/>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19" name="Google Shape;5919;p66"/>
            <p:cNvSpPr/>
            <p:nvPr/>
          </p:nvSpPr>
          <p:spPr>
            <a:xfrm>
              <a:off x="1644603" y="2003009"/>
              <a:ext cx="54" cy="163"/>
            </a:xfrm>
            <a:custGeom>
              <a:avLst/>
              <a:gdLst/>
              <a:ahLst/>
              <a:cxnLst/>
              <a:rect l="l" t="t" r="r" b="b"/>
              <a:pathLst>
                <a:path w="4" h="12" extrusionOk="0">
                  <a:moveTo>
                    <a:pt x="0" y="1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20" name="Google Shape;5920;p66"/>
            <p:cNvSpPr/>
            <p:nvPr/>
          </p:nvSpPr>
          <p:spPr>
            <a:xfrm>
              <a:off x="1642892" y="2024122"/>
              <a:ext cx="109" cy="109"/>
            </a:xfrm>
            <a:custGeom>
              <a:avLst/>
              <a:gdLst/>
              <a:ahLst/>
              <a:cxnLst/>
              <a:rect l="l" t="t" r="r" b="b"/>
              <a:pathLst>
                <a:path w="8" h="8" extrusionOk="0">
                  <a:moveTo>
                    <a:pt x="0" y="7"/>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21" name="Google Shape;5921;p66"/>
            <p:cNvSpPr/>
            <p:nvPr/>
          </p:nvSpPr>
          <p:spPr>
            <a:xfrm>
              <a:off x="1643598" y="2005250"/>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22" name="Google Shape;5922;p66"/>
            <p:cNvSpPr/>
            <p:nvPr/>
          </p:nvSpPr>
          <p:spPr>
            <a:xfrm>
              <a:off x="1643842" y="2004869"/>
              <a:ext cx="14" cy="68"/>
            </a:xfrm>
            <a:custGeom>
              <a:avLst/>
              <a:gdLst/>
              <a:ahLst/>
              <a:cxnLst/>
              <a:rect l="l" t="t" r="r" b="b"/>
              <a:pathLst>
                <a:path w="1" h="5" extrusionOk="0">
                  <a:moveTo>
                    <a:pt x="0"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23" name="Google Shape;5923;p66"/>
            <p:cNvSpPr/>
            <p:nvPr/>
          </p:nvSpPr>
          <p:spPr>
            <a:xfrm>
              <a:off x="1642458" y="2024883"/>
              <a:ext cx="14" cy="54"/>
            </a:xfrm>
            <a:custGeom>
              <a:avLst/>
              <a:gdLst/>
              <a:ahLst/>
              <a:cxnLst/>
              <a:rect l="l" t="t" r="r" b="b"/>
              <a:pathLst>
                <a:path w="1" h="4" extrusionOk="0">
                  <a:moveTo>
                    <a:pt x="1"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24" name="Google Shape;5924;p66"/>
            <p:cNvSpPr/>
            <p:nvPr/>
          </p:nvSpPr>
          <p:spPr>
            <a:xfrm>
              <a:off x="1643747" y="2004964"/>
              <a:ext cx="14" cy="68"/>
            </a:xfrm>
            <a:custGeom>
              <a:avLst/>
              <a:gdLst/>
              <a:ahLst/>
              <a:cxnLst/>
              <a:rect l="l" t="t" r="r" b="b"/>
              <a:pathLst>
                <a:path w="1" h="5" extrusionOk="0">
                  <a:moveTo>
                    <a:pt x="0"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25" name="Google Shape;5925;p66"/>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26" name="Google Shape;5926;p66"/>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27" name="Google Shape;5927;p66"/>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28" name="Google Shape;5928;p66"/>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29" name="Google Shape;5929;p66"/>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30" name="Google Shape;5930;p66"/>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31" name="Google Shape;5931;p66"/>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32" name="Google Shape;5932;p66"/>
            <p:cNvSpPr/>
            <p:nvPr/>
          </p:nvSpPr>
          <p:spPr>
            <a:xfrm>
              <a:off x="1464633" y="2038813"/>
              <a:ext cx="163" cy="14"/>
            </a:xfrm>
            <a:custGeom>
              <a:avLst/>
              <a:gdLst/>
              <a:ahLst/>
              <a:cxnLst/>
              <a:rect l="l" t="t" r="r" b="b"/>
              <a:pathLst>
                <a:path w="12" h="1" extrusionOk="0">
                  <a:moveTo>
                    <a:pt x="1" y="0"/>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33" name="Google Shape;5933;p66"/>
            <p:cNvSpPr/>
            <p:nvPr/>
          </p:nvSpPr>
          <p:spPr>
            <a:xfrm>
              <a:off x="1462501" y="2038053"/>
              <a:ext cx="149" cy="109"/>
            </a:xfrm>
            <a:custGeom>
              <a:avLst/>
              <a:gdLst/>
              <a:ahLst/>
              <a:cxnLst/>
              <a:rect l="l" t="t" r="r" b="b"/>
              <a:pathLst>
                <a:path w="11" h="8" extrusionOk="0">
                  <a:moveTo>
                    <a:pt x="0" y="0"/>
                  </a:moveTo>
                  <a:lnTo>
                    <a:pt x="1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34" name="Google Shape;5934;p66"/>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35" name="Google Shape;5935;p66"/>
            <p:cNvSpPr/>
            <p:nvPr/>
          </p:nvSpPr>
          <p:spPr>
            <a:xfrm>
              <a:off x="1463112" y="2038338"/>
              <a:ext cx="204" cy="54"/>
            </a:xfrm>
            <a:custGeom>
              <a:avLst/>
              <a:gdLst/>
              <a:ahLst/>
              <a:cxnLst/>
              <a:rect l="l" t="t" r="r" b="b"/>
              <a:pathLst>
                <a:path w="15" h="4" extrusionOk="0">
                  <a:moveTo>
                    <a:pt x="1" y="0"/>
                  </a:moveTo>
                  <a:lnTo>
                    <a:pt x="15"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36" name="Google Shape;5936;p66"/>
            <p:cNvSpPr/>
            <p:nvPr/>
          </p:nvSpPr>
          <p:spPr>
            <a:xfrm>
              <a:off x="1464158" y="2038718"/>
              <a:ext cx="204" cy="54"/>
            </a:xfrm>
            <a:custGeom>
              <a:avLst/>
              <a:gdLst/>
              <a:ahLst/>
              <a:cxnLst/>
              <a:rect l="l" t="t" r="r" b="b"/>
              <a:pathLst>
                <a:path w="15" h="4" extrusionOk="0">
                  <a:moveTo>
                    <a:pt x="1" y="0"/>
                  </a:moveTo>
                  <a:lnTo>
                    <a:pt x="15"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37" name="Google Shape;5937;p66"/>
            <p:cNvSpPr/>
            <p:nvPr/>
          </p:nvSpPr>
          <p:spPr>
            <a:xfrm>
              <a:off x="1463642" y="2038569"/>
              <a:ext cx="204" cy="68"/>
            </a:xfrm>
            <a:custGeom>
              <a:avLst/>
              <a:gdLst/>
              <a:ahLst/>
              <a:cxnLst/>
              <a:rect l="l" t="t" r="r" b="b"/>
              <a:pathLst>
                <a:path w="15" h="5" extrusionOk="0">
                  <a:moveTo>
                    <a:pt x="0" y="1"/>
                  </a:moveTo>
                  <a:lnTo>
                    <a:pt x="14"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38" name="Google Shape;5938;p66"/>
            <p:cNvSpPr/>
            <p:nvPr/>
          </p:nvSpPr>
          <p:spPr>
            <a:xfrm>
              <a:off x="1478048" y="2043891"/>
              <a:ext cx="149" cy="163"/>
            </a:xfrm>
            <a:custGeom>
              <a:avLst/>
              <a:gdLst/>
              <a:ahLst/>
              <a:cxnLst/>
              <a:rect l="l" t="t" r="r" b="b"/>
              <a:pathLst>
                <a:path w="11" h="12" extrusionOk="0">
                  <a:moveTo>
                    <a:pt x="0" y="1"/>
                  </a:moveTo>
                  <a:lnTo>
                    <a:pt x="1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39" name="Google Shape;5939;p66"/>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40" name="Google Shape;5940;p66"/>
            <p:cNvSpPr/>
            <p:nvPr/>
          </p:nvSpPr>
          <p:spPr>
            <a:xfrm>
              <a:off x="1459026" y="2036152"/>
              <a:ext cx="204" cy="109"/>
            </a:xfrm>
            <a:custGeom>
              <a:avLst/>
              <a:gdLst/>
              <a:ahLst/>
              <a:cxnLst/>
              <a:rect l="l" t="t" r="r" b="b"/>
              <a:pathLst>
                <a:path w="15" h="8" extrusionOk="0">
                  <a:moveTo>
                    <a:pt x="1" y="0"/>
                  </a:moveTo>
                  <a:lnTo>
                    <a:pt x="15"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41" name="Google Shape;5941;p66"/>
            <p:cNvSpPr/>
            <p:nvPr/>
          </p:nvSpPr>
          <p:spPr>
            <a:xfrm>
              <a:off x="1457559" y="2035147"/>
              <a:ext cx="244" cy="163"/>
            </a:xfrm>
            <a:custGeom>
              <a:avLst/>
              <a:gdLst/>
              <a:ahLst/>
              <a:cxnLst/>
              <a:rect l="l" t="t" r="r" b="b"/>
              <a:pathLst>
                <a:path w="18" h="12" extrusionOk="0">
                  <a:moveTo>
                    <a:pt x="0" y="1"/>
                  </a:moveTo>
                  <a:lnTo>
                    <a:pt x="18"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42" name="Google Shape;5942;p66"/>
            <p:cNvSpPr/>
            <p:nvPr/>
          </p:nvSpPr>
          <p:spPr>
            <a:xfrm>
              <a:off x="1458265" y="2035622"/>
              <a:ext cx="163" cy="109"/>
            </a:xfrm>
            <a:custGeom>
              <a:avLst/>
              <a:gdLst/>
              <a:ahLst/>
              <a:cxnLst/>
              <a:rect l="l" t="t" r="r" b="b"/>
              <a:pathLst>
                <a:path w="12" h="8" extrusionOk="0">
                  <a:moveTo>
                    <a:pt x="1" y="1"/>
                  </a:moveTo>
                  <a:lnTo>
                    <a:pt x="1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43" name="Google Shape;5943;p66"/>
            <p:cNvSpPr/>
            <p:nvPr/>
          </p:nvSpPr>
          <p:spPr>
            <a:xfrm>
              <a:off x="1477192" y="2043090"/>
              <a:ext cx="434" cy="394"/>
            </a:xfrm>
            <a:custGeom>
              <a:avLst/>
              <a:gdLst/>
              <a:ahLst/>
              <a:cxnLst/>
              <a:rect l="l" t="t" r="r" b="b"/>
              <a:pathLst>
                <a:path w="32" h="29" extrusionOk="0">
                  <a:moveTo>
                    <a:pt x="0" y="0"/>
                  </a:moveTo>
                  <a:lnTo>
                    <a:pt x="32" y="2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44" name="Google Shape;5944;p66"/>
            <p:cNvSpPr/>
            <p:nvPr/>
          </p:nvSpPr>
          <p:spPr>
            <a:xfrm>
              <a:off x="1460356" y="2036912"/>
              <a:ext cx="258" cy="204"/>
            </a:xfrm>
            <a:custGeom>
              <a:avLst/>
              <a:gdLst/>
              <a:ahLst/>
              <a:cxnLst/>
              <a:rect l="l" t="t" r="r" b="b"/>
              <a:pathLst>
                <a:path w="19" h="15" extrusionOk="0">
                  <a:moveTo>
                    <a:pt x="1" y="0"/>
                  </a:moveTo>
                  <a:lnTo>
                    <a:pt x="18"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45" name="Google Shape;5945;p66"/>
            <p:cNvSpPr/>
            <p:nvPr/>
          </p:nvSpPr>
          <p:spPr>
            <a:xfrm>
              <a:off x="1456935" y="2034726"/>
              <a:ext cx="258" cy="204"/>
            </a:xfrm>
            <a:custGeom>
              <a:avLst/>
              <a:gdLst/>
              <a:ahLst/>
              <a:cxnLst/>
              <a:rect l="l" t="t" r="r" b="b"/>
              <a:pathLst>
                <a:path w="19" h="15" extrusionOk="0">
                  <a:moveTo>
                    <a:pt x="1" y="0"/>
                  </a:moveTo>
                  <a:lnTo>
                    <a:pt x="18"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46" name="Google Shape;5946;p66"/>
            <p:cNvSpPr/>
            <p:nvPr/>
          </p:nvSpPr>
          <p:spPr>
            <a:xfrm>
              <a:off x="1459691" y="2036532"/>
              <a:ext cx="258" cy="149"/>
            </a:xfrm>
            <a:custGeom>
              <a:avLst/>
              <a:gdLst/>
              <a:ahLst/>
              <a:cxnLst/>
              <a:rect l="l" t="t" r="r" b="b"/>
              <a:pathLst>
                <a:path w="19" h="11" extrusionOk="0">
                  <a:moveTo>
                    <a:pt x="1" y="0"/>
                  </a:moveTo>
                  <a:lnTo>
                    <a:pt x="18"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47" name="Google Shape;5947;p66"/>
            <p:cNvSpPr/>
            <p:nvPr/>
          </p:nvSpPr>
          <p:spPr>
            <a:xfrm>
              <a:off x="1461021" y="2037293"/>
              <a:ext cx="258" cy="149"/>
            </a:xfrm>
            <a:custGeom>
              <a:avLst/>
              <a:gdLst/>
              <a:ahLst/>
              <a:cxnLst/>
              <a:rect l="l" t="t" r="r" b="b"/>
              <a:pathLst>
                <a:path w="19" h="11" extrusionOk="0">
                  <a:moveTo>
                    <a:pt x="1" y="0"/>
                  </a:moveTo>
                  <a:lnTo>
                    <a:pt x="18"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48" name="Google Shape;5948;p66"/>
            <p:cNvSpPr/>
            <p:nvPr/>
          </p:nvSpPr>
          <p:spPr>
            <a:xfrm>
              <a:off x="1461687" y="2037673"/>
              <a:ext cx="204" cy="109"/>
            </a:xfrm>
            <a:custGeom>
              <a:avLst/>
              <a:gdLst/>
              <a:ahLst/>
              <a:cxnLst/>
              <a:rect l="l" t="t" r="r" b="b"/>
              <a:pathLst>
                <a:path w="15" h="8" extrusionOk="0">
                  <a:moveTo>
                    <a:pt x="1" y="0"/>
                  </a:moveTo>
                  <a:lnTo>
                    <a:pt x="15"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49" name="Google Shape;5949;p66"/>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50" name="Google Shape;5950;p66"/>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51" name="Google Shape;5951;p66"/>
            <p:cNvSpPr/>
            <p:nvPr/>
          </p:nvSpPr>
          <p:spPr>
            <a:xfrm>
              <a:off x="1449100" y="2076925"/>
              <a:ext cx="530" cy="109"/>
            </a:xfrm>
            <a:custGeom>
              <a:avLst/>
              <a:gdLst/>
              <a:ahLst/>
              <a:cxnLst/>
              <a:rect l="l" t="t" r="r" b="b"/>
              <a:pathLst>
                <a:path w="39" h="8" extrusionOk="0">
                  <a:moveTo>
                    <a:pt x="39"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52" name="Google Shape;5952;p66"/>
            <p:cNvSpPr/>
            <p:nvPr/>
          </p:nvSpPr>
          <p:spPr>
            <a:xfrm>
              <a:off x="1446724" y="2070462"/>
              <a:ext cx="149" cy="204"/>
            </a:xfrm>
            <a:custGeom>
              <a:avLst/>
              <a:gdLst/>
              <a:ahLst/>
              <a:cxnLst/>
              <a:rect l="l" t="t" r="r" b="b"/>
              <a:pathLst>
                <a:path w="11" h="15" extrusionOk="0">
                  <a:moveTo>
                    <a:pt x="11" y="1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53" name="Google Shape;5953;p66"/>
            <p:cNvSpPr/>
            <p:nvPr/>
          </p:nvSpPr>
          <p:spPr>
            <a:xfrm>
              <a:off x="1451897" y="2077400"/>
              <a:ext cx="258" cy="204"/>
            </a:xfrm>
            <a:custGeom>
              <a:avLst/>
              <a:gdLst/>
              <a:ahLst/>
              <a:cxnLst/>
              <a:rect l="l" t="t" r="r" b="b"/>
              <a:pathLst>
                <a:path w="19" h="15" extrusionOk="0">
                  <a:moveTo>
                    <a:pt x="18" y="15"/>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54" name="Google Shape;5954;p66"/>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55" name="Google Shape;5955;p66"/>
            <p:cNvSpPr/>
            <p:nvPr/>
          </p:nvSpPr>
          <p:spPr>
            <a:xfrm>
              <a:off x="1447104" y="2071087"/>
              <a:ext cx="109" cy="204"/>
            </a:xfrm>
            <a:custGeom>
              <a:avLst/>
              <a:gdLst/>
              <a:ahLst/>
              <a:cxnLst/>
              <a:rect l="l" t="t" r="r" b="b"/>
              <a:pathLst>
                <a:path w="8" h="15" extrusionOk="0">
                  <a:moveTo>
                    <a:pt x="7" y="1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56" name="Google Shape;5956;p66"/>
            <p:cNvSpPr/>
            <p:nvPr/>
          </p:nvSpPr>
          <p:spPr>
            <a:xfrm>
              <a:off x="1447580" y="2072933"/>
              <a:ext cx="14" cy="204"/>
            </a:xfrm>
            <a:custGeom>
              <a:avLst/>
              <a:gdLst/>
              <a:ahLst/>
              <a:cxnLst/>
              <a:rect l="l" t="t" r="r" b="b"/>
              <a:pathLst>
                <a:path w="1" h="15" extrusionOk="0">
                  <a:moveTo>
                    <a:pt x="0" y="1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57" name="Google Shape;5957;p66"/>
            <p:cNvSpPr/>
            <p:nvPr/>
          </p:nvSpPr>
          <p:spPr>
            <a:xfrm>
              <a:off x="1482705" y="2049974"/>
              <a:ext cx="54" cy="68"/>
            </a:xfrm>
            <a:custGeom>
              <a:avLst/>
              <a:gdLst/>
              <a:ahLst/>
              <a:cxnLst/>
              <a:rect l="l" t="t" r="r" b="b"/>
              <a:pathLst>
                <a:path w="4" h="5" extrusionOk="0">
                  <a:moveTo>
                    <a:pt x="4"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58" name="Google Shape;5958;p66"/>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59" name="Google Shape;5959;p66"/>
            <p:cNvSpPr/>
            <p:nvPr/>
          </p:nvSpPr>
          <p:spPr>
            <a:xfrm>
              <a:off x="1482460" y="2050313"/>
              <a:ext cx="68" cy="54"/>
            </a:xfrm>
            <a:custGeom>
              <a:avLst/>
              <a:gdLst/>
              <a:ahLst/>
              <a:cxnLst/>
              <a:rect l="l" t="t" r="r" b="b"/>
              <a:pathLst>
                <a:path w="5" h="4" extrusionOk="0">
                  <a:moveTo>
                    <a:pt x="4"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60" name="Google Shape;5960;p66"/>
            <p:cNvSpPr/>
            <p:nvPr/>
          </p:nvSpPr>
          <p:spPr>
            <a:xfrm>
              <a:off x="1482610" y="2050123"/>
              <a:ext cx="54" cy="109"/>
            </a:xfrm>
            <a:custGeom>
              <a:avLst/>
              <a:gdLst/>
              <a:ahLst/>
              <a:cxnLst/>
              <a:rect l="l" t="t" r="r" b="b"/>
              <a:pathLst>
                <a:path w="4" h="8" extrusionOk="0">
                  <a:moveTo>
                    <a:pt x="4"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61" name="Google Shape;5961;p66"/>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62" name="Google Shape;5962;p66"/>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63" name="Google Shape;5963;p66"/>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64" name="Google Shape;5964;p66"/>
            <p:cNvSpPr/>
            <p:nvPr/>
          </p:nvSpPr>
          <p:spPr>
            <a:xfrm>
              <a:off x="1450947" y="2076980"/>
              <a:ext cx="204" cy="54"/>
            </a:xfrm>
            <a:custGeom>
              <a:avLst/>
              <a:gdLst/>
              <a:ahLst/>
              <a:cxnLst/>
              <a:rect l="l" t="t" r="r" b="b"/>
              <a:pathLst>
                <a:path w="15" h="4" extrusionOk="0">
                  <a:moveTo>
                    <a:pt x="15"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65" name="Google Shape;5965;p66"/>
            <p:cNvSpPr/>
            <p:nvPr/>
          </p:nvSpPr>
          <p:spPr>
            <a:xfrm>
              <a:off x="1452237" y="2077645"/>
              <a:ext cx="204" cy="244"/>
            </a:xfrm>
            <a:custGeom>
              <a:avLst/>
              <a:gdLst/>
              <a:ahLst/>
              <a:cxnLst/>
              <a:rect l="l" t="t" r="r" b="b"/>
              <a:pathLst>
                <a:path w="15" h="18" extrusionOk="0">
                  <a:moveTo>
                    <a:pt x="0" y="0"/>
                  </a:moveTo>
                  <a:lnTo>
                    <a:pt x="14"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66" name="Google Shape;5966;p66"/>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67" name="Google Shape;5967;p66"/>
            <p:cNvSpPr/>
            <p:nvPr/>
          </p:nvSpPr>
          <p:spPr>
            <a:xfrm>
              <a:off x="1450621" y="2076884"/>
              <a:ext cx="244" cy="54"/>
            </a:xfrm>
            <a:custGeom>
              <a:avLst/>
              <a:gdLst/>
              <a:ahLst/>
              <a:cxnLst/>
              <a:rect l="l" t="t" r="r" b="b"/>
              <a:pathLst>
                <a:path w="18" h="4" extrusionOk="0">
                  <a:moveTo>
                    <a:pt x="18"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68" name="Google Shape;5968;p66"/>
            <p:cNvSpPr/>
            <p:nvPr/>
          </p:nvSpPr>
          <p:spPr>
            <a:xfrm>
              <a:off x="1451286" y="2077075"/>
              <a:ext cx="204" cy="54"/>
            </a:xfrm>
            <a:custGeom>
              <a:avLst/>
              <a:gdLst/>
              <a:ahLst/>
              <a:cxnLst/>
              <a:rect l="l" t="t" r="r" b="b"/>
              <a:pathLst>
                <a:path w="15" h="4" extrusionOk="0">
                  <a:moveTo>
                    <a:pt x="14"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69" name="Google Shape;5969;p66"/>
            <p:cNvSpPr/>
            <p:nvPr/>
          </p:nvSpPr>
          <p:spPr>
            <a:xfrm>
              <a:off x="1450336" y="2076884"/>
              <a:ext cx="204" cy="14"/>
            </a:xfrm>
            <a:custGeom>
              <a:avLst/>
              <a:gdLst/>
              <a:ahLst/>
              <a:cxnLst/>
              <a:rect l="l" t="t" r="r" b="b"/>
              <a:pathLst>
                <a:path w="15" h="1" extrusionOk="0">
                  <a:moveTo>
                    <a:pt x="0" y="0"/>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70" name="Google Shape;5970;p66"/>
            <p:cNvSpPr/>
            <p:nvPr/>
          </p:nvSpPr>
          <p:spPr>
            <a:xfrm>
              <a:off x="1447580" y="2072417"/>
              <a:ext cx="14" cy="149"/>
            </a:xfrm>
            <a:custGeom>
              <a:avLst/>
              <a:gdLst/>
              <a:ahLst/>
              <a:cxnLst/>
              <a:rect l="l" t="t" r="r" b="b"/>
              <a:pathLst>
                <a:path w="1" h="11" extrusionOk="0">
                  <a:moveTo>
                    <a:pt x="0" y="0"/>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71" name="Google Shape;5971;p66"/>
            <p:cNvSpPr/>
            <p:nvPr/>
          </p:nvSpPr>
          <p:spPr>
            <a:xfrm>
              <a:off x="1480899" y="2047082"/>
              <a:ext cx="339" cy="339"/>
            </a:xfrm>
            <a:custGeom>
              <a:avLst/>
              <a:gdLst/>
              <a:ahLst/>
              <a:cxnLst/>
              <a:rect l="l" t="t" r="r" b="b"/>
              <a:pathLst>
                <a:path w="25" h="25" extrusionOk="0">
                  <a:moveTo>
                    <a:pt x="0" y="0"/>
                  </a:moveTo>
                  <a:lnTo>
                    <a:pt x="25"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72" name="Google Shape;5972;p66"/>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73" name="Google Shape;5973;p66"/>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74" name="Google Shape;5974;p66"/>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75" name="Google Shape;5975;p66"/>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76" name="Google Shape;5976;p66"/>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77" name="Google Shape;5977;p66"/>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78" name="Google Shape;5978;p66"/>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79" name="Google Shape;5979;p66"/>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80" name="Google Shape;5980;p66"/>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81" name="Google Shape;5981;p66"/>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82" name="Google Shape;5982;p66"/>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83" name="Google Shape;5983;p66"/>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84" name="Google Shape;5984;p66"/>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85" name="Google Shape;5985;p66"/>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86" name="Google Shape;5986;p66"/>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87" name="Google Shape;5987;p66"/>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88" name="Google Shape;5988;p66"/>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89" name="Google Shape;5989;p66"/>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90" name="Google Shape;5990;p66"/>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91" name="Google Shape;5991;p66"/>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92" name="Google Shape;5992;p66"/>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93" name="Google Shape;5993;p66"/>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94" name="Google Shape;5994;p66"/>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95" name="Google Shape;5995;p66"/>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96" name="Google Shape;5996;p66"/>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97" name="Google Shape;5997;p66"/>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98" name="Google Shape;5998;p66"/>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5999" name="Google Shape;5999;p66"/>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00" name="Google Shape;6000;p66"/>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01" name="Google Shape;6001;p66"/>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02" name="Google Shape;6002;p66"/>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03" name="Google Shape;6003;p66"/>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04" name="Google Shape;6004;p66"/>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05" name="Google Shape;6005;p66"/>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06" name="Google Shape;6006;p66"/>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07" name="Google Shape;6007;p66"/>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08" name="Google Shape;6008;p66"/>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09" name="Google Shape;6009;p66"/>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10" name="Google Shape;6010;p66"/>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11" name="Google Shape;6011;p66"/>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12" name="Google Shape;6012;p66"/>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13" name="Google Shape;6013;p66"/>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14" name="Google Shape;6014;p66"/>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15" name="Google Shape;6015;p66"/>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16" name="Google Shape;6016;p66"/>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17" name="Google Shape;6017;p66"/>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18" name="Google Shape;6018;p66"/>
            <p:cNvSpPr/>
            <p:nvPr/>
          </p:nvSpPr>
          <p:spPr>
            <a:xfrm>
              <a:off x="1173314" y="1789354"/>
              <a:ext cx="16741" cy="2254"/>
            </a:xfrm>
            <a:custGeom>
              <a:avLst/>
              <a:gdLst/>
              <a:ahLst/>
              <a:cxnLst/>
              <a:rect l="l" t="t" r="r" b="b"/>
              <a:pathLst>
                <a:path w="1233" h="166" extrusionOk="0">
                  <a:moveTo>
                    <a:pt x="0" y="165"/>
                  </a:moveTo>
                  <a:lnTo>
                    <a:pt x="1233"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19" name="Google Shape;6019;p66"/>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20" name="Google Shape;6020;p66"/>
            <p:cNvSpPr/>
            <p:nvPr/>
          </p:nvSpPr>
          <p:spPr>
            <a:xfrm>
              <a:off x="1318906" y="1844641"/>
              <a:ext cx="339" cy="149"/>
            </a:xfrm>
            <a:custGeom>
              <a:avLst/>
              <a:gdLst/>
              <a:ahLst/>
              <a:cxnLst/>
              <a:rect l="l" t="t" r="r" b="b"/>
              <a:pathLst>
                <a:path w="25" h="11" extrusionOk="0">
                  <a:moveTo>
                    <a:pt x="25" y="11"/>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21" name="Google Shape;6021;p66"/>
            <p:cNvSpPr/>
            <p:nvPr/>
          </p:nvSpPr>
          <p:spPr>
            <a:xfrm>
              <a:off x="1317765" y="1844302"/>
              <a:ext cx="299" cy="68"/>
            </a:xfrm>
            <a:custGeom>
              <a:avLst/>
              <a:gdLst/>
              <a:ahLst/>
              <a:cxnLst/>
              <a:rect l="l" t="t" r="r" b="b"/>
              <a:pathLst>
                <a:path w="22" h="5" extrusionOk="0">
                  <a:moveTo>
                    <a:pt x="21"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22" name="Google Shape;6022;p66"/>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23" name="Google Shape;6023;p66"/>
            <p:cNvSpPr/>
            <p:nvPr/>
          </p:nvSpPr>
          <p:spPr>
            <a:xfrm>
              <a:off x="1252838" y="1797147"/>
              <a:ext cx="244" cy="258"/>
            </a:xfrm>
            <a:custGeom>
              <a:avLst/>
              <a:gdLst/>
              <a:ahLst/>
              <a:cxnLst/>
              <a:rect l="l" t="t" r="r" b="b"/>
              <a:pathLst>
                <a:path w="18" h="19" extrusionOk="0">
                  <a:moveTo>
                    <a:pt x="0" y="1"/>
                  </a:moveTo>
                  <a:lnTo>
                    <a:pt x="18"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24" name="Google Shape;6024;p66"/>
            <p:cNvSpPr/>
            <p:nvPr/>
          </p:nvSpPr>
          <p:spPr>
            <a:xfrm>
              <a:off x="1318240" y="1844397"/>
              <a:ext cx="299" cy="109"/>
            </a:xfrm>
            <a:custGeom>
              <a:avLst/>
              <a:gdLst/>
              <a:ahLst/>
              <a:cxnLst/>
              <a:rect l="l" t="t" r="r" b="b"/>
              <a:pathLst>
                <a:path w="22" h="8" extrusionOk="0">
                  <a:moveTo>
                    <a:pt x="21"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25" name="Google Shape;6025;p66"/>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26" name="Google Shape;6026;p66"/>
            <p:cNvSpPr/>
            <p:nvPr/>
          </p:nvSpPr>
          <p:spPr>
            <a:xfrm>
              <a:off x="1122833" y="1651895"/>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27" name="Google Shape;6027;p66"/>
            <p:cNvSpPr/>
            <p:nvPr/>
          </p:nvSpPr>
          <p:spPr>
            <a:xfrm>
              <a:off x="1124734" y="1651746"/>
              <a:ext cx="530" cy="68"/>
            </a:xfrm>
            <a:custGeom>
              <a:avLst/>
              <a:gdLst/>
              <a:ahLst/>
              <a:cxnLst/>
              <a:rect l="l" t="t" r="r" b="b"/>
              <a:pathLst>
                <a:path w="39" h="5" extrusionOk="0">
                  <a:moveTo>
                    <a:pt x="0" y="4"/>
                  </a:moveTo>
                  <a:lnTo>
                    <a:pt x="3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28" name="Google Shape;6028;p66"/>
            <p:cNvSpPr/>
            <p:nvPr/>
          </p:nvSpPr>
          <p:spPr>
            <a:xfrm>
              <a:off x="1125969" y="1651556"/>
              <a:ext cx="489" cy="109"/>
            </a:xfrm>
            <a:custGeom>
              <a:avLst/>
              <a:gdLst/>
              <a:ahLst/>
              <a:cxnLst/>
              <a:rect l="l" t="t" r="r" b="b"/>
              <a:pathLst>
                <a:path w="36" h="8" extrusionOk="0">
                  <a:moveTo>
                    <a:pt x="0" y="8"/>
                  </a:moveTo>
                  <a:lnTo>
                    <a:pt x="3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29" name="Google Shape;6029;p66"/>
            <p:cNvSpPr/>
            <p:nvPr/>
          </p:nvSpPr>
          <p:spPr>
            <a:xfrm>
              <a:off x="1117076" y="1651515"/>
              <a:ext cx="448" cy="54"/>
            </a:xfrm>
            <a:custGeom>
              <a:avLst/>
              <a:gdLst/>
              <a:ahLst/>
              <a:cxnLst/>
              <a:rect l="l" t="t" r="r" b="b"/>
              <a:pathLst>
                <a:path w="33" h="4" extrusionOk="0">
                  <a:moveTo>
                    <a:pt x="1" y="0"/>
                  </a:moveTo>
                  <a:lnTo>
                    <a:pt x="32"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30" name="Google Shape;6030;p66"/>
            <p:cNvSpPr/>
            <p:nvPr/>
          </p:nvSpPr>
          <p:spPr>
            <a:xfrm>
              <a:off x="1120783" y="1651841"/>
              <a:ext cx="394" cy="14"/>
            </a:xfrm>
            <a:custGeom>
              <a:avLst/>
              <a:gdLst/>
              <a:ahLst/>
              <a:cxnLst/>
              <a:rect l="l" t="t" r="r" b="b"/>
              <a:pathLst>
                <a:path w="29" h="1" extrusionOk="0">
                  <a:moveTo>
                    <a:pt x="1" y="1"/>
                  </a:moveTo>
                  <a:lnTo>
                    <a:pt x="2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31" name="Google Shape;6031;p66"/>
            <p:cNvSpPr/>
            <p:nvPr/>
          </p:nvSpPr>
          <p:spPr>
            <a:xfrm>
              <a:off x="1123539" y="1651895"/>
              <a:ext cx="543" cy="14"/>
            </a:xfrm>
            <a:custGeom>
              <a:avLst/>
              <a:gdLst/>
              <a:ahLst/>
              <a:cxnLst/>
              <a:rect l="l" t="t" r="r" b="b"/>
              <a:pathLst>
                <a:path w="40" h="1" extrusionOk="0">
                  <a:moveTo>
                    <a:pt x="1" y="0"/>
                  </a:moveTo>
                  <a:lnTo>
                    <a:pt x="39"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32" name="Google Shape;6032;p66"/>
            <p:cNvSpPr/>
            <p:nvPr/>
          </p:nvSpPr>
          <p:spPr>
            <a:xfrm>
              <a:off x="1119072" y="1651705"/>
              <a:ext cx="163" cy="14"/>
            </a:xfrm>
            <a:custGeom>
              <a:avLst/>
              <a:gdLst/>
              <a:ahLst/>
              <a:cxnLst/>
              <a:rect l="l" t="t" r="r" b="b"/>
              <a:pathLst>
                <a:path w="12" h="1" extrusionOk="0">
                  <a:moveTo>
                    <a:pt x="1" y="0"/>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33" name="Google Shape;6033;p66"/>
            <p:cNvSpPr/>
            <p:nvPr/>
          </p:nvSpPr>
          <p:spPr>
            <a:xfrm>
              <a:off x="1543206" y="1679322"/>
              <a:ext cx="258" cy="434"/>
            </a:xfrm>
            <a:custGeom>
              <a:avLst/>
              <a:gdLst/>
              <a:ahLst/>
              <a:cxnLst/>
              <a:rect l="l" t="t" r="r" b="b"/>
              <a:pathLst>
                <a:path w="19" h="32" extrusionOk="0">
                  <a:moveTo>
                    <a:pt x="1" y="0"/>
                  </a:moveTo>
                  <a:lnTo>
                    <a:pt x="18"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34" name="Google Shape;6034;p66"/>
            <p:cNvSpPr/>
            <p:nvPr/>
          </p:nvSpPr>
          <p:spPr>
            <a:xfrm>
              <a:off x="1543736" y="1680177"/>
              <a:ext cx="299" cy="434"/>
            </a:xfrm>
            <a:custGeom>
              <a:avLst/>
              <a:gdLst/>
              <a:ahLst/>
              <a:cxnLst/>
              <a:rect l="l" t="t" r="r" b="b"/>
              <a:pathLst>
                <a:path w="22" h="32" extrusionOk="0">
                  <a:moveTo>
                    <a:pt x="0" y="0"/>
                  </a:moveTo>
                  <a:lnTo>
                    <a:pt x="21"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35" name="Google Shape;6035;p66"/>
            <p:cNvSpPr/>
            <p:nvPr/>
          </p:nvSpPr>
          <p:spPr>
            <a:xfrm>
              <a:off x="1542731" y="1678507"/>
              <a:ext cx="258" cy="394"/>
            </a:xfrm>
            <a:custGeom>
              <a:avLst/>
              <a:gdLst/>
              <a:ahLst/>
              <a:cxnLst/>
              <a:rect l="l" t="t" r="r" b="b"/>
              <a:pathLst>
                <a:path w="19" h="29" extrusionOk="0">
                  <a:moveTo>
                    <a:pt x="1" y="1"/>
                  </a:moveTo>
                  <a:lnTo>
                    <a:pt x="18" y="2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36" name="Google Shape;6036;p66"/>
            <p:cNvSpPr/>
            <p:nvPr/>
          </p:nvSpPr>
          <p:spPr>
            <a:xfrm>
              <a:off x="1544251" y="1681032"/>
              <a:ext cx="299" cy="394"/>
            </a:xfrm>
            <a:custGeom>
              <a:avLst/>
              <a:gdLst/>
              <a:ahLst/>
              <a:cxnLst/>
              <a:rect l="l" t="t" r="r" b="b"/>
              <a:pathLst>
                <a:path w="22" h="29" extrusionOk="0">
                  <a:moveTo>
                    <a:pt x="1" y="0"/>
                  </a:moveTo>
                  <a:lnTo>
                    <a:pt x="22" y="2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37" name="Google Shape;6037;p66"/>
            <p:cNvSpPr/>
            <p:nvPr/>
          </p:nvSpPr>
          <p:spPr>
            <a:xfrm>
              <a:off x="1544876" y="1681888"/>
              <a:ext cx="299" cy="394"/>
            </a:xfrm>
            <a:custGeom>
              <a:avLst/>
              <a:gdLst/>
              <a:ahLst/>
              <a:cxnLst/>
              <a:rect l="l" t="t" r="r" b="b"/>
              <a:pathLst>
                <a:path w="22" h="29" extrusionOk="0">
                  <a:moveTo>
                    <a:pt x="0" y="0"/>
                  </a:moveTo>
                  <a:lnTo>
                    <a:pt x="21" y="2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38" name="Google Shape;6038;p66"/>
            <p:cNvSpPr/>
            <p:nvPr/>
          </p:nvSpPr>
          <p:spPr>
            <a:xfrm>
              <a:off x="1478333" y="1688541"/>
              <a:ext cx="530" cy="434"/>
            </a:xfrm>
            <a:custGeom>
              <a:avLst/>
              <a:gdLst/>
              <a:ahLst/>
              <a:cxnLst/>
              <a:rect l="l" t="t" r="r" b="b"/>
              <a:pathLst>
                <a:path w="39" h="32" extrusionOk="0">
                  <a:moveTo>
                    <a:pt x="0" y="32"/>
                  </a:moveTo>
                  <a:lnTo>
                    <a:pt x="39"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39" name="Google Shape;6039;p66"/>
            <p:cNvSpPr/>
            <p:nvPr/>
          </p:nvSpPr>
          <p:spPr>
            <a:xfrm>
              <a:off x="1478944" y="1688011"/>
              <a:ext cx="489" cy="448"/>
            </a:xfrm>
            <a:custGeom>
              <a:avLst/>
              <a:gdLst/>
              <a:ahLst/>
              <a:cxnLst/>
              <a:rect l="l" t="t" r="r" b="b"/>
              <a:pathLst>
                <a:path w="36" h="33" extrusionOk="0">
                  <a:moveTo>
                    <a:pt x="1" y="32"/>
                  </a:moveTo>
                  <a:lnTo>
                    <a:pt x="36"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40" name="Google Shape;6040;p66"/>
            <p:cNvSpPr/>
            <p:nvPr/>
          </p:nvSpPr>
          <p:spPr>
            <a:xfrm>
              <a:off x="1542310" y="1677706"/>
              <a:ext cx="244" cy="434"/>
            </a:xfrm>
            <a:custGeom>
              <a:avLst/>
              <a:gdLst/>
              <a:ahLst/>
              <a:cxnLst/>
              <a:rect l="l" t="t" r="r" b="b"/>
              <a:pathLst>
                <a:path w="18" h="32" extrusionOk="0">
                  <a:moveTo>
                    <a:pt x="0" y="0"/>
                  </a:moveTo>
                  <a:lnTo>
                    <a:pt x="18"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41" name="Google Shape;6041;p66"/>
            <p:cNvSpPr/>
            <p:nvPr/>
          </p:nvSpPr>
          <p:spPr>
            <a:xfrm>
              <a:off x="1539689" y="1670714"/>
              <a:ext cx="109" cy="353"/>
            </a:xfrm>
            <a:custGeom>
              <a:avLst/>
              <a:gdLst/>
              <a:ahLst/>
              <a:cxnLst/>
              <a:rect l="l" t="t" r="r" b="b"/>
              <a:pathLst>
                <a:path w="8" h="26" extrusionOk="0">
                  <a:moveTo>
                    <a:pt x="1" y="1"/>
                  </a:moveTo>
                  <a:lnTo>
                    <a:pt x="8"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42" name="Google Shape;6042;p66"/>
            <p:cNvSpPr/>
            <p:nvPr/>
          </p:nvSpPr>
          <p:spPr>
            <a:xfrm>
              <a:off x="1539975" y="1671949"/>
              <a:ext cx="163" cy="394"/>
            </a:xfrm>
            <a:custGeom>
              <a:avLst/>
              <a:gdLst/>
              <a:ahLst/>
              <a:cxnLst/>
              <a:rect l="l" t="t" r="r" b="b"/>
              <a:pathLst>
                <a:path w="12" h="29" extrusionOk="0">
                  <a:moveTo>
                    <a:pt x="1" y="1"/>
                  </a:moveTo>
                  <a:lnTo>
                    <a:pt x="11" y="2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43" name="Google Shape;6043;p66"/>
            <p:cNvSpPr/>
            <p:nvPr/>
          </p:nvSpPr>
          <p:spPr>
            <a:xfrm>
              <a:off x="1477667" y="1689111"/>
              <a:ext cx="584" cy="489"/>
            </a:xfrm>
            <a:custGeom>
              <a:avLst/>
              <a:gdLst/>
              <a:ahLst/>
              <a:cxnLst/>
              <a:rect l="l" t="t" r="r" b="b"/>
              <a:pathLst>
                <a:path w="43" h="36" extrusionOk="0">
                  <a:moveTo>
                    <a:pt x="0" y="35"/>
                  </a:moveTo>
                  <a:lnTo>
                    <a:pt x="4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44" name="Google Shape;6044;p66"/>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45" name="Google Shape;6045;p66"/>
            <p:cNvSpPr/>
            <p:nvPr/>
          </p:nvSpPr>
          <p:spPr>
            <a:xfrm>
              <a:off x="1540165" y="1672614"/>
              <a:ext cx="163" cy="394"/>
            </a:xfrm>
            <a:custGeom>
              <a:avLst/>
              <a:gdLst/>
              <a:ahLst/>
              <a:cxnLst/>
              <a:rect l="l" t="t" r="r" b="b"/>
              <a:pathLst>
                <a:path w="12" h="29" extrusionOk="0">
                  <a:moveTo>
                    <a:pt x="1" y="1"/>
                  </a:moveTo>
                  <a:lnTo>
                    <a:pt x="11" y="2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46" name="Google Shape;6046;p66"/>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47" name="Google Shape;6047;p66"/>
            <p:cNvSpPr/>
            <p:nvPr/>
          </p:nvSpPr>
          <p:spPr>
            <a:xfrm>
              <a:off x="1539839" y="1671338"/>
              <a:ext cx="109" cy="339"/>
            </a:xfrm>
            <a:custGeom>
              <a:avLst/>
              <a:gdLst/>
              <a:ahLst/>
              <a:cxnLst/>
              <a:rect l="l" t="t" r="r" b="b"/>
              <a:pathLst>
                <a:path w="8" h="25" extrusionOk="0">
                  <a:moveTo>
                    <a:pt x="0" y="0"/>
                  </a:moveTo>
                  <a:lnTo>
                    <a:pt x="7"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48" name="Google Shape;6048;p66"/>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49" name="Google Shape;6049;p66"/>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50" name="Google Shape;6050;p66"/>
            <p:cNvSpPr/>
            <p:nvPr/>
          </p:nvSpPr>
          <p:spPr>
            <a:xfrm>
              <a:off x="1541210" y="1675425"/>
              <a:ext cx="204" cy="434"/>
            </a:xfrm>
            <a:custGeom>
              <a:avLst/>
              <a:gdLst/>
              <a:ahLst/>
              <a:cxnLst/>
              <a:rect l="l" t="t" r="r" b="b"/>
              <a:pathLst>
                <a:path w="15" h="32" extrusionOk="0">
                  <a:moveTo>
                    <a:pt x="1" y="0"/>
                  </a:moveTo>
                  <a:lnTo>
                    <a:pt x="15"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51" name="Google Shape;6051;p66"/>
            <p:cNvSpPr/>
            <p:nvPr/>
          </p:nvSpPr>
          <p:spPr>
            <a:xfrm>
              <a:off x="1541550" y="1676185"/>
              <a:ext cx="204" cy="394"/>
            </a:xfrm>
            <a:custGeom>
              <a:avLst/>
              <a:gdLst/>
              <a:ahLst/>
              <a:cxnLst/>
              <a:rect l="l" t="t" r="r" b="b"/>
              <a:pathLst>
                <a:path w="15" h="29" extrusionOk="0">
                  <a:moveTo>
                    <a:pt x="0" y="0"/>
                  </a:moveTo>
                  <a:lnTo>
                    <a:pt x="14" y="2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52" name="Google Shape;6052;p66"/>
            <p:cNvSpPr/>
            <p:nvPr/>
          </p:nvSpPr>
          <p:spPr>
            <a:xfrm>
              <a:off x="1540884" y="1674705"/>
              <a:ext cx="204" cy="394"/>
            </a:xfrm>
            <a:custGeom>
              <a:avLst/>
              <a:gdLst/>
              <a:ahLst/>
              <a:cxnLst/>
              <a:rect l="l" t="t" r="r" b="b"/>
              <a:pathLst>
                <a:path w="15" h="29" extrusionOk="0">
                  <a:moveTo>
                    <a:pt x="0" y="1"/>
                  </a:moveTo>
                  <a:lnTo>
                    <a:pt x="14" y="2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53" name="Google Shape;6053;p66"/>
            <p:cNvSpPr/>
            <p:nvPr/>
          </p:nvSpPr>
          <p:spPr>
            <a:xfrm>
              <a:off x="1540640" y="1673999"/>
              <a:ext cx="163" cy="394"/>
            </a:xfrm>
            <a:custGeom>
              <a:avLst/>
              <a:gdLst/>
              <a:ahLst/>
              <a:cxnLst/>
              <a:rect l="l" t="t" r="r" b="b"/>
              <a:pathLst>
                <a:path w="12" h="29" extrusionOk="0">
                  <a:moveTo>
                    <a:pt x="1" y="0"/>
                  </a:moveTo>
                  <a:lnTo>
                    <a:pt x="11" y="2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54" name="Google Shape;6054;p66"/>
            <p:cNvSpPr/>
            <p:nvPr/>
          </p:nvSpPr>
          <p:spPr>
            <a:xfrm>
              <a:off x="1541930" y="1676946"/>
              <a:ext cx="204" cy="434"/>
            </a:xfrm>
            <a:custGeom>
              <a:avLst/>
              <a:gdLst/>
              <a:ahLst/>
              <a:cxnLst/>
              <a:rect l="l" t="t" r="r" b="b"/>
              <a:pathLst>
                <a:path w="15" h="32" extrusionOk="0">
                  <a:moveTo>
                    <a:pt x="0" y="0"/>
                  </a:moveTo>
                  <a:lnTo>
                    <a:pt x="14"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55" name="Google Shape;6055;p66"/>
            <p:cNvSpPr/>
            <p:nvPr/>
          </p:nvSpPr>
          <p:spPr>
            <a:xfrm>
              <a:off x="1540409" y="1673280"/>
              <a:ext cx="149" cy="394"/>
            </a:xfrm>
            <a:custGeom>
              <a:avLst/>
              <a:gdLst/>
              <a:ahLst/>
              <a:cxnLst/>
              <a:rect l="l" t="t" r="r" b="b"/>
              <a:pathLst>
                <a:path w="11" h="29" extrusionOk="0">
                  <a:moveTo>
                    <a:pt x="0" y="1"/>
                  </a:moveTo>
                  <a:lnTo>
                    <a:pt x="11" y="2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56" name="Google Shape;6056;p66"/>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57" name="Google Shape;6057;p66"/>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58" name="Google Shape;6058;p66"/>
            <p:cNvSpPr/>
            <p:nvPr/>
          </p:nvSpPr>
          <p:spPr>
            <a:xfrm>
              <a:off x="1072257" y="1586153"/>
              <a:ext cx="869" cy="638"/>
            </a:xfrm>
            <a:custGeom>
              <a:avLst/>
              <a:gdLst/>
              <a:ahLst/>
              <a:cxnLst/>
              <a:rect l="l" t="t" r="r" b="b"/>
              <a:pathLst>
                <a:path w="64" h="47" extrusionOk="0">
                  <a:moveTo>
                    <a:pt x="0" y="46"/>
                  </a:moveTo>
                  <a:lnTo>
                    <a:pt x="6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59" name="Google Shape;6059;p66"/>
            <p:cNvSpPr/>
            <p:nvPr/>
          </p:nvSpPr>
          <p:spPr>
            <a:xfrm>
              <a:off x="1073357" y="1585447"/>
              <a:ext cx="774" cy="530"/>
            </a:xfrm>
            <a:custGeom>
              <a:avLst/>
              <a:gdLst/>
              <a:ahLst/>
              <a:cxnLst/>
              <a:rect l="l" t="t" r="r" b="b"/>
              <a:pathLst>
                <a:path w="57" h="39" extrusionOk="0">
                  <a:moveTo>
                    <a:pt x="56" y="0"/>
                  </a:moveTo>
                  <a:lnTo>
                    <a:pt x="0" y="3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60" name="Google Shape;6060;p66"/>
            <p:cNvSpPr/>
            <p:nvPr/>
          </p:nvSpPr>
          <p:spPr>
            <a:xfrm>
              <a:off x="1075257" y="1584116"/>
              <a:ext cx="774" cy="530"/>
            </a:xfrm>
            <a:custGeom>
              <a:avLst/>
              <a:gdLst/>
              <a:ahLst/>
              <a:cxnLst/>
              <a:rect l="l" t="t" r="r" b="b"/>
              <a:pathLst>
                <a:path w="57" h="39" extrusionOk="0">
                  <a:moveTo>
                    <a:pt x="56" y="0"/>
                  </a:moveTo>
                  <a:lnTo>
                    <a:pt x="0" y="3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61" name="Google Shape;6061;p66"/>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62" name="Google Shape;6062;p66"/>
            <p:cNvSpPr/>
            <p:nvPr/>
          </p:nvSpPr>
          <p:spPr>
            <a:xfrm>
              <a:off x="1074348" y="1584822"/>
              <a:ext cx="679" cy="448"/>
            </a:xfrm>
            <a:custGeom>
              <a:avLst/>
              <a:gdLst/>
              <a:ahLst/>
              <a:cxnLst/>
              <a:rect l="l" t="t" r="r" b="b"/>
              <a:pathLst>
                <a:path w="50" h="33" extrusionOk="0">
                  <a:moveTo>
                    <a:pt x="50" y="1"/>
                  </a:moveTo>
                  <a:lnTo>
                    <a:pt x="1"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63" name="Google Shape;6063;p66"/>
            <p:cNvSpPr/>
            <p:nvPr/>
          </p:nvSpPr>
          <p:spPr>
            <a:xfrm>
              <a:off x="1417248" y="1669913"/>
              <a:ext cx="204" cy="149"/>
            </a:xfrm>
            <a:custGeom>
              <a:avLst/>
              <a:gdLst/>
              <a:ahLst/>
              <a:cxnLst/>
              <a:rect l="l" t="t" r="r" b="b"/>
              <a:pathLst>
                <a:path w="15" h="11" extrusionOk="0">
                  <a:moveTo>
                    <a:pt x="15" y="1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64" name="Google Shape;6064;p66"/>
            <p:cNvSpPr/>
            <p:nvPr/>
          </p:nvSpPr>
          <p:spPr>
            <a:xfrm>
              <a:off x="1416677" y="1669532"/>
              <a:ext cx="68" cy="14"/>
            </a:xfrm>
            <a:custGeom>
              <a:avLst/>
              <a:gdLst/>
              <a:ahLst/>
              <a:cxnLst/>
              <a:rect l="l" t="t" r="r" b="b"/>
              <a:pathLst>
                <a:path w="5" h="1" extrusionOk="0">
                  <a:moveTo>
                    <a:pt x="4"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65" name="Google Shape;6065;p66"/>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66" name="Google Shape;6066;p66"/>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67" name="Google Shape;6067;p66"/>
            <p:cNvSpPr/>
            <p:nvPr/>
          </p:nvSpPr>
          <p:spPr>
            <a:xfrm>
              <a:off x="1416012" y="1669057"/>
              <a:ext cx="109" cy="54"/>
            </a:xfrm>
            <a:custGeom>
              <a:avLst/>
              <a:gdLst/>
              <a:ahLst/>
              <a:cxnLst/>
              <a:rect l="l" t="t" r="r" b="b"/>
              <a:pathLst>
                <a:path w="8" h="4" extrusionOk="0">
                  <a:moveTo>
                    <a:pt x="8"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68" name="Google Shape;6068;p66"/>
            <p:cNvSpPr/>
            <p:nvPr/>
          </p:nvSpPr>
          <p:spPr>
            <a:xfrm>
              <a:off x="1417872" y="1670333"/>
              <a:ext cx="54" cy="109"/>
            </a:xfrm>
            <a:custGeom>
              <a:avLst/>
              <a:gdLst/>
              <a:ahLst/>
              <a:cxnLst/>
              <a:rect l="l" t="t" r="r" b="b"/>
              <a:pathLst>
                <a:path w="4" h="8" extrusionOk="0">
                  <a:moveTo>
                    <a:pt x="0" y="1"/>
                  </a:moveTo>
                  <a:lnTo>
                    <a:pt x="4" y="8"/>
                  </a:lnTo>
                  <a:lnTo>
                    <a:pt x="4"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69" name="Google Shape;6069;p66"/>
            <p:cNvSpPr/>
            <p:nvPr/>
          </p:nvSpPr>
          <p:spPr>
            <a:xfrm>
              <a:off x="1037458" y="1535536"/>
              <a:ext cx="68" cy="54"/>
            </a:xfrm>
            <a:custGeom>
              <a:avLst/>
              <a:gdLst/>
              <a:ahLst/>
              <a:cxnLst/>
              <a:rect l="l" t="t" r="r" b="b"/>
              <a:pathLst>
                <a:path w="5" h="4" extrusionOk="0">
                  <a:moveTo>
                    <a:pt x="1" y="0"/>
                  </a:moveTo>
                  <a:lnTo>
                    <a:pt x="4"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70" name="Google Shape;6070;p66"/>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71" name="Google Shape;6071;p66"/>
            <p:cNvSpPr/>
            <p:nvPr/>
          </p:nvSpPr>
          <p:spPr>
            <a:xfrm>
              <a:off x="1074443" y="1580355"/>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72" name="Google Shape;6072;p66"/>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73" name="Google Shape;6073;p66"/>
            <p:cNvSpPr/>
            <p:nvPr/>
          </p:nvSpPr>
          <p:spPr>
            <a:xfrm>
              <a:off x="1132813" y="1645052"/>
              <a:ext cx="202889" cy="1100"/>
            </a:xfrm>
            <a:custGeom>
              <a:avLst/>
              <a:gdLst/>
              <a:ahLst/>
              <a:cxnLst/>
              <a:rect l="l" t="t" r="r" b="b"/>
              <a:pathLst>
                <a:path w="14943" h="81" extrusionOk="0">
                  <a:moveTo>
                    <a:pt x="1" y="81"/>
                  </a:moveTo>
                  <a:lnTo>
                    <a:pt x="1494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74" name="Google Shape;6074;p66"/>
            <p:cNvSpPr/>
            <p:nvPr/>
          </p:nvSpPr>
          <p:spPr>
            <a:xfrm>
              <a:off x="1415496" y="1668718"/>
              <a:ext cx="54" cy="14"/>
            </a:xfrm>
            <a:custGeom>
              <a:avLst/>
              <a:gdLst/>
              <a:ahLst/>
              <a:cxnLst/>
              <a:rect l="l" t="t" r="r" b="b"/>
              <a:pathLst>
                <a:path w="4" h="1" extrusionOk="0">
                  <a:moveTo>
                    <a:pt x="0"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75" name="Google Shape;6075;p66"/>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76" name="Google Shape;6076;p66"/>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77" name="Google Shape;6077;p66"/>
            <p:cNvSpPr/>
            <p:nvPr/>
          </p:nvSpPr>
          <p:spPr>
            <a:xfrm>
              <a:off x="1456649" y="1702091"/>
              <a:ext cx="163" cy="149"/>
            </a:xfrm>
            <a:custGeom>
              <a:avLst/>
              <a:gdLst/>
              <a:ahLst/>
              <a:cxnLst/>
              <a:rect l="l" t="t" r="r" b="b"/>
              <a:pathLst>
                <a:path w="12" h="11" extrusionOk="0">
                  <a:moveTo>
                    <a:pt x="11"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78" name="Google Shape;6078;p66"/>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79" name="Google Shape;6079;p66"/>
            <p:cNvSpPr/>
            <p:nvPr/>
          </p:nvSpPr>
          <p:spPr>
            <a:xfrm>
              <a:off x="1456935" y="1701806"/>
              <a:ext cx="163" cy="109"/>
            </a:xfrm>
            <a:custGeom>
              <a:avLst/>
              <a:gdLst/>
              <a:ahLst/>
              <a:cxnLst/>
              <a:rect l="l" t="t" r="r" b="b"/>
              <a:pathLst>
                <a:path w="12" h="8" extrusionOk="0">
                  <a:moveTo>
                    <a:pt x="11"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80" name="Google Shape;6080;p66"/>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81" name="Google Shape;6081;p66"/>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82" name="Google Shape;6082;p66"/>
            <p:cNvSpPr/>
            <p:nvPr/>
          </p:nvSpPr>
          <p:spPr>
            <a:xfrm>
              <a:off x="1539174" y="1665921"/>
              <a:ext cx="14" cy="285"/>
            </a:xfrm>
            <a:custGeom>
              <a:avLst/>
              <a:gdLst/>
              <a:ahLst/>
              <a:cxnLst/>
              <a:rect l="l" t="t" r="r" b="b"/>
              <a:pathLst>
                <a:path w="1" h="21" extrusionOk="0">
                  <a:moveTo>
                    <a:pt x="0" y="21"/>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83" name="Google Shape;6083;p66"/>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84" name="Google Shape;6084;p66"/>
            <p:cNvSpPr/>
            <p:nvPr/>
          </p:nvSpPr>
          <p:spPr>
            <a:xfrm>
              <a:off x="1477423" y="1689681"/>
              <a:ext cx="163" cy="109"/>
            </a:xfrm>
            <a:custGeom>
              <a:avLst/>
              <a:gdLst/>
              <a:ahLst/>
              <a:cxnLst/>
              <a:rect l="l" t="t" r="r" b="b"/>
              <a:pathLst>
                <a:path w="12" h="8" extrusionOk="0">
                  <a:moveTo>
                    <a:pt x="1" y="7"/>
                  </a:moveTo>
                  <a:lnTo>
                    <a:pt x="1" y="7"/>
                  </a:ln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85" name="Google Shape;6085;p66"/>
            <p:cNvSpPr/>
            <p:nvPr/>
          </p:nvSpPr>
          <p:spPr>
            <a:xfrm>
              <a:off x="1428843" y="1703327"/>
              <a:ext cx="14" cy="54"/>
            </a:xfrm>
            <a:custGeom>
              <a:avLst/>
              <a:gdLst/>
              <a:ahLst/>
              <a:cxnLst/>
              <a:rect l="l" t="t" r="r" b="b"/>
              <a:pathLst>
                <a:path w="1" h="4" extrusionOk="0">
                  <a:moveTo>
                    <a:pt x="1"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86" name="Google Shape;6086;p66"/>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87" name="Google Shape;6087;p66"/>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88" name="Google Shape;6088;p66"/>
            <p:cNvSpPr/>
            <p:nvPr/>
          </p:nvSpPr>
          <p:spPr>
            <a:xfrm>
              <a:off x="1456269" y="1702376"/>
              <a:ext cx="163" cy="149"/>
            </a:xfrm>
            <a:custGeom>
              <a:avLst/>
              <a:gdLst/>
              <a:ahLst/>
              <a:cxnLst/>
              <a:rect l="l" t="t" r="r" b="b"/>
              <a:pathLst>
                <a:path w="12" h="11" extrusionOk="0">
                  <a:moveTo>
                    <a:pt x="11"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89" name="Google Shape;6089;p66"/>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90" name="Google Shape;6090;p66"/>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91" name="Google Shape;6091;p66"/>
            <p:cNvSpPr/>
            <p:nvPr/>
          </p:nvSpPr>
          <p:spPr>
            <a:xfrm>
              <a:off x="1455794" y="1702702"/>
              <a:ext cx="204" cy="163"/>
            </a:xfrm>
            <a:custGeom>
              <a:avLst/>
              <a:gdLst/>
              <a:ahLst/>
              <a:cxnLst/>
              <a:rect l="l" t="t" r="r" b="b"/>
              <a:pathLst>
                <a:path w="15" h="12" extrusionOk="0">
                  <a:moveTo>
                    <a:pt x="15"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92" name="Google Shape;6092;p66"/>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93" name="Google Shape;6093;p66"/>
            <p:cNvSpPr/>
            <p:nvPr/>
          </p:nvSpPr>
          <p:spPr>
            <a:xfrm>
              <a:off x="1455224" y="1703042"/>
              <a:ext cx="258" cy="149"/>
            </a:xfrm>
            <a:custGeom>
              <a:avLst/>
              <a:gdLst/>
              <a:ahLst/>
              <a:cxnLst/>
              <a:rect l="l" t="t" r="r" b="b"/>
              <a:pathLst>
                <a:path w="19" h="11" extrusionOk="0">
                  <a:moveTo>
                    <a:pt x="18"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94" name="Google Shape;6094;p66"/>
            <p:cNvSpPr/>
            <p:nvPr/>
          </p:nvSpPr>
          <p:spPr>
            <a:xfrm>
              <a:off x="1482080" y="1685595"/>
              <a:ext cx="299" cy="244"/>
            </a:xfrm>
            <a:custGeom>
              <a:avLst/>
              <a:gdLst/>
              <a:ahLst/>
              <a:cxnLst/>
              <a:rect l="l" t="t" r="r" b="b"/>
              <a:pathLst>
                <a:path w="22" h="18" extrusionOk="0">
                  <a:moveTo>
                    <a:pt x="1" y="18"/>
                  </a:moveTo>
                  <a:lnTo>
                    <a:pt x="2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95" name="Google Shape;6095;p66"/>
            <p:cNvSpPr/>
            <p:nvPr/>
          </p:nvSpPr>
          <p:spPr>
            <a:xfrm>
              <a:off x="1539174" y="1665486"/>
              <a:ext cx="14" cy="244"/>
            </a:xfrm>
            <a:custGeom>
              <a:avLst/>
              <a:gdLst/>
              <a:ahLst/>
              <a:cxnLst/>
              <a:rect l="l" t="t" r="r" b="b"/>
              <a:pathLst>
                <a:path w="1" h="18" extrusionOk="0">
                  <a:moveTo>
                    <a:pt x="0" y="0"/>
                  </a:moveTo>
                  <a:lnTo>
                    <a:pt x="0"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96" name="Google Shape;6096;p66"/>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97" name="Google Shape;6097;p66"/>
            <p:cNvSpPr/>
            <p:nvPr/>
          </p:nvSpPr>
          <p:spPr>
            <a:xfrm>
              <a:off x="1539174" y="1666396"/>
              <a:ext cx="14" cy="299"/>
            </a:xfrm>
            <a:custGeom>
              <a:avLst/>
              <a:gdLst/>
              <a:ahLst/>
              <a:cxnLst/>
              <a:rect l="l" t="t" r="r" b="b"/>
              <a:pathLst>
                <a:path w="1" h="22" extrusionOk="0">
                  <a:moveTo>
                    <a:pt x="0" y="0"/>
                  </a:moveTo>
                  <a:lnTo>
                    <a:pt x="0" y="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98" name="Google Shape;6098;p66"/>
            <p:cNvSpPr/>
            <p:nvPr/>
          </p:nvSpPr>
          <p:spPr>
            <a:xfrm>
              <a:off x="1485217" y="1683409"/>
              <a:ext cx="163" cy="109"/>
            </a:xfrm>
            <a:custGeom>
              <a:avLst/>
              <a:gdLst/>
              <a:ahLst/>
              <a:cxnLst/>
              <a:rect l="l" t="t" r="r" b="b"/>
              <a:pathLst>
                <a:path w="12" h="8" extrusionOk="0">
                  <a:moveTo>
                    <a:pt x="1" y="7"/>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099" name="Google Shape;6099;p66"/>
            <p:cNvSpPr/>
            <p:nvPr/>
          </p:nvSpPr>
          <p:spPr>
            <a:xfrm>
              <a:off x="1485407" y="1683354"/>
              <a:ext cx="109" cy="68"/>
            </a:xfrm>
            <a:custGeom>
              <a:avLst/>
              <a:gdLst/>
              <a:ahLst/>
              <a:cxnLst/>
              <a:rect l="l" t="t" r="r" b="b"/>
              <a:pathLst>
                <a:path w="8" h="5" extrusionOk="0">
                  <a:moveTo>
                    <a:pt x="1" y="4"/>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00" name="Google Shape;6100;p66"/>
            <p:cNvSpPr/>
            <p:nvPr/>
          </p:nvSpPr>
          <p:spPr>
            <a:xfrm>
              <a:off x="1480139" y="1687115"/>
              <a:ext cx="394" cy="339"/>
            </a:xfrm>
            <a:custGeom>
              <a:avLst/>
              <a:gdLst/>
              <a:ahLst/>
              <a:cxnLst/>
              <a:rect l="l" t="t" r="r" b="b"/>
              <a:pathLst>
                <a:path w="29" h="25" extrusionOk="0">
                  <a:moveTo>
                    <a:pt x="0" y="25"/>
                  </a:moveTo>
                  <a:lnTo>
                    <a:pt x="2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01" name="Google Shape;6101;p66"/>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02" name="Google Shape;6102;p66"/>
            <p:cNvSpPr/>
            <p:nvPr/>
          </p:nvSpPr>
          <p:spPr>
            <a:xfrm>
              <a:off x="1485556" y="1683259"/>
              <a:ext cx="109" cy="68"/>
            </a:xfrm>
            <a:custGeom>
              <a:avLst/>
              <a:gdLst/>
              <a:ahLst/>
              <a:cxnLst/>
              <a:rect l="l" t="t" r="r" b="b"/>
              <a:pathLst>
                <a:path w="8" h="5" extrusionOk="0">
                  <a:moveTo>
                    <a:pt x="0" y="4"/>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03" name="Google Shape;6103;p66"/>
            <p:cNvSpPr/>
            <p:nvPr/>
          </p:nvSpPr>
          <p:spPr>
            <a:xfrm>
              <a:off x="1483845" y="1684264"/>
              <a:ext cx="244" cy="204"/>
            </a:xfrm>
            <a:custGeom>
              <a:avLst/>
              <a:gdLst/>
              <a:ahLst/>
              <a:cxnLst/>
              <a:rect l="l" t="t" r="r" b="b"/>
              <a:pathLst>
                <a:path w="18" h="15" extrusionOk="0">
                  <a:moveTo>
                    <a:pt x="0" y="14"/>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04" name="Google Shape;6104;p66"/>
            <p:cNvSpPr/>
            <p:nvPr/>
          </p:nvSpPr>
          <p:spPr>
            <a:xfrm>
              <a:off x="1484646" y="1683789"/>
              <a:ext cx="204" cy="109"/>
            </a:xfrm>
            <a:custGeom>
              <a:avLst/>
              <a:gdLst/>
              <a:ahLst/>
              <a:cxnLst/>
              <a:rect l="l" t="t" r="r" b="b"/>
              <a:pathLst>
                <a:path w="15" h="8" extrusionOk="0">
                  <a:moveTo>
                    <a:pt x="1" y="7"/>
                  </a:moveTo>
                  <a:lnTo>
                    <a:pt x="1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05" name="Google Shape;6105;p66"/>
            <p:cNvSpPr/>
            <p:nvPr/>
          </p:nvSpPr>
          <p:spPr>
            <a:xfrm>
              <a:off x="1484415" y="1683924"/>
              <a:ext cx="204" cy="163"/>
            </a:xfrm>
            <a:custGeom>
              <a:avLst/>
              <a:gdLst/>
              <a:ahLst/>
              <a:cxnLst/>
              <a:rect l="l" t="t" r="r" b="b"/>
              <a:pathLst>
                <a:path w="15" h="12" extrusionOk="0">
                  <a:moveTo>
                    <a:pt x="0" y="11"/>
                  </a:moveTo>
                  <a:lnTo>
                    <a:pt x="1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06" name="Google Shape;6106;p66"/>
            <p:cNvSpPr/>
            <p:nvPr/>
          </p:nvSpPr>
          <p:spPr>
            <a:xfrm>
              <a:off x="1484130" y="1684115"/>
              <a:ext cx="244" cy="163"/>
            </a:xfrm>
            <a:custGeom>
              <a:avLst/>
              <a:gdLst/>
              <a:ahLst/>
              <a:cxnLst/>
              <a:rect l="l" t="t" r="r" b="b"/>
              <a:pathLst>
                <a:path w="18" h="12" extrusionOk="0">
                  <a:moveTo>
                    <a:pt x="0" y="11"/>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07" name="Google Shape;6107;p66"/>
            <p:cNvSpPr/>
            <p:nvPr/>
          </p:nvSpPr>
          <p:spPr>
            <a:xfrm>
              <a:off x="1485026" y="1683544"/>
              <a:ext cx="204" cy="109"/>
            </a:xfrm>
            <a:custGeom>
              <a:avLst/>
              <a:gdLst/>
              <a:ahLst/>
              <a:cxnLst/>
              <a:rect l="l" t="t" r="r" b="b"/>
              <a:pathLst>
                <a:path w="15" h="8" extrusionOk="0">
                  <a:moveTo>
                    <a:pt x="1" y="8"/>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08" name="Google Shape;6108;p66"/>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09" name="Google Shape;6109;p66"/>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10" name="Google Shape;6110;p66"/>
            <p:cNvSpPr/>
            <p:nvPr/>
          </p:nvSpPr>
          <p:spPr>
            <a:xfrm>
              <a:off x="1484836" y="1683639"/>
              <a:ext cx="204" cy="109"/>
            </a:xfrm>
            <a:custGeom>
              <a:avLst/>
              <a:gdLst/>
              <a:ahLst/>
              <a:cxnLst/>
              <a:rect l="l" t="t" r="r" b="b"/>
              <a:pathLst>
                <a:path w="15" h="8" extrusionOk="0">
                  <a:moveTo>
                    <a:pt x="1" y="8"/>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11" name="Google Shape;6111;p66"/>
            <p:cNvSpPr/>
            <p:nvPr/>
          </p:nvSpPr>
          <p:spPr>
            <a:xfrm>
              <a:off x="1485692" y="1683164"/>
              <a:ext cx="109" cy="109"/>
            </a:xfrm>
            <a:custGeom>
              <a:avLst/>
              <a:gdLst/>
              <a:ahLst/>
              <a:cxnLst/>
              <a:rect l="l" t="t" r="r" b="b"/>
              <a:pathLst>
                <a:path w="8" h="8" extrusionOk="0">
                  <a:moveTo>
                    <a:pt x="1" y="8"/>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12" name="Google Shape;6112;p66"/>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13" name="Google Shape;6113;p66"/>
            <p:cNvSpPr/>
            <p:nvPr/>
          </p:nvSpPr>
          <p:spPr>
            <a:xfrm>
              <a:off x="1485787" y="1683164"/>
              <a:ext cx="109" cy="68"/>
            </a:xfrm>
            <a:custGeom>
              <a:avLst/>
              <a:gdLst/>
              <a:ahLst/>
              <a:cxnLst/>
              <a:rect l="l" t="t" r="r" b="b"/>
              <a:pathLst>
                <a:path w="8" h="5" extrusionOk="0">
                  <a:moveTo>
                    <a:pt x="1" y="4"/>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14" name="Google Shape;6114;p66"/>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15" name="Google Shape;6115;p66"/>
            <p:cNvSpPr/>
            <p:nvPr/>
          </p:nvSpPr>
          <p:spPr>
            <a:xfrm>
              <a:off x="1539269" y="1663911"/>
              <a:ext cx="14" cy="299"/>
            </a:xfrm>
            <a:custGeom>
              <a:avLst/>
              <a:gdLst/>
              <a:ahLst/>
              <a:cxnLst/>
              <a:rect l="l" t="t" r="r" b="b"/>
              <a:pathLst>
                <a:path w="1" h="22" extrusionOk="0">
                  <a:moveTo>
                    <a:pt x="0" y="1"/>
                  </a:moveTo>
                  <a:lnTo>
                    <a:pt x="0"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16" name="Google Shape;6116;p66"/>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17" name="Google Shape;6117;p66"/>
            <p:cNvSpPr/>
            <p:nvPr/>
          </p:nvSpPr>
          <p:spPr>
            <a:xfrm>
              <a:off x="1482460" y="1685309"/>
              <a:ext cx="299" cy="204"/>
            </a:xfrm>
            <a:custGeom>
              <a:avLst/>
              <a:gdLst/>
              <a:ahLst/>
              <a:cxnLst/>
              <a:rect l="l" t="t" r="r" b="b"/>
              <a:pathLst>
                <a:path w="22" h="15" extrusionOk="0">
                  <a:moveTo>
                    <a:pt x="1" y="14"/>
                  </a:moveTo>
                  <a:lnTo>
                    <a:pt x="2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18" name="Google Shape;6118;p66"/>
            <p:cNvSpPr/>
            <p:nvPr/>
          </p:nvSpPr>
          <p:spPr>
            <a:xfrm>
              <a:off x="1482840" y="1685024"/>
              <a:ext cx="299" cy="204"/>
            </a:xfrm>
            <a:custGeom>
              <a:avLst/>
              <a:gdLst/>
              <a:ahLst/>
              <a:cxnLst/>
              <a:rect l="l" t="t" r="r" b="b"/>
              <a:pathLst>
                <a:path w="22" h="15" extrusionOk="0">
                  <a:moveTo>
                    <a:pt x="1" y="14"/>
                  </a:moveTo>
                  <a:lnTo>
                    <a:pt x="2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19" name="Google Shape;6119;p66"/>
            <p:cNvSpPr/>
            <p:nvPr/>
          </p:nvSpPr>
          <p:spPr>
            <a:xfrm>
              <a:off x="1481605" y="1685975"/>
              <a:ext cx="353" cy="244"/>
            </a:xfrm>
            <a:custGeom>
              <a:avLst/>
              <a:gdLst/>
              <a:ahLst/>
              <a:cxnLst/>
              <a:rect l="l" t="t" r="r" b="b"/>
              <a:pathLst>
                <a:path w="26" h="18" extrusionOk="0">
                  <a:moveTo>
                    <a:pt x="1" y="18"/>
                  </a:moveTo>
                  <a:lnTo>
                    <a:pt x="2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20" name="Google Shape;6120;p66"/>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21" name="Google Shape;6121;p66"/>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22" name="Google Shape;6122;p66"/>
            <p:cNvSpPr/>
            <p:nvPr/>
          </p:nvSpPr>
          <p:spPr>
            <a:xfrm>
              <a:off x="1479568" y="1687536"/>
              <a:ext cx="434" cy="394"/>
            </a:xfrm>
            <a:custGeom>
              <a:avLst/>
              <a:gdLst/>
              <a:ahLst/>
              <a:cxnLst/>
              <a:rect l="l" t="t" r="r" b="b"/>
              <a:pathLst>
                <a:path w="32" h="29" extrusionOk="0">
                  <a:moveTo>
                    <a:pt x="0" y="29"/>
                  </a:moveTo>
                  <a:lnTo>
                    <a:pt x="32"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23" name="Google Shape;6123;p66"/>
            <p:cNvSpPr/>
            <p:nvPr/>
          </p:nvSpPr>
          <p:spPr>
            <a:xfrm>
              <a:off x="1485882" y="1683123"/>
              <a:ext cx="109" cy="54"/>
            </a:xfrm>
            <a:custGeom>
              <a:avLst/>
              <a:gdLst/>
              <a:ahLst/>
              <a:cxnLst/>
              <a:rect l="l" t="t" r="r" b="b"/>
              <a:pathLst>
                <a:path w="8" h="4" extrusionOk="0">
                  <a:moveTo>
                    <a:pt x="1" y="4"/>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24" name="Google Shape;6124;p66"/>
            <p:cNvSpPr/>
            <p:nvPr/>
          </p:nvSpPr>
          <p:spPr>
            <a:xfrm>
              <a:off x="1486167" y="1683028"/>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25" name="Google Shape;6125;p66"/>
            <p:cNvSpPr/>
            <p:nvPr/>
          </p:nvSpPr>
          <p:spPr>
            <a:xfrm>
              <a:off x="1485977" y="1683123"/>
              <a:ext cx="68" cy="14"/>
            </a:xfrm>
            <a:custGeom>
              <a:avLst/>
              <a:gdLst/>
              <a:ahLst/>
              <a:cxnLst/>
              <a:rect l="l" t="t" r="r" b="b"/>
              <a:pathLst>
                <a:path w="5" h="1" extrusionOk="0">
                  <a:moveTo>
                    <a:pt x="1"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26" name="Google Shape;6126;p66"/>
            <p:cNvSpPr/>
            <p:nvPr/>
          </p:nvSpPr>
          <p:spPr>
            <a:xfrm>
              <a:off x="1481184" y="1686301"/>
              <a:ext cx="339" cy="299"/>
            </a:xfrm>
            <a:custGeom>
              <a:avLst/>
              <a:gdLst/>
              <a:ahLst/>
              <a:cxnLst/>
              <a:rect l="l" t="t" r="r" b="b"/>
              <a:pathLst>
                <a:path w="25" h="22" extrusionOk="0">
                  <a:moveTo>
                    <a:pt x="0" y="22"/>
                  </a:moveTo>
                  <a:lnTo>
                    <a:pt x="2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27" name="Google Shape;6127;p66"/>
            <p:cNvSpPr/>
            <p:nvPr/>
          </p:nvSpPr>
          <p:spPr>
            <a:xfrm>
              <a:off x="1486031" y="1683069"/>
              <a:ext cx="54" cy="14"/>
            </a:xfrm>
            <a:custGeom>
              <a:avLst/>
              <a:gdLst/>
              <a:ahLst/>
              <a:cxnLst/>
              <a:rect l="l" t="t" r="r" b="b"/>
              <a:pathLst>
                <a:path w="4" h="1" extrusionOk="0">
                  <a:moveTo>
                    <a:pt x="0"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28" name="Google Shape;6128;p66"/>
            <p:cNvSpPr/>
            <p:nvPr/>
          </p:nvSpPr>
          <p:spPr>
            <a:xfrm>
              <a:off x="1486072" y="1683069"/>
              <a:ext cx="109" cy="14"/>
            </a:xfrm>
            <a:custGeom>
              <a:avLst/>
              <a:gdLst/>
              <a:ahLst/>
              <a:cxnLst/>
              <a:rect l="l" t="t" r="r" b="b"/>
              <a:pathLst>
                <a:path w="8" h="1" extrusionOk="0">
                  <a:moveTo>
                    <a:pt x="1" y="1"/>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29" name="Google Shape;6129;p66"/>
            <p:cNvSpPr/>
            <p:nvPr/>
          </p:nvSpPr>
          <p:spPr>
            <a:xfrm>
              <a:off x="1480654" y="1686681"/>
              <a:ext cx="394" cy="353"/>
            </a:xfrm>
            <a:custGeom>
              <a:avLst/>
              <a:gdLst/>
              <a:ahLst/>
              <a:cxnLst/>
              <a:rect l="l" t="t" r="r" b="b"/>
              <a:pathLst>
                <a:path w="29" h="26" extrusionOk="0">
                  <a:moveTo>
                    <a:pt x="1" y="25"/>
                  </a:moveTo>
                  <a:lnTo>
                    <a:pt x="2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30" name="Google Shape;6130;p66"/>
            <p:cNvSpPr/>
            <p:nvPr/>
          </p:nvSpPr>
          <p:spPr>
            <a:xfrm>
              <a:off x="1483221" y="1684739"/>
              <a:ext cx="258" cy="204"/>
            </a:xfrm>
            <a:custGeom>
              <a:avLst/>
              <a:gdLst/>
              <a:ahLst/>
              <a:cxnLst/>
              <a:rect l="l" t="t" r="r" b="b"/>
              <a:pathLst>
                <a:path w="19" h="15" extrusionOk="0">
                  <a:moveTo>
                    <a:pt x="1" y="14"/>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31" name="Google Shape;6131;p66"/>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32" name="Google Shape;6132;p66"/>
            <p:cNvSpPr/>
            <p:nvPr/>
          </p:nvSpPr>
          <p:spPr>
            <a:xfrm>
              <a:off x="1483560" y="1684495"/>
              <a:ext cx="244" cy="204"/>
            </a:xfrm>
            <a:custGeom>
              <a:avLst/>
              <a:gdLst/>
              <a:ahLst/>
              <a:cxnLst/>
              <a:rect l="l" t="t" r="r" b="b"/>
              <a:pathLst>
                <a:path w="18" h="15" extrusionOk="0">
                  <a:moveTo>
                    <a:pt x="0" y="15"/>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33" name="Google Shape;6133;p66"/>
            <p:cNvSpPr/>
            <p:nvPr/>
          </p:nvSpPr>
          <p:spPr>
            <a:xfrm>
              <a:off x="1539459" y="1669532"/>
              <a:ext cx="54" cy="339"/>
            </a:xfrm>
            <a:custGeom>
              <a:avLst/>
              <a:gdLst/>
              <a:ahLst/>
              <a:cxnLst/>
              <a:rect l="l" t="t" r="r" b="b"/>
              <a:pathLst>
                <a:path w="4" h="25" extrusionOk="0">
                  <a:moveTo>
                    <a:pt x="0" y="0"/>
                  </a:moveTo>
                  <a:lnTo>
                    <a:pt x="4"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34" name="Google Shape;6134;p66"/>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35" name="Google Shape;6135;p66"/>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36" name="Google Shape;6136;p66"/>
            <p:cNvSpPr/>
            <p:nvPr/>
          </p:nvSpPr>
          <p:spPr>
            <a:xfrm>
              <a:off x="1993626" y="1750237"/>
              <a:ext cx="68" cy="149"/>
            </a:xfrm>
            <a:custGeom>
              <a:avLst/>
              <a:gdLst/>
              <a:ahLst/>
              <a:cxnLst/>
              <a:rect l="l" t="t" r="r" b="b"/>
              <a:pathLst>
                <a:path w="5" h="11" extrusionOk="0">
                  <a:moveTo>
                    <a:pt x="4"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37" name="Google Shape;6137;p66"/>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38" name="Google Shape;6138;p66"/>
            <p:cNvSpPr/>
            <p:nvPr/>
          </p:nvSpPr>
          <p:spPr>
            <a:xfrm>
              <a:off x="1993490" y="1749762"/>
              <a:ext cx="14" cy="109"/>
            </a:xfrm>
            <a:custGeom>
              <a:avLst/>
              <a:gdLst/>
              <a:ahLst/>
              <a:cxnLst/>
              <a:rect l="l" t="t" r="r" b="b"/>
              <a:pathLst>
                <a:path w="1" h="8" extrusionOk="0">
                  <a:moveTo>
                    <a:pt x="0"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39" name="Google Shape;6139;p66"/>
            <p:cNvSpPr/>
            <p:nvPr/>
          </p:nvSpPr>
          <p:spPr>
            <a:xfrm>
              <a:off x="1993490" y="1749898"/>
              <a:ext cx="14" cy="68"/>
            </a:xfrm>
            <a:custGeom>
              <a:avLst/>
              <a:gdLst/>
              <a:ahLst/>
              <a:cxnLst/>
              <a:rect l="l" t="t" r="r" b="b"/>
              <a:pathLst>
                <a:path w="1" h="5" extrusionOk="0">
                  <a:moveTo>
                    <a:pt x="0"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40" name="Google Shape;6140;p66"/>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41" name="Google Shape;6141;p66"/>
            <p:cNvSpPr/>
            <p:nvPr/>
          </p:nvSpPr>
          <p:spPr>
            <a:xfrm>
              <a:off x="1983552" y="1708690"/>
              <a:ext cx="68" cy="68"/>
            </a:xfrm>
            <a:custGeom>
              <a:avLst/>
              <a:gdLst/>
              <a:ahLst/>
              <a:cxnLst/>
              <a:rect l="l" t="t" r="r" b="b"/>
              <a:pathLst>
                <a:path w="5" h="5" extrusionOk="0">
                  <a:moveTo>
                    <a:pt x="1" y="1"/>
                  </a:moveTo>
                  <a:lnTo>
                    <a:pt x="1" y="4"/>
                  </a:ln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42" name="Google Shape;6142;p66"/>
            <p:cNvSpPr/>
            <p:nvPr/>
          </p:nvSpPr>
          <p:spPr>
            <a:xfrm>
              <a:off x="1993721" y="1750481"/>
              <a:ext cx="163" cy="244"/>
            </a:xfrm>
            <a:custGeom>
              <a:avLst/>
              <a:gdLst/>
              <a:ahLst/>
              <a:cxnLst/>
              <a:rect l="l" t="t" r="r" b="b"/>
              <a:pathLst>
                <a:path w="12" h="18" extrusionOk="0">
                  <a:moveTo>
                    <a:pt x="11" y="18"/>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43" name="Google Shape;6143;p66"/>
            <p:cNvSpPr/>
            <p:nvPr/>
          </p:nvSpPr>
          <p:spPr>
            <a:xfrm>
              <a:off x="1993531" y="1750047"/>
              <a:ext cx="68" cy="109"/>
            </a:xfrm>
            <a:custGeom>
              <a:avLst/>
              <a:gdLst/>
              <a:ahLst/>
              <a:cxnLst/>
              <a:rect l="l" t="t" r="r" b="b"/>
              <a:pathLst>
                <a:path w="5" h="8" extrusionOk="0">
                  <a:moveTo>
                    <a:pt x="4"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44" name="Google Shape;6144;p66"/>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45" name="Google Shape;6145;p66"/>
            <p:cNvSpPr/>
            <p:nvPr/>
          </p:nvSpPr>
          <p:spPr>
            <a:xfrm>
              <a:off x="2035703" y="1698520"/>
              <a:ext cx="204" cy="109"/>
            </a:xfrm>
            <a:custGeom>
              <a:avLst/>
              <a:gdLst/>
              <a:ahLst/>
              <a:cxnLst/>
              <a:rect l="l" t="t" r="r" b="b"/>
              <a:pathLst>
                <a:path w="15" h="8" extrusionOk="0">
                  <a:moveTo>
                    <a:pt x="0" y="1"/>
                  </a:moveTo>
                  <a:lnTo>
                    <a:pt x="14"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46" name="Google Shape;6146;p66"/>
            <p:cNvSpPr/>
            <p:nvPr/>
          </p:nvSpPr>
          <p:spPr>
            <a:xfrm>
              <a:off x="2065505" y="1706314"/>
              <a:ext cx="204" cy="14"/>
            </a:xfrm>
            <a:custGeom>
              <a:avLst/>
              <a:gdLst/>
              <a:ahLst/>
              <a:cxnLst/>
              <a:rect l="l" t="t" r="r" b="b"/>
              <a:pathLst>
                <a:path w="15" h="1" extrusionOk="0">
                  <a:moveTo>
                    <a:pt x="0" y="1"/>
                  </a:moveTo>
                  <a:lnTo>
                    <a:pt x="1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47" name="Google Shape;6147;p66"/>
            <p:cNvSpPr/>
            <p:nvPr/>
          </p:nvSpPr>
          <p:spPr>
            <a:xfrm>
              <a:off x="2066266" y="1706409"/>
              <a:ext cx="244" cy="14"/>
            </a:xfrm>
            <a:custGeom>
              <a:avLst/>
              <a:gdLst/>
              <a:ahLst/>
              <a:cxnLst/>
              <a:rect l="l" t="t" r="r" b="b"/>
              <a:pathLst>
                <a:path w="18" h="1" extrusionOk="0">
                  <a:moveTo>
                    <a:pt x="0" y="1"/>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48" name="Google Shape;6148;p66"/>
            <p:cNvSpPr/>
            <p:nvPr/>
          </p:nvSpPr>
          <p:spPr>
            <a:xfrm>
              <a:off x="2067257" y="1706463"/>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49" name="Google Shape;6149;p66"/>
            <p:cNvSpPr/>
            <p:nvPr/>
          </p:nvSpPr>
          <p:spPr>
            <a:xfrm>
              <a:off x="2068357" y="1706504"/>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50" name="Google Shape;6150;p66"/>
            <p:cNvSpPr/>
            <p:nvPr/>
          </p:nvSpPr>
          <p:spPr>
            <a:xfrm>
              <a:off x="2071819" y="1706409"/>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51" name="Google Shape;6151;p66"/>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52" name="Google Shape;6152;p66"/>
            <p:cNvSpPr/>
            <p:nvPr/>
          </p:nvSpPr>
          <p:spPr>
            <a:xfrm>
              <a:off x="2165463" y="1668718"/>
              <a:ext cx="54" cy="14"/>
            </a:xfrm>
            <a:custGeom>
              <a:avLst/>
              <a:gdLst/>
              <a:ahLst/>
              <a:cxnLst/>
              <a:rect l="l" t="t" r="r" b="b"/>
              <a:pathLst>
                <a:path w="4" h="1" extrusionOk="0">
                  <a:moveTo>
                    <a:pt x="4"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53" name="Google Shape;6153;p66"/>
            <p:cNvSpPr/>
            <p:nvPr/>
          </p:nvSpPr>
          <p:spPr>
            <a:xfrm>
              <a:off x="2165028" y="1668908"/>
              <a:ext cx="163" cy="109"/>
            </a:xfrm>
            <a:custGeom>
              <a:avLst/>
              <a:gdLst/>
              <a:ahLst/>
              <a:cxnLst/>
              <a:rect l="l" t="t" r="r" b="b"/>
              <a:pathLst>
                <a:path w="12" h="8" extrusionOk="0">
                  <a:moveTo>
                    <a:pt x="11"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54" name="Google Shape;6154;p66"/>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55" name="Google Shape;6155;p66"/>
            <p:cNvSpPr/>
            <p:nvPr/>
          </p:nvSpPr>
          <p:spPr>
            <a:xfrm>
              <a:off x="2167404" y="1667197"/>
              <a:ext cx="163" cy="163"/>
            </a:xfrm>
            <a:custGeom>
              <a:avLst/>
              <a:gdLst/>
              <a:ahLst/>
              <a:cxnLst/>
              <a:rect l="l" t="t" r="r" b="b"/>
              <a:pathLst>
                <a:path w="12" h="12" extrusionOk="0">
                  <a:moveTo>
                    <a:pt x="11"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56" name="Google Shape;6156;p66"/>
            <p:cNvSpPr/>
            <p:nvPr/>
          </p:nvSpPr>
          <p:spPr>
            <a:xfrm>
              <a:off x="2151437" y="1676701"/>
              <a:ext cx="394" cy="68"/>
            </a:xfrm>
            <a:custGeom>
              <a:avLst/>
              <a:gdLst/>
              <a:ahLst/>
              <a:cxnLst/>
              <a:rect l="l" t="t" r="r" b="b"/>
              <a:pathLst>
                <a:path w="29" h="5" extrusionOk="0">
                  <a:moveTo>
                    <a:pt x="29"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57" name="Google Shape;6157;p66"/>
            <p:cNvSpPr/>
            <p:nvPr/>
          </p:nvSpPr>
          <p:spPr>
            <a:xfrm>
              <a:off x="2152917" y="1676470"/>
              <a:ext cx="339" cy="109"/>
            </a:xfrm>
            <a:custGeom>
              <a:avLst/>
              <a:gdLst/>
              <a:ahLst/>
              <a:cxnLst/>
              <a:rect l="l" t="t" r="r" b="b"/>
              <a:pathLst>
                <a:path w="25" h="8" extrusionOk="0">
                  <a:moveTo>
                    <a:pt x="25"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58" name="Google Shape;6158;p66"/>
            <p:cNvSpPr/>
            <p:nvPr/>
          </p:nvSpPr>
          <p:spPr>
            <a:xfrm>
              <a:off x="2152198" y="1676606"/>
              <a:ext cx="394" cy="68"/>
            </a:xfrm>
            <a:custGeom>
              <a:avLst/>
              <a:gdLst/>
              <a:ahLst/>
              <a:cxnLst/>
              <a:rect l="l" t="t" r="r" b="b"/>
              <a:pathLst>
                <a:path w="29" h="5" extrusionOk="0">
                  <a:moveTo>
                    <a:pt x="29"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59" name="Google Shape;6159;p66"/>
            <p:cNvSpPr/>
            <p:nvPr/>
          </p:nvSpPr>
          <p:spPr>
            <a:xfrm>
              <a:off x="2150962" y="1676851"/>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60" name="Google Shape;6160;p66"/>
            <p:cNvSpPr/>
            <p:nvPr/>
          </p:nvSpPr>
          <p:spPr>
            <a:xfrm>
              <a:off x="2154913" y="1676036"/>
              <a:ext cx="299" cy="109"/>
            </a:xfrm>
            <a:custGeom>
              <a:avLst/>
              <a:gdLst/>
              <a:ahLst/>
              <a:cxnLst/>
              <a:rect l="l" t="t" r="r" b="b"/>
              <a:pathLst>
                <a:path w="22" h="8" extrusionOk="0">
                  <a:moveTo>
                    <a:pt x="21"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61" name="Google Shape;6161;p66"/>
            <p:cNvSpPr/>
            <p:nvPr/>
          </p:nvSpPr>
          <p:spPr>
            <a:xfrm>
              <a:off x="2153528" y="1676375"/>
              <a:ext cx="299" cy="54"/>
            </a:xfrm>
            <a:custGeom>
              <a:avLst/>
              <a:gdLst/>
              <a:ahLst/>
              <a:cxnLst/>
              <a:rect l="l" t="t" r="r" b="b"/>
              <a:pathLst>
                <a:path w="22" h="4" extrusionOk="0">
                  <a:moveTo>
                    <a:pt x="22"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62" name="Google Shape;6162;p66"/>
            <p:cNvSpPr/>
            <p:nvPr/>
          </p:nvSpPr>
          <p:spPr>
            <a:xfrm>
              <a:off x="2154098" y="1676280"/>
              <a:ext cx="258" cy="54"/>
            </a:xfrm>
            <a:custGeom>
              <a:avLst/>
              <a:gdLst/>
              <a:ahLst/>
              <a:cxnLst/>
              <a:rect l="l" t="t" r="r" b="b"/>
              <a:pathLst>
                <a:path w="19" h="4" extrusionOk="0">
                  <a:moveTo>
                    <a:pt x="18"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63" name="Google Shape;6163;p66"/>
            <p:cNvSpPr/>
            <p:nvPr/>
          </p:nvSpPr>
          <p:spPr>
            <a:xfrm>
              <a:off x="2154533" y="1676131"/>
              <a:ext cx="244" cy="109"/>
            </a:xfrm>
            <a:custGeom>
              <a:avLst/>
              <a:gdLst/>
              <a:ahLst/>
              <a:cxnLst/>
              <a:rect l="l" t="t" r="r" b="b"/>
              <a:pathLst>
                <a:path w="18" h="8" extrusionOk="0">
                  <a:moveTo>
                    <a:pt x="18"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64" name="Google Shape;6164;p66"/>
            <p:cNvSpPr/>
            <p:nvPr/>
          </p:nvSpPr>
          <p:spPr>
            <a:xfrm>
              <a:off x="2164703" y="1669098"/>
              <a:ext cx="149" cy="68"/>
            </a:xfrm>
            <a:custGeom>
              <a:avLst/>
              <a:gdLst/>
              <a:ahLst/>
              <a:cxnLst/>
              <a:rect l="l" t="t" r="r" b="b"/>
              <a:pathLst>
                <a:path w="11" h="5" extrusionOk="0">
                  <a:moveTo>
                    <a:pt x="11"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65" name="Google Shape;6165;p66"/>
            <p:cNvSpPr/>
            <p:nvPr/>
          </p:nvSpPr>
          <p:spPr>
            <a:xfrm>
              <a:off x="2145450" y="1667387"/>
              <a:ext cx="1018" cy="109"/>
            </a:xfrm>
            <a:custGeom>
              <a:avLst/>
              <a:gdLst/>
              <a:ahLst/>
              <a:cxnLst/>
              <a:rect l="l" t="t" r="r" b="b"/>
              <a:pathLst>
                <a:path w="75" h="8" extrusionOk="0">
                  <a:moveTo>
                    <a:pt x="1" y="1"/>
                  </a:moveTo>
                  <a:lnTo>
                    <a:pt x="74" y="8"/>
                  </a:ln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66" name="Google Shape;6166;p66"/>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67" name="Google Shape;6167;p66"/>
            <p:cNvSpPr/>
            <p:nvPr/>
          </p:nvSpPr>
          <p:spPr>
            <a:xfrm>
              <a:off x="2146590" y="1667482"/>
              <a:ext cx="964" cy="68"/>
            </a:xfrm>
            <a:custGeom>
              <a:avLst/>
              <a:gdLst/>
              <a:ahLst/>
              <a:cxnLst/>
              <a:rect l="l" t="t" r="r" b="b"/>
              <a:pathLst>
                <a:path w="71" h="5" extrusionOk="0">
                  <a:moveTo>
                    <a:pt x="71"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68" name="Google Shape;6168;p66"/>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69" name="Google Shape;6169;p66"/>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70" name="Google Shape;6170;p66"/>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71" name="Google Shape;6171;p66"/>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72" name="Google Shape;6172;p66"/>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73" name="Google Shape;6173;p66"/>
            <p:cNvSpPr/>
            <p:nvPr/>
          </p:nvSpPr>
          <p:spPr>
            <a:xfrm>
              <a:off x="2239039" y="1718289"/>
              <a:ext cx="109" cy="163"/>
            </a:xfrm>
            <a:custGeom>
              <a:avLst/>
              <a:gdLst/>
              <a:ahLst/>
              <a:cxnLst/>
              <a:rect l="l" t="t" r="r" b="b"/>
              <a:pathLst>
                <a:path w="8" h="12" extrusionOk="0">
                  <a:moveTo>
                    <a:pt x="8"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74" name="Google Shape;6174;p66"/>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75" name="Google Shape;6175;p66"/>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76" name="Google Shape;6176;p66"/>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77" name="Google Shape;6177;p66"/>
            <p:cNvSpPr/>
            <p:nvPr/>
          </p:nvSpPr>
          <p:spPr>
            <a:xfrm>
              <a:off x="2241415" y="1712166"/>
              <a:ext cx="14" cy="109"/>
            </a:xfrm>
            <a:custGeom>
              <a:avLst/>
              <a:gdLst/>
              <a:ahLst/>
              <a:cxnLst/>
              <a:rect l="l" t="t" r="r" b="b"/>
              <a:pathLst>
                <a:path w="1" h="8" extrusionOk="0">
                  <a:moveTo>
                    <a:pt x="1" y="7"/>
                  </a:moveTo>
                  <a:lnTo>
                    <a:pt x="1" y="0"/>
                  </a:ln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78" name="Google Shape;6178;p66"/>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79" name="Google Shape;6179;p66"/>
            <p:cNvSpPr/>
            <p:nvPr/>
          </p:nvSpPr>
          <p:spPr>
            <a:xfrm>
              <a:off x="2238618" y="1718764"/>
              <a:ext cx="149" cy="163"/>
            </a:xfrm>
            <a:custGeom>
              <a:avLst/>
              <a:gdLst/>
              <a:ahLst/>
              <a:cxnLst/>
              <a:rect l="l" t="t" r="r" b="b"/>
              <a:pathLst>
                <a:path w="11" h="12" extrusionOk="0">
                  <a:moveTo>
                    <a:pt x="0" y="1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80" name="Google Shape;6180;p66"/>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81" name="Google Shape;6181;p66"/>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82" name="Google Shape;6182;p66"/>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83" name="Google Shape;6183;p66"/>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84" name="Google Shape;6184;p66"/>
            <p:cNvSpPr/>
            <p:nvPr/>
          </p:nvSpPr>
          <p:spPr>
            <a:xfrm>
              <a:off x="2199542" y="1725947"/>
              <a:ext cx="14" cy="109"/>
            </a:xfrm>
            <a:custGeom>
              <a:avLst/>
              <a:gdLst/>
              <a:ahLst/>
              <a:cxnLst/>
              <a:rect l="l" t="t" r="r" b="b"/>
              <a:pathLst>
                <a:path w="1" h="8" extrusionOk="0">
                  <a:moveTo>
                    <a:pt x="0"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85" name="Google Shape;6185;p66"/>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86" name="Google Shape;6186;p66"/>
            <p:cNvSpPr/>
            <p:nvPr/>
          </p:nvSpPr>
          <p:spPr>
            <a:xfrm>
              <a:off x="2200534" y="1723815"/>
              <a:ext cx="109" cy="149"/>
            </a:xfrm>
            <a:custGeom>
              <a:avLst/>
              <a:gdLst/>
              <a:ahLst/>
              <a:cxnLst/>
              <a:rect l="l" t="t" r="r" b="b"/>
              <a:pathLst>
                <a:path w="8" h="11" extrusionOk="0">
                  <a:moveTo>
                    <a:pt x="1" y="11"/>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87" name="Google Shape;6187;p66"/>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88" name="Google Shape;6188;p66"/>
            <p:cNvSpPr/>
            <p:nvPr/>
          </p:nvSpPr>
          <p:spPr>
            <a:xfrm>
              <a:off x="2198348" y="1727277"/>
              <a:ext cx="109" cy="68"/>
            </a:xfrm>
            <a:custGeom>
              <a:avLst/>
              <a:gdLst/>
              <a:ahLst/>
              <a:cxnLst/>
              <a:rect l="l" t="t" r="r" b="b"/>
              <a:pathLst>
                <a:path w="8" h="5" extrusionOk="0">
                  <a:moveTo>
                    <a:pt x="1" y="4"/>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89" name="Google Shape;6189;p66"/>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90" name="Google Shape;6190;p66"/>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91" name="Google Shape;6191;p66"/>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92" name="Google Shape;6192;p66"/>
            <p:cNvSpPr/>
            <p:nvPr/>
          </p:nvSpPr>
          <p:spPr>
            <a:xfrm>
              <a:off x="2201402" y="1722485"/>
              <a:ext cx="244" cy="339"/>
            </a:xfrm>
            <a:custGeom>
              <a:avLst/>
              <a:gdLst/>
              <a:ahLst/>
              <a:cxnLst/>
              <a:rect l="l" t="t" r="r" b="b"/>
              <a:pathLst>
                <a:path w="18" h="25" extrusionOk="0">
                  <a:moveTo>
                    <a:pt x="0" y="25"/>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93" name="Google Shape;6193;p66"/>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94" name="Google Shape;6194;p66"/>
            <p:cNvSpPr/>
            <p:nvPr/>
          </p:nvSpPr>
          <p:spPr>
            <a:xfrm>
              <a:off x="2200968" y="1723150"/>
              <a:ext cx="149" cy="299"/>
            </a:xfrm>
            <a:custGeom>
              <a:avLst/>
              <a:gdLst/>
              <a:ahLst/>
              <a:cxnLst/>
              <a:rect l="l" t="t" r="r" b="b"/>
              <a:pathLst>
                <a:path w="11" h="22" extrusionOk="0">
                  <a:moveTo>
                    <a:pt x="1" y="21"/>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95" name="Google Shape;6195;p66"/>
            <p:cNvSpPr/>
            <p:nvPr/>
          </p:nvSpPr>
          <p:spPr>
            <a:xfrm>
              <a:off x="2226344" y="1713917"/>
              <a:ext cx="258" cy="14"/>
            </a:xfrm>
            <a:custGeom>
              <a:avLst/>
              <a:gdLst/>
              <a:ahLst/>
              <a:cxnLst/>
              <a:rect l="l" t="t" r="r" b="b"/>
              <a:pathLst>
                <a:path w="19" h="1" extrusionOk="0">
                  <a:moveTo>
                    <a:pt x="18"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96" name="Google Shape;6196;p66"/>
            <p:cNvSpPr/>
            <p:nvPr/>
          </p:nvSpPr>
          <p:spPr>
            <a:xfrm>
              <a:off x="2225964" y="1713917"/>
              <a:ext cx="299" cy="14"/>
            </a:xfrm>
            <a:custGeom>
              <a:avLst/>
              <a:gdLst/>
              <a:ahLst/>
              <a:cxnLst/>
              <a:rect l="l" t="t" r="r" b="b"/>
              <a:pathLst>
                <a:path w="22" h="1" extrusionOk="0">
                  <a:moveTo>
                    <a:pt x="22"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97" name="Google Shape;6197;p66"/>
            <p:cNvSpPr/>
            <p:nvPr/>
          </p:nvSpPr>
          <p:spPr>
            <a:xfrm>
              <a:off x="2225543" y="1713876"/>
              <a:ext cx="299" cy="14"/>
            </a:xfrm>
            <a:custGeom>
              <a:avLst/>
              <a:gdLst/>
              <a:ahLst/>
              <a:cxnLst/>
              <a:rect l="l" t="t" r="r" b="b"/>
              <a:pathLst>
                <a:path w="22" h="1" extrusionOk="0">
                  <a:moveTo>
                    <a:pt x="21"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98" name="Google Shape;6198;p66"/>
            <p:cNvSpPr/>
            <p:nvPr/>
          </p:nvSpPr>
          <p:spPr>
            <a:xfrm>
              <a:off x="2222882" y="1713822"/>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199" name="Google Shape;6199;p66"/>
            <p:cNvSpPr/>
            <p:nvPr/>
          </p:nvSpPr>
          <p:spPr>
            <a:xfrm>
              <a:off x="2226915" y="1714012"/>
              <a:ext cx="204" cy="68"/>
            </a:xfrm>
            <a:custGeom>
              <a:avLst/>
              <a:gdLst/>
              <a:ahLst/>
              <a:cxnLst/>
              <a:rect l="l" t="t" r="r" b="b"/>
              <a:pathLst>
                <a:path w="15" h="5" extrusionOk="0">
                  <a:moveTo>
                    <a:pt x="15"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00" name="Google Shape;6200;p66"/>
            <p:cNvSpPr/>
            <p:nvPr/>
          </p:nvSpPr>
          <p:spPr>
            <a:xfrm>
              <a:off x="2223588" y="1713822"/>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01" name="Google Shape;6201;p66"/>
            <p:cNvSpPr/>
            <p:nvPr/>
          </p:nvSpPr>
          <p:spPr>
            <a:xfrm>
              <a:off x="2225014" y="1713822"/>
              <a:ext cx="353" cy="14"/>
            </a:xfrm>
            <a:custGeom>
              <a:avLst/>
              <a:gdLst/>
              <a:ahLst/>
              <a:cxnLst/>
              <a:rect l="l" t="t" r="r" b="b"/>
              <a:pathLst>
                <a:path w="26" h="1" extrusionOk="0">
                  <a:moveTo>
                    <a:pt x="25"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02" name="Google Shape;6202;p66"/>
            <p:cNvSpPr/>
            <p:nvPr/>
          </p:nvSpPr>
          <p:spPr>
            <a:xfrm>
              <a:off x="2224824" y="1713822"/>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03" name="Google Shape;6203;p66"/>
            <p:cNvSpPr/>
            <p:nvPr/>
          </p:nvSpPr>
          <p:spPr>
            <a:xfrm>
              <a:off x="2226684" y="1713972"/>
              <a:ext cx="204" cy="14"/>
            </a:xfrm>
            <a:custGeom>
              <a:avLst/>
              <a:gdLst/>
              <a:ahLst/>
              <a:cxnLst/>
              <a:rect l="l" t="t" r="r" b="b"/>
              <a:pathLst>
                <a:path w="15" h="1" extrusionOk="0">
                  <a:moveTo>
                    <a:pt x="14"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04" name="Google Shape;6204;p66"/>
            <p:cNvSpPr/>
            <p:nvPr/>
          </p:nvSpPr>
          <p:spPr>
            <a:xfrm>
              <a:off x="2240845" y="1712206"/>
              <a:ext cx="258" cy="68"/>
            </a:xfrm>
            <a:custGeom>
              <a:avLst/>
              <a:gdLst/>
              <a:ahLst/>
              <a:cxnLst/>
              <a:rect l="l" t="t" r="r" b="b"/>
              <a:pathLst>
                <a:path w="19" h="5" extrusionOk="0">
                  <a:moveTo>
                    <a:pt x="18"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05" name="Google Shape;6205;p66"/>
            <p:cNvSpPr/>
            <p:nvPr/>
          </p:nvSpPr>
          <p:spPr>
            <a:xfrm>
              <a:off x="2240370" y="1712301"/>
              <a:ext cx="353" cy="68"/>
            </a:xfrm>
            <a:custGeom>
              <a:avLst/>
              <a:gdLst/>
              <a:ahLst/>
              <a:cxnLst/>
              <a:rect l="l" t="t" r="r" b="b"/>
              <a:pathLst>
                <a:path w="26" h="5" extrusionOk="0">
                  <a:moveTo>
                    <a:pt x="25"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06" name="Google Shape;6206;p66"/>
            <p:cNvSpPr/>
            <p:nvPr/>
          </p:nvSpPr>
          <p:spPr>
            <a:xfrm>
              <a:off x="2241225" y="1712166"/>
              <a:ext cx="163" cy="14"/>
            </a:xfrm>
            <a:custGeom>
              <a:avLst/>
              <a:gdLst/>
              <a:ahLst/>
              <a:cxnLst/>
              <a:rect l="l" t="t" r="r" b="b"/>
              <a:pathLst>
                <a:path w="12" h="1" extrusionOk="0">
                  <a:moveTo>
                    <a:pt x="11" y="0"/>
                  </a:moveTo>
                  <a:lnTo>
                    <a:pt x="11" y="0"/>
                  </a:ln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07" name="Google Shape;6207;p66"/>
            <p:cNvSpPr/>
            <p:nvPr/>
          </p:nvSpPr>
          <p:spPr>
            <a:xfrm>
              <a:off x="2239379" y="1712682"/>
              <a:ext cx="149" cy="109"/>
            </a:xfrm>
            <a:custGeom>
              <a:avLst/>
              <a:gdLst/>
              <a:ahLst/>
              <a:cxnLst/>
              <a:rect l="l" t="t" r="r" b="b"/>
              <a:pathLst>
                <a:path w="11" h="8" extrusionOk="0">
                  <a:moveTo>
                    <a:pt x="11"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08" name="Google Shape;6208;p66"/>
            <p:cNvSpPr/>
            <p:nvPr/>
          </p:nvSpPr>
          <p:spPr>
            <a:xfrm>
              <a:off x="2240044" y="1712397"/>
              <a:ext cx="244" cy="68"/>
            </a:xfrm>
            <a:custGeom>
              <a:avLst/>
              <a:gdLst/>
              <a:ahLst/>
              <a:cxnLst/>
              <a:rect l="l" t="t" r="r" b="b"/>
              <a:pathLst>
                <a:path w="18" h="5" extrusionOk="0">
                  <a:moveTo>
                    <a:pt x="18"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09" name="Google Shape;6209;p66"/>
            <p:cNvSpPr/>
            <p:nvPr/>
          </p:nvSpPr>
          <p:spPr>
            <a:xfrm>
              <a:off x="2227159" y="1714067"/>
              <a:ext cx="149" cy="54"/>
            </a:xfrm>
            <a:custGeom>
              <a:avLst/>
              <a:gdLst/>
              <a:ahLst/>
              <a:cxnLst/>
              <a:rect l="l" t="t" r="r" b="b"/>
              <a:pathLst>
                <a:path w="11" h="4" extrusionOk="0">
                  <a:moveTo>
                    <a:pt x="11"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10" name="Google Shape;6210;p66"/>
            <p:cNvSpPr/>
            <p:nvPr/>
          </p:nvSpPr>
          <p:spPr>
            <a:xfrm>
              <a:off x="2239800" y="1712492"/>
              <a:ext cx="163" cy="68"/>
            </a:xfrm>
            <a:custGeom>
              <a:avLst/>
              <a:gdLst/>
              <a:ahLst/>
              <a:cxnLst/>
              <a:rect l="l" t="t" r="r" b="b"/>
              <a:pathLst>
                <a:path w="12" h="5" extrusionOk="0">
                  <a:moveTo>
                    <a:pt x="11"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11" name="Google Shape;6211;p66"/>
            <p:cNvSpPr/>
            <p:nvPr/>
          </p:nvSpPr>
          <p:spPr>
            <a:xfrm>
              <a:off x="2239569" y="1712587"/>
              <a:ext cx="149" cy="68"/>
            </a:xfrm>
            <a:custGeom>
              <a:avLst/>
              <a:gdLst/>
              <a:ahLst/>
              <a:cxnLst/>
              <a:rect l="l" t="t" r="r" b="b"/>
              <a:pathLst>
                <a:path w="11" h="5" extrusionOk="0">
                  <a:moveTo>
                    <a:pt x="11"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12" name="Google Shape;6212;p66"/>
            <p:cNvSpPr/>
            <p:nvPr/>
          </p:nvSpPr>
          <p:spPr>
            <a:xfrm>
              <a:off x="2223873" y="1713822"/>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13" name="Google Shape;6213;p66"/>
            <p:cNvSpPr/>
            <p:nvPr/>
          </p:nvSpPr>
          <p:spPr>
            <a:xfrm>
              <a:off x="2218320" y="1714067"/>
              <a:ext cx="394" cy="14"/>
            </a:xfrm>
            <a:custGeom>
              <a:avLst/>
              <a:gdLst/>
              <a:ahLst/>
              <a:cxnLst/>
              <a:rect l="l" t="t" r="r" b="b"/>
              <a:pathLst>
                <a:path w="29" h="1" extrusionOk="0">
                  <a:moveTo>
                    <a:pt x="0" y="0"/>
                  </a:moveTo>
                  <a:lnTo>
                    <a:pt x="2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14" name="Google Shape;6214;p66"/>
            <p:cNvSpPr/>
            <p:nvPr/>
          </p:nvSpPr>
          <p:spPr>
            <a:xfrm>
              <a:off x="2221742" y="1713822"/>
              <a:ext cx="394" cy="14"/>
            </a:xfrm>
            <a:custGeom>
              <a:avLst/>
              <a:gdLst/>
              <a:ahLst/>
              <a:cxnLst/>
              <a:rect l="l" t="t" r="r" b="b"/>
              <a:pathLst>
                <a:path w="29" h="1" extrusionOk="0">
                  <a:moveTo>
                    <a:pt x="28"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15" name="Google Shape;6215;p66"/>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16" name="Google Shape;6216;p66"/>
            <p:cNvSpPr/>
            <p:nvPr/>
          </p:nvSpPr>
          <p:spPr>
            <a:xfrm>
              <a:off x="2218985" y="1713972"/>
              <a:ext cx="625" cy="54"/>
            </a:xfrm>
            <a:custGeom>
              <a:avLst/>
              <a:gdLst/>
              <a:ahLst/>
              <a:cxnLst/>
              <a:rect l="l" t="t" r="r" b="b"/>
              <a:pathLst>
                <a:path w="46" h="4" extrusionOk="0">
                  <a:moveTo>
                    <a:pt x="46"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17" name="Google Shape;6217;p66"/>
            <p:cNvSpPr/>
            <p:nvPr/>
          </p:nvSpPr>
          <p:spPr>
            <a:xfrm>
              <a:off x="2219977" y="1713917"/>
              <a:ext cx="543" cy="14"/>
            </a:xfrm>
            <a:custGeom>
              <a:avLst/>
              <a:gdLst/>
              <a:ahLst/>
              <a:cxnLst/>
              <a:rect l="l" t="t" r="r" b="b"/>
              <a:pathLst>
                <a:path w="40" h="1" extrusionOk="0">
                  <a:moveTo>
                    <a:pt x="39"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18" name="Google Shape;6218;p66"/>
            <p:cNvSpPr/>
            <p:nvPr/>
          </p:nvSpPr>
          <p:spPr>
            <a:xfrm>
              <a:off x="2220886" y="1713876"/>
              <a:ext cx="489" cy="14"/>
            </a:xfrm>
            <a:custGeom>
              <a:avLst/>
              <a:gdLst/>
              <a:ahLst/>
              <a:cxnLst/>
              <a:rect l="l" t="t" r="r" b="b"/>
              <a:pathLst>
                <a:path w="36" h="1" extrusionOk="0">
                  <a:moveTo>
                    <a:pt x="35"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19" name="Google Shape;6219;p66"/>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20" name="Google Shape;6220;p66"/>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21" name="Google Shape;6221;p66"/>
            <p:cNvSpPr/>
            <p:nvPr/>
          </p:nvSpPr>
          <p:spPr>
            <a:xfrm>
              <a:off x="2205204" y="1719959"/>
              <a:ext cx="625" cy="14"/>
            </a:xfrm>
            <a:custGeom>
              <a:avLst/>
              <a:gdLst/>
              <a:ahLst/>
              <a:cxnLst/>
              <a:rect l="l" t="t" r="r" b="b"/>
              <a:pathLst>
                <a:path w="46" h="1" extrusionOk="0">
                  <a:moveTo>
                    <a:pt x="25" y="0"/>
                  </a:moveTo>
                  <a:lnTo>
                    <a:pt x="46" y="0"/>
                  </a:ln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22" name="Google Shape;6222;p66"/>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23" name="Google Shape;6223;p66"/>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24" name="Google Shape;6224;p66"/>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25" name="Google Shape;6225;p66"/>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26" name="Google Shape;6226;p66"/>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27" name="Google Shape;6227;p66"/>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28" name="Google Shape;6228;p66"/>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29" name="Google Shape;6229;p66"/>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30" name="Google Shape;6230;p66"/>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31" name="Google Shape;6231;p66"/>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32" name="Google Shape;6232;p66"/>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33" name="Google Shape;6233;p66"/>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34" name="Google Shape;6234;p66"/>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35" name="Google Shape;6235;p66"/>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36" name="Google Shape;6236;p66"/>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37" name="Google Shape;6237;p66"/>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38" name="Google Shape;6238;p66"/>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39" name="Google Shape;6239;p66"/>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40" name="Google Shape;6240;p66"/>
            <p:cNvSpPr/>
            <p:nvPr/>
          </p:nvSpPr>
          <p:spPr>
            <a:xfrm>
              <a:off x="1998948" y="1591570"/>
              <a:ext cx="394" cy="394"/>
            </a:xfrm>
            <a:custGeom>
              <a:avLst/>
              <a:gdLst/>
              <a:ahLst/>
              <a:cxnLst/>
              <a:rect l="l" t="t" r="r" b="b"/>
              <a:pathLst>
                <a:path w="29" h="29" extrusionOk="0">
                  <a:moveTo>
                    <a:pt x="29" y="29"/>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41" name="Google Shape;6241;p66"/>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42" name="Google Shape;6242;p66"/>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43" name="Google Shape;6243;p66"/>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44" name="Google Shape;6244;p66"/>
            <p:cNvSpPr/>
            <p:nvPr/>
          </p:nvSpPr>
          <p:spPr>
            <a:xfrm>
              <a:off x="2116217" y="1584537"/>
              <a:ext cx="244" cy="14"/>
            </a:xfrm>
            <a:custGeom>
              <a:avLst/>
              <a:gdLst/>
              <a:ahLst/>
              <a:cxnLst/>
              <a:rect l="l" t="t" r="r" b="b"/>
              <a:pathLst>
                <a:path w="18" h="1" extrusionOk="0">
                  <a:moveTo>
                    <a:pt x="18"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45" name="Google Shape;6245;p66"/>
            <p:cNvSpPr/>
            <p:nvPr/>
          </p:nvSpPr>
          <p:spPr>
            <a:xfrm>
              <a:off x="2117168" y="1584632"/>
              <a:ext cx="258" cy="14"/>
            </a:xfrm>
            <a:custGeom>
              <a:avLst/>
              <a:gdLst/>
              <a:ahLst/>
              <a:cxnLst/>
              <a:rect l="l" t="t" r="r" b="b"/>
              <a:pathLst>
                <a:path w="19" h="1" extrusionOk="0">
                  <a:moveTo>
                    <a:pt x="18"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46" name="Google Shape;6246;p66"/>
            <p:cNvSpPr/>
            <p:nvPr/>
          </p:nvSpPr>
          <p:spPr>
            <a:xfrm>
              <a:off x="2115267" y="1584496"/>
              <a:ext cx="244" cy="14"/>
            </a:xfrm>
            <a:custGeom>
              <a:avLst/>
              <a:gdLst/>
              <a:ahLst/>
              <a:cxnLst/>
              <a:rect l="l" t="t" r="r" b="b"/>
              <a:pathLst>
                <a:path w="18" h="1" extrusionOk="0">
                  <a:moveTo>
                    <a:pt x="18"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47" name="Google Shape;6247;p66"/>
            <p:cNvSpPr/>
            <p:nvPr/>
          </p:nvSpPr>
          <p:spPr>
            <a:xfrm>
              <a:off x="2115742" y="1584537"/>
              <a:ext cx="244" cy="14"/>
            </a:xfrm>
            <a:custGeom>
              <a:avLst/>
              <a:gdLst/>
              <a:ahLst/>
              <a:cxnLst/>
              <a:rect l="l" t="t" r="r" b="b"/>
              <a:pathLst>
                <a:path w="18" h="1" extrusionOk="0">
                  <a:moveTo>
                    <a:pt x="18"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48" name="Google Shape;6248;p66"/>
            <p:cNvSpPr/>
            <p:nvPr/>
          </p:nvSpPr>
          <p:spPr>
            <a:xfrm>
              <a:off x="2114357" y="1584442"/>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49" name="Google Shape;6249;p66"/>
            <p:cNvSpPr/>
            <p:nvPr/>
          </p:nvSpPr>
          <p:spPr>
            <a:xfrm>
              <a:off x="2115022" y="1584496"/>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50" name="Google Shape;6250;p66"/>
            <p:cNvSpPr/>
            <p:nvPr/>
          </p:nvSpPr>
          <p:spPr>
            <a:xfrm>
              <a:off x="2117643" y="1584687"/>
              <a:ext cx="258" cy="14"/>
            </a:xfrm>
            <a:custGeom>
              <a:avLst/>
              <a:gdLst/>
              <a:ahLst/>
              <a:cxnLst/>
              <a:rect l="l" t="t" r="r" b="b"/>
              <a:pathLst>
                <a:path w="19" h="1" extrusionOk="0">
                  <a:moveTo>
                    <a:pt x="18"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51" name="Google Shape;6251;p66"/>
            <p:cNvSpPr/>
            <p:nvPr/>
          </p:nvSpPr>
          <p:spPr>
            <a:xfrm>
              <a:off x="2120263" y="1585162"/>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52" name="Google Shape;6252;p66"/>
            <p:cNvSpPr/>
            <p:nvPr/>
          </p:nvSpPr>
          <p:spPr>
            <a:xfrm>
              <a:off x="2120874" y="1585162"/>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53" name="Google Shape;6253;p66"/>
            <p:cNvSpPr/>
            <p:nvPr/>
          </p:nvSpPr>
          <p:spPr>
            <a:xfrm>
              <a:off x="2120399" y="1585162"/>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54" name="Google Shape;6254;p66"/>
            <p:cNvSpPr/>
            <p:nvPr/>
          </p:nvSpPr>
          <p:spPr>
            <a:xfrm>
              <a:off x="2118118" y="1584727"/>
              <a:ext cx="204" cy="14"/>
            </a:xfrm>
            <a:custGeom>
              <a:avLst/>
              <a:gdLst/>
              <a:ahLst/>
              <a:cxnLst/>
              <a:rect l="l" t="t" r="r" b="b"/>
              <a:pathLst>
                <a:path w="15" h="1" extrusionOk="0">
                  <a:moveTo>
                    <a:pt x="15"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55" name="Google Shape;6255;p66"/>
            <p:cNvSpPr/>
            <p:nvPr/>
          </p:nvSpPr>
          <p:spPr>
            <a:xfrm>
              <a:off x="2118553" y="1584782"/>
              <a:ext cx="204" cy="14"/>
            </a:xfrm>
            <a:custGeom>
              <a:avLst/>
              <a:gdLst/>
              <a:ahLst/>
              <a:cxnLst/>
              <a:rect l="l" t="t" r="r" b="b"/>
              <a:pathLst>
                <a:path w="15" h="1" extrusionOk="0">
                  <a:moveTo>
                    <a:pt x="14"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56" name="Google Shape;6256;p66"/>
            <p:cNvSpPr/>
            <p:nvPr/>
          </p:nvSpPr>
          <p:spPr>
            <a:xfrm>
              <a:off x="2118973" y="1584877"/>
              <a:ext cx="163" cy="14"/>
            </a:xfrm>
            <a:custGeom>
              <a:avLst/>
              <a:gdLst/>
              <a:ahLst/>
              <a:cxnLst/>
              <a:rect l="l" t="t" r="r" b="b"/>
              <a:pathLst>
                <a:path w="12" h="1" extrusionOk="0">
                  <a:moveTo>
                    <a:pt x="11"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57" name="Google Shape;6257;p66"/>
            <p:cNvSpPr/>
            <p:nvPr/>
          </p:nvSpPr>
          <p:spPr>
            <a:xfrm>
              <a:off x="2119408" y="1584917"/>
              <a:ext cx="149" cy="14"/>
            </a:xfrm>
            <a:custGeom>
              <a:avLst/>
              <a:gdLst/>
              <a:ahLst/>
              <a:cxnLst/>
              <a:rect l="l" t="t" r="r" b="b"/>
              <a:pathLst>
                <a:path w="11" h="1" extrusionOk="0">
                  <a:moveTo>
                    <a:pt x="11"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58" name="Google Shape;6258;p66"/>
            <p:cNvSpPr/>
            <p:nvPr/>
          </p:nvSpPr>
          <p:spPr>
            <a:xfrm>
              <a:off x="2116692" y="1584632"/>
              <a:ext cx="258" cy="14"/>
            </a:xfrm>
            <a:custGeom>
              <a:avLst/>
              <a:gdLst/>
              <a:ahLst/>
              <a:cxnLst/>
              <a:rect l="l" t="t" r="r" b="b"/>
              <a:pathLst>
                <a:path w="19" h="1" extrusionOk="0">
                  <a:moveTo>
                    <a:pt x="18"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59" name="Google Shape;6259;p66"/>
            <p:cNvSpPr/>
            <p:nvPr/>
          </p:nvSpPr>
          <p:spPr>
            <a:xfrm>
              <a:off x="2119734" y="1585012"/>
              <a:ext cx="163" cy="14"/>
            </a:xfrm>
            <a:custGeom>
              <a:avLst/>
              <a:gdLst/>
              <a:ahLst/>
              <a:cxnLst/>
              <a:rect l="l" t="t" r="r" b="b"/>
              <a:pathLst>
                <a:path w="12" h="1" extrusionOk="0">
                  <a:moveTo>
                    <a:pt x="11"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60" name="Google Shape;6260;p66"/>
            <p:cNvSpPr/>
            <p:nvPr/>
          </p:nvSpPr>
          <p:spPr>
            <a:xfrm>
              <a:off x="2113936" y="1584442"/>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61" name="Google Shape;6261;p66"/>
            <p:cNvSpPr/>
            <p:nvPr/>
          </p:nvSpPr>
          <p:spPr>
            <a:xfrm>
              <a:off x="2120644" y="1585162"/>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62" name="Google Shape;6262;p66"/>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63" name="Google Shape;6263;p66"/>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64" name="Google Shape;6264;p66"/>
            <p:cNvSpPr/>
            <p:nvPr/>
          </p:nvSpPr>
          <p:spPr>
            <a:xfrm>
              <a:off x="2223833" y="1459339"/>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65" name="Google Shape;6265;p66"/>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66" name="Google Shape;6266;p66"/>
            <p:cNvSpPr/>
            <p:nvPr/>
          </p:nvSpPr>
          <p:spPr>
            <a:xfrm>
              <a:off x="2221782" y="1455673"/>
              <a:ext cx="204" cy="258"/>
            </a:xfrm>
            <a:custGeom>
              <a:avLst/>
              <a:gdLst/>
              <a:ahLst/>
              <a:cxnLst/>
              <a:rect l="l" t="t" r="r" b="b"/>
              <a:pathLst>
                <a:path w="15" h="19" extrusionOk="0">
                  <a:moveTo>
                    <a:pt x="1" y="1"/>
                  </a:moveTo>
                  <a:lnTo>
                    <a:pt x="15"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67" name="Google Shape;6267;p66"/>
            <p:cNvSpPr/>
            <p:nvPr/>
          </p:nvSpPr>
          <p:spPr>
            <a:xfrm>
              <a:off x="2221552" y="1455347"/>
              <a:ext cx="204" cy="244"/>
            </a:xfrm>
            <a:custGeom>
              <a:avLst/>
              <a:gdLst/>
              <a:ahLst/>
              <a:cxnLst/>
              <a:rect l="l" t="t" r="r" b="b"/>
              <a:pathLst>
                <a:path w="15" h="18" extrusionOk="0">
                  <a:moveTo>
                    <a:pt x="0" y="0"/>
                  </a:moveTo>
                  <a:lnTo>
                    <a:pt x="14"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68" name="Google Shape;6268;p66"/>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69" name="Google Shape;6269;p66"/>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70" name="Google Shape;6270;p66"/>
            <p:cNvSpPr/>
            <p:nvPr/>
          </p:nvSpPr>
          <p:spPr>
            <a:xfrm>
              <a:off x="2221361" y="1454967"/>
              <a:ext cx="149" cy="244"/>
            </a:xfrm>
            <a:custGeom>
              <a:avLst/>
              <a:gdLst/>
              <a:ahLst/>
              <a:cxnLst/>
              <a:rect l="l" t="t" r="r" b="b"/>
              <a:pathLst>
                <a:path w="11" h="18" extrusionOk="0">
                  <a:moveTo>
                    <a:pt x="0" y="0"/>
                  </a:moveTo>
                  <a:lnTo>
                    <a:pt x="11"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71" name="Google Shape;6271;p66"/>
            <p:cNvSpPr/>
            <p:nvPr/>
          </p:nvSpPr>
          <p:spPr>
            <a:xfrm>
              <a:off x="2223642" y="1458429"/>
              <a:ext cx="109" cy="258"/>
            </a:xfrm>
            <a:custGeom>
              <a:avLst/>
              <a:gdLst/>
              <a:ahLst/>
              <a:cxnLst/>
              <a:rect l="l" t="t" r="r" b="b"/>
              <a:pathLst>
                <a:path w="8" h="19" extrusionOk="0">
                  <a:moveTo>
                    <a:pt x="0" y="1"/>
                  </a:moveTo>
                  <a:lnTo>
                    <a:pt x="7"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72" name="Google Shape;6272;p66"/>
            <p:cNvSpPr/>
            <p:nvPr/>
          </p:nvSpPr>
          <p:spPr>
            <a:xfrm>
              <a:off x="2222692" y="1456868"/>
              <a:ext cx="204" cy="204"/>
            </a:xfrm>
            <a:custGeom>
              <a:avLst/>
              <a:gdLst/>
              <a:ahLst/>
              <a:cxnLst/>
              <a:rect l="l" t="t" r="r" b="b"/>
              <a:pathLst>
                <a:path w="15" h="15" extrusionOk="0">
                  <a:moveTo>
                    <a:pt x="0" y="0"/>
                  </a:moveTo>
                  <a:lnTo>
                    <a:pt x="14"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73" name="Google Shape;6273;p66"/>
            <p:cNvSpPr/>
            <p:nvPr/>
          </p:nvSpPr>
          <p:spPr>
            <a:xfrm>
              <a:off x="2222502" y="1456583"/>
              <a:ext cx="204" cy="244"/>
            </a:xfrm>
            <a:custGeom>
              <a:avLst/>
              <a:gdLst/>
              <a:ahLst/>
              <a:cxnLst/>
              <a:rect l="l" t="t" r="r" b="b"/>
              <a:pathLst>
                <a:path w="15" h="18" extrusionOk="0">
                  <a:moveTo>
                    <a:pt x="0" y="0"/>
                  </a:moveTo>
                  <a:lnTo>
                    <a:pt x="14"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74" name="Google Shape;6274;p66"/>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75" name="Google Shape;6275;p66"/>
            <p:cNvSpPr/>
            <p:nvPr/>
          </p:nvSpPr>
          <p:spPr>
            <a:xfrm>
              <a:off x="2223303" y="1457574"/>
              <a:ext cx="68" cy="109"/>
            </a:xfrm>
            <a:custGeom>
              <a:avLst/>
              <a:gdLst/>
              <a:ahLst/>
              <a:cxnLst/>
              <a:rect l="l" t="t" r="r" b="b"/>
              <a:pathLst>
                <a:path w="5" h="8" extrusionOk="0">
                  <a:moveTo>
                    <a:pt x="1" y="1"/>
                  </a:moveTo>
                  <a:lnTo>
                    <a:pt x="4"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76" name="Google Shape;6276;p66"/>
            <p:cNvSpPr/>
            <p:nvPr/>
          </p:nvSpPr>
          <p:spPr>
            <a:xfrm>
              <a:off x="2222258" y="1456338"/>
              <a:ext cx="204" cy="258"/>
            </a:xfrm>
            <a:custGeom>
              <a:avLst/>
              <a:gdLst/>
              <a:ahLst/>
              <a:cxnLst/>
              <a:rect l="l" t="t" r="r" b="b"/>
              <a:pathLst>
                <a:path w="15" h="19" extrusionOk="0">
                  <a:moveTo>
                    <a:pt x="1" y="1"/>
                  </a:moveTo>
                  <a:lnTo>
                    <a:pt x="15"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77" name="Google Shape;6277;p66"/>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78" name="Google Shape;6278;p66"/>
            <p:cNvSpPr/>
            <p:nvPr/>
          </p:nvSpPr>
          <p:spPr>
            <a:xfrm>
              <a:off x="2223398" y="1457764"/>
              <a:ext cx="109" cy="163"/>
            </a:xfrm>
            <a:custGeom>
              <a:avLst/>
              <a:gdLst/>
              <a:ahLst/>
              <a:cxnLst/>
              <a:rect l="l" t="t" r="r" b="b"/>
              <a:pathLst>
                <a:path w="8" h="12" extrusionOk="0">
                  <a:moveTo>
                    <a:pt x="1" y="1"/>
                  </a:moveTo>
                  <a:lnTo>
                    <a:pt x="8"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79" name="Google Shape;6279;p66"/>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80" name="Google Shape;6280;p66"/>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81" name="Google Shape;6281;p66"/>
            <p:cNvSpPr/>
            <p:nvPr/>
          </p:nvSpPr>
          <p:spPr>
            <a:xfrm>
              <a:off x="2222027" y="1456013"/>
              <a:ext cx="204" cy="244"/>
            </a:xfrm>
            <a:custGeom>
              <a:avLst/>
              <a:gdLst/>
              <a:ahLst/>
              <a:cxnLst/>
              <a:rect l="l" t="t" r="r" b="b"/>
              <a:pathLst>
                <a:path w="15" h="18" extrusionOk="0">
                  <a:moveTo>
                    <a:pt x="0" y="0"/>
                  </a:moveTo>
                  <a:lnTo>
                    <a:pt x="14"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82" name="Google Shape;6282;p66"/>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83" name="Google Shape;6283;p66"/>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84" name="Google Shape;6284;p66"/>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85" name="Google Shape;6285;p66"/>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86" name="Google Shape;6286;p66"/>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87" name="Google Shape;6287;p66"/>
            <p:cNvSpPr/>
            <p:nvPr/>
          </p:nvSpPr>
          <p:spPr>
            <a:xfrm>
              <a:off x="2234002" y="1549982"/>
              <a:ext cx="258" cy="14"/>
            </a:xfrm>
            <a:custGeom>
              <a:avLst/>
              <a:gdLst/>
              <a:ahLst/>
              <a:cxnLst/>
              <a:rect l="l" t="t" r="r" b="b"/>
              <a:pathLst>
                <a:path w="19" h="1" extrusionOk="0">
                  <a:moveTo>
                    <a:pt x="18"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88" name="Google Shape;6288;p66"/>
            <p:cNvSpPr/>
            <p:nvPr/>
          </p:nvSpPr>
          <p:spPr>
            <a:xfrm>
              <a:off x="2234342" y="1550023"/>
              <a:ext cx="149" cy="14"/>
            </a:xfrm>
            <a:custGeom>
              <a:avLst/>
              <a:gdLst/>
              <a:ahLst/>
              <a:cxnLst/>
              <a:rect l="l" t="t" r="r" b="b"/>
              <a:pathLst>
                <a:path w="11" h="1" extrusionOk="0">
                  <a:moveTo>
                    <a:pt x="11"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89" name="Google Shape;6289;p66"/>
            <p:cNvSpPr/>
            <p:nvPr/>
          </p:nvSpPr>
          <p:spPr>
            <a:xfrm>
              <a:off x="2234722" y="1550118"/>
              <a:ext cx="149" cy="68"/>
            </a:xfrm>
            <a:custGeom>
              <a:avLst/>
              <a:gdLst/>
              <a:ahLst/>
              <a:cxnLst/>
              <a:rect l="l" t="t" r="r" b="b"/>
              <a:pathLst>
                <a:path w="11" h="5" extrusionOk="0">
                  <a:moveTo>
                    <a:pt x="11"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90" name="Google Shape;6290;p66"/>
            <p:cNvSpPr/>
            <p:nvPr/>
          </p:nvSpPr>
          <p:spPr>
            <a:xfrm>
              <a:off x="2234572" y="1550077"/>
              <a:ext cx="109" cy="14"/>
            </a:xfrm>
            <a:custGeom>
              <a:avLst/>
              <a:gdLst/>
              <a:ahLst/>
              <a:cxnLst/>
              <a:rect l="l" t="t" r="r" b="b"/>
              <a:pathLst>
                <a:path w="8" h="1" extrusionOk="0">
                  <a:moveTo>
                    <a:pt x="8"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91" name="Google Shape;6291;p66"/>
            <p:cNvSpPr/>
            <p:nvPr/>
          </p:nvSpPr>
          <p:spPr>
            <a:xfrm>
              <a:off x="2229630" y="1549982"/>
              <a:ext cx="733" cy="54"/>
            </a:xfrm>
            <a:custGeom>
              <a:avLst/>
              <a:gdLst/>
              <a:ahLst/>
              <a:cxnLst/>
              <a:rect l="l" t="t" r="r" b="b"/>
              <a:pathLst>
                <a:path w="54" h="4" extrusionOk="0">
                  <a:moveTo>
                    <a:pt x="53"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92" name="Google Shape;6292;p66"/>
            <p:cNvSpPr/>
            <p:nvPr/>
          </p:nvSpPr>
          <p:spPr>
            <a:xfrm>
              <a:off x="2245652" y="1554599"/>
              <a:ext cx="530" cy="54"/>
            </a:xfrm>
            <a:custGeom>
              <a:avLst/>
              <a:gdLst/>
              <a:ahLst/>
              <a:cxnLst/>
              <a:rect l="l" t="t" r="r" b="b"/>
              <a:pathLst>
                <a:path w="39" h="4" extrusionOk="0">
                  <a:moveTo>
                    <a:pt x="39"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93" name="Google Shape;6293;p66"/>
            <p:cNvSpPr/>
            <p:nvPr/>
          </p:nvSpPr>
          <p:spPr>
            <a:xfrm>
              <a:off x="2244986" y="1554544"/>
              <a:ext cx="489" cy="68"/>
            </a:xfrm>
            <a:custGeom>
              <a:avLst/>
              <a:gdLst/>
              <a:ahLst/>
              <a:cxnLst/>
              <a:rect l="l" t="t" r="r" b="b"/>
              <a:pathLst>
                <a:path w="36" h="5" extrusionOk="0">
                  <a:moveTo>
                    <a:pt x="35"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94" name="Google Shape;6294;p66"/>
            <p:cNvSpPr/>
            <p:nvPr/>
          </p:nvSpPr>
          <p:spPr>
            <a:xfrm>
              <a:off x="2235102" y="1550213"/>
              <a:ext cx="109" cy="68"/>
            </a:xfrm>
            <a:custGeom>
              <a:avLst/>
              <a:gdLst/>
              <a:ahLst/>
              <a:cxnLst/>
              <a:rect l="l" t="t" r="r" b="b"/>
              <a:pathLst>
                <a:path w="8" h="5" extrusionOk="0">
                  <a:moveTo>
                    <a:pt x="7"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95" name="Google Shape;6295;p66"/>
            <p:cNvSpPr/>
            <p:nvPr/>
          </p:nvSpPr>
          <p:spPr>
            <a:xfrm>
              <a:off x="2244416" y="1554544"/>
              <a:ext cx="434" cy="14"/>
            </a:xfrm>
            <a:custGeom>
              <a:avLst/>
              <a:gdLst/>
              <a:ahLst/>
              <a:cxnLst/>
              <a:rect l="l" t="t" r="r" b="b"/>
              <a:pathLst>
                <a:path w="32" h="1" extrusionOk="0">
                  <a:moveTo>
                    <a:pt x="32"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96" name="Google Shape;6296;p66"/>
            <p:cNvSpPr/>
            <p:nvPr/>
          </p:nvSpPr>
          <p:spPr>
            <a:xfrm>
              <a:off x="2233622" y="1549982"/>
              <a:ext cx="299" cy="14"/>
            </a:xfrm>
            <a:custGeom>
              <a:avLst/>
              <a:gdLst/>
              <a:ahLst/>
              <a:cxnLst/>
              <a:rect l="l" t="t" r="r" b="b"/>
              <a:pathLst>
                <a:path w="22" h="1" extrusionOk="0">
                  <a:moveTo>
                    <a:pt x="22"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97" name="Google Shape;6297;p66"/>
            <p:cNvSpPr/>
            <p:nvPr/>
          </p:nvSpPr>
          <p:spPr>
            <a:xfrm>
              <a:off x="2247267" y="1554789"/>
              <a:ext cx="584" cy="54"/>
            </a:xfrm>
            <a:custGeom>
              <a:avLst/>
              <a:gdLst/>
              <a:ahLst/>
              <a:cxnLst/>
              <a:rect l="l" t="t" r="r" b="b"/>
              <a:pathLst>
                <a:path w="43" h="4" extrusionOk="0">
                  <a:moveTo>
                    <a:pt x="42"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98" name="Google Shape;6298;p66"/>
            <p:cNvSpPr/>
            <p:nvPr/>
          </p:nvSpPr>
          <p:spPr>
            <a:xfrm>
              <a:off x="2246412" y="1554694"/>
              <a:ext cx="584" cy="54"/>
            </a:xfrm>
            <a:custGeom>
              <a:avLst/>
              <a:gdLst/>
              <a:ahLst/>
              <a:cxnLst/>
              <a:rect l="l" t="t" r="r" b="b"/>
              <a:pathLst>
                <a:path w="43" h="4" extrusionOk="0">
                  <a:moveTo>
                    <a:pt x="42"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299" name="Google Shape;6299;p66"/>
            <p:cNvSpPr/>
            <p:nvPr/>
          </p:nvSpPr>
          <p:spPr>
            <a:xfrm>
              <a:off x="2243941" y="1554504"/>
              <a:ext cx="339" cy="14"/>
            </a:xfrm>
            <a:custGeom>
              <a:avLst/>
              <a:gdLst/>
              <a:ahLst/>
              <a:cxnLst/>
              <a:rect l="l" t="t" r="r" b="b"/>
              <a:pathLst>
                <a:path w="25" h="1" extrusionOk="0">
                  <a:moveTo>
                    <a:pt x="25"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00" name="Google Shape;6300;p66"/>
            <p:cNvSpPr/>
            <p:nvPr/>
          </p:nvSpPr>
          <p:spPr>
            <a:xfrm>
              <a:off x="2242420" y="1554504"/>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01" name="Google Shape;6301;p66"/>
            <p:cNvSpPr/>
            <p:nvPr/>
          </p:nvSpPr>
          <p:spPr>
            <a:xfrm>
              <a:off x="2242230" y="1554504"/>
              <a:ext cx="54" cy="14"/>
            </a:xfrm>
            <a:custGeom>
              <a:avLst/>
              <a:gdLst/>
              <a:ahLst/>
              <a:cxnLst/>
              <a:rect l="l" t="t" r="r" b="b"/>
              <a:pathLst>
                <a:path w="4" h="1" extrusionOk="0">
                  <a:moveTo>
                    <a:pt x="4"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02" name="Google Shape;6302;p66"/>
            <p:cNvSpPr/>
            <p:nvPr/>
          </p:nvSpPr>
          <p:spPr>
            <a:xfrm>
              <a:off x="2228530" y="1550023"/>
              <a:ext cx="964" cy="109"/>
            </a:xfrm>
            <a:custGeom>
              <a:avLst/>
              <a:gdLst/>
              <a:ahLst/>
              <a:cxnLst/>
              <a:rect l="l" t="t" r="r" b="b"/>
              <a:pathLst>
                <a:path w="71" h="8" extrusionOk="0">
                  <a:moveTo>
                    <a:pt x="1" y="8"/>
                  </a:moveTo>
                  <a:lnTo>
                    <a:pt x="7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03" name="Google Shape;6303;p66"/>
            <p:cNvSpPr/>
            <p:nvPr/>
          </p:nvSpPr>
          <p:spPr>
            <a:xfrm>
              <a:off x="2243506" y="1554449"/>
              <a:ext cx="299" cy="14"/>
            </a:xfrm>
            <a:custGeom>
              <a:avLst/>
              <a:gdLst/>
              <a:ahLst/>
              <a:cxnLst/>
              <a:rect l="l" t="t" r="r" b="b"/>
              <a:pathLst>
                <a:path w="22" h="1" extrusionOk="0">
                  <a:moveTo>
                    <a:pt x="22"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04" name="Google Shape;6304;p66"/>
            <p:cNvSpPr/>
            <p:nvPr/>
          </p:nvSpPr>
          <p:spPr>
            <a:xfrm>
              <a:off x="2242841" y="1554449"/>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05" name="Google Shape;6305;p66"/>
            <p:cNvSpPr/>
            <p:nvPr/>
          </p:nvSpPr>
          <p:spPr>
            <a:xfrm>
              <a:off x="2242610" y="1554449"/>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06" name="Google Shape;6306;p66"/>
            <p:cNvSpPr/>
            <p:nvPr/>
          </p:nvSpPr>
          <p:spPr>
            <a:xfrm>
              <a:off x="2232441" y="1549928"/>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07" name="Google Shape;6307;p66"/>
            <p:cNvSpPr/>
            <p:nvPr/>
          </p:nvSpPr>
          <p:spPr>
            <a:xfrm>
              <a:off x="2242081" y="1554544"/>
              <a:ext cx="68" cy="14"/>
            </a:xfrm>
            <a:custGeom>
              <a:avLst/>
              <a:gdLst/>
              <a:ahLst/>
              <a:cxnLst/>
              <a:rect l="l" t="t" r="r" b="b"/>
              <a:pathLst>
                <a:path w="5" h="1" extrusionOk="0">
                  <a:moveTo>
                    <a:pt x="4"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08" name="Google Shape;6308;p66"/>
            <p:cNvSpPr/>
            <p:nvPr/>
          </p:nvSpPr>
          <p:spPr>
            <a:xfrm>
              <a:off x="2243126" y="1554449"/>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09" name="Google Shape;6309;p66"/>
            <p:cNvSpPr/>
            <p:nvPr/>
          </p:nvSpPr>
          <p:spPr>
            <a:xfrm>
              <a:off x="2230581" y="1549928"/>
              <a:ext cx="584" cy="14"/>
            </a:xfrm>
            <a:custGeom>
              <a:avLst/>
              <a:gdLst/>
              <a:ahLst/>
              <a:cxnLst/>
              <a:rect l="l" t="t" r="r" b="b"/>
              <a:pathLst>
                <a:path w="43" h="1" extrusionOk="0">
                  <a:moveTo>
                    <a:pt x="43"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10" name="Google Shape;6310;p66"/>
            <p:cNvSpPr/>
            <p:nvPr/>
          </p:nvSpPr>
          <p:spPr>
            <a:xfrm>
              <a:off x="2234912" y="1550118"/>
              <a:ext cx="109" cy="68"/>
            </a:xfrm>
            <a:custGeom>
              <a:avLst/>
              <a:gdLst/>
              <a:ahLst/>
              <a:cxnLst/>
              <a:rect l="l" t="t" r="r" b="b"/>
              <a:pathLst>
                <a:path w="8" h="5" extrusionOk="0">
                  <a:moveTo>
                    <a:pt x="7"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11" name="Google Shape;6311;p66"/>
            <p:cNvSpPr/>
            <p:nvPr/>
          </p:nvSpPr>
          <p:spPr>
            <a:xfrm>
              <a:off x="2233011" y="1549928"/>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12" name="Google Shape;6312;p66"/>
            <p:cNvSpPr/>
            <p:nvPr/>
          </p:nvSpPr>
          <p:spPr>
            <a:xfrm>
              <a:off x="2231436" y="1549928"/>
              <a:ext cx="448" cy="14"/>
            </a:xfrm>
            <a:custGeom>
              <a:avLst/>
              <a:gdLst/>
              <a:ahLst/>
              <a:cxnLst/>
              <a:rect l="l" t="t" r="r" b="b"/>
              <a:pathLst>
                <a:path w="33" h="1" extrusionOk="0">
                  <a:moveTo>
                    <a:pt x="32"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13" name="Google Shape;6313;p66"/>
            <p:cNvSpPr/>
            <p:nvPr/>
          </p:nvSpPr>
          <p:spPr>
            <a:xfrm>
              <a:off x="2235197" y="1550308"/>
              <a:ext cx="54" cy="14"/>
            </a:xfrm>
            <a:custGeom>
              <a:avLst/>
              <a:gdLst/>
              <a:ahLst/>
              <a:cxnLst/>
              <a:rect l="l" t="t" r="r" b="b"/>
              <a:pathLst>
                <a:path w="4" h="1" extrusionOk="0">
                  <a:moveTo>
                    <a:pt x="4"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14" name="Google Shape;6314;p66"/>
            <p:cNvSpPr/>
            <p:nvPr/>
          </p:nvSpPr>
          <p:spPr>
            <a:xfrm>
              <a:off x="2242040" y="1554544"/>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15" name="Google Shape;6315;p66"/>
            <p:cNvSpPr/>
            <p:nvPr/>
          </p:nvSpPr>
          <p:spPr>
            <a:xfrm>
              <a:off x="2233486" y="1549928"/>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16" name="Google Shape;6316;p66"/>
            <p:cNvSpPr/>
            <p:nvPr/>
          </p:nvSpPr>
          <p:spPr>
            <a:xfrm>
              <a:off x="2235007" y="1550173"/>
              <a:ext cx="109" cy="54"/>
            </a:xfrm>
            <a:custGeom>
              <a:avLst/>
              <a:gdLst/>
              <a:ahLst/>
              <a:cxnLst/>
              <a:rect l="l" t="t" r="r" b="b"/>
              <a:pathLst>
                <a:path w="8" h="4" extrusionOk="0">
                  <a:moveTo>
                    <a:pt x="7"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17" name="Google Shape;6317;p66"/>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18" name="Google Shape;6318;p66"/>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19" name="Google Shape;6319;p66"/>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20" name="Google Shape;6320;p66"/>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21" name="Google Shape;6321;p66"/>
            <p:cNvSpPr/>
            <p:nvPr/>
          </p:nvSpPr>
          <p:spPr>
            <a:xfrm>
              <a:off x="2296513" y="2011767"/>
              <a:ext cx="54" cy="54"/>
            </a:xfrm>
            <a:custGeom>
              <a:avLst/>
              <a:gdLst/>
              <a:ahLst/>
              <a:cxnLst/>
              <a:rect l="l" t="t" r="r" b="b"/>
              <a:pathLst>
                <a:path w="4" h="4" extrusionOk="0">
                  <a:moveTo>
                    <a:pt x="4"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22" name="Google Shape;6322;p66"/>
            <p:cNvSpPr/>
            <p:nvPr/>
          </p:nvSpPr>
          <p:spPr>
            <a:xfrm>
              <a:off x="2296649" y="2011522"/>
              <a:ext cx="68" cy="109"/>
            </a:xfrm>
            <a:custGeom>
              <a:avLst/>
              <a:gdLst/>
              <a:ahLst/>
              <a:cxnLst/>
              <a:rect l="l" t="t" r="r" b="b"/>
              <a:pathLst>
                <a:path w="5" h="8" extrusionOk="0">
                  <a:moveTo>
                    <a:pt x="4"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23" name="Google Shape;6323;p66"/>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24" name="Google Shape;6324;p66"/>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25" name="Google Shape;6325;p66"/>
            <p:cNvSpPr/>
            <p:nvPr/>
          </p:nvSpPr>
          <p:spPr>
            <a:xfrm>
              <a:off x="2306248" y="2008196"/>
              <a:ext cx="68" cy="68"/>
            </a:xfrm>
            <a:custGeom>
              <a:avLst/>
              <a:gdLst/>
              <a:ahLst/>
              <a:cxnLst/>
              <a:rect l="l" t="t" r="r" b="b"/>
              <a:pathLst>
                <a:path w="5" h="5" extrusionOk="0">
                  <a:moveTo>
                    <a:pt x="4"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26" name="Google Shape;6326;p66"/>
            <p:cNvSpPr/>
            <p:nvPr/>
          </p:nvSpPr>
          <p:spPr>
            <a:xfrm>
              <a:off x="2336336" y="2018080"/>
              <a:ext cx="109" cy="14"/>
            </a:xfrm>
            <a:custGeom>
              <a:avLst/>
              <a:gdLst/>
              <a:ahLst/>
              <a:cxnLst/>
              <a:rect l="l" t="t" r="r" b="b"/>
              <a:pathLst>
                <a:path w="8" h="1" extrusionOk="0">
                  <a:moveTo>
                    <a:pt x="8"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27" name="Google Shape;6327;p66"/>
            <p:cNvSpPr/>
            <p:nvPr/>
          </p:nvSpPr>
          <p:spPr>
            <a:xfrm>
              <a:off x="2336675" y="2017890"/>
              <a:ext cx="54" cy="68"/>
            </a:xfrm>
            <a:custGeom>
              <a:avLst/>
              <a:gdLst/>
              <a:ahLst/>
              <a:cxnLst/>
              <a:rect l="l" t="t" r="r" b="b"/>
              <a:pathLst>
                <a:path w="4" h="5" extrusionOk="0">
                  <a:moveTo>
                    <a:pt x="4"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28" name="Google Shape;6328;p66"/>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29" name="Google Shape;6329;p66"/>
            <p:cNvSpPr/>
            <p:nvPr/>
          </p:nvSpPr>
          <p:spPr>
            <a:xfrm>
              <a:off x="2335765" y="2018230"/>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30" name="Google Shape;6330;p66"/>
            <p:cNvSpPr/>
            <p:nvPr/>
          </p:nvSpPr>
          <p:spPr>
            <a:xfrm>
              <a:off x="2335480" y="2018230"/>
              <a:ext cx="163" cy="14"/>
            </a:xfrm>
            <a:custGeom>
              <a:avLst/>
              <a:gdLst/>
              <a:ahLst/>
              <a:cxnLst/>
              <a:rect l="l" t="t" r="r" b="b"/>
              <a:pathLst>
                <a:path w="12" h="1" extrusionOk="0">
                  <a:moveTo>
                    <a:pt x="11"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31" name="Google Shape;6331;p66"/>
            <p:cNvSpPr/>
            <p:nvPr/>
          </p:nvSpPr>
          <p:spPr>
            <a:xfrm>
              <a:off x="2335249" y="2018135"/>
              <a:ext cx="149" cy="54"/>
            </a:xfrm>
            <a:custGeom>
              <a:avLst/>
              <a:gdLst/>
              <a:ahLst/>
              <a:cxnLst/>
              <a:rect l="l" t="t" r="r" b="b"/>
              <a:pathLst>
                <a:path w="11" h="4" extrusionOk="0">
                  <a:moveTo>
                    <a:pt x="11"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32" name="Google Shape;6332;p66"/>
            <p:cNvSpPr/>
            <p:nvPr/>
          </p:nvSpPr>
          <p:spPr>
            <a:xfrm>
              <a:off x="2336051" y="2018175"/>
              <a:ext cx="109" cy="14"/>
            </a:xfrm>
            <a:custGeom>
              <a:avLst/>
              <a:gdLst/>
              <a:ahLst/>
              <a:cxnLst/>
              <a:rect l="l" t="t" r="r" b="b"/>
              <a:pathLst>
                <a:path w="8" h="1" extrusionOk="0">
                  <a:moveTo>
                    <a:pt x="8"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33" name="Google Shape;6333;p66"/>
            <p:cNvSpPr/>
            <p:nvPr/>
          </p:nvSpPr>
          <p:spPr>
            <a:xfrm>
              <a:off x="2335059" y="2017985"/>
              <a:ext cx="204" cy="109"/>
            </a:xfrm>
            <a:custGeom>
              <a:avLst/>
              <a:gdLst/>
              <a:ahLst/>
              <a:cxnLst/>
              <a:rect l="l" t="t" r="r" b="b"/>
              <a:pathLst>
                <a:path w="15" h="8" extrusionOk="0">
                  <a:moveTo>
                    <a:pt x="14"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34" name="Google Shape;6334;p66"/>
            <p:cNvSpPr/>
            <p:nvPr/>
          </p:nvSpPr>
          <p:spPr>
            <a:xfrm>
              <a:off x="2337816" y="2016804"/>
              <a:ext cx="54" cy="109"/>
            </a:xfrm>
            <a:custGeom>
              <a:avLst/>
              <a:gdLst/>
              <a:ahLst/>
              <a:cxnLst/>
              <a:rect l="l" t="t" r="r" b="b"/>
              <a:pathLst>
                <a:path w="4" h="8" extrusionOk="0">
                  <a:moveTo>
                    <a:pt x="4"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35" name="Google Shape;6335;p66"/>
            <p:cNvSpPr/>
            <p:nvPr/>
          </p:nvSpPr>
          <p:spPr>
            <a:xfrm>
              <a:off x="2337245" y="2017415"/>
              <a:ext cx="109" cy="68"/>
            </a:xfrm>
            <a:custGeom>
              <a:avLst/>
              <a:gdLst/>
              <a:ahLst/>
              <a:cxnLst/>
              <a:rect l="l" t="t" r="r" b="b"/>
              <a:pathLst>
                <a:path w="8" h="5" extrusionOk="0">
                  <a:moveTo>
                    <a:pt x="7"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36" name="Google Shape;6336;p66"/>
            <p:cNvSpPr/>
            <p:nvPr/>
          </p:nvSpPr>
          <p:spPr>
            <a:xfrm>
              <a:off x="2337571" y="2017184"/>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37" name="Google Shape;6337;p66"/>
            <p:cNvSpPr/>
            <p:nvPr/>
          </p:nvSpPr>
          <p:spPr>
            <a:xfrm>
              <a:off x="2336960" y="2017700"/>
              <a:ext cx="54" cy="68"/>
            </a:xfrm>
            <a:custGeom>
              <a:avLst/>
              <a:gdLst/>
              <a:ahLst/>
              <a:cxnLst/>
              <a:rect l="l" t="t" r="r" b="b"/>
              <a:pathLst>
                <a:path w="4" h="5" extrusionOk="0">
                  <a:moveTo>
                    <a:pt x="4"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38" name="Google Shape;6338;p66"/>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39" name="Google Shape;6339;p66"/>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40" name="Google Shape;6340;p66"/>
            <p:cNvSpPr/>
            <p:nvPr/>
          </p:nvSpPr>
          <p:spPr>
            <a:xfrm>
              <a:off x="2310050" y="2009961"/>
              <a:ext cx="299" cy="149"/>
            </a:xfrm>
            <a:custGeom>
              <a:avLst/>
              <a:gdLst/>
              <a:ahLst/>
              <a:cxnLst/>
              <a:rect l="l" t="t" r="r" b="b"/>
              <a:pathLst>
                <a:path w="22" h="11" extrusionOk="0">
                  <a:moveTo>
                    <a:pt x="22" y="1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41" name="Google Shape;6341;p66"/>
            <p:cNvSpPr/>
            <p:nvPr/>
          </p:nvSpPr>
          <p:spPr>
            <a:xfrm>
              <a:off x="2351651" y="2013953"/>
              <a:ext cx="149" cy="54"/>
            </a:xfrm>
            <a:custGeom>
              <a:avLst/>
              <a:gdLst/>
              <a:ahLst/>
              <a:cxnLst/>
              <a:rect l="l" t="t" r="r" b="b"/>
              <a:pathLst>
                <a:path w="11" h="4" extrusionOk="0">
                  <a:moveTo>
                    <a:pt x="11"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42" name="Google Shape;6342;p66"/>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43" name="Google Shape;6343;p66"/>
            <p:cNvSpPr/>
            <p:nvPr/>
          </p:nvSpPr>
          <p:spPr>
            <a:xfrm>
              <a:off x="2352072" y="2013858"/>
              <a:ext cx="68" cy="14"/>
            </a:xfrm>
            <a:custGeom>
              <a:avLst/>
              <a:gdLst/>
              <a:ahLst/>
              <a:cxnLst/>
              <a:rect l="l" t="t" r="r" b="b"/>
              <a:pathLst>
                <a:path w="5" h="1" extrusionOk="0">
                  <a:moveTo>
                    <a:pt x="4" y="0"/>
                  </a:moveTo>
                  <a:lnTo>
                    <a:pt x="4" y="0"/>
                  </a:ln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44" name="Google Shape;6344;p66"/>
            <p:cNvSpPr/>
            <p:nvPr/>
          </p:nvSpPr>
          <p:spPr>
            <a:xfrm>
              <a:off x="2351027" y="2014143"/>
              <a:ext cx="109" cy="14"/>
            </a:xfrm>
            <a:custGeom>
              <a:avLst/>
              <a:gdLst/>
              <a:ahLst/>
              <a:cxnLst/>
              <a:rect l="l" t="t" r="r" b="b"/>
              <a:pathLst>
                <a:path w="8" h="1" extrusionOk="0">
                  <a:moveTo>
                    <a:pt x="8"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45" name="Google Shape;6345;p66"/>
            <p:cNvSpPr/>
            <p:nvPr/>
          </p:nvSpPr>
          <p:spPr>
            <a:xfrm>
              <a:off x="2351312" y="2014048"/>
              <a:ext cx="109" cy="54"/>
            </a:xfrm>
            <a:custGeom>
              <a:avLst/>
              <a:gdLst/>
              <a:ahLst/>
              <a:cxnLst/>
              <a:rect l="l" t="t" r="r" b="b"/>
              <a:pathLst>
                <a:path w="8" h="4" extrusionOk="0">
                  <a:moveTo>
                    <a:pt x="8"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46" name="Google Shape;6346;p66"/>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47" name="Google Shape;6347;p66"/>
            <p:cNvSpPr/>
            <p:nvPr/>
          </p:nvSpPr>
          <p:spPr>
            <a:xfrm>
              <a:off x="2263710" y="2052689"/>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48" name="Google Shape;6348;p66"/>
            <p:cNvSpPr/>
            <p:nvPr/>
          </p:nvSpPr>
          <p:spPr>
            <a:xfrm>
              <a:off x="2264144" y="2052540"/>
              <a:ext cx="109" cy="68"/>
            </a:xfrm>
            <a:custGeom>
              <a:avLst/>
              <a:gdLst/>
              <a:ahLst/>
              <a:cxnLst/>
              <a:rect l="l" t="t" r="r" b="b"/>
              <a:pathLst>
                <a:path w="8" h="5" extrusionOk="0">
                  <a:moveTo>
                    <a:pt x="0" y="4"/>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49" name="Google Shape;6349;p66"/>
            <p:cNvSpPr/>
            <p:nvPr/>
          </p:nvSpPr>
          <p:spPr>
            <a:xfrm>
              <a:off x="2265135" y="2052024"/>
              <a:ext cx="299" cy="149"/>
            </a:xfrm>
            <a:custGeom>
              <a:avLst/>
              <a:gdLst/>
              <a:ahLst/>
              <a:cxnLst/>
              <a:rect l="l" t="t" r="r" b="b"/>
              <a:pathLst>
                <a:path w="22" h="11" extrusionOk="0">
                  <a:moveTo>
                    <a:pt x="1" y="11"/>
                  </a:moveTo>
                  <a:lnTo>
                    <a:pt x="2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50" name="Google Shape;6350;p66"/>
            <p:cNvSpPr/>
            <p:nvPr/>
          </p:nvSpPr>
          <p:spPr>
            <a:xfrm>
              <a:off x="2264524" y="2052404"/>
              <a:ext cx="109" cy="54"/>
            </a:xfrm>
            <a:custGeom>
              <a:avLst/>
              <a:gdLst/>
              <a:ahLst/>
              <a:cxnLst/>
              <a:rect l="l" t="t" r="r" b="b"/>
              <a:pathLst>
                <a:path w="8" h="4" extrusionOk="0">
                  <a:moveTo>
                    <a:pt x="0" y="4"/>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51" name="Google Shape;6351;p66"/>
            <p:cNvSpPr/>
            <p:nvPr/>
          </p:nvSpPr>
          <p:spPr>
            <a:xfrm>
              <a:off x="2265475" y="2051834"/>
              <a:ext cx="394" cy="149"/>
            </a:xfrm>
            <a:custGeom>
              <a:avLst/>
              <a:gdLst/>
              <a:ahLst/>
              <a:cxnLst/>
              <a:rect l="l" t="t" r="r" b="b"/>
              <a:pathLst>
                <a:path w="29" h="11" extrusionOk="0">
                  <a:moveTo>
                    <a:pt x="0" y="11"/>
                  </a:moveTo>
                  <a:lnTo>
                    <a:pt x="2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52" name="Google Shape;6352;p66"/>
            <p:cNvSpPr/>
            <p:nvPr/>
          </p:nvSpPr>
          <p:spPr>
            <a:xfrm>
              <a:off x="2266941" y="2051304"/>
              <a:ext cx="448" cy="163"/>
            </a:xfrm>
            <a:custGeom>
              <a:avLst/>
              <a:gdLst/>
              <a:ahLst/>
              <a:cxnLst/>
              <a:rect l="l" t="t" r="r" b="b"/>
              <a:pathLst>
                <a:path w="33" h="12" extrusionOk="0">
                  <a:moveTo>
                    <a:pt x="1" y="11"/>
                  </a:moveTo>
                  <a:lnTo>
                    <a:pt x="32"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53" name="Google Shape;6353;p66"/>
            <p:cNvSpPr/>
            <p:nvPr/>
          </p:nvSpPr>
          <p:spPr>
            <a:xfrm>
              <a:off x="2270037" y="2050503"/>
              <a:ext cx="149" cy="54"/>
            </a:xfrm>
            <a:custGeom>
              <a:avLst/>
              <a:gdLst/>
              <a:ahLst/>
              <a:cxnLst/>
              <a:rect l="l" t="t" r="r" b="b"/>
              <a:pathLst>
                <a:path w="11" h="4" extrusionOk="0">
                  <a:moveTo>
                    <a:pt x="11"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54" name="Google Shape;6354;p66"/>
            <p:cNvSpPr/>
            <p:nvPr/>
          </p:nvSpPr>
          <p:spPr>
            <a:xfrm>
              <a:off x="2263329" y="2052730"/>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55" name="Google Shape;6355;p66"/>
            <p:cNvSpPr/>
            <p:nvPr/>
          </p:nvSpPr>
          <p:spPr>
            <a:xfrm>
              <a:off x="2265896" y="2051644"/>
              <a:ext cx="489" cy="204"/>
            </a:xfrm>
            <a:custGeom>
              <a:avLst/>
              <a:gdLst/>
              <a:ahLst/>
              <a:cxnLst/>
              <a:rect l="l" t="t" r="r" b="b"/>
              <a:pathLst>
                <a:path w="36" h="15" extrusionOk="0">
                  <a:moveTo>
                    <a:pt x="1" y="14"/>
                  </a:moveTo>
                  <a:lnTo>
                    <a:pt x="36"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56" name="Google Shape;6356;p66"/>
            <p:cNvSpPr/>
            <p:nvPr/>
          </p:nvSpPr>
          <p:spPr>
            <a:xfrm>
              <a:off x="2266371" y="2051495"/>
              <a:ext cx="543" cy="163"/>
            </a:xfrm>
            <a:custGeom>
              <a:avLst/>
              <a:gdLst/>
              <a:ahLst/>
              <a:cxnLst/>
              <a:rect l="l" t="t" r="r" b="b"/>
              <a:pathLst>
                <a:path w="40" h="12" extrusionOk="0">
                  <a:moveTo>
                    <a:pt x="1" y="11"/>
                  </a:moveTo>
                  <a:lnTo>
                    <a:pt x="3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57" name="Google Shape;6357;p66"/>
            <p:cNvSpPr/>
            <p:nvPr/>
          </p:nvSpPr>
          <p:spPr>
            <a:xfrm>
              <a:off x="2267756" y="2051169"/>
              <a:ext cx="149" cy="54"/>
            </a:xfrm>
            <a:custGeom>
              <a:avLst/>
              <a:gdLst/>
              <a:ahLst/>
              <a:cxnLst/>
              <a:rect l="l" t="t" r="r" b="b"/>
              <a:pathLst>
                <a:path w="11" h="4" extrusionOk="0">
                  <a:moveTo>
                    <a:pt x="0" y="4"/>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58" name="Google Shape;6358;p66"/>
            <p:cNvSpPr/>
            <p:nvPr/>
          </p:nvSpPr>
          <p:spPr>
            <a:xfrm>
              <a:off x="2280872" y="2017035"/>
              <a:ext cx="54" cy="68"/>
            </a:xfrm>
            <a:custGeom>
              <a:avLst/>
              <a:gdLst/>
              <a:ahLst/>
              <a:cxnLst/>
              <a:rect l="l" t="t" r="r" b="b"/>
              <a:pathLst>
                <a:path w="4" h="5" extrusionOk="0">
                  <a:moveTo>
                    <a:pt x="0" y="1"/>
                  </a:moveTo>
                  <a:lnTo>
                    <a:pt x="4"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59" name="Google Shape;6359;p66"/>
            <p:cNvSpPr/>
            <p:nvPr/>
          </p:nvSpPr>
          <p:spPr>
            <a:xfrm>
              <a:off x="2281958" y="2017510"/>
              <a:ext cx="68" cy="14"/>
            </a:xfrm>
            <a:custGeom>
              <a:avLst/>
              <a:gdLst/>
              <a:ahLst/>
              <a:cxnLst/>
              <a:rect l="l" t="t" r="r" b="b"/>
              <a:pathLst>
                <a:path w="5" h="1" extrusionOk="0">
                  <a:moveTo>
                    <a:pt x="1"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60" name="Google Shape;6360;p66"/>
            <p:cNvSpPr/>
            <p:nvPr/>
          </p:nvSpPr>
          <p:spPr>
            <a:xfrm>
              <a:off x="2283098" y="2017184"/>
              <a:ext cx="68" cy="54"/>
            </a:xfrm>
            <a:custGeom>
              <a:avLst/>
              <a:gdLst/>
              <a:ahLst/>
              <a:cxnLst/>
              <a:rect l="l" t="t" r="r" b="b"/>
              <a:pathLst>
                <a:path w="5" h="4" extrusionOk="0">
                  <a:moveTo>
                    <a:pt x="4"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61" name="Google Shape;6361;p66"/>
            <p:cNvSpPr/>
            <p:nvPr/>
          </p:nvSpPr>
          <p:spPr>
            <a:xfrm>
              <a:off x="2282338" y="2017510"/>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62" name="Google Shape;6362;p66"/>
            <p:cNvSpPr/>
            <p:nvPr/>
          </p:nvSpPr>
          <p:spPr>
            <a:xfrm>
              <a:off x="2282528" y="2017510"/>
              <a:ext cx="109" cy="14"/>
            </a:xfrm>
            <a:custGeom>
              <a:avLst/>
              <a:gdLst/>
              <a:ahLst/>
              <a:cxnLst/>
              <a:rect l="l" t="t" r="r" b="b"/>
              <a:pathLst>
                <a:path w="8" h="1" extrusionOk="0">
                  <a:moveTo>
                    <a:pt x="1" y="1"/>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63" name="Google Shape;6363;p66"/>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64" name="Google Shape;6364;p66"/>
            <p:cNvSpPr/>
            <p:nvPr/>
          </p:nvSpPr>
          <p:spPr>
            <a:xfrm>
              <a:off x="2282867" y="2017374"/>
              <a:ext cx="54" cy="14"/>
            </a:xfrm>
            <a:custGeom>
              <a:avLst/>
              <a:gdLst/>
              <a:ahLst/>
              <a:cxnLst/>
              <a:rect l="l" t="t" r="r" b="b"/>
              <a:pathLst>
                <a:path w="4" h="1" extrusionOk="0">
                  <a:moveTo>
                    <a:pt x="0"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65" name="Google Shape;6365;p66"/>
            <p:cNvSpPr/>
            <p:nvPr/>
          </p:nvSpPr>
          <p:spPr>
            <a:xfrm>
              <a:off x="2281673" y="2017415"/>
              <a:ext cx="109" cy="14"/>
            </a:xfrm>
            <a:custGeom>
              <a:avLst/>
              <a:gdLst/>
              <a:ahLst/>
              <a:cxnLst/>
              <a:rect l="l" t="t" r="r" b="b"/>
              <a:pathLst>
                <a:path w="8" h="1" extrusionOk="0">
                  <a:moveTo>
                    <a:pt x="1" y="1"/>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66" name="Google Shape;6366;p66"/>
            <p:cNvSpPr/>
            <p:nvPr/>
          </p:nvSpPr>
          <p:spPr>
            <a:xfrm>
              <a:off x="2280586" y="2016899"/>
              <a:ext cx="54" cy="54"/>
            </a:xfrm>
            <a:custGeom>
              <a:avLst/>
              <a:gdLst/>
              <a:ahLst/>
              <a:cxnLst/>
              <a:rect l="l" t="t" r="r" b="b"/>
              <a:pathLst>
                <a:path w="4" h="4" extrusionOk="0">
                  <a:moveTo>
                    <a:pt x="0" y="0"/>
                  </a:moveTo>
                  <a:lnTo>
                    <a:pt x="4"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67" name="Google Shape;6367;p66"/>
            <p:cNvSpPr/>
            <p:nvPr/>
          </p:nvSpPr>
          <p:spPr>
            <a:xfrm>
              <a:off x="2280342" y="2016750"/>
              <a:ext cx="68" cy="14"/>
            </a:xfrm>
            <a:custGeom>
              <a:avLst/>
              <a:gdLst/>
              <a:ahLst/>
              <a:cxnLst/>
              <a:rect l="l" t="t" r="r" b="b"/>
              <a:pathLst>
                <a:path w="5" h="1" extrusionOk="0">
                  <a:moveTo>
                    <a:pt x="1"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68" name="Google Shape;6368;p66"/>
            <p:cNvSpPr/>
            <p:nvPr/>
          </p:nvSpPr>
          <p:spPr>
            <a:xfrm>
              <a:off x="2281442" y="2017320"/>
              <a:ext cx="54" cy="68"/>
            </a:xfrm>
            <a:custGeom>
              <a:avLst/>
              <a:gdLst/>
              <a:ahLst/>
              <a:cxnLst/>
              <a:rect l="l" t="t" r="r" b="b"/>
              <a:pathLst>
                <a:path w="4" h="5" extrusionOk="0">
                  <a:moveTo>
                    <a:pt x="0" y="1"/>
                  </a:moveTo>
                  <a:lnTo>
                    <a:pt x="4"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69" name="Google Shape;6369;p66"/>
            <p:cNvSpPr/>
            <p:nvPr/>
          </p:nvSpPr>
          <p:spPr>
            <a:xfrm>
              <a:off x="2281157" y="2017225"/>
              <a:ext cx="54" cy="14"/>
            </a:xfrm>
            <a:custGeom>
              <a:avLst/>
              <a:gdLst/>
              <a:ahLst/>
              <a:cxnLst/>
              <a:rect l="l" t="t" r="r" b="b"/>
              <a:pathLst>
                <a:path w="4" h="1" extrusionOk="0">
                  <a:moveTo>
                    <a:pt x="0"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70" name="Google Shape;6370;p66"/>
            <p:cNvSpPr/>
            <p:nvPr/>
          </p:nvSpPr>
          <p:spPr>
            <a:xfrm>
              <a:off x="2295793" y="2037863"/>
              <a:ext cx="109" cy="109"/>
            </a:xfrm>
            <a:custGeom>
              <a:avLst/>
              <a:gdLst/>
              <a:ahLst/>
              <a:cxnLst/>
              <a:rect l="l" t="t" r="r" b="b"/>
              <a:pathLst>
                <a:path w="8" h="8" extrusionOk="0">
                  <a:moveTo>
                    <a:pt x="8"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71" name="Google Shape;6371;p66"/>
            <p:cNvSpPr/>
            <p:nvPr/>
          </p:nvSpPr>
          <p:spPr>
            <a:xfrm>
              <a:off x="2295562" y="2038284"/>
              <a:ext cx="54" cy="163"/>
            </a:xfrm>
            <a:custGeom>
              <a:avLst/>
              <a:gdLst/>
              <a:ahLst/>
              <a:cxnLst/>
              <a:rect l="l" t="t" r="r" b="b"/>
              <a:pathLst>
                <a:path w="4" h="12" extrusionOk="0">
                  <a:moveTo>
                    <a:pt x="4"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72" name="Google Shape;6372;p66"/>
            <p:cNvSpPr/>
            <p:nvPr/>
          </p:nvSpPr>
          <p:spPr>
            <a:xfrm>
              <a:off x="2295413" y="2038569"/>
              <a:ext cx="68" cy="163"/>
            </a:xfrm>
            <a:custGeom>
              <a:avLst/>
              <a:gdLst/>
              <a:ahLst/>
              <a:cxnLst/>
              <a:rect l="l" t="t" r="r" b="b"/>
              <a:pathLst>
                <a:path w="5" h="12" extrusionOk="0">
                  <a:moveTo>
                    <a:pt x="4"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73" name="Google Shape;6373;p66"/>
            <p:cNvSpPr/>
            <p:nvPr/>
          </p:nvSpPr>
          <p:spPr>
            <a:xfrm>
              <a:off x="2295698" y="2038053"/>
              <a:ext cx="68" cy="149"/>
            </a:xfrm>
            <a:custGeom>
              <a:avLst/>
              <a:gdLst/>
              <a:ahLst/>
              <a:cxnLst/>
              <a:rect l="l" t="t" r="r" b="b"/>
              <a:pathLst>
                <a:path w="5" h="11" extrusionOk="0">
                  <a:moveTo>
                    <a:pt x="4"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74" name="Google Shape;6374;p66"/>
            <p:cNvSpPr/>
            <p:nvPr/>
          </p:nvSpPr>
          <p:spPr>
            <a:xfrm>
              <a:off x="2294897" y="2039669"/>
              <a:ext cx="54" cy="204"/>
            </a:xfrm>
            <a:custGeom>
              <a:avLst/>
              <a:gdLst/>
              <a:ahLst/>
              <a:cxnLst/>
              <a:rect l="l" t="t" r="r" b="b"/>
              <a:pathLst>
                <a:path w="4" h="15" extrusionOk="0">
                  <a:moveTo>
                    <a:pt x="4" y="0"/>
                  </a:moveTo>
                  <a:lnTo>
                    <a:pt x="0"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75" name="Google Shape;6375;p66"/>
            <p:cNvSpPr/>
            <p:nvPr/>
          </p:nvSpPr>
          <p:spPr>
            <a:xfrm>
              <a:off x="2295277" y="2038908"/>
              <a:ext cx="54" cy="149"/>
            </a:xfrm>
            <a:custGeom>
              <a:avLst/>
              <a:gdLst/>
              <a:ahLst/>
              <a:cxnLst/>
              <a:rect l="l" t="t" r="r" b="b"/>
              <a:pathLst>
                <a:path w="4" h="11" extrusionOk="0">
                  <a:moveTo>
                    <a:pt x="4" y="0"/>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76" name="Google Shape;6376;p66"/>
            <p:cNvSpPr/>
            <p:nvPr/>
          </p:nvSpPr>
          <p:spPr>
            <a:xfrm>
              <a:off x="2295087" y="2039234"/>
              <a:ext cx="54" cy="204"/>
            </a:xfrm>
            <a:custGeom>
              <a:avLst/>
              <a:gdLst/>
              <a:ahLst/>
              <a:cxnLst/>
              <a:rect l="l" t="t" r="r" b="b"/>
              <a:pathLst>
                <a:path w="4" h="15" extrusionOk="0">
                  <a:moveTo>
                    <a:pt x="4" y="1"/>
                  </a:moveTo>
                  <a:lnTo>
                    <a:pt x="0"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77" name="Google Shape;6377;p66"/>
            <p:cNvSpPr/>
            <p:nvPr/>
          </p:nvSpPr>
          <p:spPr>
            <a:xfrm>
              <a:off x="2296228" y="2037293"/>
              <a:ext cx="54" cy="54"/>
            </a:xfrm>
            <a:custGeom>
              <a:avLst/>
              <a:gdLst/>
              <a:ahLst/>
              <a:cxnLst/>
              <a:rect l="l" t="t" r="r" b="b"/>
              <a:pathLst>
                <a:path w="4" h="4" extrusionOk="0">
                  <a:moveTo>
                    <a:pt x="4"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78" name="Google Shape;6378;p66"/>
            <p:cNvSpPr/>
            <p:nvPr/>
          </p:nvSpPr>
          <p:spPr>
            <a:xfrm>
              <a:off x="2296323" y="2037197"/>
              <a:ext cx="14" cy="54"/>
            </a:xfrm>
            <a:custGeom>
              <a:avLst/>
              <a:gdLst/>
              <a:ahLst/>
              <a:cxnLst/>
              <a:rect l="l" t="t" r="r" b="b"/>
              <a:pathLst>
                <a:path w="1" h="4" extrusionOk="0">
                  <a:moveTo>
                    <a:pt x="0"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79" name="Google Shape;6379;p66"/>
            <p:cNvSpPr/>
            <p:nvPr/>
          </p:nvSpPr>
          <p:spPr>
            <a:xfrm>
              <a:off x="2294707" y="2040280"/>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80" name="Google Shape;6380;p66"/>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81" name="Google Shape;6381;p66"/>
            <p:cNvSpPr/>
            <p:nvPr/>
          </p:nvSpPr>
          <p:spPr>
            <a:xfrm>
              <a:off x="2296133" y="2037388"/>
              <a:ext cx="54" cy="109"/>
            </a:xfrm>
            <a:custGeom>
              <a:avLst/>
              <a:gdLst/>
              <a:ahLst/>
              <a:cxnLst/>
              <a:rect l="l" t="t" r="r" b="b"/>
              <a:pathLst>
                <a:path w="4" h="8" extrusionOk="0">
                  <a:moveTo>
                    <a:pt x="4"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82" name="Google Shape;6382;p66"/>
            <p:cNvSpPr/>
            <p:nvPr/>
          </p:nvSpPr>
          <p:spPr>
            <a:xfrm>
              <a:off x="2295943" y="2037673"/>
              <a:ext cx="54" cy="109"/>
            </a:xfrm>
            <a:custGeom>
              <a:avLst/>
              <a:gdLst/>
              <a:ahLst/>
              <a:cxnLst/>
              <a:rect l="l" t="t" r="r" b="b"/>
              <a:pathLst>
                <a:path w="4" h="8" extrusionOk="0">
                  <a:moveTo>
                    <a:pt x="4"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83" name="Google Shape;6383;p66"/>
            <p:cNvSpPr/>
            <p:nvPr/>
          </p:nvSpPr>
          <p:spPr>
            <a:xfrm>
              <a:off x="2296038" y="2037523"/>
              <a:ext cx="54" cy="109"/>
            </a:xfrm>
            <a:custGeom>
              <a:avLst/>
              <a:gdLst/>
              <a:ahLst/>
              <a:cxnLst/>
              <a:rect l="l" t="t" r="r" b="b"/>
              <a:pathLst>
                <a:path w="4" h="8" extrusionOk="0">
                  <a:moveTo>
                    <a:pt x="4"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84" name="Google Shape;6384;p66"/>
            <p:cNvSpPr/>
            <p:nvPr/>
          </p:nvSpPr>
          <p:spPr>
            <a:xfrm>
              <a:off x="2294422" y="2040809"/>
              <a:ext cx="109" cy="149"/>
            </a:xfrm>
            <a:custGeom>
              <a:avLst/>
              <a:gdLst/>
              <a:ahLst/>
              <a:cxnLst/>
              <a:rect l="l" t="t" r="r" b="b"/>
              <a:pathLst>
                <a:path w="8" h="11" extrusionOk="0">
                  <a:moveTo>
                    <a:pt x="7" y="0"/>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85" name="Google Shape;6385;p66"/>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86" name="Google Shape;6386;p66"/>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87" name="Google Shape;6387;p66"/>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88" name="Google Shape;6388;p66"/>
            <p:cNvSpPr/>
            <p:nvPr/>
          </p:nvSpPr>
          <p:spPr>
            <a:xfrm>
              <a:off x="2579807" y="1723951"/>
              <a:ext cx="109" cy="14"/>
            </a:xfrm>
            <a:custGeom>
              <a:avLst/>
              <a:gdLst/>
              <a:ahLst/>
              <a:cxnLst/>
              <a:rect l="l" t="t" r="r" b="b"/>
              <a:pathLst>
                <a:path w="8" h="1" extrusionOk="0">
                  <a:moveTo>
                    <a:pt x="7"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89" name="Google Shape;6389;p66"/>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90" name="Google Shape;6390;p66"/>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91" name="Google Shape;6391;p66"/>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92" name="Google Shape;6392;p66"/>
            <p:cNvSpPr/>
            <p:nvPr/>
          </p:nvSpPr>
          <p:spPr>
            <a:xfrm>
              <a:off x="2576291" y="1725241"/>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93" name="Google Shape;6393;p66"/>
            <p:cNvSpPr/>
            <p:nvPr/>
          </p:nvSpPr>
          <p:spPr>
            <a:xfrm>
              <a:off x="2579427" y="1724046"/>
              <a:ext cx="54" cy="68"/>
            </a:xfrm>
            <a:custGeom>
              <a:avLst/>
              <a:gdLst/>
              <a:ahLst/>
              <a:cxnLst/>
              <a:rect l="l" t="t" r="r" b="b"/>
              <a:pathLst>
                <a:path w="4" h="5" extrusionOk="0">
                  <a:moveTo>
                    <a:pt x="4"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94" name="Google Shape;6394;p66"/>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95" name="Google Shape;6395;p66"/>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96" name="Google Shape;6396;p66"/>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97" name="Google Shape;6397;p66"/>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98" name="Google Shape;6398;p66"/>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399" name="Google Shape;6399;p66"/>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00" name="Google Shape;6400;p66"/>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01" name="Google Shape;6401;p66"/>
            <p:cNvSpPr/>
            <p:nvPr/>
          </p:nvSpPr>
          <p:spPr>
            <a:xfrm>
              <a:off x="2202543" y="1417887"/>
              <a:ext cx="149" cy="163"/>
            </a:xfrm>
            <a:custGeom>
              <a:avLst/>
              <a:gdLst/>
              <a:ahLst/>
              <a:cxnLst/>
              <a:rect l="l" t="t" r="r" b="b"/>
              <a:pathLst>
                <a:path w="11" h="12" extrusionOk="0">
                  <a:moveTo>
                    <a:pt x="11"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02" name="Google Shape;6402;p66"/>
            <p:cNvSpPr/>
            <p:nvPr/>
          </p:nvSpPr>
          <p:spPr>
            <a:xfrm>
              <a:off x="2202258" y="1418267"/>
              <a:ext cx="109" cy="109"/>
            </a:xfrm>
            <a:custGeom>
              <a:avLst/>
              <a:gdLst/>
              <a:ahLst/>
              <a:cxnLst/>
              <a:rect l="l" t="t" r="r" b="b"/>
              <a:pathLst>
                <a:path w="8" h="8" extrusionOk="0">
                  <a:moveTo>
                    <a:pt x="7"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03" name="Google Shape;6403;p66"/>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04" name="Google Shape;6404;p66"/>
            <p:cNvSpPr/>
            <p:nvPr/>
          </p:nvSpPr>
          <p:spPr>
            <a:xfrm>
              <a:off x="2201688" y="1419082"/>
              <a:ext cx="109" cy="149"/>
            </a:xfrm>
            <a:custGeom>
              <a:avLst/>
              <a:gdLst/>
              <a:ahLst/>
              <a:cxnLst/>
              <a:rect l="l" t="t" r="r" b="b"/>
              <a:pathLst>
                <a:path w="8" h="11" extrusionOk="0">
                  <a:moveTo>
                    <a:pt x="7" y="0"/>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05" name="Google Shape;6405;p66"/>
            <p:cNvSpPr/>
            <p:nvPr/>
          </p:nvSpPr>
          <p:spPr>
            <a:xfrm>
              <a:off x="2201973" y="1418647"/>
              <a:ext cx="109" cy="163"/>
            </a:xfrm>
            <a:custGeom>
              <a:avLst/>
              <a:gdLst/>
              <a:ahLst/>
              <a:cxnLst/>
              <a:rect l="l" t="t" r="r" b="b"/>
              <a:pathLst>
                <a:path w="8" h="12" extrusionOk="0">
                  <a:moveTo>
                    <a:pt x="7"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06" name="Google Shape;6406;p66"/>
            <p:cNvSpPr/>
            <p:nvPr/>
          </p:nvSpPr>
          <p:spPr>
            <a:xfrm>
              <a:off x="2206480" y="1416040"/>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07" name="Google Shape;6407;p66"/>
            <p:cNvSpPr/>
            <p:nvPr/>
          </p:nvSpPr>
          <p:spPr>
            <a:xfrm>
              <a:off x="2202923" y="1417561"/>
              <a:ext cx="109" cy="109"/>
            </a:xfrm>
            <a:custGeom>
              <a:avLst/>
              <a:gdLst/>
              <a:ahLst/>
              <a:cxnLst/>
              <a:rect l="l" t="t" r="r" b="b"/>
              <a:pathLst>
                <a:path w="8" h="8" extrusionOk="0">
                  <a:moveTo>
                    <a:pt x="0" y="7"/>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08" name="Google Shape;6408;p66"/>
            <p:cNvSpPr/>
            <p:nvPr/>
          </p:nvSpPr>
          <p:spPr>
            <a:xfrm>
              <a:off x="2203249" y="1417222"/>
              <a:ext cx="109" cy="109"/>
            </a:xfrm>
            <a:custGeom>
              <a:avLst/>
              <a:gdLst/>
              <a:ahLst/>
              <a:cxnLst/>
              <a:rect l="l" t="t" r="r" b="b"/>
              <a:pathLst>
                <a:path w="8" h="8" extrusionOk="0">
                  <a:moveTo>
                    <a:pt x="8"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09" name="Google Shape;6409;p66"/>
            <p:cNvSpPr/>
            <p:nvPr/>
          </p:nvSpPr>
          <p:spPr>
            <a:xfrm>
              <a:off x="2205625" y="1416081"/>
              <a:ext cx="204" cy="14"/>
            </a:xfrm>
            <a:custGeom>
              <a:avLst/>
              <a:gdLst/>
              <a:ahLst/>
              <a:cxnLst/>
              <a:rect l="l" t="t" r="r" b="b"/>
              <a:pathLst>
                <a:path w="15" h="1" extrusionOk="0">
                  <a:moveTo>
                    <a:pt x="15"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10" name="Google Shape;6410;p66"/>
            <p:cNvSpPr/>
            <p:nvPr/>
          </p:nvSpPr>
          <p:spPr>
            <a:xfrm>
              <a:off x="2206060" y="1416040"/>
              <a:ext cx="204" cy="14"/>
            </a:xfrm>
            <a:custGeom>
              <a:avLst/>
              <a:gdLst/>
              <a:ahLst/>
              <a:cxnLst/>
              <a:rect l="l" t="t" r="r" b="b"/>
              <a:pathLst>
                <a:path w="15" h="1" extrusionOk="0">
                  <a:moveTo>
                    <a:pt x="14"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11" name="Google Shape;6411;p66"/>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12" name="Google Shape;6412;p66"/>
            <p:cNvSpPr/>
            <p:nvPr/>
          </p:nvSpPr>
          <p:spPr>
            <a:xfrm>
              <a:off x="2204104" y="1416706"/>
              <a:ext cx="68" cy="14"/>
            </a:xfrm>
            <a:custGeom>
              <a:avLst/>
              <a:gdLst/>
              <a:ahLst/>
              <a:cxnLst/>
              <a:rect l="l" t="t" r="r" b="b"/>
              <a:pathLst>
                <a:path w="5" h="1" extrusionOk="0">
                  <a:moveTo>
                    <a:pt x="4"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13" name="Google Shape;6413;p66"/>
            <p:cNvSpPr/>
            <p:nvPr/>
          </p:nvSpPr>
          <p:spPr>
            <a:xfrm>
              <a:off x="2264334" y="1413135"/>
              <a:ext cx="14" cy="258"/>
            </a:xfrm>
            <a:custGeom>
              <a:avLst/>
              <a:gdLst/>
              <a:ahLst/>
              <a:cxnLst/>
              <a:rect l="l" t="t" r="r" b="b"/>
              <a:pathLst>
                <a:path w="1" h="19" extrusionOk="0">
                  <a:moveTo>
                    <a:pt x="0" y="1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14" name="Google Shape;6414;p66"/>
            <p:cNvSpPr/>
            <p:nvPr/>
          </p:nvSpPr>
          <p:spPr>
            <a:xfrm>
              <a:off x="2204865" y="1416271"/>
              <a:ext cx="163" cy="109"/>
            </a:xfrm>
            <a:custGeom>
              <a:avLst/>
              <a:gdLst/>
              <a:ahLst/>
              <a:cxnLst/>
              <a:rect l="l" t="t" r="r" b="b"/>
              <a:pathLst>
                <a:path w="12" h="8" extrusionOk="0">
                  <a:moveTo>
                    <a:pt x="11"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15" name="Google Shape;6415;p66"/>
            <p:cNvSpPr/>
            <p:nvPr/>
          </p:nvSpPr>
          <p:spPr>
            <a:xfrm>
              <a:off x="2204485" y="1416461"/>
              <a:ext cx="109" cy="68"/>
            </a:xfrm>
            <a:custGeom>
              <a:avLst/>
              <a:gdLst/>
              <a:ahLst/>
              <a:cxnLst/>
              <a:rect l="l" t="t" r="r" b="b"/>
              <a:pathLst>
                <a:path w="8" h="5" extrusionOk="0">
                  <a:moveTo>
                    <a:pt x="8"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16" name="Google Shape;6416;p66"/>
            <p:cNvSpPr/>
            <p:nvPr/>
          </p:nvSpPr>
          <p:spPr>
            <a:xfrm>
              <a:off x="2205245" y="1416176"/>
              <a:ext cx="204" cy="68"/>
            </a:xfrm>
            <a:custGeom>
              <a:avLst/>
              <a:gdLst/>
              <a:ahLst/>
              <a:cxnLst/>
              <a:rect l="l" t="t" r="r" b="b"/>
              <a:pathLst>
                <a:path w="15" h="5" extrusionOk="0">
                  <a:moveTo>
                    <a:pt x="15"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17" name="Google Shape;6417;p66"/>
            <p:cNvSpPr/>
            <p:nvPr/>
          </p:nvSpPr>
          <p:spPr>
            <a:xfrm>
              <a:off x="2199162" y="1418932"/>
              <a:ext cx="54" cy="14"/>
            </a:xfrm>
            <a:custGeom>
              <a:avLst/>
              <a:gdLst/>
              <a:ahLst/>
              <a:cxnLst/>
              <a:rect l="l" t="t" r="r" b="b"/>
              <a:pathLst>
                <a:path w="4" h="1" extrusionOk="0">
                  <a:moveTo>
                    <a:pt x="4"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18" name="Google Shape;6418;p66"/>
            <p:cNvSpPr/>
            <p:nvPr/>
          </p:nvSpPr>
          <p:spPr>
            <a:xfrm>
              <a:off x="2198823" y="1419027"/>
              <a:ext cx="109" cy="14"/>
            </a:xfrm>
            <a:custGeom>
              <a:avLst/>
              <a:gdLst/>
              <a:ahLst/>
              <a:cxnLst/>
              <a:rect l="l" t="t" r="r" b="b"/>
              <a:pathLst>
                <a:path w="8" h="1" extrusionOk="0">
                  <a:moveTo>
                    <a:pt x="8"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19" name="Google Shape;6419;p66"/>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20" name="Google Shape;6420;p66"/>
            <p:cNvSpPr/>
            <p:nvPr/>
          </p:nvSpPr>
          <p:spPr>
            <a:xfrm>
              <a:off x="2200248" y="1418837"/>
              <a:ext cx="163" cy="14"/>
            </a:xfrm>
            <a:custGeom>
              <a:avLst/>
              <a:gdLst/>
              <a:ahLst/>
              <a:cxnLst/>
              <a:rect l="l" t="t" r="r" b="b"/>
              <a:pathLst>
                <a:path w="12" h="1" extrusionOk="0">
                  <a:moveTo>
                    <a:pt x="11"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21" name="Google Shape;6421;p66"/>
            <p:cNvSpPr/>
            <p:nvPr/>
          </p:nvSpPr>
          <p:spPr>
            <a:xfrm>
              <a:off x="2199488" y="1418837"/>
              <a:ext cx="109" cy="14"/>
            </a:xfrm>
            <a:custGeom>
              <a:avLst/>
              <a:gdLst/>
              <a:ahLst/>
              <a:cxnLst/>
              <a:rect l="l" t="t" r="r" b="b"/>
              <a:pathLst>
                <a:path w="8" h="1" extrusionOk="0">
                  <a:moveTo>
                    <a:pt x="8"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22" name="Google Shape;6422;p66"/>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23" name="Google Shape;6423;p66"/>
            <p:cNvSpPr/>
            <p:nvPr/>
          </p:nvSpPr>
          <p:spPr>
            <a:xfrm>
              <a:off x="2201158" y="1419082"/>
              <a:ext cx="244" cy="109"/>
            </a:xfrm>
            <a:custGeom>
              <a:avLst/>
              <a:gdLst/>
              <a:ahLst/>
              <a:cxnLst/>
              <a:rect l="l" t="t" r="r" b="b"/>
              <a:pathLst>
                <a:path w="18" h="8" extrusionOk="0">
                  <a:moveTo>
                    <a:pt x="18"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24" name="Google Shape;6424;p66"/>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25" name="Google Shape;6425;p66"/>
            <p:cNvSpPr/>
            <p:nvPr/>
          </p:nvSpPr>
          <p:spPr>
            <a:xfrm>
              <a:off x="2199828" y="1418837"/>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26" name="Google Shape;6426;p66"/>
            <p:cNvSpPr/>
            <p:nvPr/>
          </p:nvSpPr>
          <p:spPr>
            <a:xfrm>
              <a:off x="2200683" y="1418932"/>
              <a:ext cx="204" cy="68"/>
            </a:xfrm>
            <a:custGeom>
              <a:avLst/>
              <a:gdLst/>
              <a:ahLst/>
              <a:cxnLst/>
              <a:rect l="l" t="t" r="r" b="b"/>
              <a:pathLst>
                <a:path w="15" h="5" extrusionOk="0">
                  <a:moveTo>
                    <a:pt x="15"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27" name="Google Shape;6427;p66"/>
            <p:cNvSpPr/>
            <p:nvPr/>
          </p:nvSpPr>
          <p:spPr>
            <a:xfrm>
              <a:off x="2133705" y="1540573"/>
              <a:ext cx="109" cy="14"/>
            </a:xfrm>
            <a:custGeom>
              <a:avLst/>
              <a:gdLst/>
              <a:ahLst/>
              <a:cxnLst/>
              <a:rect l="l" t="t" r="r" b="b"/>
              <a:pathLst>
                <a:path w="8" h="1" extrusionOk="0">
                  <a:moveTo>
                    <a:pt x="8"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28" name="Google Shape;6428;p66"/>
            <p:cNvSpPr/>
            <p:nvPr/>
          </p:nvSpPr>
          <p:spPr>
            <a:xfrm>
              <a:off x="2134275" y="1540668"/>
              <a:ext cx="163" cy="54"/>
            </a:xfrm>
            <a:custGeom>
              <a:avLst/>
              <a:gdLst/>
              <a:ahLst/>
              <a:cxnLst/>
              <a:rect l="l" t="t" r="r" b="b"/>
              <a:pathLst>
                <a:path w="12" h="4" extrusionOk="0">
                  <a:moveTo>
                    <a:pt x="11"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29" name="Google Shape;6429;p66"/>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30" name="Google Shape;6430;p66"/>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31" name="Google Shape;6431;p66"/>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32" name="Google Shape;6432;p66"/>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33" name="Google Shape;6433;p66"/>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34" name="Google Shape;6434;p66"/>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35" name="Google Shape;6435;p66"/>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36" name="Google Shape;6436;p66"/>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37" name="Google Shape;6437;p66"/>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38" name="Google Shape;6438;p66"/>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39" name="Google Shape;6439;p66"/>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40" name="Google Shape;6440;p66"/>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41" name="Google Shape;6441;p66"/>
            <p:cNvSpPr/>
            <p:nvPr/>
          </p:nvSpPr>
          <p:spPr>
            <a:xfrm>
              <a:off x="2704530" y="1833752"/>
              <a:ext cx="14" cy="149"/>
            </a:xfrm>
            <a:custGeom>
              <a:avLst/>
              <a:gdLst/>
              <a:ahLst/>
              <a:cxnLst/>
              <a:rect l="l" t="t" r="r" b="b"/>
              <a:pathLst>
                <a:path w="1" h="11" extrusionOk="0">
                  <a:moveTo>
                    <a:pt x="0" y="7"/>
                  </a:moveTo>
                  <a:lnTo>
                    <a:pt x="0" y="0"/>
                  </a:ln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42" name="Google Shape;6442;p66"/>
            <p:cNvSpPr/>
            <p:nvPr/>
          </p:nvSpPr>
          <p:spPr>
            <a:xfrm>
              <a:off x="2645210" y="1808322"/>
              <a:ext cx="434" cy="299"/>
            </a:xfrm>
            <a:custGeom>
              <a:avLst/>
              <a:gdLst/>
              <a:ahLst/>
              <a:cxnLst/>
              <a:rect l="l" t="t" r="r" b="b"/>
              <a:pathLst>
                <a:path w="32" h="22" extrusionOk="0">
                  <a:moveTo>
                    <a:pt x="0" y="1"/>
                  </a:moveTo>
                  <a:lnTo>
                    <a:pt x="32"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43" name="Google Shape;6443;p66"/>
            <p:cNvSpPr/>
            <p:nvPr/>
          </p:nvSpPr>
          <p:spPr>
            <a:xfrm>
              <a:off x="2646201" y="1809041"/>
              <a:ext cx="448" cy="339"/>
            </a:xfrm>
            <a:custGeom>
              <a:avLst/>
              <a:gdLst/>
              <a:ahLst/>
              <a:cxnLst/>
              <a:rect l="l" t="t" r="r" b="b"/>
              <a:pathLst>
                <a:path w="33" h="25" extrusionOk="0">
                  <a:moveTo>
                    <a:pt x="1" y="0"/>
                  </a:moveTo>
                  <a:lnTo>
                    <a:pt x="32"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44" name="Google Shape;6444;p66"/>
            <p:cNvSpPr/>
            <p:nvPr/>
          </p:nvSpPr>
          <p:spPr>
            <a:xfrm>
              <a:off x="2645685" y="1808661"/>
              <a:ext cx="434" cy="339"/>
            </a:xfrm>
            <a:custGeom>
              <a:avLst/>
              <a:gdLst/>
              <a:ahLst/>
              <a:cxnLst/>
              <a:rect l="l" t="t" r="r" b="b"/>
              <a:pathLst>
                <a:path w="32" h="25" extrusionOk="0">
                  <a:moveTo>
                    <a:pt x="0" y="0"/>
                  </a:moveTo>
                  <a:lnTo>
                    <a:pt x="32"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45" name="Google Shape;6445;p66"/>
            <p:cNvSpPr/>
            <p:nvPr/>
          </p:nvSpPr>
          <p:spPr>
            <a:xfrm>
              <a:off x="2757863" y="1824818"/>
              <a:ext cx="149" cy="149"/>
            </a:xfrm>
            <a:custGeom>
              <a:avLst/>
              <a:gdLst/>
              <a:ahLst/>
              <a:cxnLst/>
              <a:rect l="l" t="t" r="r" b="b"/>
              <a:pathLst>
                <a:path w="11" h="11" extrusionOk="0">
                  <a:moveTo>
                    <a:pt x="11" y="11"/>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46" name="Google Shape;6446;p66"/>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47" name="Google Shape;6447;p66"/>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48" name="Google Shape;6448;p66"/>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49" name="Google Shape;6449;p66"/>
            <p:cNvSpPr/>
            <p:nvPr/>
          </p:nvSpPr>
          <p:spPr>
            <a:xfrm>
              <a:off x="2642685" y="1805321"/>
              <a:ext cx="163" cy="109"/>
            </a:xfrm>
            <a:custGeom>
              <a:avLst/>
              <a:gdLst/>
              <a:ahLst/>
              <a:cxnLst/>
              <a:rect l="l" t="t" r="r" b="b"/>
              <a:pathLst>
                <a:path w="12" h="8" extrusionOk="0">
                  <a:moveTo>
                    <a:pt x="1" y="1"/>
                  </a:moveTo>
                  <a:lnTo>
                    <a:pt x="1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50" name="Google Shape;6450;p66"/>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51" name="Google Shape;6451;p66"/>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52" name="Google Shape;6452;p66"/>
            <p:cNvSpPr/>
            <p:nvPr/>
          </p:nvSpPr>
          <p:spPr>
            <a:xfrm>
              <a:off x="2643404" y="1805945"/>
              <a:ext cx="149" cy="149"/>
            </a:xfrm>
            <a:custGeom>
              <a:avLst/>
              <a:gdLst/>
              <a:ahLst/>
              <a:cxnLst/>
              <a:rect l="l" t="t" r="r" b="b"/>
              <a:pathLst>
                <a:path w="11" h="11" extrusionOk="0">
                  <a:moveTo>
                    <a:pt x="0" y="0"/>
                  </a:moveTo>
                  <a:lnTo>
                    <a:pt x="1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53" name="Google Shape;6453;p66"/>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54" name="Google Shape;6454;p66"/>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55" name="Google Shape;6455;p66"/>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56" name="Google Shape;6456;p66"/>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57" name="Google Shape;6457;p66"/>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58" name="Google Shape;6458;p66"/>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59" name="Google Shape;6459;p66"/>
            <p:cNvSpPr/>
            <p:nvPr/>
          </p:nvSpPr>
          <p:spPr>
            <a:xfrm>
              <a:off x="2760049" y="1825959"/>
              <a:ext cx="204" cy="54"/>
            </a:xfrm>
            <a:custGeom>
              <a:avLst/>
              <a:gdLst/>
              <a:ahLst/>
              <a:cxnLst/>
              <a:rect l="l" t="t" r="r" b="b"/>
              <a:pathLst>
                <a:path w="15" h="4" extrusionOk="0">
                  <a:moveTo>
                    <a:pt x="0" y="0"/>
                  </a:moveTo>
                  <a:lnTo>
                    <a:pt x="14"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60" name="Google Shape;6460;p66"/>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61" name="Google Shape;6461;p66"/>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62" name="Google Shape;6462;p66"/>
            <p:cNvSpPr/>
            <p:nvPr/>
          </p:nvSpPr>
          <p:spPr>
            <a:xfrm>
              <a:off x="2726580" y="1830426"/>
              <a:ext cx="299" cy="149"/>
            </a:xfrm>
            <a:custGeom>
              <a:avLst/>
              <a:gdLst/>
              <a:ahLst/>
              <a:cxnLst/>
              <a:rect l="l" t="t" r="r" b="b"/>
              <a:pathLst>
                <a:path w="22" h="11" extrusionOk="0">
                  <a:moveTo>
                    <a:pt x="1" y="11"/>
                  </a:moveTo>
                  <a:lnTo>
                    <a:pt x="2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63" name="Google Shape;6463;p66"/>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64" name="Google Shape;6464;p66"/>
            <p:cNvSpPr/>
            <p:nvPr/>
          </p:nvSpPr>
          <p:spPr>
            <a:xfrm>
              <a:off x="2754577" y="1704223"/>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65" name="Google Shape;6465;p66"/>
            <p:cNvSpPr/>
            <p:nvPr/>
          </p:nvSpPr>
          <p:spPr>
            <a:xfrm>
              <a:off x="2822125" y="1713781"/>
              <a:ext cx="163" cy="109"/>
            </a:xfrm>
            <a:custGeom>
              <a:avLst/>
              <a:gdLst/>
              <a:ahLst/>
              <a:cxnLst/>
              <a:rect l="l" t="t" r="r" b="b"/>
              <a:pathLst>
                <a:path w="12" h="8" extrusionOk="0">
                  <a:moveTo>
                    <a:pt x="1" y="7"/>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66" name="Google Shape;6466;p66"/>
            <p:cNvSpPr/>
            <p:nvPr/>
          </p:nvSpPr>
          <p:spPr>
            <a:xfrm>
              <a:off x="2821324" y="1714297"/>
              <a:ext cx="95" cy="68"/>
            </a:xfrm>
            <a:custGeom>
              <a:avLst/>
              <a:gdLst/>
              <a:ahLst/>
              <a:cxnLst/>
              <a:rect l="l" t="t" r="r" b="b"/>
              <a:pathLst>
                <a:path w="7" h="5" extrusionOk="0">
                  <a:moveTo>
                    <a:pt x="0" y="4"/>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67" name="Google Shape;6467;p66"/>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68" name="Google Shape;6468;p66"/>
            <p:cNvSpPr/>
            <p:nvPr/>
          </p:nvSpPr>
          <p:spPr>
            <a:xfrm>
              <a:off x="2819124" y="1715343"/>
              <a:ext cx="109" cy="14"/>
            </a:xfrm>
            <a:custGeom>
              <a:avLst/>
              <a:gdLst/>
              <a:ahLst/>
              <a:cxnLst/>
              <a:rect l="l" t="t" r="r" b="b"/>
              <a:pathLst>
                <a:path w="8" h="1" extrusionOk="0">
                  <a:moveTo>
                    <a:pt x="1" y="1"/>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69" name="Google Shape;6469;p66"/>
            <p:cNvSpPr/>
            <p:nvPr/>
          </p:nvSpPr>
          <p:spPr>
            <a:xfrm>
              <a:off x="2822980" y="1713211"/>
              <a:ext cx="204" cy="109"/>
            </a:xfrm>
            <a:custGeom>
              <a:avLst/>
              <a:gdLst/>
              <a:ahLst/>
              <a:cxnLst/>
              <a:rect l="l" t="t" r="r" b="b"/>
              <a:pathLst>
                <a:path w="15" h="8" extrusionOk="0">
                  <a:moveTo>
                    <a:pt x="1" y="7"/>
                  </a:moveTo>
                  <a:lnTo>
                    <a:pt x="1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70" name="Google Shape;6470;p66"/>
            <p:cNvSpPr/>
            <p:nvPr/>
          </p:nvSpPr>
          <p:spPr>
            <a:xfrm>
              <a:off x="2924459" y="1658548"/>
              <a:ext cx="869" cy="720"/>
            </a:xfrm>
            <a:custGeom>
              <a:avLst/>
              <a:gdLst/>
              <a:ahLst/>
              <a:cxnLst/>
              <a:rect l="l" t="t" r="r" b="b"/>
              <a:pathLst>
                <a:path w="64" h="53" extrusionOk="0">
                  <a:moveTo>
                    <a:pt x="64" y="53"/>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71" name="Google Shape;6471;p66"/>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72" name="Google Shape;6472;p66"/>
            <p:cNvSpPr/>
            <p:nvPr/>
          </p:nvSpPr>
          <p:spPr>
            <a:xfrm>
              <a:off x="2818459" y="1715533"/>
              <a:ext cx="109" cy="14"/>
            </a:xfrm>
            <a:custGeom>
              <a:avLst/>
              <a:gdLst/>
              <a:ahLst/>
              <a:cxnLst/>
              <a:rect l="l" t="t" r="r" b="b"/>
              <a:pathLst>
                <a:path w="8" h="1" extrusionOk="0">
                  <a:moveTo>
                    <a:pt x="1" y="1"/>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73" name="Google Shape;6473;p66"/>
            <p:cNvSpPr/>
            <p:nvPr/>
          </p:nvSpPr>
          <p:spPr>
            <a:xfrm>
              <a:off x="2820550" y="1714773"/>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74" name="Google Shape;6474;p66"/>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75" name="Google Shape;6475;p66"/>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76" name="Google Shape;6476;p66"/>
            <p:cNvSpPr/>
            <p:nvPr/>
          </p:nvSpPr>
          <p:spPr>
            <a:xfrm>
              <a:off x="2817943" y="1715587"/>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77" name="Google Shape;6477;p66"/>
            <p:cNvSpPr/>
            <p:nvPr/>
          </p:nvSpPr>
          <p:spPr>
            <a:xfrm>
              <a:off x="2901594" y="1637965"/>
              <a:ext cx="5540" cy="10943"/>
            </a:xfrm>
            <a:custGeom>
              <a:avLst/>
              <a:gdLst/>
              <a:ahLst/>
              <a:cxnLst/>
              <a:rect l="l" t="t" r="r" b="b"/>
              <a:pathLst>
                <a:path w="408" h="806" extrusionOk="0">
                  <a:moveTo>
                    <a:pt x="407" y="1"/>
                  </a:moveTo>
                  <a:lnTo>
                    <a:pt x="1" y="806"/>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78" name="Google Shape;6478;p66"/>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79" name="Google Shape;6479;p66"/>
            <p:cNvSpPr/>
            <p:nvPr/>
          </p:nvSpPr>
          <p:spPr>
            <a:xfrm>
              <a:off x="2803687" y="1710645"/>
              <a:ext cx="679" cy="394"/>
            </a:xfrm>
            <a:custGeom>
              <a:avLst/>
              <a:gdLst/>
              <a:ahLst/>
              <a:cxnLst/>
              <a:rect l="l" t="t" r="r" b="b"/>
              <a:pathLst>
                <a:path w="50" h="29" extrusionOk="0">
                  <a:moveTo>
                    <a:pt x="0" y="0"/>
                  </a:moveTo>
                  <a:lnTo>
                    <a:pt x="49" y="2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80" name="Google Shape;6480;p66"/>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81" name="Google Shape;6481;p66"/>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82" name="Google Shape;6482;p66"/>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83" name="Google Shape;6483;p66"/>
            <p:cNvSpPr/>
            <p:nvPr/>
          </p:nvSpPr>
          <p:spPr>
            <a:xfrm>
              <a:off x="2597825" y="1732030"/>
              <a:ext cx="109" cy="258"/>
            </a:xfrm>
            <a:custGeom>
              <a:avLst/>
              <a:gdLst/>
              <a:ahLst/>
              <a:cxnLst/>
              <a:rect l="l" t="t" r="r" b="b"/>
              <a:pathLst>
                <a:path w="8" h="19" extrusionOk="0">
                  <a:moveTo>
                    <a:pt x="7" y="1"/>
                  </a:moveTo>
                  <a:lnTo>
                    <a:pt x="0"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84" name="Google Shape;6484;p66"/>
            <p:cNvSpPr/>
            <p:nvPr/>
          </p:nvSpPr>
          <p:spPr>
            <a:xfrm>
              <a:off x="2643975" y="1710455"/>
              <a:ext cx="14" cy="14"/>
            </a:xfrm>
            <a:custGeom>
              <a:avLst/>
              <a:gdLst/>
              <a:ahLst/>
              <a:cxnLst/>
              <a:rect l="l" t="t" r="r" b="b"/>
              <a:pathLst>
                <a:path w="1" h="1" extrusionOk="0">
                  <a:moveTo>
                    <a:pt x="0"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85" name="Google Shape;6485;p66"/>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86" name="Google Shape;6486;p66"/>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87" name="Google Shape;6487;p66"/>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88" name="Google Shape;6488;p66"/>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89" name="Google Shape;6489;p66"/>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90" name="Google Shape;6490;p66"/>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91" name="Google Shape;6491;p66"/>
            <p:cNvSpPr/>
            <p:nvPr/>
          </p:nvSpPr>
          <p:spPr>
            <a:xfrm>
              <a:off x="2627437" y="1766639"/>
              <a:ext cx="109" cy="109"/>
            </a:xfrm>
            <a:custGeom>
              <a:avLst/>
              <a:gdLst/>
              <a:ahLst/>
              <a:cxnLst/>
              <a:rect l="l" t="t" r="r" b="b"/>
              <a:pathLst>
                <a:path w="8" h="8" extrusionOk="0">
                  <a:moveTo>
                    <a:pt x="0" y="7"/>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92" name="Google Shape;6492;p66"/>
            <p:cNvSpPr/>
            <p:nvPr/>
          </p:nvSpPr>
          <p:spPr>
            <a:xfrm>
              <a:off x="2629094" y="1765254"/>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93" name="Google Shape;6493;p66"/>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94" name="Google Shape;6494;p66"/>
            <p:cNvSpPr/>
            <p:nvPr/>
          </p:nvSpPr>
          <p:spPr>
            <a:xfrm>
              <a:off x="2634701" y="1762837"/>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95" name="Google Shape;6495;p66"/>
            <p:cNvSpPr/>
            <p:nvPr/>
          </p:nvSpPr>
          <p:spPr>
            <a:xfrm>
              <a:off x="2634701" y="1780759"/>
              <a:ext cx="679" cy="54"/>
            </a:xfrm>
            <a:custGeom>
              <a:avLst/>
              <a:gdLst/>
              <a:ahLst/>
              <a:cxnLst/>
              <a:rect l="l" t="t" r="r" b="b"/>
              <a:pathLst>
                <a:path w="50" h="4" extrusionOk="0">
                  <a:moveTo>
                    <a:pt x="50"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96" name="Google Shape;6496;p66"/>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97" name="Google Shape;6497;p66"/>
            <p:cNvSpPr/>
            <p:nvPr/>
          </p:nvSpPr>
          <p:spPr>
            <a:xfrm>
              <a:off x="2635421" y="1780705"/>
              <a:ext cx="625" cy="68"/>
            </a:xfrm>
            <a:custGeom>
              <a:avLst/>
              <a:gdLst/>
              <a:ahLst/>
              <a:cxnLst/>
              <a:rect l="l" t="t" r="r" b="b"/>
              <a:pathLst>
                <a:path w="46" h="5" extrusionOk="0">
                  <a:moveTo>
                    <a:pt x="46"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98" name="Google Shape;6498;p66"/>
            <p:cNvSpPr/>
            <p:nvPr/>
          </p:nvSpPr>
          <p:spPr>
            <a:xfrm>
              <a:off x="2636127" y="1780610"/>
              <a:ext cx="543" cy="68"/>
            </a:xfrm>
            <a:custGeom>
              <a:avLst/>
              <a:gdLst/>
              <a:ahLst/>
              <a:cxnLst/>
              <a:rect l="l" t="t" r="r" b="b"/>
              <a:pathLst>
                <a:path w="40" h="5" extrusionOk="0">
                  <a:moveTo>
                    <a:pt x="39"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499" name="Google Shape;6499;p66"/>
            <p:cNvSpPr/>
            <p:nvPr/>
          </p:nvSpPr>
          <p:spPr>
            <a:xfrm>
              <a:off x="2635272" y="1762742"/>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00" name="Google Shape;6500;p66"/>
            <p:cNvSpPr/>
            <p:nvPr/>
          </p:nvSpPr>
          <p:spPr>
            <a:xfrm>
              <a:off x="2636751" y="1780474"/>
              <a:ext cx="489" cy="109"/>
            </a:xfrm>
            <a:custGeom>
              <a:avLst/>
              <a:gdLst/>
              <a:ahLst/>
              <a:cxnLst/>
              <a:rect l="l" t="t" r="r" b="b"/>
              <a:pathLst>
                <a:path w="36" h="8" extrusionOk="0">
                  <a:moveTo>
                    <a:pt x="35"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01" name="Google Shape;6501;p66"/>
            <p:cNvSpPr/>
            <p:nvPr/>
          </p:nvSpPr>
          <p:spPr>
            <a:xfrm>
              <a:off x="2963060" y="1726992"/>
              <a:ext cx="109" cy="204"/>
            </a:xfrm>
            <a:custGeom>
              <a:avLst/>
              <a:gdLst/>
              <a:ahLst/>
              <a:cxnLst/>
              <a:rect l="l" t="t" r="r" b="b"/>
              <a:pathLst>
                <a:path w="8" h="15" extrusionOk="0">
                  <a:moveTo>
                    <a:pt x="8" y="1"/>
                  </a:moveTo>
                  <a:lnTo>
                    <a:pt x="1"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02" name="Google Shape;6502;p66"/>
            <p:cNvSpPr/>
            <p:nvPr/>
          </p:nvSpPr>
          <p:spPr>
            <a:xfrm>
              <a:off x="2962449" y="1728038"/>
              <a:ext cx="149" cy="258"/>
            </a:xfrm>
            <a:custGeom>
              <a:avLst/>
              <a:gdLst/>
              <a:ahLst/>
              <a:cxnLst/>
              <a:rect l="l" t="t" r="r" b="b"/>
              <a:pathLst>
                <a:path w="11" h="19" extrusionOk="0">
                  <a:moveTo>
                    <a:pt x="11" y="1"/>
                  </a:moveTo>
                  <a:lnTo>
                    <a:pt x="0"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03" name="Google Shape;6503;p66"/>
            <p:cNvSpPr/>
            <p:nvPr/>
          </p:nvSpPr>
          <p:spPr>
            <a:xfrm>
              <a:off x="3013201" y="1703272"/>
              <a:ext cx="299" cy="109"/>
            </a:xfrm>
            <a:custGeom>
              <a:avLst/>
              <a:gdLst/>
              <a:ahLst/>
              <a:cxnLst/>
              <a:rect l="l" t="t" r="r" b="b"/>
              <a:pathLst>
                <a:path w="22" h="8" extrusionOk="0">
                  <a:moveTo>
                    <a:pt x="22" y="8"/>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04" name="Google Shape;6504;p66"/>
            <p:cNvSpPr/>
            <p:nvPr/>
          </p:nvSpPr>
          <p:spPr>
            <a:xfrm>
              <a:off x="2963684" y="1726286"/>
              <a:ext cx="109" cy="149"/>
            </a:xfrm>
            <a:custGeom>
              <a:avLst/>
              <a:gdLst/>
              <a:ahLst/>
              <a:cxnLst/>
              <a:rect l="l" t="t" r="r" b="b"/>
              <a:pathLst>
                <a:path w="8" h="11" extrusionOk="0">
                  <a:moveTo>
                    <a:pt x="0" y="11"/>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05" name="Google Shape;6505;p66"/>
            <p:cNvSpPr/>
            <p:nvPr/>
          </p:nvSpPr>
          <p:spPr>
            <a:xfrm>
              <a:off x="2962204" y="1728662"/>
              <a:ext cx="109" cy="244"/>
            </a:xfrm>
            <a:custGeom>
              <a:avLst/>
              <a:gdLst/>
              <a:ahLst/>
              <a:cxnLst/>
              <a:rect l="l" t="t" r="r" b="b"/>
              <a:pathLst>
                <a:path w="8" h="18" extrusionOk="0">
                  <a:moveTo>
                    <a:pt x="8" y="0"/>
                  </a:moveTo>
                  <a:lnTo>
                    <a:pt x="1"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06" name="Google Shape;6506;p66"/>
            <p:cNvSpPr/>
            <p:nvPr/>
          </p:nvSpPr>
          <p:spPr>
            <a:xfrm>
              <a:off x="2962774" y="1727468"/>
              <a:ext cx="109" cy="258"/>
            </a:xfrm>
            <a:custGeom>
              <a:avLst/>
              <a:gdLst/>
              <a:ahLst/>
              <a:cxnLst/>
              <a:rect l="l" t="t" r="r" b="b"/>
              <a:pathLst>
                <a:path w="8" h="19" extrusionOk="0">
                  <a:moveTo>
                    <a:pt x="8" y="1"/>
                  </a:moveTo>
                  <a:lnTo>
                    <a:pt x="1"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07" name="Google Shape;6507;p66"/>
            <p:cNvSpPr/>
            <p:nvPr/>
          </p:nvSpPr>
          <p:spPr>
            <a:xfrm>
              <a:off x="3012536" y="1703177"/>
              <a:ext cx="258" cy="68"/>
            </a:xfrm>
            <a:custGeom>
              <a:avLst/>
              <a:gdLst/>
              <a:ahLst/>
              <a:cxnLst/>
              <a:rect l="l" t="t" r="r" b="b"/>
              <a:pathLst>
                <a:path w="19" h="5" extrusionOk="0">
                  <a:moveTo>
                    <a:pt x="18"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08" name="Google Shape;6508;p66"/>
            <p:cNvSpPr/>
            <p:nvPr/>
          </p:nvSpPr>
          <p:spPr>
            <a:xfrm>
              <a:off x="2963345" y="1726612"/>
              <a:ext cx="163" cy="163"/>
            </a:xfrm>
            <a:custGeom>
              <a:avLst/>
              <a:gdLst/>
              <a:ahLst/>
              <a:cxnLst/>
              <a:rect l="l" t="t" r="r" b="b"/>
              <a:pathLst>
                <a:path w="12" h="12" extrusionOk="0">
                  <a:moveTo>
                    <a:pt x="11"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09" name="Google Shape;6509;p66"/>
            <p:cNvSpPr/>
            <p:nvPr/>
          </p:nvSpPr>
          <p:spPr>
            <a:xfrm>
              <a:off x="2964010" y="1726042"/>
              <a:ext cx="109" cy="68"/>
            </a:xfrm>
            <a:custGeom>
              <a:avLst/>
              <a:gdLst/>
              <a:ahLst/>
              <a:cxnLst/>
              <a:rect l="l" t="t" r="r" b="b"/>
              <a:pathLst>
                <a:path w="8" h="5" extrusionOk="0">
                  <a:moveTo>
                    <a:pt x="8"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10" name="Google Shape;6510;p66"/>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11" name="Google Shape;6511;p66"/>
            <p:cNvSpPr/>
            <p:nvPr/>
          </p:nvSpPr>
          <p:spPr>
            <a:xfrm>
              <a:off x="3011966" y="1703177"/>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12" name="Google Shape;6512;p66"/>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13" name="Google Shape;6513;p66"/>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14" name="Google Shape;6514;p66"/>
            <p:cNvSpPr/>
            <p:nvPr/>
          </p:nvSpPr>
          <p:spPr>
            <a:xfrm>
              <a:off x="2650343" y="1811417"/>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15" name="Google Shape;6515;p66"/>
            <p:cNvSpPr/>
            <p:nvPr/>
          </p:nvSpPr>
          <p:spPr>
            <a:xfrm>
              <a:off x="2650723" y="1811322"/>
              <a:ext cx="54" cy="14"/>
            </a:xfrm>
            <a:custGeom>
              <a:avLst/>
              <a:gdLst/>
              <a:ahLst/>
              <a:cxnLst/>
              <a:rect l="l" t="t" r="r" b="b"/>
              <a:pathLst>
                <a:path w="4" h="1" extrusionOk="0">
                  <a:moveTo>
                    <a:pt x="0"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16" name="Google Shape;6516;p66"/>
            <p:cNvSpPr/>
            <p:nvPr/>
          </p:nvSpPr>
          <p:spPr>
            <a:xfrm>
              <a:off x="2698067" y="1830086"/>
              <a:ext cx="299" cy="14"/>
            </a:xfrm>
            <a:custGeom>
              <a:avLst/>
              <a:gdLst/>
              <a:ahLst/>
              <a:cxnLst/>
              <a:rect l="l" t="t" r="r" b="b"/>
              <a:pathLst>
                <a:path w="22" h="1" extrusionOk="0">
                  <a:moveTo>
                    <a:pt x="0" y="1"/>
                  </a:moveTo>
                  <a:lnTo>
                    <a:pt x="2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17" name="Google Shape;6517;p66"/>
            <p:cNvSpPr/>
            <p:nvPr/>
          </p:nvSpPr>
          <p:spPr>
            <a:xfrm>
              <a:off x="2651008" y="1811227"/>
              <a:ext cx="14" cy="14"/>
            </a:xfrm>
            <a:custGeom>
              <a:avLst/>
              <a:gdLst/>
              <a:ahLst/>
              <a:cxnLst/>
              <a:rect l="l" t="t" r="r" b="b"/>
              <a:pathLst>
                <a:path w="1" h="1" extrusionOk="0">
                  <a:moveTo>
                    <a:pt x="0"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18" name="Google Shape;6518;p66"/>
            <p:cNvSpPr/>
            <p:nvPr/>
          </p:nvSpPr>
          <p:spPr>
            <a:xfrm>
              <a:off x="2651198" y="1811132"/>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19" name="Google Shape;6519;p66"/>
            <p:cNvSpPr/>
            <p:nvPr/>
          </p:nvSpPr>
          <p:spPr>
            <a:xfrm>
              <a:off x="2649012" y="1811607"/>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20" name="Google Shape;6520;p66"/>
            <p:cNvSpPr/>
            <p:nvPr/>
          </p:nvSpPr>
          <p:spPr>
            <a:xfrm>
              <a:off x="2649487" y="1811553"/>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21" name="Google Shape;6521;p66"/>
            <p:cNvSpPr/>
            <p:nvPr/>
          </p:nvSpPr>
          <p:spPr>
            <a:xfrm>
              <a:off x="2649962" y="1811458"/>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22" name="Google Shape;6522;p66"/>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23" name="Google Shape;6523;p66"/>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24" name="Google Shape;6524;p66"/>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25" name="Google Shape;6525;p66"/>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26" name="Google Shape;6526;p66"/>
            <p:cNvSpPr/>
            <p:nvPr/>
          </p:nvSpPr>
          <p:spPr>
            <a:xfrm>
              <a:off x="2786661" y="1879766"/>
              <a:ext cx="394" cy="149"/>
            </a:xfrm>
            <a:custGeom>
              <a:avLst/>
              <a:gdLst/>
              <a:ahLst/>
              <a:cxnLst/>
              <a:rect l="l" t="t" r="r" b="b"/>
              <a:pathLst>
                <a:path w="29" h="11" extrusionOk="0">
                  <a:moveTo>
                    <a:pt x="1" y="11"/>
                  </a:moveTo>
                  <a:lnTo>
                    <a:pt x="29"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27" name="Google Shape;6527;p66"/>
            <p:cNvSpPr/>
            <p:nvPr/>
          </p:nvSpPr>
          <p:spPr>
            <a:xfrm>
              <a:off x="2761230" y="1825999"/>
              <a:ext cx="109" cy="14"/>
            </a:xfrm>
            <a:custGeom>
              <a:avLst/>
              <a:gdLst/>
              <a:ahLst/>
              <a:cxnLst/>
              <a:rect l="l" t="t" r="r" b="b"/>
              <a:pathLst>
                <a:path w="8" h="1" extrusionOk="0">
                  <a:moveTo>
                    <a:pt x="1" y="1"/>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28" name="Google Shape;6528;p66"/>
            <p:cNvSpPr/>
            <p:nvPr/>
          </p:nvSpPr>
          <p:spPr>
            <a:xfrm>
              <a:off x="2761474" y="1825864"/>
              <a:ext cx="54" cy="14"/>
            </a:xfrm>
            <a:custGeom>
              <a:avLst/>
              <a:gdLst/>
              <a:ahLst/>
              <a:cxnLst/>
              <a:rect l="l" t="t" r="r" b="b"/>
              <a:pathLst>
                <a:path w="4" h="1" extrusionOk="0">
                  <a:moveTo>
                    <a:pt x="0"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29" name="Google Shape;6529;p66"/>
            <p:cNvSpPr/>
            <p:nvPr/>
          </p:nvSpPr>
          <p:spPr>
            <a:xfrm>
              <a:off x="2761705" y="1825769"/>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30" name="Google Shape;6530;p66"/>
            <p:cNvSpPr/>
            <p:nvPr/>
          </p:nvSpPr>
          <p:spPr>
            <a:xfrm>
              <a:off x="2760945" y="1826149"/>
              <a:ext cx="68" cy="54"/>
            </a:xfrm>
            <a:custGeom>
              <a:avLst/>
              <a:gdLst/>
              <a:ahLst/>
              <a:cxnLst/>
              <a:rect l="l" t="t" r="r" b="b"/>
              <a:pathLst>
                <a:path w="5" h="4" extrusionOk="0">
                  <a:moveTo>
                    <a:pt x="4" y="0"/>
                  </a:moveTo>
                  <a:lnTo>
                    <a:pt x="1" y="4"/>
                  </a:ln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31" name="Google Shape;6531;p66"/>
            <p:cNvSpPr/>
            <p:nvPr/>
          </p:nvSpPr>
          <p:spPr>
            <a:xfrm>
              <a:off x="2704530" y="1833793"/>
              <a:ext cx="54" cy="68"/>
            </a:xfrm>
            <a:custGeom>
              <a:avLst/>
              <a:gdLst/>
              <a:ahLst/>
              <a:cxnLst/>
              <a:rect l="l" t="t" r="r" b="b"/>
              <a:pathLst>
                <a:path w="4" h="5" extrusionOk="0">
                  <a:moveTo>
                    <a:pt x="4" y="1"/>
                  </a:moveTo>
                  <a:lnTo>
                    <a:pt x="0" y="4"/>
                  </a:ln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32" name="Google Shape;6532;p66"/>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33" name="Google Shape;6533;p66"/>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34" name="Google Shape;6534;p66"/>
            <p:cNvSpPr/>
            <p:nvPr/>
          </p:nvSpPr>
          <p:spPr>
            <a:xfrm>
              <a:off x="2724204" y="1829570"/>
              <a:ext cx="258" cy="149"/>
            </a:xfrm>
            <a:custGeom>
              <a:avLst/>
              <a:gdLst/>
              <a:ahLst/>
              <a:cxnLst/>
              <a:rect l="l" t="t" r="r" b="b"/>
              <a:pathLst>
                <a:path w="19" h="11" extrusionOk="0">
                  <a:moveTo>
                    <a:pt x="1" y="0"/>
                  </a:moveTo>
                  <a:lnTo>
                    <a:pt x="18"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35" name="Google Shape;6535;p66"/>
            <p:cNvSpPr/>
            <p:nvPr/>
          </p:nvSpPr>
          <p:spPr>
            <a:xfrm>
              <a:off x="2722208" y="1828851"/>
              <a:ext cx="204" cy="68"/>
            </a:xfrm>
            <a:custGeom>
              <a:avLst/>
              <a:gdLst/>
              <a:ahLst/>
              <a:cxnLst/>
              <a:rect l="l" t="t" r="r" b="b"/>
              <a:pathLst>
                <a:path w="15" h="5" extrusionOk="0">
                  <a:moveTo>
                    <a:pt x="1" y="1"/>
                  </a:moveTo>
                  <a:lnTo>
                    <a:pt x="15"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36" name="Google Shape;6536;p66"/>
            <p:cNvSpPr/>
            <p:nvPr/>
          </p:nvSpPr>
          <p:spPr>
            <a:xfrm>
              <a:off x="2724679" y="1829855"/>
              <a:ext cx="204" cy="149"/>
            </a:xfrm>
            <a:custGeom>
              <a:avLst/>
              <a:gdLst/>
              <a:ahLst/>
              <a:cxnLst/>
              <a:rect l="l" t="t" r="r" b="b"/>
              <a:pathLst>
                <a:path w="15" h="11" extrusionOk="0">
                  <a:moveTo>
                    <a:pt x="1" y="0"/>
                  </a:moveTo>
                  <a:lnTo>
                    <a:pt x="15"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37" name="Google Shape;6537;p66"/>
            <p:cNvSpPr/>
            <p:nvPr/>
          </p:nvSpPr>
          <p:spPr>
            <a:xfrm>
              <a:off x="2720593" y="1828905"/>
              <a:ext cx="204" cy="14"/>
            </a:xfrm>
            <a:custGeom>
              <a:avLst/>
              <a:gdLst/>
              <a:ahLst/>
              <a:cxnLst/>
              <a:rect l="l" t="t" r="r" b="b"/>
              <a:pathLst>
                <a:path w="15" h="1" extrusionOk="0">
                  <a:moveTo>
                    <a:pt x="1" y="0"/>
                  </a:moveTo>
                  <a:lnTo>
                    <a:pt x="1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38" name="Google Shape;6538;p66"/>
            <p:cNvSpPr/>
            <p:nvPr/>
          </p:nvSpPr>
          <p:spPr>
            <a:xfrm>
              <a:off x="2720077" y="1828905"/>
              <a:ext cx="489" cy="54"/>
            </a:xfrm>
            <a:custGeom>
              <a:avLst/>
              <a:gdLst/>
              <a:ahLst/>
              <a:cxnLst/>
              <a:rect l="l" t="t" r="r" b="b"/>
              <a:pathLst>
                <a:path w="36" h="4" extrusionOk="0">
                  <a:moveTo>
                    <a:pt x="0" y="4"/>
                  </a:moveTo>
                  <a:lnTo>
                    <a:pt x="3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39" name="Google Shape;6539;p66"/>
            <p:cNvSpPr/>
            <p:nvPr/>
          </p:nvSpPr>
          <p:spPr>
            <a:xfrm>
              <a:off x="2722588" y="1828946"/>
              <a:ext cx="204" cy="68"/>
            </a:xfrm>
            <a:custGeom>
              <a:avLst/>
              <a:gdLst/>
              <a:ahLst/>
              <a:cxnLst/>
              <a:rect l="l" t="t" r="r" b="b"/>
              <a:pathLst>
                <a:path w="15" h="5" extrusionOk="0">
                  <a:moveTo>
                    <a:pt x="1" y="1"/>
                  </a:moveTo>
                  <a:lnTo>
                    <a:pt x="15"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40" name="Google Shape;6540;p66"/>
            <p:cNvSpPr/>
            <p:nvPr/>
          </p:nvSpPr>
          <p:spPr>
            <a:xfrm>
              <a:off x="2723349" y="1829190"/>
              <a:ext cx="204" cy="54"/>
            </a:xfrm>
            <a:custGeom>
              <a:avLst/>
              <a:gdLst/>
              <a:ahLst/>
              <a:cxnLst/>
              <a:rect l="l" t="t" r="r" b="b"/>
              <a:pathLst>
                <a:path w="15" h="4" extrusionOk="0">
                  <a:moveTo>
                    <a:pt x="1" y="0"/>
                  </a:moveTo>
                  <a:lnTo>
                    <a:pt x="15"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41" name="Google Shape;6541;p66"/>
            <p:cNvSpPr/>
            <p:nvPr/>
          </p:nvSpPr>
          <p:spPr>
            <a:xfrm>
              <a:off x="2722969" y="1829041"/>
              <a:ext cx="204" cy="68"/>
            </a:xfrm>
            <a:custGeom>
              <a:avLst/>
              <a:gdLst/>
              <a:ahLst/>
              <a:cxnLst/>
              <a:rect l="l" t="t" r="r" b="b"/>
              <a:pathLst>
                <a:path w="15" h="5" extrusionOk="0">
                  <a:moveTo>
                    <a:pt x="1" y="1"/>
                  </a:moveTo>
                  <a:lnTo>
                    <a:pt x="15"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42" name="Google Shape;6542;p66"/>
            <p:cNvSpPr/>
            <p:nvPr/>
          </p:nvSpPr>
          <p:spPr>
            <a:xfrm>
              <a:off x="2723783" y="1829380"/>
              <a:ext cx="204" cy="109"/>
            </a:xfrm>
            <a:custGeom>
              <a:avLst/>
              <a:gdLst/>
              <a:ahLst/>
              <a:cxnLst/>
              <a:rect l="l" t="t" r="r" b="b"/>
              <a:pathLst>
                <a:path w="15" h="8" extrusionOk="0">
                  <a:moveTo>
                    <a:pt x="0" y="0"/>
                  </a:moveTo>
                  <a:lnTo>
                    <a:pt x="14"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43" name="Google Shape;6543;p66"/>
            <p:cNvSpPr/>
            <p:nvPr/>
          </p:nvSpPr>
          <p:spPr>
            <a:xfrm>
              <a:off x="2720878" y="1828851"/>
              <a:ext cx="204" cy="14"/>
            </a:xfrm>
            <a:custGeom>
              <a:avLst/>
              <a:gdLst/>
              <a:ahLst/>
              <a:cxnLst/>
              <a:rect l="l" t="t" r="r" b="b"/>
              <a:pathLst>
                <a:path w="15" h="1" extrusionOk="0">
                  <a:moveTo>
                    <a:pt x="1" y="1"/>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44" name="Google Shape;6544;p66"/>
            <p:cNvSpPr/>
            <p:nvPr/>
          </p:nvSpPr>
          <p:spPr>
            <a:xfrm>
              <a:off x="2721217" y="1828810"/>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45" name="Google Shape;6545;p66"/>
            <p:cNvSpPr/>
            <p:nvPr/>
          </p:nvSpPr>
          <p:spPr>
            <a:xfrm>
              <a:off x="2721882" y="1828810"/>
              <a:ext cx="149" cy="14"/>
            </a:xfrm>
            <a:custGeom>
              <a:avLst/>
              <a:gdLst/>
              <a:ahLst/>
              <a:cxnLst/>
              <a:rect l="l" t="t" r="r" b="b"/>
              <a:pathLst>
                <a:path w="11" h="1" extrusionOk="0">
                  <a:moveTo>
                    <a:pt x="0" y="0"/>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46" name="Google Shape;6546;p66"/>
            <p:cNvSpPr/>
            <p:nvPr/>
          </p:nvSpPr>
          <p:spPr>
            <a:xfrm>
              <a:off x="2725155" y="1830181"/>
              <a:ext cx="258" cy="163"/>
            </a:xfrm>
            <a:custGeom>
              <a:avLst/>
              <a:gdLst/>
              <a:ahLst/>
              <a:cxnLst/>
              <a:rect l="l" t="t" r="r" b="b"/>
              <a:pathLst>
                <a:path w="19" h="12" extrusionOk="0">
                  <a:moveTo>
                    <a:pt x="1" y="1"/>
                  </a:moveTo>
                  <a:lnTo>
                    <a:pt x="18"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47" name="Google Shape;6547;p66"/>
            <p:cNvSpPr/>
            <p:nvPr/>
          </p:nvSpPr>
          <p:spPr>
            <a:xfrm>
              <a:off x="2721543" y="1828810"/>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48" name="Google Shape;6548;p66"/>
            <p:cNvSpPr/>
            <p:nvPr/>
          </p:nvSpPr>
          <p:spPr>
            <a:xfrm>
              <a:off x="2725630" y="1830616"/>
              <a:ext cx="258" cy="204"/>
            </a:xfrm>
            <a:custGeom>
              <a:avLst/>
              <a:gdLst/>
              <a:ahLst/>
              <a:cxnLst/>
              <a:rect l="l" t="t" r="r" b="b"/>
              <a:pathLst>
                <a:path w="19" h="15" extrusionOk="0">
                  <a:moveTo>
                    <a:pt x="1" y="0"/>
                  </a:moveTo>
                  <a:lnTo>
                    <a:pt x="18"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49" name="Google Shape;6549;p66"/>
            <p:cNvSpPr/>
            <p:nvPr/>
          </p:nvSpPr>
          <p:spPr>
            <a:xfrm>
              <a:off x="2704530" y="1833888"/>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50" name="Google Shape;6550;p66"/>
            <p:cNvSpPr/>
            <p:nvPr/>
          </p:nvSpPr>
          <p:spPr>
            <a:xfrm>
              <a:off x="2801976" y="1871403"/>
              <a:ext cx="109" cy="54"/>
            </a:xfrm>
            <a:custGeom>
              <a:avLst/>
              <a:gdLst/>
              <a:ahLst/>
              <a:cxnLst/>
              <a:rect l="l" t="t" r="r" b="b"/>
              <a:pathLst>
                <a:path w="8" h="4" extrusionOk="0">
                  <a:moveTo>
                    <a:pt x="7"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51" name="Google Shape;6551;p66"/>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52" name="Google Shape;6552;p66"/>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53" name="Google Shape;6553;p66"/>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54" name="Google Shape;6554;p66"/>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55" name="Google Shape;6555;p66"/>
            <p:cNvSpPr/>
            <p:nvPr/>
          </p:nvSpPr>
          <p:spPr>
            <a:xfrm>
              <a:off x="2822750" y="1866596"/>
              <a:ext cx="109" cy="109"/>
            </a:xfrm>
            <a:custGeom>
              <a:avLst/>
              <a:gdLst/>
              <a:ahLst/>
              <a:cxnLst/>
              <a:rect l="l" t="t" r="r" b="b"/>
              <a:pathLst>
                <a:path w="8" h="8" extrusionOk="0">
                  <a:moveTo>
                    <a:pt x="7"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56" name="Google Shape;6556;p66"/>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57" name="Google Shape;6557;p66"/>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58" name="Google Shape;6558;p66"/>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59" name="Google Shape;6559;p66"/>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60" name="Google Shape;6560;p66"/>
            <p:cNvSpPr/>
            <p:nvPr/>
          </p:nvSpPr>
          <p:spPr>
            <a:xfrm>
              <a:off x="2796178" y="1873684"/>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61" name="Google Shape;6561;p66"/>
            <p:cNvSpPr/>
            <p:nvPr/>
          </p:nvSpPr>
          <p:spPr>
            <a:xfrm>
              <a:off x="2795798" y="1873779"/>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62" name="Google Shape;6562;p66"/>
            <p:cNvSpPr/>
            <p:nvPr/>
          </p:nvSpPr>
          <p:spPr>
            <a:xfrm>
              <a:off x="2795459" y="1873779"/>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63" name="Google Shape;6563;p66"/>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64" name="Google Shape;6564;p66"/>
            <p:cNvSpPr/>
            <p:nvPr/>
          </p:nvSpPr>
          <p:spPr>
            <a:xfrm>
              <a:off x="2796559" y="1873399"/>
              <a:ext cx="299" cy="149"/>
            </a:xfrm>
            <a:custGeom>
              <a:avLst/>
              <a:gdLst/>
              <a:ahLst/>
              <a:cxnLst/>
              <a:rect l="l" t="t" r="r" b="b"/>
              <a:pathLst>
                <a:path w="22" h="11" extrusionOk="0">
                  <a:moveTo>
                    <a:pt x="0" y="11"/>
                  </a:moveTo>
                  <a:lnTo>
                    <a:pt x="2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65" name="Google Shape;6565;p66"/>
            <p:cNvSpPr/>
            <p:nvPr/>
          </p:nvSpPr>
          <p:spPr>
            <a:xfrm>
              <a:off x="2794984" y="1873724"/>
              <a:ext cx="68" cy="14"/>
            </a:xfrm>
            <a:custGeom>
              <a:avLst/>
              <a:gdLst/>
              <a:ahLst/>
              <a:cxnLst/>
              <a:rect l="l" t="t" r="r" b="b"/>
              <a:pathLst>
                <a:path w="5" h="1" extrusionOk="0">
                  <a:moveTo>
                    <a:pt x="1"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66" name="Google Shape;6566;p66"/>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67" name="Google Shape;6567;p66"/>
            <p:cNvSpPr/>
            <p:nvPr/>
          </p:nvSpPr>
          <p:spPr>
            <a:xfrm>
              <a:off x="2796980" y="1873303"/>
              <a:ext cx="109" cy="54"/>
            </a:xfrm>
            <a:custGeom>
              <a:avLst/>
              <a:gdLst/>
              <a:ahLst/>
              <a:cxnLst/>
              <a:rect l="l" t="t" r="r" b="b"/>
              <a:pathLst>
                <a:path w="8" h="4" extrusionOk="0">
                  <a:moveTo>
                    <a:pt x="8"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68" name="Google Shape;6568;p66"/>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69" name="Google Shape;6569;p66"/>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70" name="Google Shape;6570;p66"/>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71" name="Google Shape;6571;p66"/>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72" name="Google Shape;6572;p66"/>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73" name="Google Shape;6573;p66"/>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74" name="Google Shape;6574;p66"/>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75" name="Google Shape;6575;p66"/>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76" name="Google Shape;6576;p66"/>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77" name="Google Shape;6577;p66"/>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78" name="Google Shape;6578;p66"/>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79" name="Google Shape;6579;p66"/>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80" name="Google Shape;6580;p66"/>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81" name="Google Shape;6581;p66"/>
            <p:cNvSpPr/>
            <p:nvPr/>
          </p:nvSpPr>
          <p:spPr>
            <a:xfrm>
              <a:off x="2364237" y="1918829"/>
              <a:ext cx="109" cy="68"/>
            </a:xfrm>
            <a:custGeom>
              <a:avLst/>
              <a:gdLst/>
              <a:ahLst/>
              <a:cxnLst/>
              <a:rect l="l" t="t" r="r" b="b"/>
              <a:pathLst>
                <a:path w="8" h="5" extrusionOk="0">
                  <a:moveTo>
                    <a:pt x="1" y="4"/>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82" name="Google Shape;6582;p66"/>
            <p:cNvSpPr/>
            <p:nvPr/>
          </p:nvSpPr>
          <p:spPr>
            <a:xfrm>
              <a:off x="2364713" y="1918503"/>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83" name="Google Shape;6583;p66"/>
            <p:cNvSpPr/>
            <p:nvPr/>
          </p:nvSpPr>
          <p:spPr>
            <a:xfrm>
              <a:off x="2364102" y="1918978"/>
              <a:ext cx="109" cy="54"/>
            </a:xfrm>
            <a:custGeom>
              <a:avLst/>
              <a:gdLst/>
              <a:ahLst/>
              <a:cxnLst/>
              <a:rect l="l" t="t" r="r" b="b"/>
              <a:pathLst>
                <a:path w="8" h="4" extrusionOk="0">
                  <a:moveTo>
                    <a:pt x="0" y="4"/>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84" name="Google Shape;6584;p66"/>
            <p:cNvSpPr/>
            <p:nvPr/>
          </p:nvSpPr>
          <p:spPr>
            <a:xfrm>
              <a:off x="2364672" y="1918544"/>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85" name="Google Shape;6585;p66"/>
            <p:cNvSpPr/>
            <p:nvPr/>
          </p:nvSpPr>
          <p:spPr>
            <a:xfrm>
              <a:off x="2364523" y="1918693"/>
              <a:ext cx="14" cy="14"/>
            </a:xfrm>
            <a:custGeom>
              <a:avLst/>
              <a:gdLst/>
              <a:ahLst/>
              <a:cxnLst/>
              <a:rect l="l" t="t" r="r" b="b"/>
              <a:pathLst>
                <a:path w="1" h="1" extrusionOk="0">
                  <a:moveTo>
                    <a:pt x="1"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86" name="Google Shape;6586;p66"/>
            <p:cNvSpPr/>
            <p:nvPr/>
          </p:nvSpPr>
          <p:spPr>
            <a:xfrm>
              <a:off x="2364387" y="1918734"/>
              <a:ext cx="54" cy="68"/>
            </a:xfrm>
            <a:custGeom>
              <a:avLst/>
              <a:gdLst/>
              <a:ahLst/>
              <a:cxnLst/>
              <a:rect l="l" t="t" r="r" b="b"/>
              <a:pathLst>
                <a:path w="4" h="5" extrusionOk="0">
                  <a:moveTo>
                    <a:pt x="0" y="4"/>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87" name="Google Shape;6587;p66"/>
            <p:cNvSpPr/>
            <p:nvPr/>
          </p:nvSpPr>
          <p:spPr>
            <a:xfrm>
              <a:off x="2363857" y="1919073"/>
              <a:ext cx="163" cy="54"/>
            </a:xfrm>
            <a:custGeom>
              <a:avLst/>
              <a:gdLst/>
              <a:ahLst/>
              <a:cxnLst/>
              <a:rect l="l" t="t" r="r" b="b"/>
              <a:pathLst>
                <a:path w="12" h="4" extrusionOk="0">
                  <a:moveTo>
                    <a:pt x="1" y="4"/>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88" name="Google Shape;6588;p66"/>
            <p:cNvSpPr/>
            <p:nvPr/>
          </p:nvSpPr>
          <p:spPr>
            <a:xfrm>
              <a:off x="2363341" y="1919358"/>
              <a:ext cx="204" cy="109"/>
            </a:xfrm>
            <a:custGeom>
              <a:avLst/>
              <a:gdLst/>
              <a:ahLst/>
              <a:cxnLst/>
              <a:rect l="l" t="t" r="r" b="b"/>
              <a:pathLst>
                <a:path w="15" h="8" extrusionOk="0">
                  <a:moveTo>
                    <a:pt x="0" y="8"/>
                  </a:moveTo>
                  <a:lnTo>
                    <a:pt x="1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89" name="Google Shape;6589;p66"/>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90" name="Google Shape;6590;p66"/>
            <p:cNvSpPr/>
            <p:nvPr/>
          </p:nvSpPr>
          <p:spPr>
            <a:xfrm>
              <a:off x="2363626" y="1919209"/>
              <a:ext cx="149" cy="68"/>
            </a:xfrm>
            <a:custGeom>
              <a:avLst/>
              <a:gdLst/>
              <a:ahLst/>
              <a:cxnLst/>
              <a:rect l="l" t="t" r="r" b="b"/>
              <a:pathLst>
                <a:path w="11" h="5" extrusionOk="0">
                  <a:moveTo>
                    <a:pt x="0" y="5"/>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91" name="Google Shape;6591;p66"/>
            <p:cNvSpPr/>
            <p:nvPr/>
          </p:nvSpPr>
          <p:spPr>
            <a:xfrm>
              <a:off x="2361766" y="1920024"/>
              <a:ext cx="394" cy="204"/>
            </a:xfrm>
            <a:custGeom>
              <a:avLst/>
              <a:gdLst/>
              <a:ahLst/>
              <a:cxnLst/>
              <a:rect l="l" t="t" r="r" b="b"/>
              <a:pathLst>
                <a:path w="29" h="15" extrusionOk="0">
                  <a:moveTo>
                    <a:pt x="1" y="15"/>
                  </a:moveTo>
                  <a:lnTo>
                    <a:pt x="2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92" name="Google Shape;6592;p66"/>
            <p:cNvSpPr/>
            <p:nvPr/>
          </p:nvSpPr>
          <p:spPr>
            <a:xfrm>
              <a:off x="2423463" y="1902672"/>
              <a:ext cx="163" cy="14"/>
            </a:xfrm>
            <a:custGeom>
              <a:avLst/>
              <a:gdLst/>
              <a:ahLst/>
              <a:cxnLst/>
              <a:rect l="l" t="t" r="r" b="b"/>
              <a:pathLst>
                <a:path w="12" h="1" extrusionOk="0">
                  <a:moveTo>
                    <a:pt x="1" y="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93" name="Google Shape;6593;p66"/>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94" name="Google Shape;6594;p66"/>
            <p:cNvSpPr/>
            <p:nvPr/>
          </p:nvSpPr>
          <p:spPr>
            <a:xfrm>
              <a:off x="2364618" y="1918598"/>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95" name="Google Shape;6595;p66"/>
            <p:cNvSpPr/>
            <p:nvPr/>
          </p:nvSpPr>
          <p:spPr>
            <a:xfrm>
              <a:off x="2364767" y="1918408"/>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96" name="Google Shape;6596;p66"/>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97" name="Google Shape;6597;p66"/>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98" name="Google Shape;6598;p66"/>
            <p:cNvSpPr/>
            <p:nvPr/>
          </p:nvSpPr>
          <p:spPr>
            <a:xfrm>
              <a:off x="2437773" y="1917172"/>
              <a:ext cx="394" cy="774"/>
            </a:xfrm>
            <a:custGeom>
              <a:avLst/>
              <a:gdLst/>
              <a:ahLst/>
              <a:cxnLst/>
              <a:rect l="l" t="t" r="r" b="b"/>
              <a:pathLst>
                <a:path w="29" h="57" extrusionOk="0">
                  <a:moveTo>
                    <a:pt x="1" y="0"/>
                  </a:moveTo>
                  <a:lnTo>
                    <a:pt x="29" y="56"/>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599" name="Google Shape;6599;p66"/>
            <p:cNvSpPr/>
            <p:nvPr/>
          </p:nvSpPr>
          <p:spPr>
            <a:xfrm>
              <a:off x="2437203" y="1916032"/>
              <a:ext cx="448" cy="774"/>
            </a:xfrm>
            <a:custGeom>
              <a:avLst/>
              <a:gdLst/>
              <a:ahLst/>
              <a:cxnLst/>
              <a:rect l="l" t="t" r="r" b="b"/>
              <a:pathLst>
                <a:path w="33" h="57" extrusionOk="0">
                  <a:moveTo>
                    <a:pt x="1" y="0"/>
                  </a:moveTo>
                  <a:lnTo>
                    <a:pt x="32" y="56"/>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00" name="Google Shape;6600;p66"/>
            <p:cNvSpPr/>
            <p:nvPr/>
          </p:nvSpPr>
          <p:spPr>
            <a:xfrm>
              <a:off x="2436062" y="1913656"/>
              <a:ext cx="394" cy="774"/>
            </a:xfrm>
            <a:custGeom>
              <a:avLst/>
              <a:gdLst/>
              <a:ahLst/>
              <a:cxnLst/>
              <a:rect l="l" t="t" r="r" b="b"/>
              <a:pathLst>
                <a:path w="29" h="57" extrusionOk="0">
                  <a:moveTo>
                    <a:pt x="1" y="0"/>
                  </a:moveTo>
                  <a:lnTo>
                    <a:pt x="29" y="56"/>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01" name="Google Shape;6601;p66"/>
            <p:cNvSpPr/>
            <p:nvPr/>
          </p:nvSpPr>
          <p:spPr>
            <a:xfrm>
              <a:off x="2436687" y="1914932"/>
              <a:ext cx="394" cy="733"/>
            </a:xfrm>
            <a:custGeom>
              <a:avLst/>
              <a:gdLst/>
              <a:ahLst/>
              <a:cxnLst/>
              <a:rect l="l" t="t" r="r" b="b"/>
              <a:pathLst>
                <a:path w="29" h="54" extrusionOk="0">
                  <a:moveTo>
                    <a:pt x="0" y="1"/>
                  </a:moveTo>
                  <a:lnTo>
                    <a:pt x="28" y="53"/>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02" name="Google Shape;6602;p66"/>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03" name="Google Shape;6603;p66"/>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04" name="Google Shape;6604;p66"/>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05" name="Google Shape;6605;p66"/>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06" name="Google Shape;6606;p66"/>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07" name="Google Shape;6607;p66"/>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08" name="Google Shape;6608;p66"/>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09" name="Google Shape;6609;p66"/>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10" name="Google Shape;6610;p66"/>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11" name="Google Shape;6611;p66"/>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12" name="Google Shape;6612;p66"/>
            <p:cNvSpPr/>
            <p:nvPr/>
          </p:nvSpPr>
          <p:spPr>
            <a:xfrm>
              <a:off x="2461928" y="1715967"/>
              <a:ext cx="204" cy="109"/>
            </a:xfrm>
            <a:custGeom>
              <a:avLst/>
              <a:gdLst/>
              <a:ahLst/>
              <a:cxnLst/>
              <a:rect l="l" t="t" r="r" b="b"/>
              <a:pathLst>
                <a:path w="15" h="8" extrusionOk="0">
                  <a:moveTo>
                    <a:pt x="14"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13" name="Google Shape;6613;p66"/>
            <p:cNvSpPr/>
            <p:nvPr/>
          </p:nvSpPr>
          <p:spPr>
            <a:xfrm>
              <a:off x="2465159" y="1716823"/>
              <a:ext cx="244" cy="54"/>
            </a:xfrm>
            <a:custGeom>
              <a:avLst/>
              <a:gdLst/>
              <a:ahLst/>
              <a:cxnLst/>
              <a:rect l="l" t="t" r="r" b="b"/>
              <a:pathLst>
                <a:path w="18" h="4" extrusionOk="0">
                  <a:moveTo>
                    <a:pt x="18"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14" name="Google Shape;6614;p66"/>
            <p:cNvSpPr/>
            <p:nvPr/>
          </p:nvSpPr>
          <p:spPr>
            <a:xfrm>
              <a:off x="2462498" y="1716157"/>
              <a:ext cx="244" cy="109"/>
            </a:xfrm>
            <a:custGeom>
              <a:avLst/>
              <a:gdLst/>
              <a:ahLst/>
              <a:cxnLst/>
              <a:rect l="l" t="t" r="r" b="b"/>
              <a:pathLst>
                <a:path w="18" h="8" extrusionOk="0">
                  <a:moveTo>
                    <a:pt x="18"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15" name="Google Shape;6615;p66"/>
            <p:cNvSpPr/>
            <p:nvPr/>
          </p:nvSpPr>
          <p:spPr>
            <a:xfrm>
              <a:off x="2463733" y="1716538"/>
              <a:ext cx="299" cy="109"/>
            </a:xfrm>
            <a:custGeom>
              <a:avLst/>
              <a:gdLst/>
              <a:ahLst/>
              <a:cxnLst/>
              <a:rect l="l" t="t" r="r" b="b"/>
              <a:pathLst>
                <a:path w="22" h="8" extrusionOk="0">
                  <a:moveTo>
                    <a:pt x="21"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16" name="Google Shape;6616;p66"/>
            <p:cNvSpPr/>
            <p:nvPr/>
          </p:nvSpPr>
          <p:spPr>
            <a:xfrm>
              <a:off x="2463109" y="1716388"/>
              <a:ext cx="258" cy="68"/>
            </a:xfrm>
            <a:custGeom>
              <a:avLst/>
              <a:gdLst/>
              <a:ahLst/>
              <a:cxnLst/>
              <a:rect l="l" t="t" r="r" b="b"/>
              <a:pathLst>
                <a:path w="19" h="5" extrusionOk="0">
                  <a:moveTo>
                    <a:pt x="18"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17" name="Google Shape;6617;p66"/>
            <p:cNvSpPr/>
            <p:nvPr/>
          </p:nvSpPr>
          <p:spPr>
            <a:xfrm>
              <a:off x="2464399" y="1716728"/>
              <a:ext cx="299" cy="54"/>
            </a:xfrm>
            <a:custGeom>
              <a:avLst/>
              <a:gdLst/>
              <a:ahLst/>
              <a:cxnLst/>
              <a:rect l="l" t="t" r="r" b="b"/>
              <a:pathLst>
                <a:path w="22" h="4" extrusionOk="0">
                  <a:moveTo>
                    <a:pt x="21"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18" name="Google Shape;6618;p66"/>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19" name="Google Shape;6619;p66"/>
            <p:cNvSpPr/>
            <p:nvPr/>
          </p:nvSpPr>
          <p:spPr>
            <a:xfrm>
              <a:off x="2465919" y="1716959"/>
              <a:ext cx="244" cy="14"/>
            </a:xfrm>
            <a:custGeom>
              <a:avLst/>
              <a:gdLst/>
              <a:ahLst/>
              <a:cxnLst/>
              <a:rect l="l" t="t" r="r" b="b"/>
              <a:pathLst>
                <a:path w="18" h="1" extrusionOk="0">
                  <a:moveTo>
                    <a:pt x="18"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20" name="Google Shape;6620;p66"/>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21" name="Google Shape;6621;p66"/>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22" name="Google Shape;6622;p66"/>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23" name="Google Shape;6623;p66"/>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24" name="Google Shape;6624;p66"/>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25" name="Google Shape;6625;p66"/>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26" name="Google Shape;6626;p66"/>
            <p:cNvSpPr/>
            <p:nvPr/>
          </p:nvSpPr>
          <p:spPr>
            <a:xfrm>
              <a:off x="2374135" y="1744385"/>
              <a:ext cx="14" cy="163"/>
            </a:xfrm>
            <a:custGeom>
              <a:avLst/>
              <a:gdLst/>
              <a:ahLst/>
              <a:cxnLst/>
              <a:rect l="l" t="t" r="r" b="b"/>
              <a:pathLst>
                <a:path w="1" h="12" extrusionOk="0">
                  <a:moveTo>
                    <a:pt x="0"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27" name="Google Shape;6627;p66"/>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28" name="Google Shape;6628;p66"/>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29" name="Google Shape;6629;p66"/>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30" name="Google Shape;6630;p66"/>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31" name="Google Shape;6631;p66"/>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32" name="Google Shape;6632;p66"/>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33" name="Google Shape;6633;p66"/>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34" name="Google Shape;6634;p66"/>
            <p:cNvSpPr/>
            <p:nvPr/>
          </p:nvSpPr>
          <p:spPr>
            <a:xfrm>
              <a:off x="2374135" y="1744820"/>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35" name="Google Shape;6635;p66"/>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36" name="Google Shape;6636;p66"/>
            <p:cNvSpPr/>
            <p:nvPr/>
          </p:nvSpPr>
          <p:spPr>
            <a:xfrm>
              <a:off x="2402458" y="1807181"/>
              <a:ext cx="163" cy="204"/>
            </a:xfrm>
            <a:custGeom>
              <a:avLst/>
              <a:gdLst/>
              <a:ahLst/>
              <a:cxnLst/>
              <a:rect l="l" t="t" r="r" b="b"/>
              <a:pathLst>
                <a:path w="12" h="15" extrusionOk="0">
                  <a:moveTo>
                    <a:pt x="11" y="15"/>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37" name="Google Shape;6637;p66"/>
            <p:cNvSpPr/>
            <p:nvPr/>
          </p:nvSpPr>
          <p:spPr>
            <a:xfrm>
              <a:off x="2403218" y="1808186"/>
              <a:ext cx="109" cy="149"/>
            </a:xfrm>
            <a:custGeom>
              <a:avLst/>
              <a:gdLst/>
              <a:ahLst/>
              <a:cxnLst/>
              <a:rect l="l" t="t" r="r" b="b"/>
              <a:pathLst>
                <a:path w="8" h="11" extrusionOk="0">
                  <a:moveTo>
                    <a:pt x="8" y="1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38" name="Google Shape;6638;p66"/>
            <p:cNvSpPr/>
            <p:nvPr/>
          </p:nvSpPr>
          <p:spPr>
            <a:xfrm>
              <a:off x="2403504" y="1808566"/>
              <a:ext cx="109" cy="109"/>
            </a:xfrm>
            <a:custGeom>
              <a:avLst/>
              <a:gdLst/>
              <a:ahLst/>
              <a:cxnLst/>
              <a:rect l="l" t="t" r="r" b="b"/>
              <a:pathLst>
                <a:path w="8" h="8" extrusionOk="0">
                  <a:moveTo>
                    <a:pt x="8"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39" name="Google Shape;6639;p66"/>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40" name="Google Shape;6640;p66"/>
            <p:cNvSpPr/>
            <p:nvPr/>
          </p:nvSpPr>
          <p:spPr>
            <a:xfrm>
              <a:off x="2403789" y="1808892"/>
              <a:ext cx="109" cy="109"/>
            </a:xfrm>
            <a:custGeom>
              <a:avLst/>
              <a:gdLst/>
              <a:ahLst/>
              <a:cxnLst/>
              <a:rect l="l" t="t" r="r" b="b"/>
              <a:pathLst>
                <a:path w="8" h="8" extrusionOk="0">
                  <a:moveTo>
                    <a:pt x="8" y="8"/>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41" name="Google Shape;6641;p66"/>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42" name="Google Shape;6642;p66"/>
            <p:cNvSpPr/>
            <p:nvPr/>
          </p:nvSpPr>
          <p:spPr>
            <a:xfrm>
              <a:off x="2404508" y="1809652"/>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43" name="Google Shape;6643;p66"/>
            <p:cNvSpPr/>
            <p:nvPr/>
          </p:nvSpPr>
          <p:spPr>
            <a:xfrm>
              <a:off x="2402703" y="1807520"/>
              <a:ext cx="109" cy="149"/>
            </a:xfrm>
            <a:custGeom>
              <a:avLst/>
              <a:gdLst/>
              <a:ahLst/>
              <a:cxnLst/>
              <a:rect l="l" t="t" r="r" b="b"/>
              <a:pathLst>
                <a:path w="8" h="11" extrusionOk="0">
                  <a:moveTo>
                    <a:pt x="7" y="11"/>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44" name="Google Shape;6644;p66"/>
            <p:cNvSpPr/>
            <p:nvPr/>
          </p:nvSpPr>
          <p:spPr>
            <a:xfrm>
              <a:off x="2402933" y="1807901"/>
              <a:ext cx="109" cy="149"/>
            </a:xfrm>
            <a:custGeom>
              <a:avLst/>
              <a:gdLst/>
              <a:ahLst/>
              <a:cxnLst/>
              <a:rect l="l" t="t" r="r" b="b"/>
              <a:pathLst>
                <a:path w="8" h="11" extrusionOk="0">
                  <a:moveTo>
                    <a:pt x="8" y="1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45" name="Google Shape;6645;p66"/>
            <p:cNvSpPr/>
            <p:nvPr/>
          </p:nvSpPr>
          <p:spPr>
            <a:xfrm>
              <a:off x="2404128" y="1809272"/>
              <a:ext cx="54" cy="68"/>
            </a:xfrm>
            <a:custGeom>
              <a:avLst/>
              <a:gdLst/>
              <a:ahLst/>
              <a:cxnLst/>
              <a:rect l="l" t="t" r="r" b="b"/>
              <a:pathLst>
                <a:path w="4" h="5" extrusionOk="0">
                  <a:moveTo>
                    <a:pt x="4"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46" name="Google Shape;6646;p66"/>
            <p:cNvSpPr/>
            <p:nvPr/>
          </p:nvSpPr>
          <p:spPr>
            <a:xfrm>
              <a:off x="2378697" y="1753468"/>
              <a:ext cx="204" cy="299"/>
            </a:xfrm>
            <a:custGeom>
              <a:avLst/>
              <a:gdLst/>
              <a:ahLst/>
              <a:cxnLst/>
              <a:rect l="l" t="t" r="r" b="b"/>
              <a:pathLst>
                <a:path w="15" h="22" extrusionOk="0">
                  <a:moveTo>
                    <a:pt x="14" y="22"/>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47" name="Google Shape;6647;p66"/>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48" name="Google Shape;6648;p66"/>
            <p:cNvSpPr/>
            <p:nvPr/>
          </p:nvSpPr>
          <p:spPr>
            <a:xfrm>
              <a:off x="2378032" y="1752233"/>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49" name="Google Shape;6649;p66"/>
            <p:cNvSpPr/>
            <p:nvPr/>
          </p:nvSpPr>
          <p:spPr>
            <a:xfrm>
              <a:off x="2402268" y="1806896"/>
              <a:ext cx="109" cy="204"/>
            </a:xfrm>
            <a:custGeom>
              <a:avLst/>
              <a:gdLst/>
              <a:ahLst/>
              <a:cxnLst/>
              <a:rect l="l" t="t" r="r" b="b"/>
              <a:pathLst>
                <a:path w="8" h="15" extrusionOk="0">
                  <a:moveTo>
                    <a:pt x="8" y="15"/>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50" name="Google Shape;6650;p66"/>
            <p:cNvSpPr/>
            <p:nvPr/>
          </p:nvSpPr>
          <p:spPr>
            <a:xfrm>
              <a:off x="2449043" y="1751187"/>
              <a:ext cx="299" cy="68"/>
            </a:xfrm>
            <a:custGeom>
              <a:avLst/>
              <a:gdLst/>
              <a:ahLst/>
              <a:cxnLst/>
              <a:rect l="l" t="t" r="r" b="b"/>
              <a:pathLst>
                <a:path w="22" h="5" extrusionOk="0">
                  <a:moveTo>
                    <a:pt x="21"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51" name="Google Shape;6651;p66"/>
            <p:cNvSpPr/>
            <p:nvPr/>
          </p:nvSpPr>
          <p:spPr>
            <a:xfrm>
              <a:off x="2452559" y="1750088"/>
              <a:ext cx="54" cy="68"/>
            </a:xfrm>
            <a:custGeom>
              <a:avLst/>
              <a:gdLst/>
              <a:ahLst/>
              <a:cxnLst/>
              <a:rect l="l" t="t" r="r" b="b"/>
              <a:pathLst>
                <a:path w="4" h="5" extrusionOk="0">
                  <a:moveTo>
                    <a:pt x="4"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52" name="Google Shape;6652;p66"/>
            <p:cNvSpPr/>
            <p:nvPr/>
          </p:nvSpPr>
          <p:spPr>
            <a:xfrm>
              <a:off x="2448418" y="1751242"/>
              <a:ext cx="299" cy="14"/>
            </a:xfrm>
            <a:custGeom>
              <a:avLst/>
              <a:gdLst/>
              <a:ahLst/>
              <a:cxnLst/>
              <a:rect l="l" t="t" r="r" b="b"/>
              <a:pathLst>
                <a:path w="22" h="1" extrusionOk="0">
                  <a:moveTo>
                    <a:pt x="22"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53" name="Google Shape;6653;p66"/>
            <p:cNvSpPr/>
            <p:nvPr/>
          </p:nvSpPr>
          <p:spPr>
            <a:xfrm>
              <a:off x="2451419" y="1750712"/>
              <a:ext cx="149" cy="54"/>
            </a:xfrm>
            <a:custGeom>
              <a:avLst/>
              <a:gdLst/>
              <a:ahLst/>
              <a:cxnLst/>
              <a:rect l="l" t="t" r="r" b="b"/>
              <a:pathLst>
                <a:path w="11" h="4" extrusionOk="0">
                  <a:moveTo>
                    <a:pt x="11"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54" name="Google Shape;6654;p66"/>
            <p:cNvSpPr/>
            <p:nvPr/>
          </p:nvSpPr>
          <p:spPr>
            <a:xfrm>
              <a:off x="2451038" y="1750807"/>
              <a:ext cx="204" cy="54"/>
            </a:xfrm>
            <a:custGeom>
              <a:avLst/>
              <a:gdLst/>
              <a:ahLst/>
              <a:cxnLst/>
              <a:rect l="l" t="t" r="r" b="b"/>
              <a:pathLst>
                <a:path w="15" h="4" extrusionOk="0">
                  <a:moveTo>
                    <a:pt x="14"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55" name="Google Shape;6655;p66"/>
            <p:cNvSpPr/>
            <p:nvPr/>
          </p:nvSpPr>
          <p:spPr>
            <a:xfrm>
              <a:off x="2452179" y="1750332"/>
              <a:ext cx="109" cy="54"/>
            </a:xfrm>
            <a:custGeom>
              <a:avLst/>
              <a:gdLst/>
              <a:ahLst/>
              <a:cxnLst/>
              <a:rect l="l" t="t" r="r" b="b"/>
              <a:pathLst>
                <a:path w="8" h="4" extrusionOk="0">
                  <a:moveTo>
                    <a:pt x="7"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56" name="Google Shape;6656;p66"/>
            <p:cNvSpPr/>
            <p:nvPr/>
          </p:nvSpPr>
          <p:spPr>
            <a:xfrm>
              <a:off x="2447658" y="1751282"/>
              <a:ext cx="299" cy="14"/>
            </a:xfrm>
            <a:custGeom>
              <a:avLst/>
              <a:gdLst/>
              <a:ahLst/>
              <a:cxnLst/>
              <a:rect l="l" t="t" r="r" b="b"/>
              <a:pathLst>
                <a:path w="22" h="1" extrusionOk="0">
                  <a:moveTo>
                    <a:pt x="22"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57" name="Google Shape;6657;p66"/>
            <p:cNvSpPr/>
            <p:nvPr/>
          </p:nvSpPr>
          <p:spPr>
            <a:xfrm>
              <a:off x="2446857" y="1751337"/>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58" name="Google Shape;6658;p66"/>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59" name="Google Shape;6659;p66"/>
            <p:cNvSpPr/>
            <p:nvPr/>
          </p:nvSpPr>
          <p:spPr>
            <a:xfrm>
              <a:off x="2500610" y="1758886"/>
              <a:ext cx="14" cy="204"/>
            </a:xfrm>
            <a:custGeom>
              <a:avLst/>
              <a:gdLst/>
              <a:ahLst/>
              <a:cxnLst/>
              <a:rect l="l" t="t" r="r" b="b"/>
              <a:pathLst>
                <a:path w="1" h="15" extrusionOk="0">
                  <a:moveTo>
                    <a:pt x="1" y="15"/>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60" name="Google Shape;6660;p66"/>
            <p:cNvSpPr/>
            <p:nvPr/>
          </p:nvSpPr>
          <p:spPr>
            <a:xfrm>
              <a:off x="2450658" y="1750902"/>
              <a:ext cx="204" cy="54"/>
            </a:xfrm>
            <a:custGeom>
              <a:avLst/>
              <a:gdLst/>
              <a:ahLst/>
              <a:cxnLst/>
              <a:rect l="l" t="t" r="r" b="b"/>
              <a:pathLst>
                <a:path w="15" h="4" extrusionOk="0">
                  <a:moveTo>
                    <a:pt x="14"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61" name="Google Shape;6661;p66"/>
            <p:cNvSpPr/>
            <p:nvPr/>
          </p:nvSpPr>
          <p:spPr>
            <a:xfrm>
              <a:off x="2451989" y="1750481"/>
              <a:ext cx="109" cy="54"/>
            </a:xfrm>
            <a:custGeom>
              <a:avLst/>
              <a:gdLst/>
              <a:ahLst/>
              <a:cxnLst/>
              <a:rect l="l" t="t" r="r" b="b"/>
              <a:pathLst>
                <a:path w="8" h="4" extrusionOk="0">
                  <a:moveTo>
                    <a:pt x="7"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62" name="Google Shape;6662;p66"/>
            <p:cNvSpPr/>
            <p:nvPr/>
          </p:nvSpPr>
          <p:spPr>
            <a:xfrm>
              <a:off x="2449654" y="1751092"/>
              <a:ext cx="258" cy="68"/>
            </a:xfrm>
            <a:custGeom>
              <a:avLst/>
              <a:gdLst/>
              <a:ahLst/>
              <a:cxnLst/>
              <a:rect l="l" t="t" r="r" b="b"/>
              <a:pathLst>
                <a:path w="19" h="5" extrusionOk="0">
                  <a:moveTo>
                    <a:pt x="18"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63" name="Google Shape;6663;p66"/>
            <p:cNvSpPr/>
            <p:nvPr/>
          </p:nvSpPr>
          <p:spPr>
            <a:xfrm>
              <a:off x="2500664" y="1759266"/>
              <a:ext cx="14" cy="258"/>
            </a:xfrm>
            <a:custGeom>
              <a:avLst/>
              <a:gdLst/>
              <a:ahLst/>
              <a:cxnLst/>
              <a:rect l="l" t="t" r="r" b="b"/>
              <a:pathLst>
                <a:path w="1" h="19" extrusionOk="0">
                  <a:moveTo>
                    <a:pt x="0" y="1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64" name="Google Shape;6664;p66"/>
            <p:cNvSpPr/>
            <p:nvPr/>
          </p:nvSpPr>
          <p:spPr>
            <a:xfrm>
              <a:off x="2500800" y="1760787"/>
              <a:ext cx="14" cy="299"/>
            </a:xfrm>
            <a:custGeom>
              <a:avLst/>
              <a:gdLst/>
              <a:ahLst/>
              <a:cxnLst/>
              <a:rect l="l" t="t" r="r" b="b"/>
              <a:pathLst>
                <a:path w="1" h="22" extrusionOk="0">
                  <a:moveTo>
                    <a:pt x="1" y="22"/>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65" name="Google Shape;6665;p66"/>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66" name="Google Shape;6666;p66"/>
            <p:cNvSpPr/>
            <p:nvPr/>
          </p:nvSpPr>
          <p:spPr>
            <a:xfrm>
              <a:off x="2500759" y="1760216"/>
              <a:ext cx="14" cy="353"/>
            </a:xfrm>
            <a:custGeom>
              <a:avLst/>
              <a:gdLst/>
              <a:ahLst/>
              <a:cxnLst/>
              <a:rect l="l" t="t" r="r" b="b"/>
              <a:pathLst>
                <a:path w="1" h="26" extrusionOk="0">
                  <a:moveTo>
                    <a:pt x="0" y="2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67" name="Google Shape;6667;p66"/>
            <p:cNvSpPr/>
            <p:nvPr/>
          </p:nvSpPr>
          <p:spPr>
            <a:xfrm>
              <a:off x="2451704" y="1750576"/>
              <a:ext cx="149" cy="95"/>
            </a:xfrm>
            <a:custGeom>
              <a:avLst/>
              <a:gdLst/>
              <a:ahLst/>
              <a:cxnLst/>
              <a:rect l="l" t="t" r="r" b="b"/>
              <a:pathLst>
                <a:path w="11" h="7" extrusionOk="0">
                  <a:moveTo>
                    <a:pt x="11"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68" name="Google Shape;6668;p66"/>
            <p:cNvSpPr/>
            <p:nvPr/>
          </p:nvSpPr>
          <p:spPr>
            <a:xfrm>
              <a:off x="2450183" y="1750997"/>
              <a:ext cx="204" cy="54"/>
            </a:xfrm>
            <a:custGeom>
              <a:avLst/>
              <a:gdLst/>
              <a:ahLst/>
              <a:cxnLst/>
              <a:rect l="l" t="t" r="r" b="b"/>
              <a:pathLst>
                <a:path w="15" h="4" extrusionOk="0">
                  <a:moveTo>
                    <a:pt x="14"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69" name="Google Shape;6669;p66"/>
            <p:cNvSpPr/>
            <p:nvPr/>
          </p:nvSpPr>
          <p:spPr>
            <a:xfrm>
              <a:off x="2452695" y="1749952"/>
              <a:ext cx="14" cy="54"/>
            </a:xfrm>
            <a:custGeom>
              <a:avLst/>
              <a:gdLst/>
              <a:ahLst/>
              <a:cxnLst/>
              <a:rect l="l" t="t" r="r" b="b"/>
              <a:pathLst>
                <a:path w="1" h="4" extrusionOk="0">
                  <a:moveTo>
                    <a:pt x="1"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70" name="Google Shape;6670;p66"/>
            <p:cNvSpPr/>
            <p:nvPr/>
          </p:nvSpPr>
          <p:spPr>
            <a:xfrm>
              <a:off x="2501044" y="1763312"/>
              <a:ext cx="54" cy="339"/>
            </a:xfrm>
            <a:custGeom>
              <a:avLst/>
              <a:gdLst/>
              <a:ahLst/>
              <a:cxnLst/>
              <a:rect l="l" t="t" r="r" b="b"/>
              <a:pathLst>
                <a:path w="4" h="25" extrusionOk="0">
                  <a:moveTo>
                    <a:pt x="4" y="25"/>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71" name="Google Shape;6671;p66"/>
            <p:cNvSpPr/>
            <p:nvPr/>
          </p:nvSpPr>
          <p:spPr>
            <a:xfrm>
              <a:off x="2501275" y="1764683"/>
              <a:ext cx="68" cy="299"/>
            </a:xfrm>
            <a:custGeom>
              <a:avLst/>
              <a:gdLst/>
              <a:ahLst/>
              <a:cxnLst/>
              <a:rect l="l" t="t" r="r" b="b"/>
              <a:pathLst>
                <a:path w="5" h="22" extrusionOk="0">
                  <a:moveTo>
                    <a:pt x="4" y="22"/>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72" name="Google Shape;6672;p66"/>
            <p:cNvSpPr/>
            <p:nvPr/>
          </p:nvSpPr>
          <p:spPr>
            <a:xfrm>
              <a:off x="2501180" y="1763977"/>
              <a:ext cx="68" cy="339"/>
            </a:xfrm>
            <a:custGeom>
              <a:avLst/>
              <a:gdLst/>
              <a:ahLst/>
              <a:cxnLst/>
              <a:rect l="l" t="t" r="r" b="b"/>
              <a:pathLst>
                <a:path w="5" h="25" extrusionOk="0">
                  <a:moveTo>
                    <a:pt x="4" y="25"/>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73" name="Google Shape;6673;p66"/>
            <p:cNvSpPr/>
            <p:nvPr/>
          </p:nvSpPr>
          <p:spPr>
            <a:xfrm>
              <a:off x="2452369" y="1750237"/>
              <a:ext cx="109" cy="54"/>
            </a:xfrm>
            <a:custGeom>
              <a:avLst/>
              <a:gdLst/>
              <a:ahLst/>
              <a:cxnLst/>
              <a:rect l="l" t="t" r="r" b="b"/>
              <a:pathLst>
                <a:path w="8" h="4" extrusionOk="0">
                  <a:moveTo>
                    <a:pt x="7"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74" name="Google Shape;6674;p66"/>
            <p:cNvSpPr/>
            <p:nvPr/>
          </p:nvSpPr>
          <p:spPr>
            <a:xfrm>
              <a:off x="2501425" y="1765403"/>
              <a:ext cx="54" cy="244"/>
            </a:xfrm>
            <a:custGeom>
              <a:avLst/>
              <a:gdLst/>
              <a:ahLst/>
              <a:cxnLst/>
              <a:rect l="l" t="t" r="r" b="b"/>
              <a:pathLst>
                <a:path w="4" h="18" extrusionOk="0">
                  <a:moveTo>
                    <a:pt x="4" y="18"/>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75" name="Google Shape;6675;p66"/>
            <p:cNvSpPr/>
            <p:nvPr/>
          </p:nvSpPr>
          <p:spPr>
            <a:xfrm>
              <a:off x="2500800" y="1761357"/>
              <a:ext cx="68" cy="353"/>
            </a:xfrm>
            <a:custGeom>
              <a:avLst/>
              <a:gdLst/>
              <a:ahLst/>
              <a:cxnLst/>
              <a:rect l="l" t="t" r="r" b="b"/>
              <a:pathLst>
                <a:path w="5" h="26" extrusionOk="0">
                  <a:moveTo>
                    <a:pt x="4" y="25"/>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76" name="Google Shape;6676;p66"/>
            <p:cNvSpPr/>
            <p:nvPr/>
          </p:nvSpPr>
          <p:spPr>
            <a:xfrm>
              <a:off x="2500895" y="1761982"/>
              <a:ext cx="68" cy="339"/>
            </a:xfrm>
            <a:custGeom>
              <a:avLst/>
              <a:gdLst/>
              <a:ahLst/>
              <a:cxnLst/>
              <a:rect l="l" t="t" r="r" b="b"/>
              <a:pathLst>
                <a:path w="5" h="25" extrusionOk="0">
                  <a:moveTo>
                    <a:pt x="4" y="25"/>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77" name="Google Shape;6677;p66"/>
            <p:cNvSpPr/>
            <p:nvPr/>
          </p:nvSpPr>
          <p:spPr>
            <a:xfrm>
              <a:off x="2500949" y="1762647"/>
              <a:ext cx="54" cy="339"/>
            </a:xfrm>
            <a:custGeom>
              <a:avLst/>
              <a:gdLst/>
              <a:ahLst/>
              <a:cxnLst/>
              <a:rect l="l" t="t" r="r" b="b"/>
              <a:pathLst>
                <a:path w="4" h="25" extrusionOk="0">
                  <a:moveTo>
                    <a:pt x="4" y="25"/>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78" name="Google Shape;6678;p66"/>
            <p:cNvSpPr/>
            <p:nvPr/>
          </p:nvSpPr>
          <p:spPr>
            <a:xfrm>
              <a:off x="2501615" y="1766258"/>
              <a:ext cx="54" cy="204"/>
            </a:xfrm>
            <a:custGeom>
              <a:avLst/>
              <a:gdLst/>
              <a:ahLst/>
              <a:cxnLst/>
              <a:rect l="l" t="t" r="r" b="b"/>
              <a:pathLst>
                <a:path w="4" h="15" extrusionOk="0">
                  <a:moveTo>
                    <a:pt x="4" y="1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79" name="Google Shape;6679;p66"/>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80" name="Google Shape;6680;p66"/>
            <p:cNvSpPr/>
            <p:nvPr/>
          </p:nvSpPr>
          <p:spPr>
            <a:xfrm>
              <a:off x="2571159" y="1710115"/>
              <a:ext cx="54" cy="163"/>
            </a:xfrm>
            <a:custGeom>
              <a:avLst/>
              <a:gdLst/>
              <a:ahLst/>
              <a:cxnLst/>
              <a:rect l="l" t="t" r="r" b="b"/>
              <a:pathLst>
                <a:path w="4" h="12" extrusionOk="0">
                  <a:moveTo>
                    <a:pt x="0" y="1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81" name="Google Shape;6681;p66"/>
            <p:cNvSpPr/>
            <p:nvPr/>
          </p:nvSpPr>
          <p:spPr>
            <a:xfrm>
              <a:off x="2571960" y="1708839"/>
              <a:ext cx="109" cy="109"/>
            </a:xfrm>
            <a:custGeom>
              <a:avLst/>
              <a:gdLst/>
              <a:ahLst/>
              <a:cxnLst/>
              <a:rect l="l" t="t" r="r" b="b"/>
              <a:pathLst>
                <a:path w="8" h="8" extrusionOk="0">
                  <a:moveTo>
                    <a:pt x="1" y="7"/>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82" name="Google Shape;6682;p66"/>
            <p:cNvSpPr/>
            <p:nvPr/>
          </p:nvSpPr>
          <p:spPr>
            <a:xfrm>
              <a:off x="2572340" y="1708500"/>
              <a:ext cx="68" cy="14"/>
            </a:xfrm>
            <a:custGeom>
              <a:avLst/>
              <a:gdLst/>
              <a:ahLst/>
              <a:cxnLst/>
              <a:rect l="l" t="t" r="r" b="b"/>
              <a:pathLst>
                <a:path w="5" h="1" extrusionOk="0">
                  <a:moveTo>
                    <a:pt x="1"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83" name="Google Shape;6683;p66"/>
            <p:cNvSpPr/>
            <p:nvPr/>
          </p:nvSpPr>
          <p:spPr>
            <a:xfrm>
              <a:off x="2572245" y="1708595"/>
              <a:ext cx="68" cy="68"/>
            </a:xfrm>
            <a:custGeom>
              <a:avLst/>
              <a:gdLst/>
              <a:ahLst/>
              <a:cxnLst/>
              <a:rect l="l" t="t" r="r" b="b"/>
              <a:pathLst>
                <a:path w="5" h="5" extrusionOk="0">
                  <a:moveTo>
                    <a:pt x="1" y="4"/>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84" name="Google Shape;6684;p66"/>
            <p:cNvSpPr/>
            <p:nvPr/>
          </p:nvSpPr>
          <p:spPr>
            <a:xfrm>
              <a:off x="2571539" y="1709505"/>
              <a:ext cx="54" cy="109"/>
            </a:xfrm>
            <a:custGeom>
              <a:avLst/>
              <a:gdLst/>
              <a:ahLst/>
              <a:cxnLst/>
              <a:rect l="l" t="t" r="r" b="b"/>
              <a:pathLst>
                <a:path w="4" h="8" extrusionOk="0">
                  <a:moveTo>
                    <a:pt x="0" y="7"/>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85" name="Google Shape;6685;p66"/>
            <p:cNvSpPr/>
            <p:nvPr/>
          </p:nvSpPr>
          <p:spPr>
            <a:xfrm>
              <a:off x="2571729" y="1709219"/>
              <a:ext cx="54" cy="109"/>
            </a:xfrm>
            <a:custGeom>
              <a:avLst/>
              <a:gdLst/>
              <a:ahLst/>
              <a:cxnLst/>
              <a:rect l="l" t="t" r="r" b="b"/>
              <a:pathLst>
                <a:path w="4" h="8" extrusionOk="0">
                  <a:moveTo>
                    <a:pt x="0" y="7"/>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86" name="Google Shape;6686;p66"/>
            <p:cNvSpPr/>
            <p:nvPr/>
          </p:nvSpPr>
          <p:spPr>
            <a:xfrm>
              <a:off x="2571349" y="1709790"/>
              <a:ext cx="54" cy="109"/>
            </a:xfrm>
            <a:custGeom>
              <a:avLst/>
              <a:gdLst/>
              <a:ahLst/>
              <a:cxnLst/>
              <a:rect l="l" t="t" r="r" b="b"/>
              <a:pathLst>
                <a:path w="4" h="8" extrusionOk="0">
                  <a:moveTo>
                    <a:pt x="0" y="7"/>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87" name="Google Shape;6687;p66"/>
            <p:cNvSpPr/>
            <p:nvPr/>
          </p:nvSpPr>
          <p:spPr>
            <a:xfrm>
              <a:off x="2572109" y="1708690"/>
              <a:ext cx="54" cy="68"/>
            </a:xfrm>
            <a:custGeom>
              <a:avLst/>
              <a:gdLst/>
              <a:ahLst/>
              <a:cxnLst/>
              <a:rect l="l" t="t" r="r" b="b"/>
              <a:pathLst>
                <a:path w="4" h="5" extrusionOk="0">
                  <a:moveTo>
                    <a:pt x="0" y="4"/>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88" name="Google Shape;6688;p66"/>
            <p:cNvSpPr/>
            <p:nvPr/>
          </p:nvSpPr>
          <p:spPr>
            <a:xfrm>
              <a:off x="2570968" y="1710550"/>
              <a:ext cx="54" cy="109"/>
            </a:xfrm>
            <a:custGeom>
              <a:avLst/>
              <a:gdLst/>
              <a:ahLst/>
              <a:cxnLst/>
              <a:rect l="l" t="t" r="r" b="b"/>
              <a:pathLst>
                <a:path w="4" h="8" extrusionOk="0">
                  <a:moveTo>
                    <a:pt x="0" y="7"/>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89" name="Google Shape;6689;p66"/>
            <p:cNvSpPr/>
            <p:nvPr/>
          </p:nvSpPr>
          <p:spPr>
            <a:xfrm>
              <a:off x="2641218" y="1706178"/>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90" name="Google Shape;6690;p66"/>
            <p:cNvSpPr/>
            <p:nvPr/>
          </p:nvSpPr>
          <p:spPr>
            <a:xfrm>
              <a:off x="2572584" y="1708364"/>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91" name="Google Shape;6691;p66"/>
            <p:cNvSpPr/>
            <p:nvPr/>
          </p:nvSpPr>
          <p:spPr>
            <a:xfrm>
              <a:off x="2641829" y="1706178"/>
              <a:ext cx="204" cy="14"/>
            </a:xfrm>
            <a:custGeom>
              <a:avLst/>
              <a:gdLst/>
              <a:ahLst/>
              <a:cxnLst/>
              <a:rect l="l" t="t" r="r" b="b"/>
              <a:pathLst>
                <a:path w="15" h="1" extrusionOk="0">
                  <a:moveTo>
                    <a:pt x="1" y="0"/>
                  </a:moveTo>
                  <a:lnTo>
                    <a:pt x="1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92" name="Google Shape;6692;p66"/>
            <p:cNvSpPr/>
            <p:nvPr/>
          </p:nvSpPr>
          <p:spPr>
            <a:xfrm>
              <a:off x="2571824" y="1709029"/>
              <a:ext cx="109" cy="109"/>
            </a:xfrm>
            <a:custGeom>
              <a:avLst/>
              <a:gdLst/>
              <a:ahLst/>
              <a:cxnLst/>
              <a:rect l="l" t="t" r="r" b="b"/>
              <a:pathLst>
                <a:path w="8" h="8" extrusionOk="0">
                  <a:moveTo>
                    <a:pt x="0" y="7"/>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93" name="Google Shape;6693;p66"/>
            <p:cNvSpPr/>
            <p:nvPr/>
          </p:nvSpPr>
          <p:spPr>
            <a:xfrm>
              <a:off x="2642305" y="1706219"/>
              <a:ext cx="258" cy="68"/>
            </a:xfrm>
            <a:custGeom>
              <a:avLst/>
              <a:gdLst/>
              <a:ahLst/>
              <a:cxnLst/>
              <a:rect l="l" t="t" r="r" b="b"/>
              <a:pathLst>
                <a:path w="19" h="5" extrusionOk="0">
                  <a:moveTo>
                    <a:pt x="1" y="1"/>
                  </a:moveTo>
                  <a:lnTo>
                    <a:pt x="18"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94" name="Google Shape;6694;p66"/>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95" name="Google Shape;6695;p66"/>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96" name="Google Shape;6696;p66"/>
            <p:cNvSpPr/>
            <p:nvPr/>
          </p:nvSpPr>
          <p:spPr>
            <a:xfrm>
              <a:off x="2572489" y="1708459"/>
              <a:ext cx="54" cy="14"/>
            </a:xfrm>
            <a:custGeom>
              <a:avLst/>
              <a:gdLst/>
              <a:ahLst/>
              <a:cxnLst/>
              <a:rect l="l" t="t" r="r" b="b"/>
              <a:pathLst>
                <a:path w="4" h="1" extrusionOk="0">
                  <a:moveTo>
                    <a:pt x="0"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97" name="Google Shape;6697;p66"/>
            <p:cNvSpPr/>
            <p:nvPr/>
          </p:nvSpPr>
          <p:spPr>
            <a:xfrm>
              <a:off x="2506177" y="1694053"/>
              <a:ext cx="244" cy="299"/>
            </a:xfrm>
            <a:custGeom>
              <a:avLst/>
              <a:gdLst/>
              <a:ahLst/>
              <a:cxnLst/>
              <a:rect l="l" t="t" r="r" b="b"/>
              <a:pathLst>
                <a:path w="18" h="22" extrusionOk="0">
                  <a:moveTo>
                    <a:pt x="0" y="1"/>
                  </a:moveTo>
                  <a:lnTo>
                    <a:pt x="18"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98" name="Google Shape;6698;p66"/>
            <p:cNvSpPr/>
            <p:nvPr/>
          </p:nvSpPr>
          <p:spPr>
            <a:xfrm>
              <a:off x="2504602" y="1692152"/>
              <a:ext cx="299" cy="339"/>
            </a:xfrm>
            <a:custGeom>
              <a:avLst/>
              <a:gdLst/>
              <a:ahLst/>
              <a:cxnLst/>
              <a:rect l="l" t="t" r="r" b="b"/>
              <a:pathLst>
                <a:path w="22" h="25" extrusionOk="0">
                  <a:moveTo>
                    <a:pt x="1" y="0"/>
                  </a:moveTo>
                  <a:lnTo>
                    <a:pt x="22"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699" name="Google Shape;6699;p66"/>
            <p:cNvSpPr/>
            <p:nvPr/>
          </p:nvSpPr>
          <p:spPr>
            <a:xfrm>
              <a:off x="2505172" y="1692818"/>
              <a:ext cx="299" cy="339"/>
            </a:xfrm>
            <a:custGeom>
              <a:avLst/>
              <a:gdLst/>
              <a:ahLst/>
              <a:cxnLst/>
              <a:rect l="l" t="t" r="r" b="b"/>
              <a:pathLst>
                <a:path w="22" h="25" extrusionOk="0">
                  <a:moveTo>
                    <a:pt x="1" y="0"/>
                  </a:moveTo>
                  <a:lnTo>
                    <a:pt x="22"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00" name="Google Shape;6700;p66"/>
            <p:cNvSpPr/>
            <p:nvPr/>
          </p:nvSpPr>
          <p:spPr>
            <a:xfrm>
              <a:off x="2503325" y="1690768"/>
              <a:ext cx="339" cy="353"/>
            </a:xfrm>
            <a:custGeom>
              <a:avLst/>
              <a:gdLst/>
              <a:ahLst/>
              <a:cxnLst/>
              <a:rect l="l" t="t" r="r" b="b"/>
              <a:pathLst>
                <a:path w="25" h="26" extrusionOk="0">
                  <a:moveTo>
                    <a:pt x="0" y="1"/>
                  </a:moveTo>
                  <a:lnTo>
                    <a:pt x="25"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01" name="Google Shape;6701;p66"/>
            <p:cNvSpPr/>
            <p:nvPr/>
          </p:nvSpPr>
          <p:spPr>
            <a:xfrm>
              <a:off x="2568497" y="1712166"/>
              <a:ext cx="244" cy="54"/>
            </a:xfrm>
            <a:custGeom>
              <a:avLst/>
              <a:gdLst/>
              <a:ahLst/>
              <a:cxnLst/>
              <a:rect l="l" t="t" r="r" b="b"/>
              <a:pathLst>
                <a:path w="18" h="4" extrusionOk="0">
                  <a:moveTo>
                    <a:pt x="0" y="4"/>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02" name="Google Shape;6702;p66"/>
            <p:cNvSpPr/>
            <p:nvPr/>
          </p:nvSpPr>
          <p:spPr>
            <a:xfrm>
              <a:off x="2567778" y="1712356"/>
              <a:ext cx="109" cy="14"/>
            </a:xfrm>
            <a:custGeom>
              <a:avLst/>
              <a:gdLst/>
              <a:ahLst/>
              <a:cxnLst/>
              <a:rect l="l" t="t" r="r" b="b"/>
              <a:pathLst>
                <a:path w="8" h="1" extrusionOk="0">
                  <a:moveTo>
                    <a:pt x="1" y="0"/>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03" name="Google Shape;6703;p66"/>
            <p:cNvSpPr/>
            <p:nvPr/>
          </p:nvSpPr>
          <p:spPr>
            <a:xfrm>
              <a:off x="2461873" y="1676280"/>
              <a:ext cx="19022" cy="5051"/>
            </a:xfrm>
            <a:custGeom>
              <a:avLst/>
              <a:gdLst/>
              <a:ahLst/>
              <a:cxnLst/>
              <a:rect l="l" t="t" r="r" b="b"/>
              <a:pathLst>
                <a:path w="1401" h="372" extrusionOk="0">
                  <a:moveTo>
                    <a:pt x="1401" y="0"/>
                  </a:moveTo>
                  <a:lnTo>
                    <a:pt x="1" y="37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04" name="Google Shape;6704;p66"/>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05" name="Google Shape;6705;p66"/>
            <p:cNvSpPr/>
            <p:nvPr/>
          </p:nvSpPr>
          <p:spPr>
            <a:xfrm>
              <a:off x="2515260" y="1694529"/>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06" name="Google Shape;6706;p66"/>
            <p:cNvSpPr/>
            <p:nvPr/>
          </p:nvSpPr>
          <p:spPr>
            <a:xfrm>
              <a:off x="2514690" y="1694624"/>
              <a:ext cx="149" cy="14"/>
            </a:xfrm>
            <a:custGeom>
              <a:avLst/>
              <a:gdLst/>
              <a:ahLst/>
              <a:cxnLst/>
              <a:rect l="l" t="t" r="r" b="b"/>
              <a:pathLst>
                <a:path w="11" h="1" extrusionOk="0">
                  <a:moveTo>
                    <a:pt x="0" y="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07" name="Google Shape;6707;p66"/>
            <p:cNvSpPr/>
            <p:nvPr/>
          </p:nvSpPr>
          <p:spPr>
            <a:xfrm>
              <a:off x="2514119" y="1694678"/>
              <a:ext cx="149" cy="0"/>
            </a:xfrm>
            <a:custGeom>
              <a:avLst/>
              <a:gdLst/>
              <a:ahLst/>
              <a:cxnLst/>
              <a:rect l="l" t="t" r="r" b="b"/>
              <a:pathLst>
                <a:path w="11" extrusionOk="0">
                  <a:moveTo>
                    <a:pt x="0" y="0"/>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08" name="Google Shape;6708;p66"/>
            <p:cNvSpPr/>
            <p:nvPr/>
          </p:nvSpPr>
          <p:spPr>
            <a:xfrm>
              <a:off x="2499374" y="1686830"/>
              <a:ext cx="299" cy="299"/>
            </a:xfrm>
            <a:custGeom>
              <a:avLst/>
              <a:gdLst/>
              <a:ahLst/>
              <a:cxnLst/>
              <a:rect l="l" t="t" r="r" b="b"/>
              <a:pathLst>
                <a:path w="22" h="22" extrusionOk="0">
                  <a:moveTo>
                    <a:pt x="1" y="0"/>
                  </a:moveTo>
                  <a:lnTo>
                    <a:pt x="22" y="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09" name="Google Shape;6709;p66"/>
            <p:cNvSpPr/>
            <p:nvPr/>
          </p:nvSpPr>
          <p:spPr>
            <a:xfrm>
              <a:off x="2505742" y="1693483"/>
              <a:ext cx="258" cy="299"/>
            </a:xfrm>
            <a:custGeom>
              <a:avLst/>
              <a:gdLst/>
              <a:ahLst/>
              <a:cxnLst/>
              <a:rect l="l" t="t" r="r" b="b"/>
              <a:pathLst>
                <a:path w="19" h="22" extrusionOk="0">
                  <a:moveTo>
                    <a:pt x="1" y="0"/>
                  </a:moveTo>
                  <a:lnTo>
                    <a:pt x="18" y="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10" name="Google Shape;6710;p66"/>
            <p:cNvSpPr/>
            <p:nvPr/>
          </p:nvSpPr>
          <p:spPr>
            <a:xfrm>
              <a:off x="2498804" y="1686301"/>
              <a:ext cx="258" cy="258"/>
            </a:xfrm>
            <a:custGeom>
              <a:avLst/>
              <a:gdLst/>
              <a:ahLst/>
              <a:cxnLst/>
              <a:rect l="l" t="t" r="r" b="b"/>
              <a:pathLst>
                <a:path w="19" h="19" extrusionOk="0">
                  <a:moveTo>
                    <a:pt x="1" y="1"/>
                  </a:moveTo>
                  <a:lnTo>
                    <a:pt x="18"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11" name="Google Shape;6711;p66"/>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12" name="Google Shape;6712;p66"/>
            <p:cNvSpPr/>
            <p:nvPr/>
          </p:nvSpPr>
          <p:spPr>
            <a:xfrm>
              <a:off x="2501329" y="1688677"/>
              <a:ext cx="339" cy="353"/>
            </a:xfrm>
            <a:custGeom>
              <a:avLst/>
              <a:gdLst/>
              <a:ahLst/>
              <a:cxnLst/>
              <a:rect l="l" t="t" r="r" b="b"/>
              <a:pathLst>
                <a:path w="25" h="26" extrusionOk="0">
                  <a:moveTo>
                    <a:pt x="0" y="1"/>
                  </a:moveTo>
                  <a:lnTo>
                    <a:pt x="25"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13" name="Google Shape;6713;p66"/>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14" name="Google Shape;6714;p66"/>
            <p:cNvSpPr/>
            <p:nvPr/>
          </p:nvSpPr>
          <p:spPr>
            <a:xfrm>
              <a:off x="2501995" y="1689342"/>
              <a:ext cx="339" cy="353"/>
            </a:xfrm>
            <a:custGeom>
              <a:avLst/>
              <a:gdLst/>
              <a:ahLst/>
              <a:cxnLst/>
              <a:rect l="l" t="t" r="r" b="b"/>
              <a:pathLst>
                <a:path w="25" h="26" extrusionOk="0">
                  <a:moveTo>
                    <a:pt x="0" y="1"/>
                  </a:moveTo>
                  <a:lnTo>
                    <a:pt x="25"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15" name="Google Shape;6715;p66"/>
            <p:cNvSpPr/>
            <p:nvPr/>
          </p:nvSpPr>
          <p:spPr>
            <a:xfrm>
              <a:off x="2500664" y="1688011"/>
              <a:ext cx="299" cy="299"/>
            </a:xfrm>
            <a:custGeom>
              <a:avLst/>
              <a:gdLst/>
              <a:ahLst/>
              <a:cxnLst/>
              <a:rect l="l" t="t" r="r" b="b"/>
              <a:pathLst>
                <a:path w="22" h="22" extrusionOk="0">
                  <a:moveTo>
                    <a:pt x="0" y="1"/>
                  </a:moveTo>
                  <a:lnTo>
                    <a:pt x="21"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16" name="Google Shape;6716;p66"/>
            <p:cNvSpPr/>
            <p:nvPr/>
          </p:nvSpPr>
          <p:spPr>
            <a:xfrm>
              <a:off x="2506937" y="1695153"/>
              <a:ext cx="149" cy="204"/>
            </a:xfrm>
            <a:custGeom>
              <a:avLst/>
              <a:gdLst/>
              <a:ahLst/>
              <a:cxnLst/>
              <a:rect l="l" t="t" r="r" b="b"/>
              <a:pathLst>
                <a:path w="11" h="15" extrusionOk="0">
                  <a:moveTo>
                    <a:pt x="0" y="0"/>
                  </a:moveTo>
                  <a:lnTo>
                    <a:pt x="11"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17" name="Google Shape;6717;p66"/>
            <p:cNvSpPr/>
            <p:nvPr/>
          </p:nvSpPr>
          <p:spPr>
            <a:xfrm>
              <a:off x="2503991" y="1691487"/>
              <a:ext cx="299" cy="339"/>
            </a:xfrm>
            <a:custGeom>
              <a:avLst/>
              <a:gdLst/>
              <a:ahLst/>
              <a:cxnLst/>
              <a:rect l="l" t="t" r="r" b="b"/>
              <a:pathLst>
                <a:path w="22" h="25" extrusionOk="0">
                  <a:moveTo>
                    <a:pt x="0" y="0"/>
                  </a:moveTo>
                  <a:lnTo>
                    <a:pt x="21"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18" name="Google Shape;6718;p66"/>
            <p:cNvSpPr/>
            <p:nvPr/>
          </p:nvSpPr>
          <p:spPr>
            <a:xfrm>
              <a:off x="2506598" y="1694624"/>
              <a:ext cx="204" cy="258"/>
            </a:xfrm>
            <a:custGeom>
              <a:avLst/>
              <a:gdLst/>
              <a:ahLst/>
              <a:cxnLst/>
              <a:rect l="l" t="t" r="r" b="b"/>
              <a:pathLst>
                <a:path w="15" h="19" extrusionOk="0">
                  <a:moveTo>
                    <a:pt x="1" y="1"/>
                  </a:moveTo>
                  <a:lnTo>
                    <a:pt x="15"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19" name="Google Shape;6719;p66"/>
            <p:cNvSpPr/>
            <p:nvPr/>
          </p:nvSpPr>
          <p:spPr>
            <a:xfrm>
              <a:off x="2515640" y="1694529"/>
              <a:ext cx="299" cy="14"/>
            </a:xfrm>
            <a:custGeom>
              <a:avLst/>
              <a:gdLst/>
              <a:ahLst/>
              <a:cxnLst/>
              <a:rect l="l" t="t" r="r" b="b"/>
              <a:pathLst>
                <a:path w="22" h="1" extrusionOk="0">
                  <a:moveTo>
                    <a:pt x="0" y="1"/>
                  </a:moveTo>
                  <a:lnTo>
                    <a:pt x="2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20" name="Google Shape;6720;p66"/>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21" name="Google Shape;6721;p66"/>
            <p:cNvSpPr/>
            <p:nvPr/>
          </p:nvSpPr>
          <p:spPr>
            <a:xfrm>
              <a:off x="2512640" y="1694909"/>
              <a:ext cx="258" cy="68"/>
            </a:xfrm>
            <a:custGeom>
              <a:avLst/>
              <a:gdLst/>
              <a:ahLst/>
              <a:cxnLst/>
              <a:rect l="l" t="t" r="r" b="b"/>
              <a:pathLst>
                <a:path w="19" h="5" extrusionOk="0">
                  <a:moveTo>
                    <a:pt x="1" y="4"/>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22" name="Google Shape;6722;p66"/>
            <p:cNvSpPr/>
            <p:nvPr/>
          </p:nvSpPr>
          <p:spPr>
            <a:xfrm>
              <a:off x="2499999" y="1687400"/>
              <a:ext cx="299" cy="299"/>
            </a:xfrm>
            <a:custGeom>
              <a:avLst/>
              <a:gdLst/>
              <a:ahLst/>
              <a:cxnLst/>
              <a:rect l="l" t="t" r="r" b="b"/>
              <a:pathLst>
                <a:path w="22" h="22" extrusionOk="0">
                  <a:moveTo>
                    <a:pt x="0" y="0"/>
                  </a:moveTo>
                  <a:lnTo>
                    <a:pt x="21" y="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23" name="Google Shape;6723;p66"/>
            <p:cNvSpPr/>
            <p:nvPr/>
          </p:nvSpPr>
          <p:spPr>
            <a:xfrm>
              <a:off x="2513400" y="1694773"/>
              <a:ext cx="163" cy="54"/>
            </a:xfrm>
            <a:custGeom>
              <a:avLst/>
              <a:gdLst/>
              <a:ahLst/>
              <a:cxnLst/>
              <a:rect l="l" t="t" r="r" b="b"/>
              <a:pathLst>
                <a:path w="12" h="4" extrusionOk="0">
                  <a:moveTo>
                    <a:pt x="1" y="4"/>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24" name="Google Shape;6724;p66"/>
            <p:cNvSpPr/>
            <p:nvPr/>
          </p:nvSpPr>
          <p:spPr>
            <a:xfrm>
              <a:off x="2566963" y="1712546"/>
              <a:ext cx="163" cy="54"/>
            </a:xfrm>
            <a:custGeom>
              <a:avLst/>
              <a:gdLst/>
              <a:ahLst/>
              <a:cxnLst/>
              <a:rect l="l" t="t" r="r" b="b"/>
              <a:pathLst>
                <a:path w="12" h="4" extrusionOk="0">
                  <a:moveTo>
                    <a:pt x="1" y="4"/>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25" name="Google Shape;6725;p66"/>
            <p:cNvSpPr/>
            <p:nvPr/>
          </p:nvSpPr>
          <p:spPr>
            <a:xfrm>
              <a:off x="2502660" y="1690062"/>
              <a:ext cx="339" cy="339"/>
            </a:xfrm>
            <a:custGeom>
              <a:avLst/>
              <a:gdLst/>
              <a:ahLst/>
              <a:cxnLst/>
              <a:rect l="l" t="t" r="r" b="b"/>
              <a:pathLst>
                <a:path w="25" h="25" extrusionOk="0">
                  <a:moveTo>
                    <a:pt x="0" y="0"/>
                  </a:moveTo>
                  <a:lnTo>
                    <a:pt x="25"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26" name="Google Shape;6726;p66"/>
            <p:cNvSpPr/>
            <p:nvPr/>
          </p:nvSpPr>
          <p:spPr>
            <a:xfrm>
              <a:off x="2690844" y="1643097"/>
              <a:ext cx="339" cy="489"/>
            </a:xfrm>
            <a:custGeom>
              <a:avLst/>
              <a:gdLst/>
              <a:ahLst/>
              <a:cxnLst/>
              <a:rect l="l" t="t" r="r" b="b"/>
              <a:pathLst>
                <a:path w="25" h="36" extrusionOk="0">
                  <a:moveTo>
                    <a:pt x="25" y="1"/>
                  </a:moveTo>
                  <a:lnTo>
                    <a:pt x="0" y="36"/>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27" name="Google Shape;6727;p66"/>
            <p:cNvSpPr/>
            <p:nvPr/>
          </p:nvSpPr>
          <p:spPr>
            <a:xfrm>
              <a:off x="2691319" y="1642622"/>
              <a:ext cx="244" cy="353"/>
            </a:xfrm>
            <a:custGeom>
              <a:avLst/>
              <a:gdLst/>
              <a:ahLst/>
              <a:cxnLst/>
              <a:rect l="l" t="t" r="r" b="b"/>
              <a:pathLst>
                <a:path w="18" h="26" extrusionOk="0">
                  <a:moveTo>
                    <a:pt x="18" y="1"/>
                  </a:moveTo>
                  <a:lnTo>
                    <a:pt x="0"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28" name="Google Shape;6728;p66"/>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29" name="Google Shape;6729;p66"/>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30" name="Google Shape;6730;p66"/>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31" name="Google Shape;6731;p66"/>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32" name="Google Shape;6732;p66"/>
            <p:cNvSpPr/>
            <p:nvPr/>
          </p:nvSpPr>
          <p:spPr>
            <a:xfrm>
              <a:off x="2438968" y="1708269"/>
              <a:ext cx="54" cy="109"/>
            </a:xfrm>
            <a:custGeom>
              <a:avLst/>
              <a:gdLst/>
              <a:ahLst/>
              <a:cxnLst/>
              <a:rect l="l" t="t" r="r" b="b"/>
              <a:pathLst>
                <a:path w="4" h="8" extrusionOk="0">
                  <a:moveTo>
                    <a:pt x="0" y="7"/>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33" name="Google Shape;6733;p66"/>
            <p:cNvSpPr/>
            <p:nvPr/>
          </p:nvSpPr>
          <p:spPr>
            <a:xfrm>
              <a:off x="2438873" y="1708554"/>
              <a:ext cx="14" cy="109"/>
            </a:xfrm>
            <a:custGeom>
              <a:avLst/>
              <a:gdLst/>
              <a:ahLst/>
              <a:cxnLst/>
              <a:rect l="l" t="t" r="r" b="b"/>
              <a:pathLst>
                <a:path w="1" h="8" extrusionOk="0">
                  <a:moveTo>
                    <a:pt x="0"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34" name="Google Shape;6734;p66"/>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35" name="Google Shape;6735;p66"/>
            <p:cNvSpPr/>
            <p:nvPr/>
          </p:nvSpPr>
          <p:spPr>
            <a:xfrm>
              <a:off x="2438683" y="1709545"/>
              <a:ext cx="14" cy="163"/>
            </a:xfrm>
            <a:custGeom>
              <a:avLst/>
              <a:gdLst/>
              <a:ahLst/>
              <a:cxnLst/>
              <a:rect l="l" t="t" r="r" b="b"/>
              <a:pathLst>
                <a:path w="1" h="12" extrusionOk="0">
                  <a:moveTo>
                    <a:pt x="0" y="1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36" name="Google Shape;6736;p66"/>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37" name="Google Shape;6737;p66"/>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38" name="Google Shape;6738;p66"/>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39" name="Google Shape;6739;p66"/>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40" name="Google Shape;6740;p66"/>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41" name="Google Shape;6741;p66"/>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42" name="Google Shape;6742;p66"/>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43" name="Google Shape;6743;p66"/>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44" name="Google Shape;6744;p66"/>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45" name="Google Shape;6745;p66"/>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46" name="Google Shape;6746;p66"/>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47" name="Google Shape;6747;p66"/>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48" name="Google Shape;6748;p66"/>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49" name="Google Shape;6749;p66"/>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50" name="Google Shape;6750;p66"/>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51" name="Google Shape;6751;p66"/>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52" name="Google Shape;6752;p66"/>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53" name="Google Shape;6753;p66"/>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54" name="Google Shape;6754;p66"/>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55" name="Google Shape;6755;p66"/>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56" name="Google Shape;6756;p66"/>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57" name="Google Shape;6757;p66"/>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58" name="Google Shape;6758;p66"/>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59" name="Google Shape;6759;p66"/>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60" name="Google Shape;6760;p66"/>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61" name="Google Shape;6761;p66"/>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62" name="Google Shape;6762;p66"/>
            <p:cNvSpPr/>
            <p:nvPr/>
          </p:nvSpPr>
          <p:spPr>
            <a:xfrm>
              <a:off x="2698353" y="1642147"/>
              <a:ext cx="54" cy="109"/>
            </a:xfrm>
            <a:custGeom>
              <a:avLst/>
              <a:gdLst/>
              <a:ahLst/>
              <a:cxnLst/>
              <a:rect l="l" t="t" r="r" b="b"/>
              <a:pathLst>
                <a:path w="4" h="8" extrusionOk="0">
                  <a:moveTo>
                    <a:pt x="0" y="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63" name="Google Shape;6763;p66"/>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64" name="Google Shape;6764;p66"/>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65" name="Google Shape;6765;p66"/>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66" name="Google Shape;6766;p66"/>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67" name="Google Shape;6767;p66"/>
            <p:cNvSpPr/>
            <p:nvPr/>
          </p:nvSpPr>
          <p:spPr>
            <a:xfrm>
              <a:off x="2901553" y="1635249"/>
              <a:ext cx="204" cy="14"/>
            </a:xfrm>
            <a:custGeom>
              <a:avLst/>
              <a:gdLst/>
              <a:ahLst/>
              <a:cxnLst/>
              <a:rect l="l" t="t" r="r" b="b"/>
              <a:pathLst>
                <a:path w="15" h="1" extrusionOk="0">
                  <a:moveTo>
                    <a:pt x="0" y="1"/>
                  </a:moveTo>
                  <a:lnTo>
                    <a:pt x="1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68" name="Google Shape;6768;p66"/>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69" name="Google Shape;6769;p66"/>
            <p:cNvSpPr/>
            <p:nvPr/>
          </p:nvSpPr>
          <p:spPr>
            <a:xfrm>
              <a:off x="2902355" y="1635154"/>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70" name="Google Shape;6770;p66"/>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71" name="Google Shape;6771;p66"/>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72" name="Google Shape;6772;p66"/>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73" name="Google Shape;6773;p66"/>
            <p:cNvSpPr/>
            <p:nvPr/>
          </p:nvSpPr>
          <p:spPr>
            <a:xfrm>
              <a:off x="2699059" y="1641440"/>
              <a:ext cx="109" cy="54"/>
            </a:xfrm>
            <a:custGeom>
              <a:avLst/>
              <a:gdLst/>
              <a:ahLst/>
              <a:cxnLst/>
              <a:rect l="l" t="t" r="r" b="b"/>
              <a:pathLst>
                <a:path w="8" h="4" extrusionOk="0">
                  <a:moveTo>
                    <a:pt x="1" y="4"/>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74" name="Google Shape;6774;p66"/>
            <p:cNvSpPr/>
            <p:nvPr/>
          </p:nvSpPr>
          <p:spPr>
            <a:xfrm>
              <a:off x="2698869" y="1641576"/>
              <a:ext cx="68" cy="109"/>
            </a:xfrm>
            <a:custGeom>
              <a:avLst/>
              <a:gdLst/>
              <a:ahLst/>
              <a:cxnLst/>
              <a:rect l="l" t="t" r="r" b="b"/>
              <a:pathLst>
                <a:path w="5" h="8" extrusionOk="0">
                  <a:moveTo>
                    <a:pt x="1" y="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75" name="Google Shape;6775;p66"/>
            <p:cNvSpPr/>
            <p:nvPr/>
          </p:nvSpPr>
          <p:spPr>
            <a:xfrm>
              <a:off x="2698678" y="1641726"/>
              <a:ext cx="68" cy="109"/>
            </a:xfrm>
            <a:custGeom>
              <a:avLst/>
              <a:gdLst/>
              <a:ahLst/>
              <a:cxnLst/>
              <a:rect l="l" t="t" r="r" b="b"/>
              <a:pathLst>
                <a:path w="5" h="8" extrusionOk="0">
                  <a:moveTo>
                    <a:pt x="1" y="7"/>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76" name="Google Shape;6776;p66"/>
            <p:cNvSpPr/>
            <p:nvPr/>
          </p:nvSpPr>
          <p:spPr>
            <a:xfrm>
              <a:off x="2698543" y="1641916"/>
              <a:ext cx="54" cy="54"/>
            </a:xfrm>
            <a:custGeom>
              <a:avLst/>
              <a:gdLst/>
              <a:ahLst/>
              <a:cxnLst/>
              <a:rect l="l" t="t" r="r" b="b"/>
              <a:pathLst>
                <a:path w="4" h="4" extrusionOk="0">
                  <a:moveTo>
                    <a:pt x="0" y="4"/>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77" name="Google Shape;6777;p66"/>
            <p:cNvSpPr/>
            <p:nvPr/>
          </p:nvSpPr>
          <p:spPr>
            <a:xfrm>
              <a:off x="2700348" y="1640870"/>
              <a:ext cx="54" cy="14"/>
            </a:xfrm>
            <a:custGeom>
              <a:avLst/>
              <a:gdLst/>
              <a:ahLst/>
              <a:cxnLst/>
              <a:rect l="l" t="t" r="r" b="b"/>
              <a:pathLst>
                <a:path w="4" h="1" extrusionOk="0">
                  <a:moveTo>
                    <a:pt x="0"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78" name="Google Shape;6778;p66"/>
            <p:cNvSpPr/>
            <p:nvPr/>
          </p:nvSpPr>
          <p:spPr>
            <a:xfrm>
              <a:off x="2699629" y="1641155"/>
              <a:ext cx="68" cy="14"/>
            </a:xfrm>
            <a:custGeom>
              <a:avLst/>
              <a:gdLst/>
              <a:ahLst/>
              <a:cxnLst/>
              <a:rect l="l" t="t" r="r" b="b"/>
              <a:pathLst>
                <a:path w="5" h="1" extrusionOk="0">
                  <a:moveTo>
                    <a:pt x="1"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79" name="Google Shape;6779;p66"/>
            <p:cNvSpPr/>
            <p:nvPr/>
          </p:nvSpPr>
          <p:spPr>
            <a:xfrm>
              <a:off x="2698448" y="1642051"/>
              <a:ext cx="54" cy="68"/>
            </a:xfrm>
            <a:custGeom>
              <a:avLst/>
              <a:gdLst/>
              <a:ahLst/>
              <a:cxnLst/>
              <a:rect l="l" t="t" r="r" b="b"/>
              <a:pathLst>
                <a:path w="4" h="5" extrusionOk="0">
                  <a:moveTo>
                    <a:pt x="0" y="4"/>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80" name="Google Shape;6780;p66"/>
            <p:cNvSpPr/>
            <p:nvPr/>
          </p:nvSpPr>
          <p:spPr>
            <a:xfrm>
              <a:off x="2699968" y="1641006"/>
              <a:ext cx="54" cy="14"/>
            </a:xfrm>
            <a:custGeom>
              <a:avLst/>
              <a:gdLst/>
              <a:ahLst/>
              <a:cxnLst/>
              <a:rect l="l" t="t" r="r" b="b"/>
              <a:pathLst>
                <a:path w="4" h="1" extrusionOk="0">
                  <a:moveTo>
                    <a:pt x="0"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81" name="Google Shape;6781;p66"/>
            <p:cNvSpPr/>
            <p:nvPr/>
          </p:nvSpPr>
          <p:spPr>
            <a:xfrm>
              <a:off x="2699303" y="1641291"/>
              <a:ext cx="109" cy="68"/>
            </a:xfrm>
            <a:custGeom>
              <a:avLst/>
              <a:gdLst/>
              <a:ahLst/>
              <a:cxnLst/>
              <a:rect l="l" t="t" r="r" b="b"/>
              <a:pathLst>
                <a:path w="8" h="5" extrusionOk="0">
                  <a:moveTo>
                    <a:pt x="0" y="4"/>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82" name="Google Shape;6782;p66"/>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83" name="Google Shape;6783;p66"/>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84" name="Google Shape;6784;p66"/>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85" name="Google Shape;6785;p66"/>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86" name="Google Shape;6786;p66"/>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87" name="Google Shape;6787;p66"/>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88" name="Google Shape;6788;p66"/>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89" name="Google Shape;6789;p66"/>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90" name="Google Shape;6790;p66"/>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91" name="Google Shape;6791;p66"/>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92" name="Google Shape;6792;p66"/>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93" name="Google Shape;6793;p66"/>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94" name="Google Shape;6794;p66"/>
            <p:cNvSpPr/>
            <p:nvPr/>
          </p:nvSpPr>
          <p:spPr>
            <a:xfrm>
              <a:off x="2342147" y="1694393"/>
              <a:ext cx="190" cy="54"/>
            </a:xfrm>
            <a:custGeom>
              <a:avLst/>
              <a:gdLst/>
              <a:ahLst/>
              <a:cxnLst/>
              <a:rect l="l" t="t" r="r" b="b"/>
              <a:pathLst>
                <a:path w="14" h="4" extrusionOk="0">
                  <a:moveTo>
                    <a:pt x="0" y="4"/>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95" name="Google Shape;6795;p66"/>
            <p:cNvSpPr/>
            <p:nvPr/>
          </p:nvSpPr>
          <p:spPr>
            <a:xfrm>
              <a:off x="2342527" y="1694243"/>
              <a:ext cx="109" cy="54"/>
            </a:xfrm>
            <a:custGeom>
              <a:avLst/>
              <a:gdLst/>
              <a:ahLst/>
              <a:cxnLst/>
              <a:rect l="l" t="t" r="r" b="b"/>
              <a:pathLst>
                <a:path w="8" h="4" extrusionOk="0">
                  <a:moveTo>
                    <a:pt x="0" y="4"/>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96" name="Google Shape;6796;p66"/>
            <p:cNvSpPr/>
            <p:nvPr/>
          </p:nvSpPr>
          <p:spPr>
            <a:xfrm>
              <a:off x="2342812" y="1694148"/>
              <a:ext cx="109" cy="54"/>
            </a:xfrm>
            <a:custGeom>
              <a:avLst/>
              <a:gdLst/>
              <a:ahLst/>
              <a:cxnLst/>
              <a:rect l="l" t="t" r="r" b="b"/>
              <a:pathLst>
                <a:path w="8" h="4" extrusionOk="0">
                  <a:moveTo>
                    <a:pt x="0" y="4"/>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97" name="Google Shape;6797;p66"/>
            <p:cNvSpPr/>
            <p:nvPr/>
          </p:nvSpPr>
          <p:spPr>
            <a:xfrm>
              <a:off x="2341767" y="1694529"/>
              <a:ext cx="190" cy="109"/>
            </a:xfrm>
            <a:custGeom>
              <a:avLst/>
              <a:gdLst/>
              <a:ahLst/>
              <a:cxnLst/>
              <a:rect l="l" t="t" r="r" b="b"/>
              <a:pathLst>
                <a:path w="14" h="8" extrusionOk="0">
                  <a:moveTo>
                    <a:pt x="0" y="8"/>
                  </a:moveTo>
                  <a:lnTo>
                    <a:pt x="1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98" name="Google Shape;6798;p66"/>
            <p:cNvSpPr/>
            <p:nvPr/>
          </p:nvSpPr>
          <p:spPr>
            <a:xfrm>
              <a:off x="2341278" y="1694773"/>
              <a:ext cx="258" cy="109"/>
            </a:xfrm>
            <a:custGeom>
              <a:avLst/>
              <a:gdLst/>
              <a:ahLst/>
              <a:cxnLst/>
              <a:rect l="l" t="t" r="r" b="b"/>
              <a:pathLst>
                <a:path w="19" h="8" extrusionOk="0">
                  <a:moveTo>
                    <a:pt x="1" y="7"/>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799" name="Google Shape;6799;p66"/>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00" name="Google Shape;6800;p66"/>
            <p:cNvSpPr/>
            <p:nvPr/>
          </p:nvSpPr>
          <p:spPr>
            <a:xfrm>
              <a:off x="2343043" y="1694148"/>
              <a:ext cx="68" cy="14"/>
            </a:xfrm>
            <a:custGeom>
              <a:avLst/>
              <a:gdLst/>
              <a:ahLst/>
              <a:cxnLst/>
              <a:rect l="l" t="t" r="r" b="b"/>
              <a:pathLst>
                <a:path w="5" h="1" extrusionOk="0">
                  <a:moveTo>
                    <a:pt x="1"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01" name="Google Shape;6801;p66"/>
            <p:cNvSpPr/>
            <p:nvPr/>
          </p:nvSpPr>
          <p:spPr>
            <a:xfrm>
              <a:off x="2385676" y="1707223"/>
              <a:ext cx="14" cy="54"/>
            </a:xfrm>
            <a:custGeom>
              <a:avLst/>
              <a:gdLst/>
              <a:ahLst/>
              <a:cxnLst/>
              <a:rect l="l" t="t" r="r" b="b"/>
              <a:pathLst>
                <a:path w="1" h="4" extrusionOk="0">
                  <a:moveTo>
                    <a:pt x="1"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02" name="Google Shape;6802;p66"/>
            <p:cNvSpPr/>
            <p:nvPr/>
          </p:nvSpPr>
          <p:spPr>
            <a:xfrm>
              <a:off x="2340708" y="1695058"/>
              <a:ext cx="299" cy="149"/>
            </a:xfrm>
            <a:custGeom>
              <a:avLst/>
              <a:gdLst/>
              <a:ahLst/>
              <a:cxnLst/>
              <a:rect l="l" t="t" r="r" b="b"/>
              <a:pathLst>
                <a:path w="22" h="11" extrusionOk="0">
                  <a:moveTo>
                    <a:pt x="1" y="11"/>
                  </a:moveTo>
                  <a:lnTo>
                    <a:pt x="2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03" name="Google Shape;6803;p66"/>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04" name="Google Shape;6804;p66"/>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05" name="Google Shape;6805;p66"/>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06" name="Google Shape;6806;p66"/>
            <p:cNvSpPr/>
            <p:nvPr/>
          </p:nvSpPr>
          <p:spPr>
            <a:xfrm>
              <a:off x="2385771" y="1707509"/>
              <a:ext cx="14" cy="54"/>
            </a:xfrm>
            <a:custGeom>
              <a:avLst/>
              <a:gdLst/>
              <a:ahLst/>
              <a:cxnLst/>
              <a:rect l="l" t="t" r="r" b="b"/>
              <a:pathLst>
                <a:path w="1" h="4" extrusionOk="0">
                  <a:moveTo>
                    <a:pt x="1"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07" name="Google Shape;6807;p66"/>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08" name="Google Shape;6808;p66"/>
            <p:cNvSpPr/>
            <p:nvPr/>
          </p:nvSpPr>
          <p:spPr>
            <a:xfrm>
              <a:off x="2210472" y="1589344"/>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09" name="Google Shape;6809;p66"/>
            <p:cNvSpPr/>
            <p:nvPr/>
          </p:nvSpPr>
          <p:spPr>
            <a:xfrm>
              <a:off x="2211138" y="1589344"/>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10" name="Google Shape;6810;p66"/>
            <p:cNvSpPr/>
            <p:nvPr/>
          </p:nvSpPr>
          <p:spPr>
            <a:xfrm>
              <a:off x="2198728" y="1588678"/>
              <a:ext cx="353" cy="54"/>
            </a:xfrm>
            <a:custGeom>
              <a:avLst/>
              <a:gdLst/>
              <a:ahLst/>
              <a:cxnLst/>
              <a:rect l="l" t="t" r="r" b="b"/>
              <a:pathLst>
                <a:path w="26" h="4" extrusionOk="0">
                  <a:moveTo>
                    <a:pt x="25"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11" name="Google Shape;6811;p66"/>
            <p:cNvSpPr/>
            <p:nvPr/>
          </p:nvSpPr>
          <p:spPr>
            <a:xfrm>
              <a:off x="2198253" y="1588678"/>
              <a:ext cx="258" cy="14"/>
            </a:xfrm>
            <a:custGeom>
              <a:avLst/>
              <a:gdLst/>
              <a:ahLst/>
              <a:cxnLst/>
              <a:rect l="l" t="t" r="r" b="b"/>
              <a:pathLst>
                <a:path w="19" h="1" extrusionOk="0">
                  <a:moveTo>
                    <a:pt x="18"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12" name="Google Shape;6812;p66"/>
            <p:cNvSpPr/>
            <p:nvPr/>
          </p:nvSpPr>
          <p:spPr>
            <a:xfrm>
              <a:off x="2194071" y="1587579"/>
              <a:ext cx="163" cy="68"/>
            </a:xfrm>
            <a:custGeom>
              <a:avLst/>
              <a:gdLst/>
              <a:ahLst/>
              <a:cxnLst/>
              <a:rect l="l" t="t" r="r" b="b"/>
              <a:pathLst>
                <a:path w="12" h="5" extrusionOk="0">
                  <a:moveTo>
                    <a:pt x="11"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13" name="Google Shape;6813;p66"/>
            <p:cNvSpPr/>
            <p:nvPr/>
          </p:nvSpPr>
          <p:spPr>
            <a:xfrm>
              <a:off x="2193650" y="1587443"/>
              <a:ext cx="54" cy="14"/>
            </a:xfrm>
            <a:custGeom>
              <a:avLst/>
              <a:gdLst/>
              <a:ahLst/>
              <a:cxnLst/>
              <a:rect l="l" t="t" r="r" b="b"/>
              <a:pathLst>
                <a:path w="4" h="1" extrusionOk="0">
                  <a:moveTo>
                    <a:pt x="4"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14" name="Google Shape;6814;p66"/>
            <p:cNvSpPr/>
            <p:nvPr/>
          </p:nvSpPr>
          <p:spPr>
            <a:xfrm>
              <a:off x="2197777" y="1588583"/>
              <a:ext cx="204" cy="14"/>
            </a:xfrm>
            <a:custGeom>
              <a:avLst/>
              <a:gdLst/>
              <a:ahLst/>
              <a:cxnLst/>
              <a:rect l="l" t="t" r="r" b="b"/>
              <a:pathLst>
                <a:path w="15" h="1" extrusionOk="0">
                  <a:moveTo>
                    <a:pt x="15"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15" name="Google Shape;6815;p66"/>
            <p:cNvSpPr/>
            <p:nvPr/>
          </p:nvSpPr>
          <p:spPr>
            <a:xfrm>
              <a:off x="2209807" y="1589384"/>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16" name="Google Shape;6816;p66"/>
            <p:cNvSpPr/>
            <p:nvPr/>
          </p:nvSpPr>
          <p:spPr>
            <a:xfrm>
              <a:off x="2199298" y="1588719"/>
              <a:ext cx="353" cy="68"/>
            </a:xfrm>
            <a:custGeom>
              <a:avLst/>
              <a:gdLst/>
              <a:ahLst/>
              <a:cxnLst/>
              <a:rect l="l" t="t" r="r" b="b"/>
              <a:pathLst>
                <a:path w="26" h="5" extrusionOk="0">
                  <a:moveTo>
                    <a:pt x="25"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17" name="Google Shape;6817;p66"/>
            <p:cNvSpPr/>
            <p:nvPr/>
          </p:nvSpPr>
          <p:spPr>
            <a:xfrm>
              <a:off x="2208436" y="1589344"/>
              <a:ext cx="679" cy="14"/>
            </a:xfrm>
            <a:custGeom>
              <a:avLst/>
              <a:gdLst/>
              <a:ahLst/>
              <a:cxnLst/>
              <a:rect l="l" t="t" r="r" b="b"/>
              <a:pathLst>
                <a:path w="50" h="1" extrusionOk="0">
                  <a:moveTo>
                    <a:pt x="49"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18" name="Google Shape;6818;p66"/>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19" name="Google Shape;6819;p66"/>
            <p:cNvSpPr/>
            <p:nvPr/>
          </p:nvSpPr>
          <p:spPr>
            <a:xfrm>
              <a:off x="2213228" y="1589194"/>
              <a:ext cx="299" cy="14"/>
            </a:xfrm>
            <a:custGeom>
              <a:avLst/>
              <a:gdLst/>
              <a:ahLst/>
              <a:cxnLst/>
              <a:rect l="l" t="t" r="r" b="b"/>
              <a:pathLst>
                <a:path w="22" h="1" extrusionOk="0">
                  <a:moveTo>
                    <a:pt x="22"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20" name="Google Shape;6820;p66"/>
            <p:cNvSpPr/>
            <p:nvPr/>
          </p:nvSpPr>
          <p:spPr>
            <a:xfrm>
              <a:off x="2212047" y="1589289"/>
              <a:ext cx="339" cy="14"/>
            </a:xfrm>
            <a:custGeom>
              <a:avLst/>
              <a:gdLst/>
              <a:ahLst/>
              <a:cxnLst/>
              <a:rect l="l" t="t" r="r" b="b"/>
              <a:pathLst>
                <a:path w="25" h="1" extrusionOk="0">
                  <a:moveTo>
                    <a:pt x="25"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21" name="Google Shape;6821;p66"/>
            <p:cNvSpPr/>
            <p:nvPr/>
          </p:nvSpPr>
          <p:spPr>
            <a:xfrm>
              <a:off x="2211382" y="1589289"/>
              <a:ext cx="394" cy="14"/>
            </a:xfrm>
            <a:custGeom>
              <a:avLst/>
              <a:gdLst/>
              <a:ahLst/>
              <a:cxnLst/>
              <a:rect l="l" t="t" r="r" b="b"/>
              <a:pathLst>
                <a:path w="29" h="1" extrusionOk="0">
                  <a:moveTo>
                    <a:pt x="28"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22" name="Google Shape;6822;p66"/>
            <p:cNvSpPr/>
            <p:nvPr/>
          </p:nvSpPr>
          <p:spPr>
            <a:xfrm>
              <a:off x="2195876" y="1588244"/>
              <a:ext cx="109" cy="68"/>
            </a:xfrm>
            <a:custGeom>
              <a:avLst/>
              <a:gdLst/>
              <a:ahLst/>
              <a:cxnLst/>
              <a:rect l="l" t="t" r="r" b="b"/>
              <a:pathLst>
                <a:path w="8" h="5" extrusionOk="0">
                  <a:moveTo>
                    <a:pt x="8"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23" name="Google Shape;6823;p66"/>
            <p:cNvSpPr/>
            <p:nvPr/>
          </p:nvSpPr>
          <p:spPr>
            <a:xfrm>
              <a:off x="2195456" y="1588108"/>
              <a:ext cx="149" cy="109"/>
            </a:xfrm>
            <a:custGeom>
              <a:avLst/>
              <a:gdLst/>
              <a:ahLst/>
              <a:cxnLst/>
              <a:rect l="l" t="t" r="r" b="b"/>
              <a:pathLst>
                <a:path w="11" h="8" extrusionOk="0">
                  <a:moveTo>
                    <a:pt x="11"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24" name="Google Shape;6824;p66"/>
            <p:cNvSpPr/>
            <p:nvPr/>
          </p:nvSpPr>
          <p:spPr>
            <a:xfrm>
              <a:off x="2196067" y="1588339"/>
              <a:ext cx="163" cy="14"/>
            </a:xfrm>
            <a:custGeom>
              <a:avLst/>
              <a:gdLst/>
              <a:ahLst/>
              <a:cxnLst/>
              <a:rect l="l" t="t" r="r" b="b"/>
              <a:pathLst>
                <a:path w="12" h="1" extrusionOk="0">
                  <a:moveTo>
                    <a:pt x="11"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25" name="Google Shape;6825;p66"/>
            <p:cNvSpPr/>
            <p:nvPr/>
          </p:nvSpPr>
          <p:spPr>
            <a:xfrm>
              <a:off x="2212658" y="1589249"/>
              <a:ext cx="299" cy="14"/>
            </a:xfrm>
            <a:custGeom>
              <a:avLst/>
              <a:gdLst/>
              <a:ahLst/>
              <a:cxnLst/>
              <a:rect l="l" t="t" r="r" b="b"/>
              <a:pathLst>
                <a:path w="22" h="1" extrusionOk="0">
                  <a:moveTo>
                    <a:pt x="22"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26" name="Google Shape;6826;p66"/>
            <p:cNvSpPr/>
            <p:nvPr/>
          </p:nvSpPr>
          <p:spPr>
            <a:xfrm>
              <a:off x="2196352" y="1588393"/>
              <a:ext cx="109" cy="14"/>
            </a:xfrm>
            <a:custGeom>
              <a:avLst/>
              <a:gdLst/>
              <a:ahLst/>
              <a:cxnLst/>
              <a:rect l="l" t="t" r="r" b="b"/>
              <a:pathLst>
                <a:path w="8" h="1" extrusionOk="0">
                  <a:moveTo>
                    <a:pt x="8"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27" name="Google Shape;6827;p66"/>
            <p:cNvSpPr/>
            <p:nvPr/>
          </p:nvSpPr>
          <p:spPr>
            <a:xfrm>
              <a:off x="2194641" y="1587769"/>
              <a:ext cx="258" cy="109"/>
            </a:xfrm>
            <a:custGeom>
              <a:avLst/>
              <a:gdLst/>
              <a:ahLst/>
              <a:cxnLst/>
              <a:rect l="l" t="t" r="r" b="b"/>
              <a:pathLst>
                <a:path w="19" h="8" extrusionOk="0">
                  <a:moveTo>
                    <a:pt x="18" y="8"/>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28" name="Google Shape;6828;p66"/>
            <p:cNvSpPr/>
            <p:nvPr/>
          </p:nvSpPr>
          <p:spPr>
            <a:xfrm>
              <a:off x="2196976" y="1588488"/>
              <a:ext cx="149" cy="14"/>
            </a:xfrm>
            <a:custGeom>
              <a:avLst/>
              <a:gdLst/>
              <a:ahLst/>
              <a:cxnLst/>
              <a:rect l="l" t="t" r="r" b="b"/>
              <a:pathLst>
                <a:path w="11" h="1" extrusionOk="0">
                  <a:moveTo>
                    <a:pt x="11"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29" name="Google Shape;6829;p66"/>
            <p:cNvSpPr/>
            <p:nvPr/>
          </p:nvSpPr>
          <p:spPr>
            <a:xfrm>
              <a:off x="2195075" y="1587959"/>
              <a:ext cx="204" cy="68"/>
            </a:xfrm>
            <a:custGeom>
              <a:avLst/>
              <a:gdLst/>
              <a:ahLst/>
              <a:cxnLst/>
              <a:rect l="l" t="t" r="r" b="b"/>
              <a:pathLst>
                <a:path w="15" h="5" extrusionOk="0">
                  <a:moveTo>
                    <a:pt x="14"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30" name="Google Shape;6830;p66"/>
            <p:cNvSpPr/>
            <p:nvPr/>
          </p:nvSpPr>
          <p:spPr>
            <a:xfrm>
              <a:off x="2197356" y="1588529"/>
              <a:ext cx="204" cy="14"/>
            </a:xfrm>
            <a:custGeom>
              <a:avLst/>
              <a:gdLst/>
              <a:ahLst/>
              <a:cxnLst/>
              <a:rect l="l" t="t" r="r" b="b"/>
              <a:pathLst>
                <a:path w="15" h="1" extrusionOk="0">
                  <a:moveTo>
                    <a:pt x="14"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31" name="Google Shape;6831;p66"/>
            <p:cNvSpPr/>
            <p:nvPr/>
          </p:nvSpPr>
          <p:spPr>
            <a:xfrm>
              <a:off x="2196637" y="1588434"/>
              <a:ext cx="163" cy="14"/>
            </a:xfrm>
            <a:custGeom>
              <a:avLst/>
              <a:gdLst/>
              <a:ahLst/>
              <a:cxnLst/>
              <a:rect l="l" t="t" r="r" b="b"/>
              <a:pathLst>
                <a:path w="12" h="1" extrusionOk="0">
                  <a:moveTo>
                    <a:pt x="11"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32" name="Google Shape;6832;p66"/>
            <p:cNvSpPr/>
            <p:nvPr/>
          </p:nvSpPr>
          <p:spPr>
            <a:xfrm>
              <a:off x="2201783" y="1588963"/>
              <a:ext cx="625" cy="54"/>
            </a:xfrm>
            <a:custGeom>
              <a:avLst/>
              <a:gdLst/>
              <a:ahLst/>
              <a:cxnLst/>
              <a:rect l="l" t="t" r="r" b="b"/>
              <a:pathLst>
                <a:path w="46" h="4" extrusionOk="0">
                  <a:moveTo>
                    <a:pt x="46"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33" name="Google Shape;6833;p66"/>
            <p:cNvSpPr/>
            <p:nvPr/>
          </p:nvSpPr>
          <p:spPr>
            <a:xfrm>
              <a:off x="2201117" y="1588909"/>
              <a:ext cx="530" cy="68"/>
            </a:xfrm>
            <a:custGeom>
              <a:avLst/>
              <a:gdLst/>
              <a:ahLst/>
              <a:cxnLst/>
              <a:rect l="l" t="t" r="r" b="b"/>
              <a:pathLst>
                <a:path w="39" h="5" extrusionOk="0">
                  <a:moveTo>
                    <a:pt x="39"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34" name="Google Shape;6834;p66"/>
            <p:cNvSpPr/>
            <p:nvPr/>
          </p:nvSpPr>
          <p:spPr>
            <a:xfrm>
              <a:off x="2199868" y="1588814"/>
              <a:ext cx="394" cy="14"/>
            </a:xfrm>
            <a:custGeom>
              <a:avLst/>
              <a:gdLst/>
              <a:ahLst/>
              <a:cxnLst/>
              <a:rect l="l" t="t" r="r" b="b"/>
              <a:pathLst>
                <a:path w="29" h="1" extrusionOk="0">
                  <a:moveTo>
                    <a:pt x="29"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35" name="Google Shape;6835;p66"/>
            <p:cNvSpPr/>
            <p:nvPr/>
          </p:nvSpPr>
          <p:spPr>
            <a:xfrm>
              <a:off x="2200493" y="1588868"/>
              <a:ext cx="489" cy="54"/>
            </a:xfrm>
            <a:custGeom>
              <a:avLst/>
              <a:gdLst/>
              <a:ahLst/>
              <a:cxnLst/>
              <a:rect l="l" t="t" r="r" b="b"/>
              <a:pathLst>
                <a:path w="36" h="4" extrusionOk="0">
                  <a:moveTo>
                    <a:pt x="36"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36" name="Google Shape;6836;p66"/>
            <p:cNvSpPr/>
            <p:nvPr/>
          </p:nvSpPr>
          <p:spPr>
            <a:xfrm>
              <a:off x="2213799" y="1589154"/>
              <a:ext cx="68" cy="14"/>
            </a:xfrm>
            <a:custGeom>
              <a:avLst/>
              <a:gdLst/>
              <a:ahLst/>
              <a:cxnLst/>
              <a:rect l="l" t="t" r="r" b="b"/>
              <a:pathLst>
                <a:path w="5" h="1" extrusionOk="0">
                  <a:moveTo>
                    <a:pt x="1"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37" name="Google Shape;6837;p66"/>
            <p:cNvSpPr/>
            <p:nvPr/>
          </p:nvSpPr>
          <p:spPr>
            <a:xfrm>
              <a:off x="2328882" y="1660259"/>
              <a:ext cx="54" cy="149"/>
            </a:xfrm>
            <a:custGeom>
              <a:avLst/>
              <a:gdLst/>
              <a:ahLst/>
              <a:cxnLst/>
              <a:rect l="l" t="t" r="r" b="b"/>
              <a:pathLst>
                <a:path w="4" h="11" extrusionOk="0">
                  <a:moveTo>
                    <a:pt x="4" y="11"/>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38" name="Google Shape;6838;p66"/>
            <p:cNvSpPr/>
            <p:nvPr/>
          </p:nvSpPr>
          <p:spPr>
            <a:xfrm>
              <a:off x="2335860" y="1655032"/>
              <a:ext cx="1534" cy="204"/>
            </a:xfrm>
            <a:custGeom>
              <a:avLst/>
              <a:gdLst/>
              <a:ahLst/>
              <a:cxnLst/>
              <a:rect l="l" t="t" r="r" b="b"/>
              <a:pathLst>
                <a:path w="113" h="15" extrusionOk="0">
                  <a:moveTo>
                    <a:pt x="113" y="1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39" name="Google Shape;6839;p66"/>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40" name="Google Shape;6840;p66"/>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41" name="Google Shape;6841;p66"/>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42" name="Google Shape;6842;p66"/>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43" name="Google Shape;6843;p66"/>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44" name="Google Shape;6844;p66"/>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45" name="Google Shape;6845;p66"/>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46" name="Google Shape;6846;p66"/>
            <p:cNvSpPr/>
            <p:nvPr/>
          </p:nvSpPr>
          <p:spPr>
            <a:xfrm>
              <a:off x="2341862" y="1642581"/>
              <a:ext cx="339" cy="339"/>
            </a:xfrm>
            <a:custGeom>
              <a:avLst/>
              <a:gdLst/>
              <a:ahLst/>
              <a:cxnLst/>
              <a:rect l="l" t="t" r="r" b="b"/>
              <a:pathLst>
                <a:path w="25" h="25" extrusionOk="0">
                  <a:moveTo>
                    <a:pt x="25" y="0"/>
                  </a:moveTo>
                  <a:lnTo>
                    <a:pt x="0"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47" name="Google Shape;6847;p66"/>
            <p:cNvSpPr/>
            <p:nvPr/>
          </p:nvSpPr>
          <p:spPr>
            <a:xfrm>
              <a:off x="2337476" y="1655222"/>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48" name="Google Shape;6848;p66"/>
            <p:cNvSpPr/>
            <p:nvPr/>
          </p:nvSpPr>
          <p:spPr>
            <a:xfrm>
              <a:off x="2328692" y="1659023"/>
              <a:ext cx="14" cy="149"/>
            </a:xfrm>
            <a:custGeom>
              <a:avLst/>
              <a:gdLst/>
              <a:ahLst/>
              <a:cxnLst/>
              <a:rect l="l" t="t" r="r" b="b"/>
              <a:pathLst>
                <a:path w="1" h="11" extrusionOk="0">
                  <a:moveTo>
                    <a:pt x="0" y="0"/>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49" name="Google Shape;6849;p66"/>
            <p:cNvSpPr/>
            <p:nvPr/>
          </p:nvSpPr>
          <p:spPr>
            <a:xfrm>
              <a:off x="2328787" y="1659594"/>
              <a:ext cx="14" cy="204"/>
            </a:xfrm>
            <a:custGeom>
              <a:avLst/>
              <a:gdLst/>
              <a:ahLst/>
              <a:cxnLst/>
              <a:rect l="l" t="t" r="r" b="b"/>
              <a:pathLst>
                <a:path w="1" h="15" extrusionOk="0">
                  <a:moveTo>
                    <a:pt x="0" y="0"/>
                  </a:moveTo>
                  <a:lnTo>
                    <a:pt x="0"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50" name="Google Shape;6850;p66"/>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51" name="Google Shape;6851;p66"/>
            <p:cNvSpPr/>
            <p:nvPr/>
          </p:nvSpPr>
          <p:spPr>
            <a:xfrm>
              <a:off x="2328827" y="1659919"/>
              <a:ext cx="68" cy="163"/>
            </a:xfrm>
            <a:custGeom>
              <a:avLst/>
              <a:gdLst/>
              <a:ahLst/>
              <a:cxnLst/>
              <a:rect l="l" t="t" r="r" b="b"/>
              <a:pathLst>
                <a:path w="5" h="12" extrusionOk="0">
                  <a:moveTo>
                    <a:pt x="1" y="1"/>
                  </a:moveTo>
                  <a:lnTo>
                    <a:pt x="4"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52" name="Google Shape;6852;p66"/>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53" name="Google Shape;6853;p66"/>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54" name="Google Shape;6854;p66"/>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55" name="Google Shape;6855;p66"/>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56" name="Google Shape;6856;p66"/>
            <p:cNvSpPr/>
            <p:nvPr/>
          </p:nvSpPr>
          <p:spPr>
            <a:xfrm>
              <a:off x="2283438" y="1594327"/>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57" name="Google Shape;6857;p66"/>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58" name="Google Shape;6858;p66"/>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59" name="Google Shape;6859;p66"/>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60" name="Google Shape;6860;p66"/>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61" name="Google Shape;6861;p66"/>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62" name="Google Shape;6862;p66"/>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63" name="Google Shape;6863;p66"/>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64" name="Google Shape;6864;p66"/>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65" name="Google Shape;6865;p66"/>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66" name="Google Shape;6866;p66"/>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67" name="Google Shape;6867;p66"/>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68" name="Google Shape;6868;p66"/>
            <p:cNvSpPr/>
            <p:nvPr/>
          </p:nvSpPr>
          <p:spPr>
            <a:xfrm>
              <a:off x="2211667" y="1583302"/>
              <a:ext cx="109" cy="14"/>
            </a:xfrm>
            <a:custGeom>
              <a:avLst/>
              <a:gdLst/>
              <a:ahLst/>
              <a:cxnLst/>
              <a:rect l="l" t="t" r="r" b="b"/>
              <a:pathLst>
                <a:path w="8" h="1" extrusionOk="0">
                  <a:moveTo>
                    <a:pt x="0" y="1"/>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69" name="Google Shape;6869;p66"/>
            <p:cNvSpPr/>
            <p:nvPr/>
          </p:nvSpPr>
          <p:spPr>
            <a:xfrm>
              <a:off x="2211898" y="1583356"/>
              <a:ext cx="109" cy="14"/>
            </a:xfrm>
            <a:custGeom>
              <a:avLst/>
              <a:gdLst/>
              <a:ahLst/>
              <a:cxnLst/>
              <a:rect l="l" t="t" r="r" b="b"/>
              <a:pathLst>
                <a:path w="8" h="1" extrusionOk="0">
                  <a:moveTo>
                    <a:pt x="1" y="0"/>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70" name="Google Shape;6870;p66"/>
            <p:cNvSpPr/>
            <p:nvPr/>
          </p:nvSpPr>
          <p:spPr>
            <a:xfrm>
              <a:off x="2211382" y="1583302"/>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71" name="Google Shape;6871;p66"/>
            <p:cNvSpPr/>
            <p:nvPr/>
          </p:nvSpPr>
          <p:spPr>
            <a:xfrm>
              <a:off x="2211477" y="1583302"/>
              <a:ext cx="109" cy="14"/>
            </a:xfrm>
            <a:custGeom>
              <a:avLst/>
              <a:gdLst/>
              <a:ahLst/>
              <a:cxnLst/>
              <a:rect l="l" t="t" r="r" b="b"/>
              <a:pathLst>
                <a:path w="8" h="1" extrusionOk="0">
                  <a:moveTo>
                    <a:pt x="0" y="1"/>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72" name="Google Shape;6872;p66"/>
            <p:cNvSpPr/>
            <p:nvPr/>
          </p:nvSpPr>
          <p:spPr>
            <a:xfrm>
              <a:off x="2212753" y="1583736"/>
              <a:ext cx="109" cy="54"/>
            </a:xfrm>
            <a:custGeom>
              <a:avLst/>
              <a:gdLst/>
              <a:ahLst/>
              <a:cxnLst/>
              <a:rect l="l" t="t" r="r" b="b"/>
              <a:pathLst>
                <a:path w="8" h="4" extrusionOk="0">
                  <a:moveTo>
                    <a:pt x="1" y="0"/>
                  </a:moveTo>
                  <a:lnTo>
                    <a:pt x="8"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73" name="Google Shape;6873;p66"/>
            <p:cNvSpPr/>
            <p:nvPr/>
          </p:nvSpPr>
          <p:spPr>
            <a:xfrm>
              <a:off x="2212427" y="1583546"/>
              <a:ext cx="109" cy="54"/>
            </a:xfrm>
            <a:custGeom>
              <a:avLst/>
              <a:gdLst/>
              <a:ahLst/>
              <a:cxnLst/>
              <a:rect l="l" t="t" r="r" b="b"/>
              <a:pathLst>
                <a:path w="8" h="4" extrusionOk="0">
                  <a:moveTo>
                    <a:pt x="0" y="0"/>
                  </a:moveTo>
                  <a:lnTo>
                    <a:pt x="7"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74" name="Google Shape;6874;p66"/>
            <p:cNvSpPr/>
            <p:nvPr/>
          </p:nvSpPr>
          <p:spPr>
            <a:xfrm>
              <a:off x="2212142" y="1583451"/>
              <a:ext cx="109" cy="14"/>
            </a:xfrm>
            <a:custGeom>
              <a:avLst/>
              <a:gdLst/>
              <a:ahLst/>
              <a:cxnLst/>
              <a:rect l="l" t="t" r="r" b="b"/>
              <a:pathLst>
                <a:path w="8" h="1" extrusionOk="0">
                  <a:moveTo>
                    <a:pt x="0" y="0"/>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75" name="Google Shape;6875;p66"/>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76" name="Google Shape;6876;p66"/>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77" name="Google Shape;6877;p66"/>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78" name="Google Shape;6878;p66"/>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79" name="Google Shape;6879;p66"/>
            <p:cNvSpPr/>
            <p:nvPr/>
          </p:nvSpPr>
          <p:spPr>
            <a:xfrm>
              <a:off x="2204824" y="1581116"/>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80" name="Google Shape;6880;p66"/>
            <p:cNvSpPr/>
            <p:nvPr/>
          </p:nvSpPr>
          <p:spPr>
            <a:xfrm>
              <a:off x="2205720" y="1581265"/>
              <a:ext cx="14" cy="0"/>
            </a:xfrm>
            <a:custGeom>
              <a:avLst/>
              <a:gdLst/>
              <a:ahLst/>
              <a:cxnLst/>
              <a:rect l="l" t="t" r="r" b="b"/>
              <a:pathLst>
                <a:path w="1" extrusionOk="0">
                  <a:moveTo>
                    <a:pt x="1"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81" name="Google Shape;6881;p66"/>
            <p:cNvSpPr/>
            <p:nvPr/>
          </p:nvSpPr>
          <p:spPr>
            <a:xfrm>
              <a:off x="2205530" y="1581211"/>
              <a:ext cx="109" cy="14"/>
            </a:xfrm>
            <a:custGeom>
              <a:avLst/>
              <a:gdLst/>
              <a:ahLst/>
              <a:cxnLst/>
              <a:rect l="l" t="t" r="r" b="b"/>
              <a:pathLst>
                <a:path w="8" h="1" extrusionOk="0">
                  <a:moveTo>
                    <a:pt x="1" y="1"/>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82" name="Google Shape;6882;p66"/>
            <p:cNvSpPr/>
            <p:nvPr/>
          </p:nvSpPr>
          <p:spPr>
            <a:xfrm>
              <a:off x="2205055" y="1581156"/>
              <a:ext cx="163" cy="14"/>
            </a:xfrm>
            <a:custGeom>
              <a:avLst/>
              <a:gdLst/>
              <a:ahLst/>
              <a:cxnLst/>
              <a:rect l="l" t="t" r="r" b="b"/>
              <a:pathLst>
                <a:path w="12" h="1" extrusionOk="0">
                  <a:moveTo>
                    <a:pt x="1" y="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83" name="Google Shape;6883;p66"/>
            <p:cNvSpPr/>
            <p:nvPr/>
          </p:nvSpPr>
          <p:spPr>
            <a:xfrm>
              <a:off x="2205299" y="1581156"/>
              <a:ext cx="149" cy="14"/>
            </a:xfrm>
            <a:custGeom>
              <a:avLst/>
              <a:gdLst/>
              <a:ahLst/>
              <a:cxnLst/>
              <a:rect l="l" t="t" r="r" b="b"/>
              <a:pathLst>
                <a:path w="11" h="1" extrusionOk="0">
                  <a:moveTo>
                    <a:pt x="0" y="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84" name="Google Shape;6884;p66"/>
            <p:cNvSpPr/>
            <p:nvPr/>
          </p:nvSpPr>
          <p:spPr>
            <a:xfrm>
              <a:off x="2213894" y="1589154"/>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85" name="Google Shape;6885;p66"/>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86" name="Google Shape;6886;p66"/>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87" name="Google Shape;6887;p66"/>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88" name="Google Shape;6888;p66"/>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89" name="Google Shape;6889;p66"/>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90" name="Google Shape;6890;p66"/>
            <p:cNvSpPr/>
            <p:nvPr/>
          </p:nvSpPr>
          <p:spPr>
            <a:xfrm>
              <a:off x="2257002" y="1519610"/>
              <a:ext cx="109" cy="149"/>
            </a:xfrm>
            <a:custGeom>
              <a:avLst/>
              <a:gdLst/>
              <a:ahLst/>
              <a:cxnLst/>
              <a:rect l="l" t="t" r="r" b="b"/>
              <a:pathLst>
                <a:path w="8" h="11" extrusionOk="0">
                  <a:moveTo>
                    <a:pt x="1" y="11"/>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91" name="Google Shape;6891;p66"/>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92" name="Google Shape;6892;p66"/>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93" name="Google Shape;6893;p66"/>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94" name="Google Shape;6894;p66"/>
            <p:cNvSpPr/>
            <p:nvPr/>
          </p:nvSpPr>
          <p:spPr>
            <a:xfrm>
              <a:off x="2256581" y="1520126"/>
              <a:ext cx="54" cy="109"/>
            </a:xfrm>
            <a:custGeom>
              <a:avLst/>
              <a:gdLst/>
              <a:ahLst/>
              <a:cxnLst/>
              <a:rect l="l" t="t" r="r" b="b"/>
              <a:pathLst>
                <a:path w="4" h="8" extrusionOk="0">
                  <a:moveTo>
                    <a:pt x="0" y="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95" name="Google Shape;6895;p66"/>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96" name="Google Shape;6896;p66"/>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97" name="Google Shape;6897;p66"/>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98" name="Google Shape;6898;p66"/>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899" name="Google Shape;6899;p66"/>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00" name="Google Shape;6900;p66"/>
            <p:cNvSpPr/>
            <p:nvPr/>
          </p:nvSpPr>
          <p:spPr>
            <a:xfrm>
              <a:off x="2254681" y="1537002"/>
              <a:ext cx="54" cy="109"/>
            </a:xfrm>
            <a:custGeom>
              <a:avLst/>
              <a:gdLst/>
              <a:ahLst/>
              <a:cxnLst/>
              <a:rect l="l" t="t" r="r" b="b"/>
              <a:pathLst>
                <a:path w="4" h="8" extrusionOk="0">
                  <a:moveTo>
                    <a:pt x="0" y="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01" name="Google Shape;6901;p66"/>
            <p:cNvSpPr/>
            <p:nvPr/>
          </p:nvSpPr>
          <p:spPr>
            <a:xfrm>
              <a:off x="2253961" y="1538048"/>
              <a:ext cx="68" cy="68"/>
            </a:xfrm>
            <a:custGeom>
              <a:avLst/>
              <a:gdLst/>
              <a:ahLst/>
              <a:cxnLst/>
              <a:rect l="l" t="t" r="r" b="b"/>
              <a:pathLst>
                <a:path w="5" h="5" extrusionOk="0">
                  <a:moveTo>
                    <a:pt x="1" y="4"/>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02" name="Google Shape;6902;p66"/>
            <p:cNvSpPr/>
            <p:nvPr/>
          </p:nvSpPr>
          <p:spPr>
            <a:xfrm>
              <a:off x="2254110" y="1537858"/>
              <a:ext cx="109" cy="68"/>
            </a:xfrm>
            <a:custGeom>
              <a:avLst/>
              <a:gdLst/>
              <a:ahLst/>
              <a:cxnLst/>
              <a:rect l="l" t="t" r="r" b="b"/>
              <a:pathLst>
                <a:path w="8" h="5" extrusionOk="0">
                  <a:moveTo>
                    <a:pt x="0" y="4"/>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03" name="Google Shape;6903;p66"/>
            <p:cNvSpPr/>
            <p:nvPr/>
          </p:nvSpPr>
          <p:spPr>
            <a:xfrm>
              <a:off x="2253825" y="1538238"/>
              <a:ext cx="54" cy="68"/>
            </a:xfrm>
            <a:custGeom>
              <a:avLst/>
              <a:gdLst/>
              <a:ahLst/>
              <a:cxnLst/>
              <a:rect l="l" t="t" r="r" b="b"/>
              <a:pathLst>
                <a:path w="4" h="5" extrusionOk="0">
                  <a:moveTo>
                    <a:pt x="0" y="4"/>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04" name="Google Shape;6904;p66"/>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05" name="Google Shape;6905;p66"/>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06" name="Google Shape;6906;p66"/>
            <p:cNvSpPr/>
            <p:nvPr/>
          </p:nvSpPr>
          <p:spPr>
            <a:xfrm>
              <a:off x="2254300" y="1537668"/>
              <a:ext cx="54" cy="68"/>
            </a:xfrm>
            <a:custGeom>
              <a:avLst/>
              <a:gdLst/>
              <a:ahLst/>
              <a:cxnLst/>
              <a:rect l="l" t="t" r="r" b="b"/>
              <a:pathLst>
                <a:path w="4" h="5" extrusionOk="0">
                  <a:moveTo>
                    <a:pt x="0" y="4"/>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07" name="Google Shape;6907;p66"/>
            <p:cNvSpPr/>
            <p:nvPr/>
          </p:nvSpPr>
          <p:spPr>
            <a:xfrm>
              <a:off x="2252820" y="1539378"/>
              <a:ext cx="14" cy="68"/>
            </a:xfrm>
            <a:custGeom>
              <a:avLst/>
              <a:gdLst/>
              <a:ahLst/>
              <a:cxnLst/>
              <a:rect l="l" t="t" r="r" b="b"/>
              <a:pathLst>
                <a:path w="1" h="5" extrusionOk="0">
                  <a:moveTo>
                    <a:pt x="1"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08" name="Google Shape;6908;p66"/>
            <p:cNvSpPr/>
            <p:nvPr/>
          </p:nvSpPr>
          <p:spPr>
            <a:xfrm>
              <a:off x="2254531" y="1534721"/>
              <a:ext cx="68" cy="163"/>
            </a:xfrm>
            <a:custGeom>
              <a:avLst/>
              <a:gdLst/>
              <a:ahLst/>
              <a:cxnLst/>
              <a:rect l="l" t="t" r="r" b="b"/>
              <a:pathLst>
                <a:path w="5" h="12" extrusionOk="0">
                  <a:moveTo>
                    <a:pt x="4"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09" name="Google Shape;6909;p66"/>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10" name="Google Shape;6910;p66"/>
            <p:cNvSpPr/>
            <p:nvPr/>
          </p:nvSpPr>
          <p:spPr>
            <a:xfrm>
              <a:off x="2254436" y="1537437"/>
              <a:ext cx="68" cy="109"/>
            </a:xfrm>
            <a:custGeom>
              <a:avLst/>
              <a:gdLst/>
              <a:ahLst/>
              <a:cxnLst/>
              <a:rect l="l" t="t" r="r" b="b"/>
              <a:pathLst>
                <a:path w="5" h="8" extrusionOk="0">
                  <a:moveTo>
                    <a:pt x="1" y="7"/>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11" name="Google Shape;6911;p66"/>
            <p:cNvSpPr/>
            <p:nvPr/>
          </p:nvSpPr>
          <p:spPr>
            <a:xfrm>
              <a:off x="2254871" y="1535767"/>
              <a:ext cx="14" cy="163"/>
            </a:xfrm>
            <a:custGeom>
              <a:avLst/>
              <a:gdLst/>
              <a:ahLst/>
              <a:cxnLst/>
              <a:rect l="l" t="t" r="r" b="b"/>
              <a:pathLst>
                <a:path w="1" h="12" extrusionOk="0">
                  <a:moveTo>
                    <a:pt x="0" y="1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12" name="Google Shape;6912;p66"/>
            <p:cNvSpPr/>
            <p:nvPr/>
          </p:nvSpPr>
          <p:spPr>
            <a:xfrm>
              <a:off x="2254681" y="1535102"/>
              <a:ext cx="54" cy="163"/>
            </a:xfrm>
            <a:custGeom>
              <a:avLst/>
              <a:gdLst/>
              <a:ahLst/>
              <a:cxnLst/>
              <a:rect l="l" t="t" r="r" b="b"/>
              <a:pathLst>
                <a:path w="4" h="12" extrusionOk="0">
                  <a:moveTo>
                    <a:pt x="4" y="1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13" name="Google Shape;6913;p66"/>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14" name="Google Shape;6914;p66"/>
            <p:cNvSpPr/>
            <p:nvPr/>
          </p:nvSpPr>
          <p:spPr>
            <a:xfrm>
              <a:off x="2254531" y="1537192"/>
              <a:ext cx="109" cy="109"/>
            </a:xfrm>
            <a:custGeom>
              <a:avLst/>
              <a:gdLst/>
              <a:ahLst/>
              <a:cxnLst/>
              <a:rect l="l" t="t" r="r" b="b"/>
              <a:pathLst>
                <a:path w="8" h="8" extrusionOk="0">
                  <a:moveTo>
                    <a:pt x="1" y="8"/>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15" name="Google Shape;6915;p66"/>
            <p:cNvSpPr/>
            <p:nvPr/>
          </p:nvSpPr>
          <p:spPr>
            <a:xfrm>
              <a:off x="2254776" y="1536717"/>
              <a:ext cx="54" cy="109"/>
            </a:xfrm>
            <a:custGeom>
              <a:avLst/>
              <a:gdLst/>
              <a:ahLst/>
              <a:cxnLst/>
              <a:rect l="l" t="t" r="r" b="b"/>
              <a:pathLst>
                <a:path w="4" h="8" extrusionOk="0">
                  <a:moveTo>
                    <a:pt x="0" y="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16" name="Google Shape;6916;p66"/>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17" name="Google Shape;6917;p66"/>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18" name="Google Shape;6918;p66"/>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19" name="Google Shape;6919;p66"/>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20" name="Google Shape;6920;p66"/>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21" name="Google Shape;6921;p66"/>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22" name="Google Shape;6922;p66"/>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23" name="Google Shape;6923;p66"/>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24" name="Google Shape;6924;p66"/>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25" name="Google Shape;6925;p66"/>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26" name="Google Shape;6926;p66"/>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27" name="Google Shape;6927;p66"/>
            <p:cNvSpPr/>
            <p:nvPr/>
          </p:nvSpPr>
          <p:spPr>
            <a:xfrm>
              <a:off x="2906265" y="1635629"/>
              <a:ext cx="339" cy="109"/>
            </a:xfrm>
            <a:custGeom>
              <a:avLst/>
              <a:gdLst/>
              <a:ahLst/>
              <a:cxnLst/>
              <a:rect l="l" t="t" r="r" b="b"/>
              <a:pathLst>
                <a:path w="25" h="8" extrusionOk="0">
                  <a:moveTo>
                    <a:pt x="0" y="1"/>
                  </a:moveTo>
                  <a:lnTo>
                    <a:pt x="0" y="1"/>
                  </a:lnTo>
                  <a:lnTo>
                    <a:pt x="25"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28" name="Google Shape;6928;p66"/>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29" name="Google Shape;6929;p66"/>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30" name="Google Shape;6930;p66"/>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31" name="Google Shape;6931;p66"/>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32" name="Google Shape;6932;p66"/>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33" name="Google Shape;6933;p66"/>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34" name="Google Shape;6934;p66"/>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35" name="Google Shape;6935;p66"/>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36" name="Google Shape;6936;p66"/>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37" name="Google Shape;6937;p66"/>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38" name="Google Shape;6938;p66"/>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39" name="Google Shape;6939;p66"/>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40" name="Google Shape;6940;p66"/>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41" name="Google Shape;6941;p66"/>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42" name="Google Shape;6942;p66"/>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43" name="Google Shape;6943;p66"/>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44" name="Google Shape;6944;p66"/>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45" name="Google Shape;6945;p66"/>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46" name="Google Shape;6946;p66"/>
            <p:cNvSpPr/>
            <p:nvPr/>
          </p:nvSpPr>
          <p:spPr>
            <a:xfrm>
              <a:off x="2961824" y="1601129"/>
              <a:ext cx="339" cy="109"/>
            </a:xfrm>
            <a:custGeom>
              <a:avLst/>
              <a:gdLst/>
              <a:ahLst/>
              <a:cxnLst/>
              <a:rect l="l" t="t" r="r" b="b"/>
              <a:pathLst>
                <a:path w="25" h="8" extrusionOk="0">
                  <a:moveTo>
                    <a:pt x="25"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47" name="Google Shape;6947;p66"/>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48" name="Google Shape;6948;p66"/>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49" name="Google Shape;6949;p66"/>
            <p:cNvSpPr/>
            <p:nvPr/>
          </p:nvSpPr>
          <p:spPr>
            <a:xfrm>
              <a:off x="2962829" y="1601509"/>
              <a:ext cx="54" cy="14"/>
            </a:xfrm>
            <a:custGeom>
              <a:avLst/>
              <a:gdLst/>
              <a:ahLst/>
              <a:cxnLst/>
              <a:rect l="l" t="t" r="r" b="b"/>
              <a:pathLst>
                <a:path w="4" h="1" extrusionOk="0">
                  <a:moveTo>
                    <a:pt x="4"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50" name="Google Shape;6950;p66"/>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51" name="Google Shape;6951;p66"/>
            <p:cNvSpPr/>
            <p:nvPr/>
          </p:nvSpPr>
          <p:spPr>
            <a:xfrm>
              <a:off x="2998429" y="1641250"/>
              <a:ext cx="149" cy="54"/>
            </a:xfrm>
            <a:custGeom>
              <a:avLst/>
              <a:gdLst/>
              <a:ahLst/>
              <a:cxnLst/>
              <a:rect l="l" t="t" r="r" b="b"/>
              <a:pathLst>
                <a:path w="11" h="4" extrusionOk="0">
                  <a:moveTo>
                    <a:pt x="11" y="4"/>
                  </a:moveTo>
                  <a:lnTo>
                    <a:pt x="11" y="4"/>
                  </a:ln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52" name="Google Shape;6952;p66"/>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53" name="Google Shape;6953;p66"/>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54" name="Google Shape;6954;p66"/>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55" name="Google Shape;6955;p66"/>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56" name="Google Shape;6956;p66"/>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57" name="Google Shape;6957;p66"/>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58" name="Google Shape;6958;p66"/>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59" name="Google Shape;6959;p66"/>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60" name="Google Shape;6960;p66"/>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61" name="Google Shape;6961;p66"/>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62" name="Google Shape;6962;p66"/>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63" name="Google Shape;6963;p66"/>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64" name="Google Shape;6964;p66"/>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65" name="Google Shape;6965;p66"/>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66" name="Google Shape;6966;p66"/>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67" name="Google Shape;6967;p66"/>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68" name="Google Shape;6968;p66"/>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69" name="Google Shape;6969;p66"/>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70" name="Google Shape;6970;p66"/>
            <p:cNvSpPr/>
            <p:nvPr/>
          </p:nvSpPr>
          <p:spPr>
            <a:xfrm>
              <a:off x="2593969" y="1594707"/>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71" name="Google Shape;6971;p66"/>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72" name="Google Shape;6972;p66"/>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73" name="Google Shape;6973;p66"/>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74" name="Google Shape;6974;p66"/>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75" name="Google Shape;6975;p66"/>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76" name="Google Shape;6976;p66"/>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77" name="Google Shape;6977;p66"/>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78" name="Google Shape;6978;p66"/>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79" name="Google Shape;6979;p66"/>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80" name="Google Shape;6980;p66"/>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81" name="Google Shape;6981;p66"/>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82" name="Google Shape;6982;p66"/>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83" name="Google Shape;6983;p66"/>
            <p:cNvSpPr/>
            <p:nvPr/>
          </p:nvSpPr>
          <p:spPr>
            <a:xfrm>
              <a:off x="2601667" y="1598318"/>
              <a:ext cx="204" cy="109"/>
            </a:xfrm>
            <a:custGeom>
              <a:avLst/>
              <a:gdLst/>
              <a:ahLst/>
              <a:cxnLst/>
              <a:rect l="l" t="t" r="r" b="b"/>
              <a:pathLst>
                <a:path w="15" h="8" extrusionOk="0">
                  <a:moveTo>
                    <a:pt x="1" y="8"/>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84" name="Google Shape;6984;p66"/>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85" name="Google Shape;6985;p66"/>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86" name="Google Shape;6986;p66"/>
            <p:cNvSpPr/>
            <p:nvPr/>
          </p:nvSpPr>
          <p:spPr>
            <a:xfrm>
              <a:off x="2501370" y="1605066"/>
              <a:ext cx="733" cy="109"/>
            </a:xfrm>
            <a:custGeom>
              <a:avLst/>
              <a:gdLst/>
              <a:ahLst/>
              <a:cxnLst/>
              <a:rect l="l" t="t" r="r" b="b"/>
              <a:pathLst>
                <a:path w="54" h="8" extrusionOk="0">
                  <a:moveTo>
                    <a:pt x="1" y="8"/>
                  </a:moveTo>
                  <a:lnTo>
                    <a:pt x="53"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87" name="Google Shape;6987;p66"/>
            <p:cNvSpPr/>
            <p:nvPr/>
          </p:nvSpPr>
          <p:spPr>
            <a:xfrm>
              <a:off x="2590398" y="1593240"/>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88" name="Google Shape;6988;p66"/>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89" name="Google Shape;6989;p66"/>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90" name="Google Shape;6990;p66"/>
            <p:cNvSpPr/>
            <p:nvPr/>
          </p:nvSpPr>
          <p:spPr>
            <a:xfrm>
              <a:off x="2142218" y="2087909"/>
              <a:ext cx="584" cy="339"/>
            </a:xfrm>
            <a:custGeom>
              <a:avLst/>
              <a:gdLst/>
              <a:ahLst/>
              <a:cxnLst/>
              <a:rect l="l" t="t" r="r" b="b"/>
              <a:pathLst>
                <a:path w="43" h="25" extrusionOk="0">
                  <a:moveTo>
                    <a:pt x="42" y="0"/>
                  </a:moveTo>
                  <a:lnTo>
                    <a:pt x="0"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91" name="Google Shape;6991;p66"/>
            <p:cNvSpPr/>
            <p:nvPr/>
          </p:nvSpPr>
          <p:spPr>
            <a:xfrm>
              <a:off x="2143834" y="2087244"/>
              <a:ext cx="339" cy="109"/>
            </a:xfrm>
            <a:custGeom>
              <a:avLst/>
              <a:gdLst/>
              <a:ahLst/>
              <a:cxnLst/>
              <a:rect l="l" t="t" r="r" b="b"/>
              <a:pathLst>
                <a:path w="25" h="8" extrusionOk="0">
                  <a:moveTo>
                    <a:pt x="25"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92" name="Google Shape;6992;p66"/>
            <p:cNvSpPr/>
            <p:nvPr/>
          </p:nvSpPr>
          <p:spPr>
            <a:xfrm>
              <a:off x="2143399" y="2087380"/>
              <a:ext cx="448" cy="204"/>
            </a:xfrm>
            <a:custGeom>
              <a:avLst/>
              <a:gdLst/>
              <a:ahLst/>
              <a:cxnLst/>
              <a:rect l="l" t="t" r="r" b="b"/>
              <a:pathLst>
                <a:path w="33" h="15" extrusionOk="0">
                  <a:moveTo>
                    <a:pt x="32" y="1"/>
                  </a:moveTo>
                  <a:lnTo>
                    <a:pt x="1"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93" name="Google Shape;6993;p66"/>
            <p:cNvSpPr/>
            <p:nvPr/>
          </p:nvSpPr>
          <p:spPr>
            <a:xfrm>
              <a:off x="2141553" y="2088235"/>
              <a:ext cx="679" cy="448"/>
            </a:xfrm>
            <a:custGeom>
              <a:avLst/>
              <a:gdLst/>
              <a:ahLst/>
              <a:cxnLst/>
              <a:rect l="l" t="t" r="r" b="b"/>
              <a:pathLst>
                <a:path w="50" h="33" extrusionOk="0">
                  <a:moveTo>
                    <a:pt x="49" y="1"/>
                  </a:moveTo>
                  <a:lnTo>
                    <a:pt x="0" y="33"/>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94" name="Google Shape;6994;p66"/>
            <p:cNvSpPr/>
            <p:nvPr/>
          </p:nvSpPr>
          <p:spPr>
            <a:xfrm>
              <a:off x="2142829" y="2087624"/>
              <a:ext cx="489" cy="244"/>
            </a:xfrm>
            <a:custGeom>
              <a:avLst/>
              <a:gdLst/>
              <a:ahLst/>
              <a:cxnLst/>
              <a:rect l="l" t="t" r="r" b="b"/>
              <a:pathLst>
                <a:path w="36" h="18" extrusionOk="0">
                  <a:moveTo>
                    <a:pt x="36" y="0"/>
                  </a:moveTo>
                  <a:lnTo>
                    <a:pt x="1"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95" name="Google Shape;6995;p66"/>
            <p:cNvSpPr/>
            <p:nvPr/>
          </p:nvSpPr>
          <p:spPr>
            <a:xfrm>
              <a:off x="2144214" y="2087095"/>
              <a:ext cx="299" cy="109"/>
            </a:xfrm>
            <a:custGeom>
              <a:avLst/>
              <a:gdLst/>
              <a:ahLst/>
              <a:cxnLst/>
              <a:rect l="l" t="t" r="r" b="b"/>
              <a:pathLst>
                <a:path w="22" h="8" extrusionOk="0">
                  <a:moveTo>
                    <a:pt x="22"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96" name="Google Shape;6996;p66"/>
            <p:cNvSpPr/>
            <p:nvPr/>
          </p:nvSpPr>
          <p:spPr>
            <a:xfrm>
              <a:off x="2144554" y="2087054"/>
              <a:ext cx="244" cy="54"/>
            </a:xfrm>
            <a:custGeom>
              <a:avLst/>
              <a:gdLst/>
              <a:ahLst/>
              <a:cxnLst/>
              <a:rect l="l" t="t" r="r" b="b"/>
              <a:pathLst>
                <a:path w="18" h="4" extrusionOk="0">
                  <a:moveTo>
                    <a:pt x="18"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97" name="Google Shape;6997;p66"/>
            <p:cNvSpPr/>
            <p:nvPr/>
          </p:nvSpPr>
          <p:spPr>
            <a:xfrm>
              <a:off x="2144839" y="2087000"/>
              <a:ext cx="190" cy="68"/>
            </a:xfrm>
            <a:custGeom>
              <a:avLst/>
              <a:gdLst/>
              <a:ahLst/>
              <a:cxnLst/>
              <a:rect l="l" t="t" r="r" b="b"/>
              <a:pathLst>
                <a:path w="14" h="5" extrusionOk="0">
                  <a:moveTo>
                    <a:pt x="14"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98" name="Google Shape;6998;p66"/>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6999" name="Google Shape;6999;p66"/>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00" name="Google Shape;7000;p66"/>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01" name="Google Shape;7001;p66"/>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02" name="Google Shape;7002;p66"/>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03" name="Google Shape;7003;p66"/>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04" name="Google Shape;7004;p66"/>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05" name="Google Shape;7005;p66"/>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06" name="Google Shape;7006;p66"/>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07" name="Google Shape;7007;p66"/>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08" name="Google Shape;7008;p66"/>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09" name="Google Shape;7009;p66"/>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10" name="Google Shape;7010;p66"/>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11" name="Google Shape;7011;p66"/>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12" name="Google Shape;7012;p66"/>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13" name="Google Shape;7013;p66"/>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14" name="Google Shape;7014;p66"/>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15" name="Google Shape;7015;p66"/>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16" name="Google Shape;7016;p66"/>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17" name="Google Shape;7017;p66"/>
            <p:cNvSpPr/>
            <p:nvPr/>
          </p:nvSpPr>
          <p:spPr>
            <a:xfrm>
              <a:off x="2257057" y="2062194"/>
              <a:ext cx="14" cy="68"/>
            </a:xfrm>
            <a:custGeom>
              <a:avLst/>
              <a:gdLst/>
              <a:ahLst/>
              <a:cxnLst/>
              <a:rect l="l" t="t" r="r" b="b"/>
              <a:pathLst>
                <a:path w="1" h="5" extrusionOk="0">
                  <a:moveTo>
                    <a:pt x="1"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18" name="Google Shape;7018;p66"/>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19" name="Google Shape;7019;p66"/>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20" name="Google Shape;7020;p66"/>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21" name="Google Shape;7021;p66"/>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22" name="Google Shape;7022;p66"/>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23" name="Google Shape;7023;p66"/>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24" name="Google Shape;7024;p66"/>
            <p:cNvSpPr/>
            <p:nvPr/>
          </p:nvSpPr>
          <p:spPr>
            <a:xfrm>
              <a:off x="2183955" y="2018651"/>
              <a:ext cx="14" cy="299"/>
            </a:xfrm>
            <a:custGeom>
              <a:avLst/>
              <a:gdLst/>
              <a:ahLst/>
              <a:cxnLst/>
              <a:rect l="l" t="t" r="r" b="b"/>
              <a:pathLst>
                <a:path w="1" h="22" extrusionOk="0">
                  <a:moveTo>
                    <a:pt x="0" y="1"/>
                  </a:moveTo>
                  <a:lnTo>
                    <a:pt x="0"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25" name="Google Shape;7025;p66"/>
            <p:cNvSpPr/>
            <p:nvPr/>
          </p:nvSpPr>
          <p:spPr>
            <a:xfrm>
              <a:off x="2139218" y="2081542"/>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26" name="Google Shape;7026;p66"/>
            <p:cNvSpPr/>
            <p:nvPr/>
          </p:nvSpPr>
          <p:spPr>
            <a:xfrm>
              <a:off x="2144404" y="2078500"/>
              <a:ext cx="109" cy="54"/>
            </a:xfrm>
            <a:custGeom>
              <a:avLst/>
              <a:gdLst/>
              <a:ahLst/>
              <a:cxnLst/>
              <a:rect l="l" t="t" r="r" b="b"/>
              <a:pathLst>
                <a:path w="8" h="4" extrusionOk="0">
                  <a:moveTo>
                    <a:pt x="1" y="4"/>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27" name="Google Shape;7027;p66"/>
            <p:cNvSpPr/>
            <p:nvPr/>
          </p:nvSpPr>
          <p:spPr>
            <a:xfrm>
              <a:off x="2143644" y="2078785"/>
              <a:ext cx="204" cy="109"/>
            </a:xfrm>
            <a:custGeom>
              <a:avLst/>
              <a:gdLst/>
              <a:ahLst/>
              <a:cxnLst/>
              <a:rect l="l" t="t" r="r" b="b"/>
              <a:pathLst>
                <a:path w="15" h="8" extrusionOk="0">
                  <a:moveTo>
                    <a:pt x="0" y="7"/>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28" name="Google Shape;7028;p66"/>
            <p:cNvSpPr/>
            <p:nvPr/>
          </p:nvSpPr>
          <p:spPr>
            <a:xfrm>
              <a:off x="2182910" y="2023783"/>
              <a:ext cx="149" cy="299"/>
            </a:xfrm>
            <a:custGeom>
              <a:avLst/>
              <a:gdLst/>
              <a:ahLst/>
              <a:cxnLst/>
              <a:rect l="l" t="t" r="r" b="b"/>
              <a:pathLst>
                <a:path w="11" h="22" extrusionOk="0">
                  <a:moveTo>
                    <a:pt x="0" y="22"/>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29" name="Google Shape;7029;p66"/>
            <p:cNvSpPr/>
            <p:nvPr/>
          </p:nvSpPr>
          <p:spPr>
            <a:xfrm>
              <a:off x="2143929" y="2078690"/>
              <a:ext cx="149" cy="54"/>
            </a:xfrm>
            <a:custGeom>
              <a:avLst/>
              <a:gdLst/>
              <a:ahLst/>
              <a:cxnLst/>
              <a:rect l="l" t="t" r="r" b="b"/>
              <a:pathLst>
                <a:path w="11" h="4" extrusionOk="0">
                  <a:moveTo>
                    <a:pt x="0" y="4"/>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30" name="Google Shape;7030;p66"/>
            <p:cNvSpPr/>
            <p:nvPr/>
          </p:nvSpPr>
          <p:spPr>
            <a:xfrm>
              <a:off x="2182720" y="2024163"/>
              <a:ext cx="149" cy="258"/>
            </a:xfrm>
            <a:custGeom>
              <a:avLst/>
              <a:gdLst/>
              <a:ahLst/>
              <a:cxnLst/>
              <a:rect l="l" t="t" r="r" b="b"/>
              <a:pathLst>
                <a:path w="11" h="19" extrusionOk="0">
                  <a:moveTo>
                    <a:pt x="0" y="18"/>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31" name="Google Shape;7031;p66"/>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32" name="Google Shape;7032;p66"/>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33" name="Google Shape;7033;p66"/>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34" name="Google Shape;7034;p66"/>
            <p:cNvSpPr/>
            <p:nvPr/>
          </p:nvSpPr>
          <p:spPr>
            <a:xfrm>
              <a:off x="2143359" y="2078975"/>
              <a:ext cx="149" cy="54"/>
            </a:xfrm>
            <a:custGeom>
              <a:avLst/>
              <a:gdLst/>
              <a:ahLst/>
              <a:cxnLst/>
              <a:rect l="l" t="t" r="r" b="b"/>
              <a:pathLst>
                <a:path w="11" h="4" extrusionOk="0">
                  <a:moveTo>
                    <a:pt x="0" y="4"/>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35" name="Google Shape;7035;p66"/>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36" name="Google Shape;7036;p66"/>
            <p:cNvSpPr/>
            <p:nvPr/>
          </p:nvSpPr>
          <p:spPr>
            <a:xfrm>
              <a:off x="2142979" y="2079111"/>
              <a:ext cx="204" cy="109"/>
            </a:xfrm>
            <a:custGeom>
              <a:avLst/>
              <a:gdLst/>
              <a:ahLst/>
              <a:cxnLst/>
              <a:rect l="l" t="t" r="r" b="b"/>
              <a:pathLst>
                <a:path w="15" h="8" extrusionOk="0">
                  <a:moveTo>
                    <a:pt x="0" y="8"/>
                  </a:moveTo>
                  <a:lnTo>
                    <a:pt x="1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37" name="Google Shape;7037;p66"/>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38" name="Google Shape;7038;p66"/>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39" name="Google Shape;7039;p66"/>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40" name="Google Shape;7040;p66"/>
            <p:cNvSpPr/>
            <p:nvPr/>
          </p:nvSpPr>
          <p:spPr>
            <a:xfrm>
              <a:off x="2139462" y="2081107"/>
              <a:ext cx="394" cy="299"/>
            </a:xfrm>
            <a:custGeom>
              <a:avLst/>
              <a:gdLst/>
              <a:ahLst/>
              <a:cxnLst/>
              <a:rect l="l" t="t" r="r" b="b"/>
              <a:pathLst>
                <a:path w="29" h="22" extrusionOk="0">
                  <a:moveTo>
                    <a:pt x="0" y="22"/>
                  </a:moveTo>
                  <a:lnTo>
                    <a:pt x="2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41" name="Google Shape;7041;p66"/>
            <p:cNvSpPr/>
            <p:nvPr/>
          </p:nvSpPr>
          <p:spPr>
            <a:xfrm>
              <a:off x="2140127" y="2080727"/>
              <a:ext cx="339" cy="258"/>
            </a:xfrm>
            <a:custGeom>
              <a:avLst/>
              <a:gdLst/>
              <a:ahLst/>
              <a:cxnLst/>
              <a:rect l="l" t="t" r="r" b="b"/>
              <a:pathLst>
                <a:path w="25" h="19" extrusionOk="0">
                  <a:moveTo>
                    <a:pt x="0" y="18"/>
                  </a:moveTo>
                  <a:lnTo>
                    <a:pt x="2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42" name="Google Shape;7042;p66"/>
            <p:cNvSpPr/>
            <p:nvPr/>
          </p:nvSpPr>
          <p:spPr>
            <a:xfrm>
              <a:off x="2140697" y="2080401"/>
              <a:ext cx="299" cy="204"/>
            </a:xfrm>
            <a:custGeom>
              <a:avLst/>
              <a:gdLst/>
              <a:ahLst/>
              <a:cxnLst/>
              <a:rect l="l" t="t" r="r" b="b"/>
              <a:pathLst>
                <a:path w="22" h="15" extrusionOk="0">
                  <a:moveTo>
                    <a:pt x="0" y="14"/>
                  </a:moveTo>
                  <a:lnTo>
                    <a:pt x="2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43" name="Google Shape;7043;p66"/>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44" name="Google Shape;7044;p66"/>
            <p:cNvSpPr/>
            <p:nvPr/>
          </p:nvSpPr>
          <p:spPr>
            <a:xfrm>
              <a:off x="2141213" y="2080062"/>
              <a:ext cx="299" cy="204"/>
            </a:xfrm>
            <a:custGeom>
              <a:avLst/>
              <a:gdLst/>
              <a:ahLst/>
              <a:cxnLst/>
              <a:rect l="l" t="t" r="r" b="b"/>
              <a:pathLst>
                <a:path w="22" h="15" extrusionOk="0">
                  <a:moveTo>
                    <a:pt x="1" y="15"/>
                  </a:moveTo>
                  <a:lnTo>
                    <a:pt x="22"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45" name="Google Shape;7045;p66"/>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46" name="Google Shape;7046;p66"/>
            <p:cNvSpPr/>
            <p:nvPr/>
          </p:nvSpPr>
          <p:spPr>
            <a:xfrm>
              <a:off x="2141743" y="2079777"/>
              <a:ext cx="244" cy="204"/>
            </a:xfrm>
            <a:custGeom>
              <a:avLst/>
              <a:gdLst/>
              <a:ahLst/>
              <a:cxnLst/>
              <a:rect l="l" t="t" r="r" b="b"/>
              <a:pathLst>
                <a:path w="18" h="15" extrusionOk="0">
                  <a:moveTo>
                    <a:pt x="0" y="15"/>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47" name="Google Shape;7047;p66"/>
            <p:cNvSpPr/>
            <p:nvPr/>
          </p:nvSpPr>
          <p:spPr>
            <a:xfrm>
              <a:off x="2144214" y="2078595"/>
              <a:ext cx="109" cy="54"/>
            </a:xfrm>
            <a:custGeom>
              <a:avLst/>
              <a:gdLst/>
              <a:ahLst/>
              <a:cxnLst/>
              <a:rect l="l" t="t" r="r" b="b"/>
              <a:pathLst>
                <a:path w="8" h="4" extrusionOk="0">
                  <a:moveTo>
                    <a:pt x="1" y="4"/>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48" name="Google Shape;7048;p66"/>
            <p:cNvSpPr/>
            <p:nvPr/>
          </p:nvSpPr>
          <p:spPr>
            <a:xfrm>
              <a:off x="2142164" y="2079546"/>
              <a:ext cx="258" cy="149"/>
            </a:xfrm>
            <a:custGeom>
              <a:avLst/>
              <a:gdLst/>
              <a:ahLst/>
              <a:cxnLst/>
              <a:rect l="l" t="t" r="r" b="b"/>
              <a:pathLst>
                <a:path w="19" h="11" extrusionOk="0">
                  <a:moveTo>
                    <a:pt x="1" y="11"/>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49" name="Google Shape;7049;p66"/>
            <p:cNvSpPr/>
            <p:nvPr/>
          </p:nvSpPr>
          <p:spPr>
            <a:xfrm>
              <a:off x="2142598" y="2079301"/>
              <a:ext cx="244" cy="163"/>
            </a:xfrm>
            <a:custGeom>
              <a:avLst/>
              <a:gdLst/>
              <a:ahLst/>
              <a:cxnLst/>
              <a:rect l="l" t="t" r="r" b="b"/>
              <a:pathLst>
                <a:path w="18" h="12" extrusionOk="0">
                  <a:moveTo>
                    <a:pt x="0" y="11"/>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50" name="Google Shape;7050;p66"/>
            <p:cNvSpPr/>
            <p:nvPr/>
          </p:nvSpPr>
          <p:spPr>
            <a:xfrm>
              <a:off x="2144594" y="2078500"/>
              <a:ext cx="109" cy="14"/>
            </a:xfrm>
            <a:custGeom>
              <a:avLst/>
              <a:gdLst/>
              <a:ahLst/>
              <a:cxnLst/>
              <a:rect l="l" t="t" r="r" b="b"/>
              <a:pathLst>
                <a:path w="8" h="1" extrusionOk="0">
                  <a:moveTo>
                    <a:pt x="1" y="0"/>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51" name="Google Shape;7051;p66"/>
            <p:cNvSpPr/>
            <p:nvPr/>
          </p:nvSpPr>
          <p:spPr>
            <a:xfrm>
              <a:off x="2144744" y="2078446"/>
              <a:ext cx="95" cy="14"/>
            </a:xfrm>
            <a:custGeom>
              <a:avLst/>
              <a:gdLst/>
              <a:ahLst/>
              <a:cxnLst/>
              <a:rect l="l" t="t" r="r" b="b"/>
              <a:pathLst>
                <a:path w="7" h="1" extrusionOk="0">
                  <a:moveTo>
                    <a:pt x="0" y="1"/>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52" name="Google Shape;7052;p66"/>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53" name="Google Shape;7053;p66"/>
            <p:cNvSpPr/>
            <p:nvPr/>
          </p:nvSpPr>
          <p:spPr>
            <a:xfrm>
              <a:off x="2246887" y="2005399"/>
              <a:ext cx="109" cy="54"/>
            </a:xfrm>
            <a:custGeom>
              <a:avLst/>
              <a:gdLst/>
              <a:ahLst/>
              <a:cxnLst/>
              <a:rect l="l" t="t" r="r" b="b"/>
              <a:pathLst>
                <a:path w="8" h="4" extrusionOk="0">
                  <a:moveTo>
                    <a:pt x="0" y="0"/>
                  </a:moveTo>
                  <a:lnTo>
                    <a:pt x="7"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54" name="Google Shape;7054;p66"/>
            <p:cNvSpPr/>
            <p:nvPr/>
          </p:nvSpPr>
          <p:spPr>
            <a:xfrm>
              <a:off x="2263194" y="2009812"/>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55" name="Google Shape;7055;p66"/>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56" name="Google Shape;7056;p66"/>
            <p:cNvSpPr/>
            <p:nvPr/>
          </p:nvSpPr>
          <p:spPr>
            <a:xfrm>
              <a:off x="2266235" y="2012093"/>
              <a:ext cx="394" cy="353"/>
            </a:xfrm>
            <a:custGeom>
              <a:avLst/>
              <a:gdLst/>
              <a:ahLst/>
              <a:cxnLst/>
              <a:rect l="l" t="t" r="r" b="b"/>
              <a:pathLst>
                <a:path w="29" h="26" extrusionOk="0">
                  <a:moveTo>
                    <a:pt x="28" y="2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57" name="Google Shape;7057;p66"/>
            <p:cNvSpPr/>
            <p:nvPr/>
          </p:nvSpPr>
          <p:spPr>
            <a:xfrm>
              <a:off x="2265665" y="2011617"/>
              <a:ext cx="394" cy="353"/>
            </a:xfrm>
            <a:custGeom>
              <a:avLst/>
              <a:gdLst/>
              <a:ahLst/>
              <a:cxnLst/>
              <a:rect l="l" t="t" r="r" b="b"/>
              <a:pathLst>
                <a:path w="29" h="26" extrusionOk="0">
                  <a:moveTo>
                    <a:pt x="28" y="2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58" name="Google Shape;7058;p66"/>
            <p:cNvSpPr/>
            <p:nvPr/>
          </p:nvSpPr>
          <p:spPr>
            <a:xfrm>
              <a:off x="2265190" y="2011197"/>
              <a:ext cx="339" cy="339"/>
            </a:xfrm>
            <a:custGeom>
              <a:avLst/>
              <a:gdLst/>
              <a:ahLst/>
              <a:cxnLst/>
              <a:rect l="l" t="t" r="r" b="b"/>
              <a:pathLst>
                <a:path w="25" h="25" extrusionOk="0">
                  <a:moveTo>
                    <a:pt x="25" y="25"/>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59" name="Google Shape;7059;p66"/>
            <p:cNvSpPr/>
            <p:nvPr/>
          </p:nvSpPr>
          <p:spPr>
            <a:xfrm>
              <a:off x="2246643" y="2005155"/>
              <a:ext cx="68" cy="68"/>
            </a:xfrm>
            <a:custGeom>
              <a:avLst/>
              <a:gdLst/>
              <a:ahLst/>
              <a:cxnLst/>
              <a:rect l="l" t="t" r="r" b="b"/>
              <a:pathLst>
                <a:path w="5" h="5" extrusionOk="0">
                  <a:moveTo>
                    <a:pt x="1" y="1"/>
                  </a:moveTo>
                  <a:lnTo>
                    <a:pt x="4" y="4"/>
                  </a:ln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60" name="Google Shape;7060;p66"/>
            <p:cNvSpPr/>
            <p:nvPr/>
          </p:nvSpPr>
          <p:spPr>
            <a:xfrm>
              <a:off x="2263995" y="2010287"/>
              <a:ext cx="258" cy="204"/>
            </a:xfrm>
            <a:custGeom>
              <a:avLst/>
              <a:gdLst/>
              <a:ahLst/>
              <a:cxnLst/>
              <a:rect l="l" t="t" r="r" b="b"/>
              <a:pathLst>
                <a:path w="19" h="15" extrusionOk="0">
                  <a:moveTo>
                    <a:pt x="18" y="15"/>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61" name="Google Shape;7061;p66"/>
            <p:cNvSpPr/>
            <p:nvPr/>
          </p:nvSpPr>
          <p:spPr>
            <a:xfrm>
              <a:off x="2266805" y="2012527"/>
              <a:ext cx="394" cy="394"/>
            </a:xfrm>
            <a:custGeom>
              <a:avLst/>
              <a:gdLst/>
              <a:ahLst/>
              <a:cxnLst/>
              <a:rect l="l" t="t" r="r" b="b"/>
              <a:pathLst>
                <a:path w="29" h="29" extrusionOk="0">
                  <a:moveTo>
                    <a:pt x="28" y="28"/>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62" name="Google Shape;7062;p66"/>
            <p:cNvSpPr/>
            <p:nvPr/>
          </p:nvSpPr>
          <p:spPr>
            <a:xfrm>
              <a:off x="2263710" y="2010056"/>
              <a:ext cx="258" cy="149"/>
            </a:xfrm>
            <a:custGeom>
              <a:avLst/>
              <a:gdLst/>
              <a:ahLst/>
              <a:cxnLst/>
              <a:rect l="l" t="t" r="r" b="b"/>
              <a:pathLst>
                <a:path w="19" h="11" extrusionOk="0">
                  <a:moveTo>
                    <a:pt x="18" y="1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63" name="Google Shape;7063;p66"/>
            <p:cNvSpPr/>
            <p:nvPr/>
          </p:nvSpPr>
          <p:spPr>
            <a:xfrm>
              <a:off x="2261429" y="2010341"/>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64" name="Google Shape;7064;p66"/>
            <p:cNvSpPr/>
            <p:nvPr/>
          </p:nvSpPr>
          <p:spPr>
            <a:xfrm>
              <a:off x="2264334" y="2010531"/>
              <a:ext cx="299" cy="244"/>
            </a:xfrm>
            <a:custGeom>
              <a:avLst/>
              <a:gdLst/>
              <a:ahLst/>
              <a:cxnLst/>
              <a:rect l="l" t="t" r="r" b="b"/>
              <a:pathLst>
                <a:path w="22" h="18" extrusionOk="0">
                  <a:moveTo>
                    <a:pt x="21" y="18"/>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65" name="Google Shape;7065;p66"/>
            <p:cNvSpPr/>
            <p:nvPr/>
          </p:nvSpPr>
          <p:spPr>
            <a:xfrm>
              <a:off x="2264714" y="2010857"/>
              <a:ext cx="339" cy="258"/>
            </a:xfrm>
            <a:custGeom>
              <a:avLst/>
              <a:gdLst/>
              <a:ahLst/>
              <a:cxnLst/>
              <a:rect l="l" t="t" r="r" b="b"/>
              <a:pathLst>
                <a:path w="25" h="19" extrusionOk="0">
                  <a:moveTo>
                    <a:pt x="25" y="1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66" name="Google Shape;7066;p66"/>
            <p:cNvSpPr/>
            <p:nvPr/>
          </p:nvSpPr>
          <p:spPr>
            <a:xfrm>
              <a:off x="2263479" y="2009907"/>
              <a:ext cx="204" cy="163"/>
            </a:xfrm>
            <a:custGeom>
              <a:avLst/>
              <a:gdLst/>
              <a:ahLst/>
              <a:cxnLst/>
              <a:rect l="l" t="t" r="r" b="b"/>
              <a:pathLst>
                <a:path w="15" h="12" extrusionOk="0">
                  <a:moveTo>
                    <a:pt x="14" y="1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67" name="Google Shape;7067;p66"/>
            <p:cNvSpPr/>
            <p:nvPr/>
          </p:nvSpPr>
          <p:spPr>
            <a:xfrm>
              <a:off x="2262528" y="2009866"/>
              <a:ext cx="14" cy="14"/>
            </a:xfrm>
            <a:custGeom>
              <a:avLst/>
              <a:gdLst/>
              <a:ahLst/>
              <a:cxnLst/>
              <a:rect l="l" t="t" r="r" b="b"/>
              <a:pathLst>
                <a:path w="1" h="1" extrusionOk="0">
                  <a:moveTo>
                    <a:pt x="0"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68" name="Google Shape;7068;p66"/>
            <p:cNvSpPr/>
            <p:nvPr/>
          </p:nvSpPr>
          <p:spPr>
            <a:xfrm>
              <a:off x="2262814" y="2009812"/>
              <a:ext cx="109" cy="14"/>
            </a:xfrm>
            <a:custGeom>
              <a:avLst/>
              <a:gdLst/>
              <a:ahLst/>
              <a:cxnLst/>
              <a:rect l="l" t="t" r="r" b="b"/>
              <a:pathLst>
                <a:path w="8" h="1" extrusionOk="0">
                  <a:moveTo>
                    <a:pt x="0" y="1"/>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69" name="Google Shape;7069;p66"/>
            <p:cNvSpPr/>
            <p:nvPr/>
          </p:nvSpPr>
          <p:spPr>
            <a:xfrm>
              <a:off x="2268706" y="2014143"/>
              <a:ext cx="394" cy="339"/>
            </a:xfrm>
            <a:custGeom>
              <a:avLst/>
              <a:gdLst/>
              <a:ahLst/>
              <a:cxnLst/>
              <a:rect l="l" t="t" r="r" b="b"/>
              <a:pathLst>
                <a:path w="29" h="25" extrusionOk="0">
                  <a:moveTo>
                    <a:pt x="28" y="25"/>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70" name="Google Shape;7070;p66"/>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71" name="Google Shape;7071;p66"/>
            <p:cNvSpPr/>
            <p:nvPr/>
          </p:nvSpPr>
          <p:spPr>
            <a:xfrm>
              <a:off x="2268041" y="2013613"/>
              <a:ext cx="394" cy="353"/>
            </a:xfrm>
            <a:custGeom>
              <a:avLst/>
              <a:gdLst/>
              <a:ahLst/>
              <a:cxnLst/>
              <a:rect l="l" t="t" r="r" b="b"/>
              <a:pathLst>
                <a:path w="29" h="26" extrusionOk="0">
                  <a:moveTo>
                    <a:pt x="28" y="2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72" name="Google Shape;7072;p66"/>
            <p:cNvSpPr/>
            <p:nvPr/>
          </p:nvSpPr>
          <p:spPr>
            <a:xfrm>
              <a:off x="2271367" y="2016560"/>
              <a:ext cx="149" cy="109"/>
            </a:xfrm>
            <a:custGeom>
              <a:avLst/>
              <a:gdLst/>
              <a:ahLst/>
              <a:cxnLst/>
              <a:rect l="l" t="t" r="r" b="b"/>
              <a:pathLst>
                <a:path w="11" h="8" extrusionOk="0">
                  <a:moveTo>
                    <a:pt x="0" y="1"/>
                  </a:moveTo>
                  <a:lnTo>
                    <a:pt x="11" y="8"/>
                  </a:lnTo>
                  <a:lnTo>
                    <a:pt x="1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73" name="Google Shape;7073;p66"/>
            <p:cNvSpPr/>
            <p:nvPr/>
          </p:nvSpPr>
          <p:spPr>
            <a:xfrm>
              <a:off x="2269371" y="2014754"/>
              <a:ext cx="339" cy="299"/>
            </a:xfrm>
            <a:custGeom>
              <a:avLst/>
              <a:gdLst/>
              <a:ahLst/>
              <a:cxnLst/>
              <a:rect l="l" t="t" r="r" b="b"/>
              <a:pathLst>
                <a:path w="25" h="22" extrusionOk="0">
                  <a:moveTo>
                    <a:pt x="25" y="22"/>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74" name="Google Shape;7074;p66"/>
            <p:cNvSpPr/>
            <p:nvPr/>
          </p:nvSpPr>
          <p:spPr>
            <a:xfrm>
              <a:off x="2270743" y="2015949"/>
              <a:ext cx="353" cy="299"/>
            </a:xfrm>
            <a:custGeom>
              <a:avLst/>
              <a:gdLst/>
              <a:ahLst/>
              <a:cxnLst/>
              <a:rect l="l" t="t" r="r" b="b"/>
              <a:pathLst>
                <a:path w="26" h="22" extrusionOk="0">
                  <a:moveTo>
                    <a:pt x="25" y="2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75" name="Google Shape;7075;p66"/>
            <p:cNvSpPr/>
            <p:nvPr/>
          </p:nvSpPr>
          <p:spPr>
            <a:xfrm>
              <a:off x="2270037" y="2015324"/>
              <a:ext cx="339" cy="353"/>
            </a:xfrm>
            <a:custGeom>
              <a:avLst/>
              <a:gdLst/>
              <a:ahLst/>
              <a:cxnLst/>
              <a:rect l="l" t="t" r="r" b="b"/>
              <a:pathLst>
                <a:path w="25" h="26" extrusionOk="0">
                  <a:moveTo>
                    <a:pt x="25" y="2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76" name="Google Shape;7076;p66"/>
            <p:cNvSpPr/>
            <p:nvPr/>
          </p:nvSpPr>
          <p:spPr>
            <a:xfrm>
              <a:off x="2247172" y="2005684"/>
              <a:ext cx="54" cy="54"/>
            </a:xfrm>
            <a:custGeom>
              <a:avLst/>
              <a:gdLst/>
              <a:ahLst/>
              <a:cxnLst/>
              <a:rect l="l" t="t" r="r" b="b"/>
              <a:pathLst>
                <a:path w="4" h="4" extrusionOk="0">
                  <a:moveTo>
                    <a:pt x="4"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77" name="Google Shape;7077;p66"/>
            <p:cNvSpPr/>
            <p:nvPr/>
          </p:nvSpPr>
          <p:spPr>
            <a:xfrm>
              <a:off x="2267416" y="2013043"/>
              <a:ext cx="394" cy="353"/>
            </a:xfrm>
            <a:custGeom>
              <a:avLst/>
              <a:gdLst/>
              <a:ahLst/>
              <a:cxnLst/>
              <a:rect l="l" t="t" r="r" b="b"/>
              <a:pathLst>
                <a:path w="29" h="26" extrusionOk="0">
                  <a:moveTo>
                    <a:pt x="29" y="25"/>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78" name="Google Shape;7078;p66"/>
            <p:cNvSpPr/>
            <p:nvPr/>
          </p:nvSpPr>
          <p:spPr>
            <a:xfrm>
              <a:off x="2247362" y="2005915"/>
              <a:ext cx="54" cy="68"/>
            </a:xfrm>
            <a:custGeom>
              <a:avLst/>
              <a:gdLst/>
              <a:ahLst/>
              <a:cxnLst/>
              <a:rect l="l" t="t" r="r" b="b"/>
              <a:pathLst>
                <a:path w="4" h="5" extrusionOk="0">
                  <a:moveTo>
                    <a:pt x="4"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79" name="Google Shape;7079;p66"/>
            <p:cNvSpPr/>
            <p:nvPr/>
          </p:nvSpPr>
          <p:spPr>
            <a:xfrm>
              <a:off x="2271028" y="2020511"/>
              <a:ext cx="14" cy="149"/>
            </a:xfrm>
            <a:custGeom>
              <a:avLst/>
              <a:gdLst/>
              <a:ahLst/>
              <a:cxnLst/>
              <a:rect l="l" t="t" r="r" b="b"/>
              <a:pathLst>
                <a:path w="1" h="11" extrusionOk="0">
                  <a:moveTo>
                    <a:pt x="1" y="1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80" name="Google Shape;7080;p66"/>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81" name="Google Shape;7081;p66"/>
            <p:cNvSpPr/>
            <p:nvPr/>
          </p:nvSpPr>
          <p:spPr>
            <a:xfrm>
              <a:off x="2270987" y="2020986"/>
              <a:ext cx="14" cy="204"/>
            </a:xfrm>
            <a:custGeom>
              <a:avLst/>
              <a:gdLst/>
              <a:ahLst/>
              <a:cxnLst/>
              <a:rect l="l" t="t" r="r" b="b"/>
              <a:pathLst>
                <a:path w="1" h="15" extrusionOk="0">
                  <a:moveTo>
                    <a:pt x="0" y="1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82" name="Google Shape;7082;p66"/>
            <p:cNvSpPr/>
            <p:nvPr/>
          </p:nvSpPr>
          <p:spPr>
            <a:xfrm>
              <a:off x="2271082" y="2019981"/>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83" name="Google Shape;7083;p66"/>
            <p:cNvSpPr/>
            <p:nvPr/>
          </p:nvSpPr>
          <p:spPr>
            <a:xfrm>
              <a:off x="2271313" y="2017890"/>
              <a:ext cx="14" cy="204"/>
            </a:xfrm>
            <a:custGeom>
              <a:avLst/>
              <a:gdLst/>
              <a:ahLst/>
              <a:cxnLst/>
              <a:rect l="l" t="t" r="r" b="b"/>
              <a:pathLst>
                <a:path w="1" h="15" extrusionOk="0">
                  <a:moveTo>
                    <a:pt x="1" y="15"/>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84" name="Google Shape;7084;p66"/>
            <p:cNvSpPr/>
            <p:nvPr/>
          </p:nvSpPr>
          <p:spPr>
            <a:xfrm>
              <a:off x="2270933" y="2021461"/>
              <a:ext cx="14" cy="204"/>
            </a:xfrm>
            <a:custGeom>
              <a:avLst/>
              <a:gdLst/>
              <a:ahLst/>
              <a:cxnLst/>
              <a:rect l="l" t="t" r="r" b="b"/>
              <a:pathLst>
                <a:path w="1" h="15" extrusionOk="0">
                  <a:moveTo>
                    <a:pt x="1" y="1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85" name="Google Shape;7085;p66"/>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86" name="Google Shape;7086;p66"/>
            <p:cNvSpPr/>
            <p:nvPr/>
          </p:nvSpPr>
          <p:spPr>
            <a:xfrm>
              <a:off x="2271272" y="2018325"/>
              <a:ext cx="14" cy="244"/>
            </a:xfrm>
            <a:custGeom>
              <a:avLst/>
              <a:gdLst/>
              <a:ahLst/>
              <a:cxnLst/>
              <a:rect l="l" t="t" r="r" b="b"/>
              <a:pathLst>
                <a:path w="1" h="18" extrusionOk="0">
                  <a:moveTo>
                    <a:pt x="0" y="18"/>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87" name="Google Shape;7087;p66"/>
            <p:cNvSpPr/>
            <p:nvPr/>
          </p:nvSpPr>
          <p:spPr>
            <a:xfrm>
              <a:off x="2271123" y="2019370"/>
              <a:ext cx="14" cy="204"/>
            </a:xfrm>
            <a:custGeom>
              <a:avLst/>
              <a:gdLst/>
              <a:ahLst/>
              <a:cxnLst/>
              <a:rect l="l" t="t" r="r" b="b"/>
              <a:pathLst>
                <a:path w="1" h="15" extrusionOk="0">
                  <a:moveTo>
                    <a:pt x="1" y="1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88" name="Google Shape;7088;p66"/>
            <p:cNvSpPr/>
            <p:nvPr/>
          </p:nvSpPr>
          <p:spPr>
            <a:xfrm>
              <a:off x="2270892" y="2021936"/>
              <a:ext cx="14" cy="149"/>
            </a:xfrm>
            <a:custGeom>
              <a:avLst/>
              <a:gdLst/>
              <a:ahLst/>
              <a:cxnLst/>
              <a:rect l="l" t="t" r="r" b="b"/>
              <a:pathLst>
                <a:path w="1" h="11" extrusionOk="0">
                  <a:moveTo>
                    <a:pt x="0" y="11"/>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89" name="Google Shape;7089;p66"/>
            <p:cNvSpPr/>
            <p:nvPr/>
          </p:nvSpPr>
          <p:spPr>
            <a:xfrm>
              <a:off x="2271177" y="2018800"/>
              <a:ext cx="14" cy="244"/>
            </a:xfrm>
            <a:custGeom>
              <a:avLst/>
              <a:gdLst/>
              <a:ahLst/>
              <a:cxnLst/>
              <a:rect l="l" t="t" r="r" b="b"/>
              <a:pathLst>
                <a:path w="1" h="18" extrusionOk="0">
                  <a:moveTo>
                    <a:pt x="0" y="18"/>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90" name="Google Shape;7090;p66"/>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91" name="Google Shape;7091;p66"/>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92" name="Google Shape;7092;p66"/>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93" name="Google Shape;7093;p66"/>
            <p:cNvSpPr/>
            <p:nvPr/>
          </p:nvSpPr>
          <p:spPr>
            <a:xfrm>
              <a:off x="2263044" y="2064624"/>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94" name="Google Shape;7094;p66"/>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95" name="Google Shape;7095;p66"/>
            <p:cNvSpPr/>
            <p:nvPr/>
          </p:nvSpPr>
          <p:spPr>
            <a:xfrm>
              <a:off x="2261103" y="2064380"/>
              <a:ext cx="434" cy="109"/>
            </a:xfrm>
            <a:custGeom>
              <a:avLst/>
              <a:gdLst/>
              <a:ahLst/>
              <a:cxnLst/>
              <a:rect l="l" t="t" r="r" b="b"/>
              <a:pathLst>
                <a:path w="32" h="8" extrusionOk="0">
                  <a:moveTo>
                    <a:pt x="0" y="1"/>
                  </a:moveTo>
                  <a:lnTo>
                    <a:pt x="32"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96" name="Google Shape;7096;p66"/>
            <p:cNvSpPr/>
            <p:nvPr/>
          </p:nvSpPr>
          <p:spPr>
            <a:xfrm>
              <a:off x="2264904" y="2064054"/>
              <a:ext cx="149" cy="109"/>
            </a:xfrm>
            <a:custGeom>
              <a:avLst/>
              <a:gdLst/>
              <a:ahLst/>
              <a:cxnLst/>
              <a:rect l="l" t="t" r="r" b="b"/>
              <a:pathLst>
                <a:path w="11" h="8" extrusionOk="0">
                  <a:moveTo>
                    <a:pt x="0" y="7"/>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97" name="Google Shape;7097;p66"/>
            <p:cNvSpPr/>
            <p:nvPr/>
          </p:nvSpPr>
          <p:spPr>
            <a:xfrm>
              <a:off x="2264375" y="2064339"/>
              <a:ext cx="109" cy="54"/>
            </a:xfrm>
            <a:custGeom>
              <a:avLst/>
              <a:gdLst/>
              <a:ahLst/>
              <a:cxnLst/>
              <a:rect l="l" t="t" r="r" b="b"/>
              <a:pathLst>
                <a:path w="8" h="4" extrusionOk="0">
                  <a:moveTo>
                    <a:pt x="1" y="4"/>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98" name="Google Shape;7098;p66"/>
            <p:cNvSpPr/>
            <p:nvPr/>
          </p:nvSpPr>
          <p:spPr>
            <a:xfrm>
              <a:off x="2262243" y="2064570"/>
              <a:ext cx="204" cy="14"/>
            </a:xfrm>
            <a:custGeom>
              <a:avLst/>
              <a:gdLst/>
              <a:ahLst/>
              <a:cxnLst/>
              <a:rect l="l" t="t" r="r" b="b"/>
              <a:pathLst>
                <a:path w="15" h="1" extrusionOk="0">
                  <a:moveTo>
                    <a:pt x="0" y="1"/>
                  </a:moveTo>
                  <a:lnTo>
                    <a:pt x="1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099" name="Google Shape;7099;p66"/>
            <p:cNvSpPr/>
            <p:nvPr/>
          </p:nvSpPr>
          <p:spPr>
            <a:xfrm>
              <a:off x="2263615" y="2064570"/>
              <a:ext cx="163" cy="14"/>
            </a:xfrm>
            <a:custGeom>
              <a:avLst/>
              <a:gdLst/>
              <a:ahLst/>
              <a:cxnLst/>
              <a:rect l="l" t="t" r="r" b="b"/>
              <a:pathLst>
                <a:path w="12" h="1" extrusionOk="0">
                  <a:moveTo>
                    <a:pt x="1" y="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00" name="Google Shape;7100;p66"/>
            <p:cNvSpPr/>
            <p:nvPr/>
          </p:nvSpPr>
          <p:spPr>
            <a:xfrm>
              <a:off x="2260668" y="2064380"/>
              <a:ext cx="258" cy="14"/>
            </a:xfrm>
            <a:custGeom>
              <a:avLst/>
              <a:gdLst/>
              <a:ahLst/>
              <a:cxnLst/>
              <a:rect l="l" t="t" r="r" b="b"/>
              <a:pathLst>
                <a:path w="19" h="1" extrusionOk="0">
                  <a:moveTo>
                    <a:pt x="18" y="1"/>
                  </a:moveTo>
                  <a:lnTo>
                    <a:pt x="1" y="1"/>
                  </a:ln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01" name="Google Shape;7101;p66"/>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02" name="Google Shape;7102;p66"/>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03" name="Google Shape;7103;p66"/>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04" name="Google Shape;7104;p66"/>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05" name="Google Shape;7105;p66"/>
            <p:cNvSpPr/>
            <p:nvPr/>
          </p:nvSpPr>
          <p:spPr>
            <a:xfrm>
              <a:off x="2344428" y="2155362"/>
              <a:ext cx="14" cy="14"/>
            </a:xfrm>
            <a:custGeom>
              <a:avLst/>
              <a:gdLst/>
              <a:ahLst/>
              <a:cxnLst/>
              <a:rect l="l" t="t" r="r" b="b"/>
              <a:pathLst>
                <a:path w="1" h="1" extrusionOk="0">
                  <a:moveTo>
                    <a:pt x="0"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06" name="Google Shape;7106;p66"/>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07" name="Google Shape;7107;p66"/>
            <p:cNvSpPr/>
            <p:nvPr/>
          </p:nvSpPr>
          <p:spPr>
            <a:xfrm>
              <a:off x="2276119" y="2212116"/>
              <a:ext cx="1059" cy="964"/>
            </a:xfrm>
            <a:custGeom>
              <a:avLst/>
              <a:gdLst/>
              <a:ahLst/>
              <a:cxnLst/>
              <a:rect l="l" t="t" r="r" b="b"/>
              <a:pathLst>
                <a:path w="78" h="71" extrusionOk="0">
                  <a:moveTo>
                    <a:pt x="77" y="0"/>
                  </a:moveTo>
                  <a:lnTo>
                    <a:pt x="0" y="7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08" name="Google Shape;7108;p66"/>
            <p:cNvSpPr/>
            <p:nvPr/>
          </p:nvSpPr>
          <p:spPr>
            <a:xfrm>
              <a:off x="2280777" y="2242204"/>
              <a:ext cx="14" cy="339"/>
            </a:xfrm>
            <a:custGeom>
              <a:avLst/>
              <a:gdLst/>
              <a:ahLst/>
              <a:cxnLst/>
              <a:rect l="l" t="t" r="r" b="b"/>
              <a:pathLst>
                <a:path w="1" h="25" extrusionOk="0">
                  <a:moveTo>
                    <a:pt x="0" y="25"/>
                  </a:moveTo>
                  <a:lnTo>
                    <a:pt x="0" y="0"/>
                  </a:lnTo>
                  <a:lnTo>
                    <a:pt x="0"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09" name="Google Shape;7109;p66"/>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10" name="Google Shape;7110;p66"/>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11" name="Google Shape;7111;p66"/>
            <p:cNvSpPr/>
            <p:nvPr/>
          </p:nvSpPr>
          <p:spPr>
            <a:xfrm>
              <a:off x="2276215" y="2216393"/>
              <a:ext cx="54" cy="149"/>
            </a:xfrm>
            <a:custGeom>
              <a:avLst/>
              <a:gdLst/>
              <a:ahLst/>
              <a:cxnLst/>
              <a:rect l="l" t="t" r="r" b="b"/>
              <a:pathLst>
                <a:path w="4" h="11" extrusionOk="0">
                  <a:moveTo>
                    <a:pt x="0" y="0"/>
                  </a:moveTo>
                  <a:lnTo>
                    <a:pt x="4"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12" name="Google Shape;7112;p66"/>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13" name="Google Shape;7113;p66"/>
            <p:cNvSpPr/>
            <p:nvPr/>
          </p:nvSpPr>
          <p:spPr>
            <a:xfrm>
              <a:off x="2281917" y="2248708"/>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14" name="Google Shape;7114;p66"/>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15" name="Google Shape;7115;p66"/>
            <p:cNvSpPr/>
            <p:nvPr/>
          </p:nvSpPr>
          <p:spPr>
            <a:xfrm>
              <a:off x="2275875" y="2215158"/>
              <a:ext cx="68" cy="109"/>
            </a:xfrm>
            <a:custGeom>
              <a:avLst/>
              <a:gdLst/>
              <a:ahLst/>
              <a:cxnLst/>
              <a:rect l="l" t="t" r="r" b="b"/>
              <a:pathLst>
                <a:path w="5" h="8" extrusionOk="0">
                  <a:moveTo>
                    <a:pt x="1" y="0"/>
                  </a:moveTo>
                  <a:lnTo>
                    <a:pt x="4"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16" name="Google Shape;7116;p66"/>
            <p:cNvSpPr/>
            <p:nvPr/>
          </p:nvSpPr>
          <p:spPr>
            <a:xfrm>
              <a:off x="2275780" y="2214683"/>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17" name="Google Shape;7117;p66"/>
            <p:cNvSpPr/>
            <p:nvPr/>
          </p:nvSpPr>
          <p:spPr>
            <a:xfrm>
              <a:off x="2276024" y="2215728"/>
              <a:ext cx="54" cy="149"/>
            </a:xfrm>
            <a:custGeom>
              <a:avLst/>
              <a:gdLst/>
              <a:ahLst/>
              <a:cxnLst/>
              <a:rect l="l" t="t" r="r" b="b"/>
              <a:pathLst>
                <a:path w="4" h="11" extrusionOk="0">
                  <a:moveTo>
                    <a:pt x="0" y="0"/>
                  </a:moveTo>
                  <a:lnTo>
                    <a:pt x="4"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18" name="Google Shape;7118;p66"/>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19" name="Google Shape;7119;p66"/>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20" name="Google Shape;7120;p66"/>
            <p:cNvSpPr/>
            <p:nvPr/>
          </p:nvSpPr>
          <p:spPr>
            <a:xfrm>
              <a:off x="2269222" y="2162721"/>
              <a:ext cx="258" cy="68"/>
            </a:xfrm>
            <a:custGeom>
              <a:avLst/>
              <a:gdLst/>
              <a:ahLst/>
              <a:cxnLst/>
              <a:rect l="l" t="t" r="r" b="b"/>
              <a:pathLst>
                <a:path w="19" h="5" extrusionOk="0">
                  <a:moveTo>
                    <a:pt x="1" y="4"/>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21" name="Google Shape;7121;p66"/>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22" name="Google Shape;7122;p66"/>
            <p:cNvSpPr/>
            <p:nvPr/>
          </p:nvSpPr>
          <p:spPr>
            <a:xfrm>
              <a:off x="2267851" y="2156693"/>
              <a:ext cx="720" cy="244"/>
            </a:xfrm>
            <a:custGeom>
              <a:avLst/>
              <a:gdLst/>
              <a:ahLst/>
              <a:cxnLst/>
              <a:rect l="l" t="t" r="r" b="b"/>
              <a:pathLst>
                <a:path w="53" h="18" extrusionOk="0">
                  <a:moveTo>
                    <a:pt x="53" y="0"/>
                  </a:moveTo>
                  <a:lnTo>
                    <a:pt x="0"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23" name="Google Shape;7123;p66"/>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24" name="Google Shape;7124;p66"/>
            <p:cNvSpPr/>
            <p:nvPr/>
          </p:nvSpPr>
          <p:spPr>
            <a:xfrm>
              <a:off x="2274164" y="2107447"/>
              <a:ext cx="258" cy="54"/>
            </a:xfrm>
            <a:custGeom>
              <a:avLst/>
              <a:gdLst/>
              <a:ahLst/>
              <a:cxnLst/>
              <a:rect l="l" t="t" r="r" b="b"/>
              <a:pathLst>
                <a:path w="19" h="4" extrusionOk="0">
                  <a:moveTo>
                    <a:pt x="1" y="0"/>
                  </a:moveTo>
                  <a:lnTo>
                    <a:pt x="18"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25" name="Google Shape;7125;p66"/>
            <p:cNvSpPr/>
            <p:nvPr/>
          </p:nvSpPr>
          <p:spPr>
            <a:xfrm>
              <a:off x="2273173" y="2107203"/>
              <a:ext cx="204" cy="14"/>
            </a:xfrm>
            <a:custGeom>
              <a:avLst/>
              <a:gdLst/>
              <a:ahLst/>
              <a:cxnLst/>
              <a:rect l="l" t="t" r="r" b="b"/>
              <a:pathLst>
                <a:path w="15" h="1" extrusionOk="0">
                  <a:moveTo>
                    <a:pt x="0" y="1"/>
                  </a:moveTo>
                  <a:lnTo>
                    <a:pt x="1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26" name="Google Shape;7126;p66"/>
            <p:cNvSpPr/>
            <p:nvPr/>
          </p:nvSpPr>
          <p:spPr>
            <a:xfrm>
              <a:off x="2275739" y="2108058"/>
              <a:ext cx="244" cy="109"/>
            </a:xfrm>
            <a:custGeom>
              <a:avLst/>
              <a:gdLst/>
              <a:ahLst/>
              <a:cxnLst/>
              <a:rect l="l" t="t" r="r" b="b"/>
              <a:pathLst>
                <a:path w="18" h="8" extrusionOk="0">
                  <a:moveTo>
                    <a:pt x="0" y="1"/>
                  </a:moveTo>
                  <a:lnTo>
                    <a:pt x="18"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27" name="Google Shape;7127;p66"/>
            <p:cNvSpPr/>
            <p:nvPr/>
          </p:nvSpPr>
          <p:spPr>
            <a:xfrm>
              <a:off x="2274694" y="2107583"/>
              <a:ext cx="244" cy="109"/>
            </a:xfrm>
            <a:custGeom>
              <a:avLst/>
              <a:gdLst/>
              <a:ahLst/>
              <a:cxnLst/>
              <a:rect l="l" t="t" r="r" b="b"/>
              <a:pathLst>
                <a:path w="18" h="8" extrusionOk="0">
                  <a:moveTo>
                    <a:pt x="0" y="1"/>
                  </a:moveTo>
                  <a:lnTo>
                    <a:pt x="18"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28" name="Google Shape;7128;p66"/>
            <p:cNvSpPr/>
            <p:nvPr/>
          </p:nvSpPr>
          <p:spPr>
            <a:xfrm>
              <a:off x="2275210" y="2107828"/>
              <a:ext cx="258" cy="109"/>
            </a:xfrm>
            <a:custGeom>
              <a:avLst/>
              <a:gdLst/>
              <a:ahLst/>
              <a:cxnLst/>
              <a:rect l="l" t="t" r="r" b="b"/>
              <a:pathLst>
                <a:path w="19" h="8" extrusionOk="0">
                  <a:moveTo>
                    <a:pt x="1" y="0"/>
                  </a:moveTo>
                  <a:lnTo>
                    <a:pt x="18"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29" name="Google Shape;7129;p66"/>
            <p:cNvSpPr/>
            <p:nvPr/>
          </p:nvSpPr>
          <p:spPr>
            <a:xfrm>
              <a:off x="2273648" y="2107298"/>
              <a:ext cx="244" cy="68"/>
            </a:xfrm>
            <a:custGeom>
              <a:avLst/>
              <a:gdLst/>
              <a:ahLst/>
              <a:cxnLst/>
              <a:rect l="l" t="t" r="r" b="b"/>
              <a:pathLst>
                <a:path w="18" h="5" extrusionOk="0">
                  <a:moveTo>
                    <a:pt x="0" y="1"/>
                  </a:moveTo>
                  <a:lnTo>
                    <a:pt x="18"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30" name="Google Shape;7130;p66"/>
            <p:cNvSpPr/>
            <p:nvPr/>
          </p:nvSpPr>
          <p:spPr>
            <a:xfrm>
              <a:off x="2276310" y="2108344"/>
              <a:ext cx="204" cy="68"/>
            </a:xfrm>
            <a:custGeom>
              <a:avLst/>
              <a:gdLst/>
              <a:ahLst/>
              <a:cxnLst/>
              <a:rect l="l" t="t" r="r" b="b"/>
              <a:pathLst>
                <a:path w="15" h="5" extrusionOk="0">
                  <a:moveTo>
                    <a:pt x="0" y="1"/>
                  </a:moveTo>
                  <a:lnTo>
                    <a:pt x="14"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31" name="Google Shape;7131;p66"/>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32" name="Google Shape;7132;p66"/>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33" name="Google Shape;7133;p66"/>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34" name="Google Shape;7134;p66"/>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35" name="Google Shape;7135;p66"/>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36" name="Google Shape;7136;p66"/>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37" name="Google Shape;7137;p66"/>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38" name="Google Shape;7138;p66"/>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39" name="Google Shape;7139;p66"/>
            <p:cNvSpPr/>
            <p:nvPr/>
          </p:nvSpPr>
          <p:spPr>
            <a:xfrm>
              <a:off x="2270227" y="2064285"/>
              <a:ext cx="14" cy="109"/>
            </a:xfrm>
            <a:custGeom>
              <a:avLst/>
              <a:gdLst/>
              <a:ahLst/>
              <a:cxnLst/>
              <a:rect l="l" t="t" r="r" b="b"/>
              <a:pathLst>
                <a:path w="1" h="8" extrusionOk="0">
                  <a:moveTo>
                    <a:pt x="0"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40" name="Google Shape;7140;p66"/>
            <p:cNvSpPr/>
            <p:nvPr/>
          </p:nvSpPr>
          <p:spPr>
            <a:xfrm>
              <a:off x="2270227" y="2063579"/>
              <a:ext cx="14" cy="109"/>
            </a:xfrm>
            <a:custGeom>
              <a:avLst/>
              <a:gdLst/>
              <a:ahLst/>
              <a:cxnLst/>
              <a:rect l="l" t="t" r="r" b="b"/>
              <a:pathLst>
                <a:path w="1" h="8" extrusionOk="0">
                  <a:moveTo>
                    <a:pt x="0"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41" name="Google Shape;7141;p66"/>
            <p:cNvSpPr/>
            <p:nvPr/>
          </p:nvSpPr>
          <p:spPr>
            <a:xfrm>
              <a:off x="2264375" y="2076314"/>
              <a:ext cx="163" cy="109"/>
            </a:xfrm>
            <a:custGeom>
              <a:avLst/>
              <a:gdLst/>
              <a:ahLst/>
              <a:cxnLst/>
              <a:rect l="l" t="t" r="r" b="b"/>
              <a:pathLst>
                <a:path w="12" h="8" extrusionOk="0">
                  <a:moveTo>
                    <a:pt x="11"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42" name="Google Shape;7142;p66"/>
            <p:cNvSpPr/>
            <p:nvPr/>
          </p:nvSpPr>
          <p:spPr>
            <a:xfrm>
              <a:off x="2270227" y="2063904"/>
              <a:ext cx="14" cy="163"/>
            </a:xfrm>
            <a:custGeom>
              <a:avLst/>
              <a:gdLst/>
              <a:ahLst/>
              <a:cxnLst/>
              <a:rect l="l" t="t" r="r" b="b"/>
              <a:pathLst>
                <a:path w="1" h="12" extrusionOk="0">
                  <a:moveTo>
                    <a:pt x="0"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43" name="Google Shape;7143;p66"/>
            <p:cNvSpPr/>
            <p:nvPr/>
          </p:nvSpPr>
          <p:spPr>
            <a:xfrm>
              <a:off x="2265380" y="2075839"/>
              <a:ext cx="109" cy="54"/>
            </a:xfrm>
            <a:custGeom>
              <a:avLst/>
              <a:gdLst/>
              <a:ahLst/>
              <a:cxnLst/>
              <a:rect l="l" t="t" r="r" b="b"/>
              <a:pathLst>
                <a:path w="8" h="4" extrusionOk="0">
                  <a:moveTo>
                    <a:pt x="7"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44" name="Google Shape;7144;p66"/>
            <p:cNvSpPr/>
            <p:nvPr/>
          </p:nvSpPr>
          <p:spPr>
            <a:xfrm>
              <a:off x="2265190" y="2075880"/>
              <a:ext cx="109" cy="68"/>
            </a:xfrm>
            <a:custGeom>
              <a:avLst/>
              <a:gdLst/>
              <a:ahLst/>
              <a:cxnLst/>
              <a:rect l="l" t="t" r="r" b="b"/>
              <a:pathLst>
                <a:path w="8" h="5" extrusionOk="0">
                  <a:moveTo>
                    <a:pt x="7"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45" name="Google Shape;7145;p66"/>
            <p:cNvSpPr/>
            <p:nvPr/>
          </p:nvSpPr>
          <p:spPr>
            <a:xfrm>
              <a:off x="2263900" y="2076599"/>
              <a:ext cx="258" cy="109"/>
            </a:xfrm>
            <a:custGeom>
              <a:avLst/>
              <a:gdLst/>
              <a:ahLst/>
              <a:cxnLst/>
              <a:rect l="l" t="t" r="r" b="b"/>
              <a:pathLst>
                <a:path w="19" h="8" extrusionOk="0">
                  <a:moveTo>
                    <a:pt x="18"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46" name="Google Shape;7146;p66"/>
            <p:cNvSpPr/>
            <p:nvPr/>
          </p:nvSpPr>
          <p:spPr>
            <a:xfrm>
              <a:off x="2265000" y="2075975"/>
              <a:ext cx="109" cy="68"/>
            </a:xfrm>
            <a:custGeom>
              <a:avLst/>
              <a:gdLst/>
              <a:ahLst/>
              <a:cxnLst/>
              <a:rect l="l" t="t" r="r" b="b"/>
              <a:pathLst>
                <a:path w="8" h="5" extrusionOk="0">
                  <a:moveTo>
                    <a:pt x="7"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47" name="Google Shape;7147;p66"/>
            <p:cNvSpPr/>
            <p:nvPr/>
          </p:nvSpPr>
          <p:spPr>
            <a:xfrm>
              <a:off x="2264714" y="2076124"/>
              <a:ext cx="149" cy="109"/>
            </a:xfrm>
            <a:custGeom>
              <a:avLst/>
              <a:gdLst/>
              <a:ahLst/>
              <a:cxnLst/>
              <a:rect l="l" t="t" r="r" b="b"/>
              <a:pathLst>
                <a:path w="11" h="8" extrusionOk="0">
                  <a:moveTo>
                    <a:pt x="11"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48" name="Google Shape;7148;p66"/>
            <p:cNvSpPr/>
            <p:nvPr/>
          </p:nvSpPr>
          <p:spPr>
            <a:xfrm>
              <a:off x="2262949" y="2077210"/>
              <a:ext cx="163" cy="109"/>
            </a:xfrm>
            <a:custGeom>
              <a:avLst/>
              <a:gdLst/>
              <a:ahLst/>
              <a:cxnLst/>
              <a:rect l="l" t="t" r="r" b="b"/>
              <a:pathLst>
                <a:path w="12" h="8" extrusionOk="0">
                  <a:moveTo>
                    <a:pt x="1" y="8"/>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49" name="Google Shape;7149;p66"/>
            <p:cNvSpPr/>
            <p:nvPr/>
          </p:nvSpPr>
          <p:spPr>
            <a:xfrm>
              <a:off x="2270077" y="2062058"/>
              <a:ext cx="14" cy="204"/>
            </a:xfrm>
            <a:custGeom>
              <a:avLst/>
              <a:gdLst/>
              <a:ahLst/>
              <a:cxnLst/>
              <a:rect l="l" t="t" r="r" b="b"/>
              <a:pathLst>
                <a:path w="1" h="15" extrusionOk="0">
                  <a:moveTo>
                    <a:pt x="1" y="0"/>
                  </a:moveTo>
                  <a:lnTo>
                    <a:pt x="1"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50" name="Google Shape;7150;p66"/>
            <p:cNvSpPr/>
            <p:nvPr/>
          </p:nvSpPr>
          <p:spPr>
            <a:xfrm>
              <a:off x="2270132" y="2062574"/>
              <a:ext cx="14" cy="163"/>
            </a:xfrm>
            <a:custGeom>
              <a:avLst/>
              <a:gdLst/>
              <a:ahLst/>
              <a:cxnLst/>
              <a:rect l="l" t="t" r="r" b="b"/>
              <a:pathLst>
                <a:path w="1" h="12" extrusionOk="0">
                  <a:moveTo>
                    <a:pt x="0"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51" name="Google Shape;7151;p66"/>
            <p:cNvSpPr/>
            <p:nvPr/>
          </p:nvSpPr>
          <p:spPr>
            <a:xfrm>
              <a:off x="2263289" y="2076830"/>
              <a:ext cx="394" cy="258"/>
            </a:xfrm>
            <a:custGeom>
              <a:avLst/>
              <a:gdLst/>
              <a:ahLst/>
              <a:cxnLst/>
              <a:rect l="l" t="t" r="r" b="b"/>
              <a:pathLst>
                <a:path w="29" h="19" extrusionOk="0">
                  <a:moveTo>
                    <a:pt x="28" y="1"/>
                  </a:moveTo>
                  <a:lnTo>
                    <a:pt x="0"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52" name="Google Shape;7152;p66"/>
            <p:cNvSpPr/>
            <p:nvPr/>
          </p:nvSpPr>
          <p:spPr>
            <a:xfrm>
              <a:off x="2270173" y="2063103"/>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53" name="Google Shape;7153;p66"/>
            <p:cNvSpPr/>
            <p:nvPr/>
          </p:nvSpPr>
          <p:spPr>
            <a:xfrm>
              <a:off x="2334109" y="2126225"/>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54" name="Google Shape;7154;p66"/>
            <p:cNvSpPr/>
            <p:nvPr/>
          </p:nvSpPr>
          <p:spPr>
            <a:xfrm>
              <a:off x="2334204" y="2126076"/>
              <a:ext cx="14" cy="68"/>
            </a:xfrm>
            <a:custGeom>
              <a:avLst/>
              <a:gdLst/>
              <a:ahLst/>
              <a:cxnLst/>
              <a:rect l="l" t="t" r="r" b="b"/>
              <a:pathLst>
                <a:path w="1" h="5" extrusionOk="0">
                  <a:moveTo>
                    <a:pt x="0" y="1"/>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55" name="Google Shape;7155;p66"/>
            <p:cNvSpPr/>
            <p:nvPr/>
          </p:nvSpPr>
          <p:spPr>
            <a:xfrm>
              <a:off x="2334150" y="2126130"/>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56" name="Google Shape;7156;p66"/>
            <p:cNvSpPr/>
            <p:nvPr/>
          </p:nvSpPr>
          <p:spPr>
            <a:xfrm>
              <a:off x="2334204" y="2126035"/>
              <a:ext cx="54" cy="54"/>
            </a:xfrm>
            <a:custGeom>
              <a:avLst/>
              <a:gdLst/>
              <a:ahLst/>
              <a:cxnLst/>
              <a:rect l="l" t="t" r="r" b="b"/>
              <a:pathLst>
                <a:path w="4" h="4" extrusionOk="0">
                  <a:moveTo>
                    <a:pt x="4"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57" name="Google Shape;7157;p66"/>
            <p:cNvSpPr/>
            <p:nvPr/>
          </p:nvSpPr>
          <p:spPr>
            <a:xfrm>
              <a:off x="2334055" y="2126320"/>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58" name="Google Shape;7158;p66"/>
            <p:cNvSpPr/>
            <p:nvPr/>
          </p:nvSpPr>
          <p:spPr>
            <a:xfrm>
              <a:off x="2334109" y="2126266"/>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59" name="Google Shape;7159;p66"/>
            <p:cNvSpPr/>
            <p:nvPr/>
          </p:nvSpPr>
          <p:spPr>
            <a:xfrm>
              <a:off x="2336580" y="2124365"/>
              <a:ext cx="204" cy="163"/>
            </a:xfrm>
            <a:custGeom>
              <a:avLst/>
              <a:gdLst/>
              <a:ahLst/>
              <a:cxnLst/>
              <a:rect l="l" t="t" r="r" b="b"/>
              <a:pathLst>
                <a:path w="15" h="12" extrusionOk="0">
                  <a:moveTo>
                    <a:pt x="14"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60" name="Google Shape;7160;p66"/>
            <p:cNvSpPr/>
            <p:nvPr/>
          </p:nvSpPr>
          <p:spPr>
            <a:xfrm>
              <a:off x="2304306" y="2129782"/>
              <a:ext cx="244" cy="14"/>
            </a:xfrm>
            <a:custGeom>
              <a:avLst/>
              <a:gdLst/>
              <a:ahLst/>
              <a:cxnLst/>
              <a:rect l="l" t="t" r="r" b="b"/>
              <a:pathLst>
                <a:path w="18" h="1" extrusionOk="0">
                  <a:moveTo>
                    <a:pt x="18"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61" name="Google Shape;7161;p66"/>
            <p:cNvSpPr/>
            <p:nvPr/>
          </p:nvSpPr>
          <p:spPr>
            <a:xfrm>
              <a:off x="2337245" y="2123985"/>
              <a:ext cx="299" cy="163"/>
            </a:xfrm>
            <a:custGeom>
              <a:avLst/>
              <a:gdLst/>
              <a:ahLst/>
              <a:cxnLst/>
              <a:rect l="l" t="t" r="r" b="b"/>
              <a:pathLst>
                <a:path w="22" h="12" extrusionOk="0">
                  <a:moveTo>
                    <a:pt x="21"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62" name="Google Shape;7162;p66"/>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63" name="Google Shape;7163;p66"/>
            <p:cNvSpPr/>
            <p:nvPr/>
          </p:nvSpPr>
          <p:spPr>
            <a:xfrm>
              <a:off x="2304687" y="2129782"/>
              <a:ext cx="204" cy="14"/>
            </a:xfrm>
            <a:custGeom>
              <a:avLst/>
              <a:gdLst/>
              <a:ahLst/>
              <a:cxnLst/>
              <a:rect l="l" t="t" r="r" b="b"/>
              <a:pathLst>
                <a:path w="15" h="1" extrusionOk="0">
                  <a:moveTo>
                    <a:pt x="14"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64" name="Google Shape;7164;p66"/>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65" name="Google Shape;7165;p66"/>
            <p:cNvSpPr/>
            <p:nvPr/>
          </p:nvSpPr>
          <p:spPr>
            <a:xfrm>
              <a:off x="2336241" y="2124555"/>
              <a:ext cx="258" cy="109"/>
            </a:xfrm>
            <a:custGeom>
              <a:avLst/>
              <a:gdLst/>
              <a:ahLst/>
              <a:cxnLst/>
              <a:rect l="l" t="t" r="r" b="b"/>
              <a:pathLst>
                <a:path w="19" h="8" extrusionOk="0">
                  <a:moveTo>
                    <a:pt x="18"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66" name="Google Shape;7166;p66"/>
            <p:cNvSpPr/>
            <p:nvPr/>
          </p:nvSpPr>
          <p:spPr>
            <a:xfrm>
              <a:off x="2336010" y="2124704"/>
              <a:ext cx="204" cy="109"/>
            </a:xfrm>
            <a:custGeom>
              <a:avLst/>
              <a:gdLst/>
              <a:ahLst/>
              <a:cxnLst/>
              <a:rect l="l" t="t" r="r" b="b"/>
              <a:pathLst>
                <a:path w="15" h="8" extrusionOk="0">
                  <a:moveTo>
                    <a:pt x="14"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67" name="Google Shape;7167;p66"/>
            <p:cNvSpPr/>
            <p:nvPr/>
          </p:nvSpPr>
          <p:spPr>
            <a:xfrm>
              <a:off x="2335725" y="2124895"/>
              <a:ext cx="204" cy="109"/>
            </a:xfrm>
            <a:custGeom>
              <a:avLst/>
              <a:gdLst/>
              <a:ahLst/>
              <a:cxnLst/>
              <a:rect l="l" t="t" r="r" b="b"/>
              <a:pathLst>
                <a:path w="15" h="8" extrusionOk="0">
                  <a:moveTo>
                    <a:pt x="14"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68" name="Google Shape;7168;p66"/>
            <p:cNvSpPr/>
            <p:nvPr/>
          </p:nvSpPr>
          <p:spPr>
            <a:xfrm>
              <a:off x="2341237" y="2121989"/>
              <a:ext cx="530" cy="258"/>
            </a:xfrm>
            <a:custGeom>
              <a:avLst/>
              <a:gdLst/>
              <a:ahLst/>
              <a:cxnLst/>
              <a:rect l="l" t="t" r="r" b="b"/>
              <a:pathLst>
                <a:path w="39" h="19" extrusionOk="0">
                  <a:moveTo>
                    <a:pt x="39" y="1"/>
                  </a:moveTo>
                  <a:lnTo>
                    <a:pt x="0"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69" name="Google Shape;7169;p66"/>
            <p:cNvSpPr/>
            <p:nvPr/>
          </p:nvSpPr>
          <p:spPr>
            <a:xfrm>
              <a:off x="2336865" y="2124229"/>
              <a:ext cx="299" cy="109"/>
            </a:xfrm>
            <a:custGeom>
              <a:avLst/>
              <a:gdLst/>
              <a:ahLst/>
              <a:cxnLst/>
              <a:rect l="l" t="t" r="r" b="b"/>
              <a:pathLst>
                <a:path w="22" h="8" extrusionOk="0">
                  <a:moveTo>
                    <a:pt x="21"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70" name="Google Shape;7170;p66"/>
            <p:cNvSpPr/>
            <p:nvPr/>
          </p:nvSpPr>
          <p:spPr>
            <a:xfrm>
              <a:off x="2339472" y="2122844"/>
              <a:ext cx="448" cy="204"/>
            </a:xfrm>
            <a:custGeom>
              <a:avLst/>
              <a:gdLst/>
              <a:ahLst/>
              <a:cxnLst/>
              <a:rect l="l" t="t" r="r" b="b"/>
              <a:pathLst>
                <a:path w="33" h="15" extrusionOk="0">
                  <a:moveTo>
                    <a:pt x="32" y="1"/>
                  </a:moveTo>
                  <a:lnTo>
                    <a:pt x="1"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71" name="Google Shape;7171;p66"/>
            <p:cNvSpPr/>
            <p:nvPr/>
          </p:nvSpPr>
          <p:spPr>
            <a:xfrm>
              <a:off x="2301876" y="2129457"/>
              <a:ext cx="679" cy="109"/>
            </a:xfrm>
            <a:custGeom>
              <a:avLst/>
              <a:gdLst/>
              <a:ahLst/>
              <a:cxnLst/>
              <a:rect l="l" t="t" r="r" b="b"/>
              <a:pathLst>
                <a:path w="50" h="8" extrusionOk="0">
                  <a:moveTo>
                    <a:pt x="1" y="0"/>
                  </a:moveTo>
                  <a:lnTo>
                    <a:pt x="5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72" name="Google Shape;7172;p66"/>
            <p:cNvSpPr/>
            <p:nvPr/>
          </p:nvSpPr>
          <p:spPr>
            <a:xfrm>
              <a:off x="2340572" y="2122274"/>
              <a:ext cx="530" cy="258"/>
            </a:xfrm>
            <a:custGeom>
              <a:avLst/>
              <a:gdLst/>
              <a:ahLst/>
              <a:cxnLst/>
              <a:rect l="l" t="t" r="r" b="b"/>
              <a:pathLst>
                <a:path w="39" h="19" extrusionOk="0">
                  <a:moveTo>
                    <a:pt x="39" y="1"/>
                  </a:moveTo>
                  <a:lnTo>
                    <a:pt x="0"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73" name="Google Shape;7173;p66"/>
            <p:cNvSpPr/>
            <p:nvPr/>
          </p:nvSpPr>
          <p:spPr>
            <a:xfrm>
              <a:off x="2334340" y="2125886"/>
              <a:ext cx="68" cy="68"/>
            </a:xfrm>
            <a:custGeom>
              <a:avLst/>
              <a:gdLst/>
              <a:ahLst/>
              <a:cxnLst/>
              <a:rect l="l" t="t" r="r" b="b"/>
              <a:pathLst>
                <a:path w="5" h="5" extrusionOk="0">
                  <a:moveTo>
                    <a:pt x="1" y="4"/>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74" name="Google Shape;7174;p66"/>
            <p:cNvSpPr/>
            <p:nvPr/>
          </p:nvSpPr>
          <p:spPr>
            <a:xfrm>
              <a:off x="2338956" y="2123129"/>
              <a:ext cx="394" cy="163"/>
            </a:xfrm>
            <a:custGeom>
              <a:avLst/>
              <a:gdLst/>
              <a:ahLst/>
              <a:cxnLst/>
              <a:rect l="l" t="t" r="r" b="b"/>
              <a:pathLst>
                <a:path w="29" h="12" extrusionOk="0">
                  <a:moveTo>
                    <a:pt x="28"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75" name="Google Shape;7175;p66"/>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76" name="Google Shape;7176;p66"/>
            <p:cNvSpPr/>
            <p:nvPr/>
          </p:nvSpPr>
          <p:spPr>
            <a:xfrm>
              <a:off x="2338481" y="2123374"/>
              <a:ext cx="339" cy="149"/>
            </a:xfrm>
            <a:custGeom>
              <a:avLst/>
              <a:gdLst/>
              <a:ahLst/>
              <a:cxnLst/>
              <a:rect l="l" t="t" r="r" b="b"/>
              <a:pathLst>
                <a:path w="25" h="11" extrusionOk="0">
                  <a:moveTo>
                    <a:pt x="25" y="0"/>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77" name="Google Shape;7177;p66"/>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78" name="Google Shape;7178;p66"/>
            <p:cNvSpPr/>
            <p:nvPr/>
          </p:nvSpPr>
          <p:spPr>
            <a:xfrm>
              <a:off x="2302691" y="2129592"/>
              <a:ext cx="489" cy="68"/>
            </a:xfrm>
            <a:custGeom>
              <a:avLst/>
              <a:gdLst/>
              <a:ahLst/>
              <a:cxnLst/>
              <a:rect l="l" t="t" r="r" b="b"/>
              <a:pathLst>
                <a:path w="36" h="5" extrusionOk="0">
                  <a:moveTo>
                    <a:pt x="35"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79" name="Google Shape;7179;p66"/>
            <p:cNvSpPr/>
            <p:nvPr/>
          </p:nvSpPr>
          <p:spPr>
            <a:xfrm>
              <a:off x="2334245" y="2125981"/>
              <a:ext cx="68" cy="68"/>
            </a:xfrm>
            <a:custGeom>
              <a:avLst/>
              <a:gdLst/>
              <a:ahLst/>
              <a:cxnLst/>
              <a:rect l="l" t="t" r="r" b="b"/>
              <a:pathLst>
                <a:path w="5" h="5" extrusionOk="0">
                  <a:moveTo>
                    <a:pt x="4"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80" name="Google Shape;7180;p66"/>
            <p:cNvSpPr/>
            <p:nvPr/>
          </p:nvSpPr>
          <p:spPr>
            <a:xfrm>
              <a:off x="2334489" y="2125750"/>
              <a:ext cx="54" cy="54"/>
            </a:xfrm>
            <a:custGeom>
              <a:avLst/>
              <a:gdLst/>
              <a:ahLst/>
              <a:cxnLst/>
              <a:rect l="l" t="t" r="r" b="b"/>
              <a:pathLst>
                <a:path w="4" h="4" extrusionOk="0">
                  <a:moveTo>
                    <a:pt x="4"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81" name="Google Shape;7181;p66"/>
            <p:cNvSpPr/>
            <p:nvPr/>
          </p:nvSpPr>
          <p:spPr>
            <a:xfrm>
              <a:off x="2303302" y="2129647"/>
              <a:ext cx="394" cy="54"/>
            </a:xfrm>
            <a:custGeom>
              <a:avLst/>
              <a:gdLst/>
              <a:ahLst/>
              <a:cxnLst/>
              <a:rect l="l" t="t" r="r" b="b"/>
              <a:pathLst>
                <a:path w="29" h="4" extrusionOk="0">
                  <a:moveTo>
                    <a:pt x="29"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82" name="Google Shape;7182;p66"/>
            <p:cNvSpPr/>
            <p:nvPr/>
          </p:nvSpPr>
          <p:spPr>
            <a:xfrm>
              <a:off x="2333294" y="2126456"/>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83" name="Google Shape;7183;p66"/>
            <p:cNvSpPr/>
            <p:nvPr/>
          </p:nvSpPr>
          <p:spPr>
            <a:xfrm>
              <a:off x="2334394" y="2125845"/>
              <a:ext cx="54" cy="54"/>
            </a:xfrm>
            <a:custGeom>
              <a:avLst/>
              <a:gdLst/>
              <a:ahLst/>
              <a:cxnLst/>
              <a:rect l="l" t="t" r="r" b="b"/>
              <a:pathLst>
                <a:path w="4" h="4" extrusionOk="0">
                  <a:moveTo>
                    <a:pt x="4"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84" name="Google Shape;7184;p66"/>
            <p:cNvSpPr/>
            <p:nvPr/>
          </p:nvSpPr>
          <p:spPr>
            <a:xfrm>
              <a:off x="2340002" y="2122559"/>
              <a:ext cx="489" cy="258"/>
            </a:xfrm>
            <a:custGeom>
              <a:avLst/>
              <a:gdLst/>
              <a:ahLst/>
              <a:cxnLst/>
              <a:rect l="l" t="t" r="r" b="b"/>
              <a:pathLst>
                <a:path w="36" h="19" extrusionOk="0">
                  <a:moveTo>
                    <a:pt x="35" y="1"/>
                  </a:moveTo>
                  <a:lnTo>
                    <a:pt x="0"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85" name="Google Shape;7185;p66"/>
            <p:cNvSpPr/>
            <p:nvPr/>
          </p:nvSpPr>
          <p:spPr>
            <a:xfrm>
              <a:off x="2334530" y="2125655"/>
              <a:ext cx="109" cy="109"/>
            </a:xfrm>
            <a:custGeom>
              <a:avLst/>
              <a:gdLst/>
              <a:ahLst/>
              <a:cxnLst/>
              <a:rect l="l" t="t" r="r" b="b"/>
              <a:pathLst>
                <a:path w="8" h="8" extrusionOk="0">
                  <a:moveTo>
                    <a:pt x="8"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86" name="Google Shape;7186;p66"/>
            <p:cNvSpPr/>
            <p:nvPr/>
          </p:nvSpPr>
          <p:spPr>
            <a:xfrm>
              <a:off x="2305202" y="2129837"/>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87" name="Google Shape;7187;p66"/>
            <p:cNvSpPr/>
            <p:nvPr/>
          </p:nvSpPr>
          <p:spPr>
            <a:xfrm>
              <a:off x="2335100" y="2125275"/>
              <a:ext cx="163" cy="109"/>
            </a:xfrm>
            <a:custGeom>
              <a:avLst/>
              <a:gdLst/>
              <a:ahLst/>
              <a:cxnLst/>
              <a:rect l="l" t="t" r="r" b="b"/>
              <a:pathLst>
                <a:path w="12" h="8" extrusionOk="0">
                  <a:moveTo>
                    <a:pt x="11"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88" name="Google Shape;7188;p66"/>
            <p:cNvSpPr/>
            <p:nvPr/>
          </p:nvSpPr>
          <p:spPr>
            <a:xfrm>
              <a:off x="2334964" y="2125370"/>
              <a:ext cx="109" cy="109"/>
            </a:xfrm>
            <a:custGeom>
              <a:avLst/>
              <a:gdLst/>
              <a:ahLst/>
              <a:cxnLst/>
              <a:rect l="l" t="t" r="r" b="b"/>
              <a:pathLst>
                <a:path w="8" h="8" extrusionOk="0">
                  <a:moveTo>
                    <a:pt x="7"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89" name="Google Shape;7189;p66"/>
            <p:cNvSpPr/>
            <p:nvPr/>
          </p:nvSpPr>
          <p:spPr>
            <a:xfrm>
              <a:off x="2335535" y="2124990"/>
              <a:ext cx="149" cy="109"/>
            </a:xfrm>
            <a:custGeom>
              <a:avLst/>
              <a:gdLst/>
              <a:ahLst/>
              <a:cxnLst/>
              <a:rect l="l" t="t" r="r" b="b"/>
              <a:pathLst>
                <a:path w="11" h="8" extrusionOk="0">
                  <a:moveTo>
                    <a:pt x="11"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90" name="Google Shape;7190;p66"/>
            <p:cNvSpPr/>
            <p:nvPr/>
          </p:nvSpPr>
          <p:spPr>
            <a:xfrm>
              <a:off x="2338046" y="2123605"/>
              <a:ext cx="299" cy="163"/>
            </a:xfrm>
            <a:custGeom>
              <a:avLst/>
              <a:gdLst/>
              <a:ahLst/>
              <a:cxnLst/>
              <a:rect l="l" t="t" r="r" b="b"/>
              <a:pathLst>
                <a:path w="22" h="12" extrusionOk="0">
                  <a:moveTo>
                    <a:pt x="22"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91" name="Google Shape;7191;p66"/>
            <p:cNvSpPr/>
            <p:nvPr/>
          </p:nvSpPr>
          <p:spPr>
            <a:xfrm>
              <a:off x="2303831" y="2129742"/>
              <a:ext cx="299" cy="14"/>
            </a:xfrm>
            <a:custGeom>
              <a:avLst/>
              <a:gdLst/>
              <a:ahLst/>
              <a:cxnLst/>
              <a:rect l="l" t="t" r="r" b="b"/>
              <a:pathLst>
                <a:path w="22" h="1" extrusionOk="0">
                  <a:moveTo>
                    <a:pt x="21"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92" name="Google Shape;7192;p66"/>
            <p:cNvSpPr/>
            <p:nvPr/>
          </p:nvSpPr>
          <p:spPr>
            <a:xfrm>
              <a:off x="2335290" y="2125125"/>
              <a:ext cx="163" cy="109"/>
            </a:xfrm>
            <a:custGeom>
              <a:avLst/>
              <a:gdLst/>
              <a:ahLst/>
              <a:cxnLst/>
              <a:rect l="l" t="t" r="r" b="b"/>
              <a:pathLst>
                <a:path w="12" h="8" extrusionOk="0">
                  <a:moveTo>
                    <a:pt x="11"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93" name="Google Shape;7193;p66"/>
            <p:cNvSpPr/>
            <p:nvPr/>
          </p:nvSpPr>
          <p:spPr>
            <a:xfrm>
              <a:off x="2334679" y="2125560"/>
              <a:ext cx="109" cy="109"/>
            </a:xfrm>
            <a:custGeom>
              <a:avLst/>
              <a:gdLst/>
              <a:ahLst/>
              <a:cxnLst/>
              <a:rect l="l" t="t" r="r" b="b"/>
              <a:pathLst>
                <a:path w="8" h="8" extrusionOk="0">
                  <a:moveTo>
                    <a:pt x="7"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94" name="Google Shape;7194;p66"/>
            <p:cNvSpPr/>
            <p:nvPr/>
          </p:nvSpPr>
          <p:spPr>
            <a:xfrm>
              <a:off x="2337626" y="2123795"/>
              <a:ext cx="299" cy="163"/>
            </a:xfrm>
            <a:custGeom>
              <a:avLst/>
              <a:gdLst/>
              <a:ahLst/>
              <a:cxnLst/>
              <a:rect l="l" t="t" r="r" b="b"/>
              <a:pathLst>
                <a:path w="22" h="12" extrusionOk="0">
                  <a:moveTo>
                    <a:pt x="21" y="1"/>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95" name="Google Shape;7195;p66"/>
            <p:cNvSpPr/>
            <p:nvPr/>
          </p:nvSpPr>
          <p:spPr>
            <a:xfrm>
              <a:off x="2334815" y="2125465"/>
              <a:ext cx="109" cy="109"/>
            </a:xfrm>
            <a:custGeom>
              <a:avLst/>
              <a:gdLst/>
              <a:ahLst/>
              <a:cxnLst/>
              <a:rect l="l" t="t" r="r" b="b"/>
              <a:pathLst>
                <a:path w="8" h="8" extrusionOk="0">
                  <a:moveTo>
                    <a:pt x="8"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96" name="Google Shape;7196;p66"/>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97" name="Google Shape;7197;p66"/>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98" name="Google Shape;7198;p66"/>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199" name="Google Shape;7199;p66"/>
            <p:cNvSpPr/>
            <p:nvPr/>
          </p:nvSpPr>
          <p:spPr>
            <a:xfrm>
              <a:off x="2292942" y="2120903"/>
              <a:ext cx="68" cy="149"/>
            </a:xfrm>
            <a:custGeom>
              <a:avLst/>
              <a:gdLst/>
              <a:ahLst/>
              <a:cxnLst/>
              <a:rect l="l" t="t" r="r" b="b"/>
              <a:pathLst>
                <a:path w="5" h="11" extrusionOk="0">
                  <a:moveTo>
                    <a:pt x="4" y="1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00" name="Google Shape;7200;p66"/>
            <p:cNvSpPr/>
            <p:nvPr/>
          </p:nvSpPr>
          <p:spPr>
            <a:xfrm>
              <a:off x="2292711" y="2120183"/>
              <a:ext cx="109" cy="353"/>
            </a:xfrm>
            <a:custGeom>
              <a:avLst/>
              <a:gdLst/>
              <a:ahLst/>
              <a:cxnLst/>
              <a:rect l="l" t="t" r="r" b="b"/>
              <a:pathLst>
                <a:path w="8" h="26" extrusionOk="0">
                  <a:moveTo>
                    <a:pt x="7" y="2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01" name="Google Shape;7201;p66"/>
            <p:cNvSpPr/>
            <p:nvPr/>
          </p:nvSpPr>
          <p:spPr>
            <a:xfrm>
              <a:off x="2293376" y="2122464"/>
              <a:ext cx="14" cy="68"/>
            </a:xfrm>
            <a:custGeom>
              <a:avLst/>
              <a:gdLst/>
              <a:ahLst/>
              <a:cxnLst/>
              <a:rect l="l" t="t" r="r" b="b"/>
              <a:pathLst>
                <a:path w="1" h="5" extrusionOk="0">
                  <a:moveTo>
                    <a:pt x="0"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02" name="Google Shape;7202;p66"/>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03" name="Google Shape;7203;p66"/>
            <p:cNvSpPr/>
            <p:nvPr/>
          </p:nvSpPr>
          <p:spPr>
            <a:xfrm>
              <a:off x="2293281" y="2122043"/>
              <a:ext cx="14" cy="54"/>
            </a:xfrm>
            <a:custGeom>
              <a:avLst/>
              <a:gdLst/>
              <a:ahLst/>
              <a:cxnLst/>
              <a:rect l="l" t="t" r="r" b="b"/>
              <a:pathLst>
                <a:path w="1" h="4" extrusionOk="0">
                  <a:moveTo>
                    <a:pt x="0"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04" name="Google Shape;7204;p66"/>
            <p:cNvSpPr/>
            <p:nvPr/>
          </p:nvSpPr>
          <p:spPr>
            <a:xfrm>
              <a:off x="2287769" y="2147800"/>
              <a:ext cx="54" cy="163"/>
            </a:xfrm>
            <a:custGeom>
              <a:avLst/>
              <a:gdLst/>
              <a:ahLst/>
              <a:cxnLst/>
              <a:rect l="l" t="t" r="r" b="b"/>
              <a:pathLst>
                <a:path w="4" h="12" extrusionOk="0">
                  <a:moveTo>
                    <a:pt x="4" y="1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05" name="Google Shape;7205;p66"/>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06" name="Google Shape;7206;p66"/>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07" name="Google Shape;7207;p66"/>
            <p:cNvSpPr/>
            <p:nvPr/>
          </p:nvSpPr>
          <p:spPr>
            <a:xfrm>
              <a:off x="2288760" y="2148709"/>
              <a:ext cx="299" cy="299"/>
            </a:xfrm>
            <a:custGeom>
              <a:avLst/>
              <a:gdLst/>
              <a:ahLst/>
              <a:cxnLst/>
              <a:rect l="l" t="t" r="r" b="b"/>
              <a:pathLst>
                <a:path w="22" h="22" extrusionOk="0">
                  <a:moveTo>
                    <a:pt x="22" y="2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08" name="Google Shape;7208;p66"/>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09" name="Google Shape;7209;p66"/>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10" name="Google Shape;7210;p66"/>
            <p:cNvSpPr/>
            <p:nvPr/>
          </p:nvSpPr>
          <p:spPr>
            <a:xfrm>
              <a:off x="2293227" y="2151126"/>
              <a:ext cx="638" cy="204"/>
            </a:xfrm>
            <a:custGeom>
              <a:avLst/>
              <a:gdLst/>
              <a:ahLst/>
              <a:cxnLst/>
              <a:rect l="l" t="t" r="r" b="b"/>
              <a:pathLst>
                <a:path w="47" h="15" extrusionOk="0">
                  <a:moveTo>
                    <a:pt x="46" y="1"/>
                  </a:moveTo>
                  <a:lnTo>
                    <a:pt x="1"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11" name="Google Shape;7211;p66"/>
            <p:cNvSpPr/>
            <p:nvPr/>
          </p:nvSpPr>
          <p:spPr>
            <a:xfrm>
              <a:off x="2296703" y="2150800"/>
              <a:ext cx="204" cy="14"/>
            </a:xfrm>
            <a:custGeom>
              <a:avLst/>
              <a:gdLst/>
              <a:ahLst/>
              <a:cxnLst/>
              <a:rect l="l" t="t" r="r" b="b"/>
              <a:pathLst>
                <a:path w="15" h="1" extrusionOk="0">
                  <a:moveTo>
                    <a:pt x="14"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12" name="Google Shape;7212;p66"/>
            <p:cNvSpPr/>
            <p:nvPr/>
          </p:nvSpPr>
          <p:spPr>
            <a:xfrm>
              <a:off x="2289195" y="2149130"/>
              <a:ext cx="489" cy="394"/>
            </a:xfrm>
            <a:custGeom>
              <a:avLst/>
              <a:gdLst/>
              <a:ahLst/>
              <a:cxnLst/>
              <a:rect l="l" t="t" r="r" b="b"/>
              <a:pathLst>
                <a:path w="36" h="29" extrusionOk="0">
                  <a:moveTo>
                    <a:pt x="35" y="29"/>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13" name="Google Shape;7213;p66"/>
            <p:cNvSpPr/>
            <p:nvPr/>
          </p:nvSpPr>
          <p:spPr>
            <a:xfrm>
              <a:off x="2297273" y="2150895"/>
              <a:ext cx="149" cy="54"/>
            </a:xfrm>
            <a:custGeom>
              <a:avLst/>
              <a:gdLst/>
              <a:ahLst/>
              <a:cxnLst/>
              <a:rect l="l" t="t" r="r" b="b"/>
              <a:pathLst>
                <a:path w="11" h="4" extrusionOk="0">
                  <a:moveTo>
                    <a:pt x="11"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14" name="Google Shape;7214;p66"/>
            <p:cNvSpPr/>
            <p:nvPr/>
          </p:nvSpPr>
          <p:spPr>
            <a:xfrm>
              <a:off x="2293987" y="2150936"/>
              <a:ext cx="543" cy="163"/>
            </a:xfrm>
            <a:custGeom>
              <a:avLst/>
              <a:gdLst/>
              <a:ahLst/>
              <a:cxnLst/>
              <a:rect l="l" t="t" r="r" b="b"/>
              <a:pathLst>
                <a:path w="40" h="12" extrusionOk="0">
                  <a:moveTo>
                    <a:pt x="39"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15" name="Google Shape;7215;p66"/>
            <p:cNvSpPr/>
            <p:nvPr/>
          </p:nvSpPr>
          <p:spPr>
            <a:xfrm>
              <a:off x="2306913" y="2152701"/>
              <a:ext cx="258" cy="299"/>
            </a:xfrm>
            <a:custGeom>
              <a:avLst/>
              <a:gdLst/>
              <a:ahLst/>
              <a:cxnLst/>
              <a:rect l="l" t="t" r="r" b="b"/>
              <a:pathLst>
                <a:path w="19" h="22" extrusionOk="0">
                  <a:moveTo>
                    <a:pt x="1" y="0"/>
                  </a:moveTo>
                  <a:lnTo>
                    <a:pt x="18" y="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16" name="Google Shape;7216;p66"/>
            <p:cNvSpPr/>
            <p:nvPr/>
          </p:nvSpPr>
          <p:spPr>
            <a:xfrm>
              <a:off x="2307293" y="2153081"/>
              <a:ext cx="299" cy="339"/>
            </a:xfrm>
            <a:custGeom>
              <a:avLst/>
              <a:gdLst/>
              <a:ahLst/>
              <a:cxnLst/>
              <a:rect l="l" t="t" r="r" b="b"/>
              <a:pathLst>
                <a:path w="22" h="25" extrusionOk="0">
                  <a:moveTo>
                    <a:pt x="1" y="0"/>
                  </a:moveTo>
                  <a:lnTo>
                    <a:pt x="22"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17" name="Google Shape;7217;p66"/>
            <p:cNvSpPr/>
            <p:nvPr/>
          </p:nvSpPr>
          <p:spPr>
            <a:xfrm>
              <a:off x="2305352" y="2151126"/>
              <a:ext cx="530" cy="543"/>
            </a:xfrm>
            <a:custGeom>
              <a:avLst/>
              <a:gdLst/>
              <a:ahLst/>
              <a:cxnLst/>
              <a:rect l="l" t="t" r="r" b="b"/>
              <a:pathLst>
                <a:path w="39" h="40" extrusionOk="0">
                  <a:moveTo>
                    <a:pt x="0" y="1"/>
                  </a:moveTo>
                  <a:lnTo>
                    <a:pt x="39" y="3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18" name="Google Shape;7218;p66"/>
            <p:cNvSpPr/>
            <p:nvPr/>
          </p:nvSpPr>
          <p:spPr>
            <a:xfrm>
              <a:off x="2305922" y="2151697"/>
              <a:ext cx="434" cy="448"/>
            </a:xfrm>
            <a:custGeom>
              <a:avLst/>
              <a:gdLst/>
              <a:ahLst/>
              <a:cxnLst/>
              <a:rect l="l" t="t" r="r" b="b"/>
              <a:pathLst>
                <a:path w="32" h="33" extrusionOk="0">
                  <a:moveTo>
                    <a:pt x="0" y="1"/>
                  </a:moveTo>
                  <a:lnTo>
                    <a:pt x="32"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19" name="Google Shape;7219;p66"/>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20" name="Google Shape;7220;p66"/>
            <p:cNvSpPr/>
            <p:nvPr/>
          </p:nvSpPr>
          <p:spPr>
            <a:xfrm>
              <a:off x="2306492" y="2152267"/>
              <a:ext cx="299" cy="299"/>
            </a:xfrm>
            <a:custGeom>
              <a:avLst/>
              <a:gdLst/>
              <a:ahLst/>
              <a:cxnLst/>
              <a:rect l="l" t="t" r="r" b="b"/>
              <a:pathLst>
                <a:path w="22" h="22" extrusionOk="0">
                  <a:moveTo>
                    <a:pt x="0" y="1"/>
                  </a:moveTo>
                  <a:lnTo>
                    <a:pt x="21"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21" name="Google Shape;7221;p66"/>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22" name="Google Shape;7222;p66"/>
            <p:cNvSpPr/>
            <p:nvPr/>
          </p:nvSpPr>
          <p:spPr>
            <a:xfrm>
              <a:off x="2304727" y="2150610"/>
              <a:ext cx="489" cy="434"/>
            </a:xfrm>
            <a:custGeom>
              <a:avLst/>
              <a:gdLst/>
              <a:ahLst/>
              <a:cxnLst/>
              <a:rect l="l" t="t" r="r" b="b"/>
              <a:pathLst>
                <a:path w="36" h="32" extrusionOk="0">
                  <a:moveTo>
                    <a:pt x="1" y="0"/>
                  </a:moveTo>
                  <a:lnTo>
                    <a:pt x="36" y="3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23" name="Google Shape;7223;p66"/>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24" name="Google Shape;7224;p66"/>
            <p:cNvSpPr/>
            <p:nvPr/>
          </p:nvSpPr>
          <p:spPr>
            <a:xfrm>
              <a:off x="2291951" y="2116436"/>
              <a:ext cx="14" cy="0"/>
            </a:xfrm>
            <a:custGeom>
              <a:avLst/>
              <a:gdLst/>
              <a:ahLst/>
              <a:cxnLst/>
              <a:rect l="l" t="t" r="r" b="b"/>
              <a:pathLst>
                <a:path w="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25" name="Google Shape;7225;p66"/>
            <p:cNvSpPr/>
            <p:nvPr/>
          </p:nvSpPr>
          <p:spPr>
            <a:xfrm>
              <a:off x="2292562" y="2116436"/>
              <a:ext cx="14" cy="0"/>
            </a:xfrm>
            <a:custGeom>
              <a:avLst/>
              <a:gdLst/>
              <a:ahLst/>
              <a:cxnLst/>
              <a:rect l="l" t="t" r="r" b="b"/>
              <a:pathLst>
                <a:path w="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26" name="Google Shape;7226;p66"/>
            <p:cNvSpPr/>
            <p:nvPr/>
          </p:nvSpPr>
          <p:spPr>
            <a:xfrm>
              <a:off x="2291095" y="2116476"/>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27" name="Google Shape;7227;p66"/>
            <p:cNvSpPr/>
            <p:nvPr/>
          </p:nvSpPr>
          <p:spPr>
            <a:xfrm>
              <a:off x="2293132" y="2116436"/>
              <a:ext cx="14" cy="0"/>
            </a:xfrm>
            <a:custGeom>
              <a:avLst/>
              <a:gdLst/>
              <a:ahLst/>
              <a:cxnLst/>
              <a:rect l="l" t="t" r="r" b="b"/>
              <a:pathLst>
                <a:path w="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28" name="Google Shape;7228;p66"/>
            <p:cNvSpPr/>
            <p:nvPr/>
          </p:nvSpPr>
          <p:spPr>
            <a:xfrm>
              <a:off x="2291326" y="2116476"/>
              <a:ext cx="448" cy="14"/>
            </a:xfrm>
            <a:custGeom>
              <a:avLst/>
              <a:gdLst/>
              <a:ahLst/>
              <a:cxnLst/>
              <a:rect l="l" t="t" r="r" b="b"/>
              <a:pathLst>
                <a:path w="33" h="1" extrusionOk="0">
                  <a:moveTo>
                    <a:pt x="1" y="1"/>
                  </a:moveTo>
                  <a:lnTo>
                    <a:pt x="32"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29" name="Google Shape;7229;p66"/>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30" name="Google Shape;7230;p66"/>
            <p:cNvSpPr/>
            <p:nvPr/>
          </p:nvSpPr>
          <p:spPr>
            <a:xfrm>
              <a:off x="2585741" y="1734080"/>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31" name="Google Shape;7231;p66"/>
            <p:cNvSpPr/>
            <p:nvPr/>
          </p:nvSpPr>
          <p:spPr>
            <a:xfrm>
              <a:off x="2587696" y="1734365"/>
              <a:ext cx="299" cy="14"/>
            </a:xfrm>
            <a:custGeom>
              <a:avLst/>
              <a:gdLst/>
              <a:ahLst/>
              <a:cxnLst/>
              <a:rect l="l" t="t" r="r" b="b"/>
              <a:pathLst>
                <a:path w="22" h="1" extrusionOk="0">
                  <a:moveTo>
                    <a:pt x="0" y="0"/>
                  </a:moveTo>
                  <a:lnTo>
                    <a:pt x="2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32" name="Google Shape;7232;p66"/>
            <p:cNvSpPr/>
            <p:nvPr/>
          </p:nvSpPr>
          <p:spPr>
            <a:xfrm>
              <a:off x="2588782" y="1734365"/>
              <a:ext cx="489" cy="14"/>
            </a:xfrm>
            <a:custGeom>
              <a:avLst/>
              <a:gdLst/>
              <a:ahLst/>
              <a:cxnLst/>
              <a:rect l="l" t="t" r="r" b="b"/>
              <a:pathLst>
                <a:path w="36" h="1" extrusionOk="0">
                  <a:moveTo>
                    <a:pt x="1" y="0"/>
                  </a:moveTo>
                  <a:lnTo>
                    <a:pt x="36"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33" name="Google Shape;7233;p66"/>
            <p:cNvSpPr/>
            <p:nvPr/>
          </p:nvSpPr>
          <p:spPr>
            <a:xfrm>
              <a:off x="2587221" y="1734365"/>
              <a:ext cx="204" cy="14"/>
            </a:xfrm>
            <a:custGeom>
              <a:avLst/>
              <a:gdLst/>
              <a:ahLst/>
              <a:cxnLst/>
              <a:rect l="l" t="t" r="r" b="b"/>
              <a:pathLst>
                <a:path w="15" h="1" extrusionOk="0">
                  <a:moveTo>
                    <a:pt x="0" y="0"/>
                  </a:moveTo>
                  <a:lnTo>
                    <a:pt x="1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34" name="Google Shape;7234;p66"/>
            <p:cNvSpPr/>
            <p:nvPr/>
          </p:nvSpPr>
          <p:spPr>
            <a:xfrm>
              <a:off x="2586786" y="1734270"/>
              <a:ext cx="163" cy="14"/>
            </a:xfrm>
            <a:custGeom>
              <a:avLst/>
              <a:gdLst/>
              <a:ahLst/>
              <a:cxnLst/>
              <a:rect l="l" t="t" r="r" b="b"/>
              <a:pathLst>
                <a:path w="12" h="1" extrusionOk="0">
                  <a:moveTo>
                    <a:pt x="1" y="0"/>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35" name="Google Shape;7235;p66"/>
            <p:cNvSpPr/>
            <p:nvPr/>
          </p:nvSpPr>
          <p:spPr>
            <a:xfrm>
              <a:off x="2588646" y="1734365"/>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36" name="Google Shape;7236;p66"/>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37" name="Google Shape;7237;p66"/>
            <p:cNvSpPr/>
            <p:nvPr/>
          </p:nvSpPr>
          <p:spPr>
            <a:xfrm>
              <a:off x="2586121" y="1734080"/>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38" name="Google Shape;7238;p66"/>
            <p:cNvSpPr/>
            <p:nvPr/>
          </p:nvSpPr>
          <p:spPr>
            <a:xfrm>
              <a:off x="2585075" y="1734080"/>
              <a:ext cx="258" cy="14"/>
            </a:xfrm>
            <a:custGeom>
              <a:avLst/>
              <a:gdLst/>
              <a:ahLst/>
              <a:cxnLst/>
              <a:rect l="l" t="t" r="r" b="b"/>
              <a:pathLst>
                <a:path w="19" h="1" extrusionOk="0">
                  <a:moveTo>
                    <a:pt x="1" y="0"/>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39" name="Google Shape;7239;p66"/>
            <p:cNvSpPr/>
            <p:nvPr/>
          </p:nvSpPr>
          <p:spPr>
            <a:xfrm>
              <a:off x="2553752" y="1749137"/>
              <a:ext cx="163" cy="204"/>
            </a:xfrm>
            <a:custGeom>
              <a:avLst/>
              <a:gdLst/>
              <a:ahLst/>
              <a:cxnLst/>
              <a:rect l="l" t="t" r="r" b="b"/>
              <a:pathLst>
                <a:path w="12" h="15" extrusionOk="0">
                  <a:moveTo>
                    <a:pt x="11" y="1"/>
                  </a:moveTo>
                  <a:lnTo>
                    <a:pt x="1"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40" name="Google Shape;7240;p66"/>
            <p:cNvSpPr/>
            <p:nvPr/>
          </p:nvSpPr>
          <p:spPr>
            <a:xfrm>
              <a:off x="2553997" y="1748716"/>
              <a:ext cx="109" cy="244"/>
            </a:xfrm>
            <a:custGeom>
              <a:avLst/>
              <a:gdLst/>
              <a:ahLst/>
              <a:cxnLst/>
              <a:rect l="l" t="t" r="r" b="b"/>
              <a:pathLst>
                <a:path w="8" h="18" extrusionOk="0">
                  <a:moveTo>
                    <a:pt x="7" y="0"/>
                  </a:moveTo>
                  <a:lnTo>
                    <a:pt x="0"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41" name="Google Shape;7241;p66"/>
            <p:cNvSpPr/>
            <p:nvPr/>
          </p:nvSpPr>
          <p:spPr>
            <a:xfrm>
              <a:off x="2555612" y="1746720"/>
              <a:ext cx="244" cy="204"/>
            </a:xfrm>
            <a:custGeom>
              <a:avLst/>
              <a:gdLst/>
              <a:ahLst/>
              <a:cxnLst/>
              <a:rect l="l" t="t" r="r" b="b"/>
              <a:pathLst>
                <a:path w="18" h="15" extrusionOk="0">
                  <a:moveTo>
                    <a:pt x="18" y="0"/>
                  </a:moveTo>
                  <a:lnTo>
                    <a:pt x="0"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42" name="Google Shape;7242;p66"/>
            <p:cNvSpPr/>
            <p:nvPr/>
          </p:nvSpPr>
          <p:spPr>
            <a:xfrm>
              <a:off x="2554893" y="1747426"/>
              <a:ext cx="163" cy="204"/>
            </a:xfrm>
            <a:custGeom>
              <a:avLst/>
              <a:gdLst/>
              <a:ahLst/>
              <a:cxnLst/>
              <a:rect l="l" t="t" r="r" b="b"/>
              <a:pathLst>
                <a:path w="12" h="15" extrusionOk="0">
                  <a:moveTo>
                    <a:pt x="11" y="1"/>
                  </a:moveTo>
                  <a:lnTo>
                    <a:pt x="1"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43" name="Google Shape;7243;p66"/>
            <p:cNvSpPr/>
            <p:nvPr/>
          </p:nvSpPr>
          <p:spPr>
            <a:xfrm>
              <a:off x="2554187" y="1748377"/>
              <a:ext cx="149" cy="204"/>
            </a:xfrm>
            <a:custGeom>
              <a:avLst/>
              <a:gdLst/>
              <a:ahLst/>
              <a:cxnLst/>
              <a:rect l="l" t="t" r="r" b="b"/>
              <a:pathLst>
                <a:path w="11" h="15" extrusionOk="0">
                  <a:moveTo>
                    <a:pt x="11" y="1"/>
                  </a:moveTo>
                  <a:lnTo>
                    <a:pt x="0"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44" name="Google Shape;7244;p66"/>
            <p:cNvSpPr/>
            <p:nvPr/>
          </p:nvSpPr>
          <p:spPr>
            <a:xfrm>
              <a:off x="2555368" y="1746951"/>
              <a:ext cx="163" cy="204"/>
            </a:xfrm>
            <a:custGeom>
              <a:avLst/>
              <a:gdLst/>
              <a:ahLst/>
              <a:cxnLst/>
              <a:rect l="l" t="t" r="r" b="b"/>
              <a:pathLst>
                <a:path w="12" h="15" extrusionOk="0">
                  <a:moveTo>
                    <a:pt x="11" y="1"/>
                  </a:moveTo>
                  <a:lnTo>
                    <a:pt x="1"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45" name="Google Shape;7245;p66"/>
            <p:cNvSpPr/>
            <p:nvPr/>
          </p:nvSpPr>
          <p:spPr>
            <a:xfrm>
              <a:off x="2554417" y="1747997"/>
              <a:ext cx="163" cy="204"/>
            </a:xfrm>
            <a:custGeom>
              <a:avLst/>
              <a:gdLst/>
              <a:ahLst/>
              <a:cxnLst/>
              <a:rect l="l" t="t" r="r" b="b"/>
              <a:pathLst>
                <a:path w="12" h="15" extrusionOk="0">
                  <a:moveTo>
                    <a:pt x="11" y="1"/>
                  </a:moveTo>
                  <a:lnTo>
                    <a:pt x="1"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46" name="Google Shape;7246;p66"/>
            <p:cNvSpPr/>
            <p:nvPr/>
          </p:nvSpPr>
          <p:spPr>
            <a:xfrm>
              <a:off x="2553616" y="1749572"/>
              <a:ext cx="109" cy="244"/>
            </a:xfrm>
            <a:custGeom>
              <a:avLst/>
              <a:gdLst/>
              <a:ahLst/>
              <a:cxnLst/>
              <a:rect l="l" t="t" r="r" b="b"/>
              <a:pathLst>
                <a:path w="8" h="18" extrusionOk="0">
                  <a:moveTo>
                    <a:pt x="7" y="0"/>
                  </a:moveTo>
                  <a:lnTo>
                    <a:pt x="0"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47" name="Google Shape;7247;p66"/>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48" name="Google Shape;7248;p66"/>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49" name="Google Shape;7249;p66"/>
            <p:cNvSpPr/>
            <p:nvPr/>
          </p:nvSpPr>
          <p:spPr>
            <a:xfrm>
              <a:off x="2553087" y="1753143"/>
              <a:ext cx="14" cy="149"/>
            </a:xfrm>
            <a:custGeom>
              <a:avLst/>
              <a:gdLst/>
              <a:ahLst/>
              <a:cxnLst/>
              <a:rect l="l" t="t" r="r" b="b"/>
              <a:pathLst>
                <a:path w="1" h="11" extrusionOk="0">
                  <a:moveTo>
                    <a:pt x="1" y="1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50" name="Google Shape;7250;p66"/>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51" name="Google Shape;7251;p66"/>
            <p:cNvSpPr/>
            <p:nvPr/>
          </p:nvSpPr>
          <p:spPr>
            <a:xfrm>
              <a:off x="2555137" y="1747196"/>
              <a:ext cx="149" cy="149"/>
            </a:xfrm>
            <a:custGeom>
              <a:avLst/>
              <a:gdLst/>
              <a:ahLst/>
              <a:cxnLst/>
              <a:rect l="l" t="t" r="r" b="b"/>
              <a:pathLst>
                <a:path w="11" h="11" extrusionOk="0">
                  <a:moveTo>
                    <a:pt x="0" y="11"/>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52" name="Google Shape;7252;p66"/>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53" name="Google Shape;7253;p66"/>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54" name="Google Shape;7254;p66"/>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55" name="Google Shape;7255;p66"/>
            <p:cNvSpPr/>
            <p:nvPr/>
          </p:nvSpPr>
          <p:spPr>
            <a:xfrm>
              <a:off x="2570398" y="1725716"/>
              <a:ext cx="54" cy="54"/>
            </a:xfrm>
            <a:custGeom>
              <a:avLst/>
              <a:gdLst/>
              <a:ahLst/>
              <a:cxnLst/>
              <a:rect l="l" t="t" r="r" b="b"/>
              <a:pathLst>
                <a:path w="4" h="4" extrusionOk="0">
                  <a:moveTo>
                    <a:pt x="4" y="0"/>
                  </a:moveTo>
                  <a:lnTo>
                    <a:pt x="0" y="4"/>
                  </a:ln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56" name="Google Shape;7256;p66"/>
            <p:cNvSpPr/>
            <p:nvPr/>
          </p:nvSpPr>
          <p:spPr>
            <a:xfrm>
              <a:off x="2554662" y="1747712"/>
              <a:ext cx="149" cy="204"/>
            </a:xfrm>
            <a:custGeom>
              <a:avLst/>
              <a:gdLst/>
              <a:ahLst/>
              <a:cxnLst/>
              <a:rect l="l" t="t" r="r" b="b"/>
              <a:pathLst>
                <a:path w="11" h="15" extrusionOk="0">
                  <a:moveTo>
                    <a:pt x="11" y="1"/>
                  </a:moveTo>
                  <a:lnTo>
                    <a:pt x="0"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57" name="Google Shape;7257;p66"/>
            <p:cNvSpPr/>
            <p:nvPr/>
          </p:nvSpPr>
          <p:spPr>
            <a:xfrm>
              <a:off x="2572014" y="1722675"/>
              <a:ext cx="109" cy="190"/>
            </a:xfrm>
            <a:custGeom>
              <a:avLst/>
              <a:gdLst/>
              <a:ahLst/>
              <a:cxnLst/>
              <a:rect l="l" t="t" r="r" b="b"/>
              <a:pathLst>
                <a:path w="8" h="14" extrusionOk="0">
                  <a:moveTo>
                    <a:pt x="0" y="14"/>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58" name="Google Shape;7258;p66"/>
            <p:cNvSpPr/>
            <p:nvPr/>
          </p:nvSpPr>
          <p:spPr>
            <a:xfrm>
              <a:off x="2572489" y="1721616"/>
              <a:ext cx="54" cy="163"/>
            </a:xfrm>
            <a:custGeom>
              <a:avLst/>
              <a:gdLst/>
              <a:ahLst/>
              <a:cxnLst/>
              <a:rect l="l" t="t" r="r" b="b"/>
              <a:pathLst>
                <a:path w="4" h="12" extrusionOk="0">
                  <a:moveTo>
                    <a:pt x="0" y="1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59" name="Google Shape;7259;p66"/>
            <p:cNvSpPr/>
            <p:nvPr/>
          </p:nvSpPr>
          <p:spPr>
            <a:xfrm>
              <a:off x="2572299" y="1722050"/>
              <a:ext cx="54" cy="204"/>
            </a:xfrm>
            <a:custGeom>
              <a:avLst/>
              <a:gdLst/>
              <a:ahLst/>
              <a:cxnLst/>
              <a:rect l="l" t="t" r="r" b="b"/>
              <a:pathLst>
                <a:path w="4" h="15" extrusionOk="0">
                  <a:moveTo>
                    <a:pt x="0" y="15"/>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60" name="Google Shape;7260;p66"/>
            <p:cNvSpPr/>
            <p:nvPr/>
          </p:nvSpPr>
          <p:spPr>
            <a:xfrm>
              <a:off x="2571824" y="1723001"/>
              <a:ext cx="109" cy="204"/>
            </a:xfrm>
            <a:custGeom>
              <a:avLst/>
              <a:gdLst/>
              <a:ahLst/>
              <a:cxnLst/>
              <a:rect l="l" t="t" r="r" b="b"/>
              <a:pathLst>
                <a:path w="8" h="15" extrusionOk="0">
                  <a:moveTo>
                    <a:pt x="0" y="15"/>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61" name="Google Shape;7261;p66"/>
            <p:cNvSpPr/>
            <p:nvPr/>
          </p:nvSpPr>
          <p:spPr>
            <a:xfrm>
              <a:off x="2572394" y="1721860"/>
              <a:ext cx="54" cy="109"/>
            </a:xfrm>
            <a:custGeom>
              <a:avLst/>
              <a:gdLst/>
              <a:ahLst/>
              <a:cxnLst/>
              <a:rect l="l" t="t" r="r" b="b"/>
              <a:pathLst>
                <a:path w="4" h="8" extrusionOk="0">
                  <a:moveTo>
                    <a:pt x="0" y="7"/>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62" name="Google Shape;7262;p66"/>
            <p:cNvSpPr/>
            <p:nvPr/>
          </p:nvSpPr>
          <p:spPr>
            <a:xfrm>
              <a:off x="2572150" y="1722335"/>
              <a:ext cx="109" cy="204"/>
            </a:xfrm>
            <a:custGeom>
              <a:avLst/>
              <a:gdLst/>
              <a:ahLst/>
              <a:cxnLst/>
              <a:rect l="l" t="t" r="r" b="b"/>
              <a:pathLst>
                <a:path w="8" h="15" extrusionOk="0">
                  <a:moveTo>
                    <a:pt x="1" y="15"/>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63" name="Google Shape;7263;p66"/>
            <p:cNvSpPr/>
            <p:nvPr/>
          </p:nvSpPr>
          <p:spPr>
            <a:xfrm>
              <a:off x="2570914" y="1724671"/>
              <a:ext cx="109" cy="244"/>
            </a:xfrm>
            <a:custGeom>
              <a:avLst/>
              <a:gdLst/>
              <a:ahLst/>
              <a:cxnLst/>
              <a:rect l="l" t="t" r="r" b="b"/>
              <a:pathLst>
                <a:path w="8" h="18" extrusionOk="0">
                  <a:moveTo>
                    <a:pt x="1" y="18"/>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64" name="Google Shape;7264;p66"/>
            <p:cNvSpPr/>
            <p:nvPr/>
          </p:nvSpPr>
          <p:spPr>
            <a:xfrm>
              <a:off x="2570588" y="1725187"/>
              <a:ext cx="149" cy="258"/>
            </a:xfrm>
            <a:custGeom>
              <a:avLst/>
              <a:gdLst/>
              <a:ahLst/>
              <a:cxnLst/>
              <a:rect l="l" t="t" r="r" b="b"/>
              <a:pathLst>
                <a:path w="11" h="19" extrusionOk="0">
                  <a:moveTo>
                    <a:pt x="0" y="18"/>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65" name="Google Shape;7265;p66"/>
            <p:cNvSpPr/>
            <p:nvPr/>
          </p:nvSpPr>
          <p:spPr>
            <a:xfrm>
              <a:off x="2571634" y="1723381"/>
              <a:ext cx="149" cy="204"/>
            </a:xfrm>
            <a:custGeom>
              <a:avLst/>
              <a:gdLst/>
              <a:ahLst/>
              <a:cxnLst/>
              <a:rect l="l" t="t" r="r" b="b"/>
              <a:pathLst>
                <a:path w="11" h="15" extrusionOk="0">
                  <a:moveTo>
                    <a:pt x="0" y="15"/>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66" name="Google Shape;7266;p66"/>
            <p:cNvSpPr/>
            <p:nvPr/>
          </p:nvSpPr>
          <p:spPr>
            <a:xfrm>
              <a:off x="2571159" y="1724195"/>
              <a:ext cx="149" cy="244"/>
            </a:xfrm>
            <a:custGeom>
              <a:avLst/>
              <a:gdLst/>
              <a:ahLst/>
              <a:cxnLst/>
              <a:rect l="l" t="t" r="r" b="b"/>
              <a:pathLst>
                <a:path w="11" h="18" extrusionOk="0">
                  <a:moveTo>
                    <a:pt x="0" y="18"/>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67" name="Google Shape;7267;p66"/>
            <p:cNvSpPr/>
            <p:nvPr/>
          </p:nvSpPr>
          <p:spPr>
            <a:xfrm>
              <a:off x="2571389" y="1723761"/>
              <a:ext cx="163" cy="258"/>
            </a:xfrm>
            <a:custGeom>
              <a:avLst/>
              <a:gdLst/>
              <a:ahLst/>
              <a:cxnLst/>
              <a:rect l="l" t="t" r="r" b="b"/>
              <a:pathLst>
                <a:path w="12" h="19" extrusionOk="0">
                  <a:moveTo>
                    <a:pt x="1" y="18"/>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68" name="Google Shape;7268;p66"/>
            <p:cNvSpPr/>
            <p:nvPr/>
          </p:nvSpPr>
          <p:spPr>
            <a:xfrm>
              <a:off x="2572679" y="1721140"/>
              <a:ext cx="14" cy="68"/>
            </a:xfrm>
            <a:custGeom>
              <a:avLst/>
              <a:gdLst/>
              <a:ahLst/>
              <a:cxnLst/>
              <a:rect l="l" t="t" r="r" b="b"/>
              <a:pathLst>
                <a:path w="1" h="5" extrusionOk="0">
                  <a:moveTo>
                    <a:pt x="0"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69" name="Google Shape;7269;p66"/>
            <p:cNvSpPr/>
            <p:nvPr/>
          </p:nvSpPr>
          <p:spPr>
            <a:xfrm>
              <a:off x="2572584" y="1721426"/>
              <a:ext cx="14" cy="109"/>
            </a:xfrm>
            <a:custGeom>
              <a:avLst/>
              <a:gdLst/>
              <a:ahLst/>
              <a:cxnLst/>
              <a:rect l="l" t="t" r="r" b="b"/>
              <a:pathLst>
                <a:path w="1" h="8" extrusionOk="0">
                  <a:moveTo>
                    <a:pt x="0"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70" name="Google Shape;7270;p66"/>
            <p:cNvSpPr/>
            <p:nvPr/>
          </p:nvSpPr>
          <p:spPr>
            <a:xfrm>
              <a:off x="2572625" y="1721235"/>
              <a:ext cx="14" cy="163"/>
            </a:xfrm>
            <a:custGeom>
              <a:avLst/>
              <a:gdLst/>
              <a:ahLst/>
              <a:cxnLst/>
              <a:rect l="l" t="t" r="r" b="b"/>
              <a:pathLst>
                <a:path w="1" h="12" extrusionOk="0">
                  <a:moveTo>
                    <a:pt x="1"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71" name="Google Shape;7271;p66"/>
            <p:cNvSpPr/>
            <p:nvPr/>
          </p:nvSpPr>
          <p:spPr>
            <a:xfrm>
              <a:off x="2604994" y="1750237"/>
              <a:ext cx="14" cy="149"/>
            </a:xfrm>
            <a:custGeom>
              <a:avLst/>
              <a:gdLst/>
              <a:ahLst/>
              <a:cxnLst/>
              <a:rect l="l" t="t" r="r" b="b"/>
              <a:pathLst>
                <a:path w="1" h="11" extrusionOk="0">
                  <a:moveTo>
                    <a:pt x="1"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72" name="Google Shape;7272;p66"/>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73" name="Google Shape;7273;p66"/>
            <p:cNvSpPr/>
            <p:nvPr/>
          </p:nvSpPr>
          <p:spPr>
            <a:xfrm>
              <a:off x="2605048" y="1750807"/>
              <a:ext cx="54" cy="244"/>
            </a:xfrm>
            <a:custGeom>
              <a:avLst/>
              <a:gdLst/>
              <a:ahLst/>
              <a:cxnLst/>
              <a:rect l="l" t="t" r="r" b="b"/>
              <a:pathLst>
                <a:path w="4" h="18" extrusionOk="0">
                  <a:moveTo>
                    <a:pt x="0" y="1"/>
                  </a:moveTo>
                  <a:lnTo>
                    <a:pt x="4"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74" name="Google Shape;7274;p66"/>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75" name="Google Shape;7275;p66"/>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76" name="Google Shape;7276;p66"/>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77" name="Google Shape;7277;p66"/>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78" name="Google Shape;7278;p66"/>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79" name="Google Shape;7279;p66"/>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80" name="Google Shape;7280;p66"/>
            <p:cNvSpPr/>
            <p:nvPr/>
          </p:nvSpPr>
          <p:spPr>
            <a:xfrm>
              <a:off x="2376321" y="1716673"/>
              <a:ext cx="584" cy="68"/>
            </a:xfrm>
            <a:custGeom>
              <a:avLst/>
              <a:gdLst/>
              <a:ahLst/>
              <a:cxnLst/>
              <a:rect l="l" t="t" r="r" b="b"/>
              <a:pathLst>
                <a:path w="43" h="5" extrusionOk="0">
                  <a:moveTo>
                    <a:pt x="0" y="1"/>
                  </a:moveTo>
                  <a:lnTo>
                    <a:pt x="42"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81" name="Google Shape;7281;p66"/>
            <p:cNvSpPr/>
            <p:nvPr/>
          </p:nvSpPr>
          <p:spPr>
            <a:xfrm>
              <a:off x="2377122" y="1716728"/>
              <a:ext cx="543" cy="109"/>
            </a:xfrm>
            <a:custGeom>
              <a:avLst/>
              <a:gdLst/>
              <a:ahLst/>
              <a:cxnLst/>
              <a:rect l="l" t="t" r="r" b="b"/>
              <a:pathLst>
                <a:path w="40" h="8" extrusionOk="0">
                  <a:moveTo>
                    <a:pt x="1" y="0"/>
                  </a:moveTo>
                  <a:lnTo>
                    <a:pt x="39"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82" name="Google Shape;7282;p66"/>
            <p:cNvSpPr/>
            <p:nvPr/>
          </p:nvSpPr>
          <p:spPr>
            <a:xfrm>
              <a:off x="2378833" y="1717013"/>
              <a:ext cx="543" cy="109"/>
            </a:xfrm>
            <a:custGeom>
              <a:avLst/>
              <a:gdLst/>
              <a:ahLst/>
              <a:cxnLst/>
              <a:rect l="l" t="t" r="r" b="b"/>
              <a:pathLst>
                <a:path w="40" h="8" extrusionOk="0">
                  <a:moveTo>
                    <a:pt x="1" y="0"/>
                  </a:moveTo>
                  <a:lnTo>
                    <a:pt x="39"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83" name="Google Shape;7283;p66"/>
            <p:cNvSpPr/>
            <p:nvPr/>
          </p:nvSpPr>
          <p:spPr>
            <a:xfrm>
              <a:off x="2377937" y="1716864"/>
              <a:ext cx="584" cy="68"/>
            </a:xfrm>
            <a:custGeom>
              <a:avLst/>
              <a:gdLst/>
              <a:ahLst/>
              <a:cxnLst/>
              <a:rect l="l" t="t" r="r" b="b"/>
              <a:pathLst>
                <a:path w="43" h="5" extrusionOk="0">
                  <a:moveTo>
                    <a:pt x="0" y="1"/>
                  </a:moveTo>
                  <a:lnTo>
                    <a:pt x="42"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84" name="Google Shape;7284;p66"/>
            <p:cNvSpPr/>
            <p:nvPr/>
          </p:nvSpPr>
          <p:spPr>
            <a:xfrm>
              <a:off x="2375561" y="1716633"/>
              <a:ext cx="584" cy="14"/>
            </a:xfrm>
            <a:custGeom>
              <a:avLst/>
              <a:gdLst/>
              <a:ahLst/>
              <a:cxnLst/>
              <a:rect l="l" t="t" r="r" b="b"/>
              <a:pathLst>
                <a:path w="43" h="1" extrusionOk="0">
                  <a:moveTo>
                    <a:pt x="0" y="0"/>
                  </a:moveTo>
                  <a:lnTo>
                    <a:pt x="4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85" name="Google Shape;7285;p66"/>
            <p:cNvSpPr/>
            <p:nvPr/>
          </p:nvSpPr>
          <p:spPr>
            <a:xfrm>
              <a:off x="2379784" y="1717203"/>
              <a:ext cx="299" cy="54"/>
            </a:xfrm>
            <a:custGeom>
              <a:avLst/>
              <a:gdLst/>
              <a:ahLst/>
              <a:cxnLst/>
              <a:rect l="l" t="t" r="r" b="b"/>
              <a:pathLst>
                <a:path w="22" h="4" extrusionOk="0">
                  <a:moveTo>
                    <a:pt x="22"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86" name="Google Shape;7286;p66"/>
            <p:cNvSpPr/>
            <p:nvPr/>
          </p:nvSpPr>
          <p:spPr>
            <a:xfrm>
              <a:off x="2368134" y="1717773"/>
              <a:ext cx="828" cy="149"/>
            </a:xfrm>
            <a:custGeom>
              <a:avLst/>
              <a:gdLst/>
              <a:ahLst/>
              <a:cxnLst/>
              <a:rect l="l" t="t" r="r" b="b"/>
              <a:pathLst>
                <a:path w="61" h="11" extrusionOk="0">
                  <a:moveTo>
                    <a:pt x="1" y="11"/>
                  </a:moveTo>
                  <a:lnTo>
                    <a:pt x="6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87" name="Google Shape;7287;p66"/>
            <p:cNvSpPr/>
            <p:nvPr/>
          </p:nvSpPr>
          <p:spPr>
            <a:xfrm>
              <a:off x="2374896" y="1716633"/>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88" name="Google Shape;7288;p66"/>
            <p:cNvSpPr/>
            <p:nvPr/>
          </p:nvSpPr>
          <p:spPr>
            <a:xfrm>
              <a:off x="2369234" y="1717488"/>
              <a:ext cx="964" cy="244"/>
            </a:xfrm>
            <a:custGeom>
              <a:avLst/>
              <a:gdLst/>
              <a:ahLst/>
              <a:cxnLst/>
              <a:rect l="l" t="t" r="r" b="b"/>
              <a:pathLst>
                <a:path w="71" h="18" extrusionOk="0">
                  <a:moveTo>
                    <a:pt x="0" y="18"/>
                  </a:moveTo>
                  <a:lnTo>
                    <a:pt x="7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89" name="Google Shape;7289;p66"/>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90" name="Google Shape;7290;p66"/>
            <p:cNvSpPr/>
            <p:nvPr/>
          </p:nvSpPr>
          <p:spPr>
            <a:xfrm>
              <a:off x="2374611" y="1725051"/>
              <a:ext cx="149" cy="109"/>
            </a:xfrm>
            <a:custGeom>
              <a:avLst/>
              <a:gdLst/>
              <a:ahLst/>
              <a:cxnLst/>
              <a:rect l="l" t="t" r="r" b="b"/>
              <a:pathLst>
                <a:path w="11" h="8" extrusionOk="0">
                  <a:moveTo>
                    <a:pt x="0" y="0"/>
                  </a:moveTo>
                  <a:lnTo>
                    <a:pt x="1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91" name="Google Shape;7291;p66"/>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92" name="Google Shape;7292;p66"/>
            <p:cNvSpPr/>
            <p:nvPr/>
          </p:nvSpPr>
          <p:spPr>
            <a:xfrm>
              <a:off x="2374461" y="1724901"/>
              <a:ext cx="163" cy="109"/>
            </a:xfrm>
            <a:custGeom>
              <a:avLst/>
              <a:gdLst/>
              <a:ahLst/>
              <a:cxnLst/>
              <a:rect l="l" t="t" r="r" b="b"/>
              <a:pathLst>
                <a:path w="12" h="8" extrusionOk="0">
                  <a:moveTo>
                    <a:pt x="11" y="8"/>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93" name="Google Shape;7293;p66"/>
            <p:cNvSpPr/>
            <p:nvPr/>
          </p:nvSpPr>
          <p:spPr>
            <a:xfrm>
              <a:off x="2374896" y="1725377"/>
              <a:ext cx="149" cy="258"/>
            </a:xfrm>
            <a:custGeom>
              <a:avLst/>
              <a:gdLst/>
              <a:ahLst/>
              <a:cxnLst/>
              <a:rect l="l" t="t" r="r" b="b"/>
              <a:pathLst>
                <a:path w="11" h="19" extrusionOk="0">
                  <a:moveTo>
                    <a:pt x="11" y="1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94" name="Google Shape;7294;p66"/>
            <p:cNvSpPr/>
            <p:nvPr/>
          </p:nvSpPr>
          <p:spPr>
            <a:xfrm>
              <a:off x="2374746" y="1725187"/>
              <a:ext cx="163" cy="163"/>
            </a:xfrm>
            <a:custGeom>
              <a:avLst/>
              <a:gdLst/>
              <a:ahLst/>
              <a:cxnLst/>
              <a:rect l="l" t="t" r="r" b="b"/>
              <a:pathLst>
                <a:path w="12" h="12" extrusionOk="0">
                  <a:moveTo>
                    <a:pt x="11"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95" name="Google Shape;7295;p66"/>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96" name="Google Shape;7296;p66"/>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97" name="Google Shape;7297;p66"/>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98" name="Google Shape;7298;p66"/>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299" name="Google Shape;7299;p66"/>
            <p:cNvSpPr/>
            <p:nvPr/>
          </p:nvSpPr>
          <p:spPr>
            <a:xfrm>
              <a:off x="2376702" y="1727617"/>
              <a:ext cx="339" cy="109"/>
            </a:xfrm>
            <a:custGeom>
              <a:avLst/>
              <a:gdLst/>
              <a:ahLst/>
              <a:cxnLst/>
              <a:rect l="l" t="t" r="r" b="b"/>
              <a:pathLst>
                <a:path w="25" h="8" extrusionOk="0">
                  <a:moveTo>
                    <a:pt x="25"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00" name="Google Shape;7300;p66"/>
            <p:cNvSpPr/>
            <p:nvPr/>
          </p:nvSpPr>
          <p:spPr>
            <a:xfrm>
              <a:off x="2377177" y="1727753"/>
              <a:ext cx="244" cy="163"/>
            </a:xfrm>
            <a:custGeom>
              <a:avLst/>
              <a:gdLst/>
              <a:ahLst/>
              <a:cxnLst/>
              <a:rect l="l" t="t" r="r" b="b"/>
              <a:pathLst>
                <a:path w="18" h="12" extrusionOk="0">
                  <a:moveTo>
                    <a:pt x="18" y="1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01" name="Google Shape;7301;p66"/>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02" name="Google Shape;7302;p66"/>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03" name="Google Shape;7303;p66"/>
            <p:cNvSpPr/>
            <p:nvPr/>
          </p:nvSpPr>
          <p:spPr>
            <a:xfrm>
              <a:off x="2377937" y="1728323"/>
              <a:ext cx="54" cy="14"/>
            </a:xfrm>
            <a:custGeom>
              <a:avLst/>
              <a:gdLst/>
              <a:ahLst/>
              <a:cxnLst/>
              <a:rect l="l" t="t" r="r" b="b"/>
              <a:pathLst>
                <a:path w="4" h="1" extrusionOk="0">
                  <a:moveTo>
                    <a:pt x="0"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04" name="Google Shape;7304;p66"/>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05" name="Google Shape;7305;p66"/>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06" name="Google Shape;7306;p66"/>
            <p:cNvSpPr/>
            <p:nvPr/>
          </p:nvSpPr>
          <p:spPr>
            <a:xfrm>
              <a:off x="2389668" y="1712682"/>
              <a:ext cx="109" cy="109"/>
            </a:xfrm>
            <a:custGeom>
              <a:avLst/>
              <a:gdLst/>
              <a:ahLst/>
              <a:cxnLst/>
              <a:rect l="l" t="t" r="r" b="b"/>
              <a:pathLst>
                <a:path w="8" h="8" extrusionOk="0">
                  <a:moveTo>
                    <a:pt x="1" y="8"/>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07" name="Google Shape;7307;p66"/>
            <p:cNvSpPr/>
            <p:nvPr/>
          </p:nvSpPr>
          <p:spPr>
            <a:xfrm>
              <a:off x="2389953" y="1712111"/>
              <a:ext cx="204" cy="258"/>
            </a:xfrm>
            <a:custGeom>
              <a:avLst/>
              <a:gdLst/>
              <a:ahLst/>
              <a:cxnLst/>
              <a:rect l="l" t="t" r="r" b="b"/>
              <a:pathLst>
                <a:path w="15" h="19" extrusionOk="0">
                  <a:moveTo>
                    <a:pt x="1" y="18"/>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08" name="Google Shape;7308;p66"/>
            <p:cNvSpPr/>
            <p:nvPr/>
          </p:nvSpPr>
          <p:spPr>
            <a:xfrm>
              <a:off x="2389532" y="1713021"/>
              <a:ext cx="54" cy="54"/>
            </a:xfrm>
            <a:custGeom>
              <a:avLst/>
              <a:gdLst/>
              <a:ahLst/>
              <a:cxnLst/>
              <a:rect l="l" t="t" r="r" b="b"/>
              <a:pathLst>
                <a:path w="4" h="4" extrusionOk="0">
                  <a:moveTo>
                    <a:pt x="0" y="4"/>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09" name="Google Shape;7309;p66"/>
            <p:cNvSpPr/>
            <p:nvPr/>
          </p:nvSpPr>
          <p:spPr>
            <a:xfrm>
              <a:off x="2389573" y="1712872"/>
              <a:ext cx="68" cy="109"/>
            </a:xfrm>
            <a:custGeom>
              <a:avLst/>
              <a:gdLst/>
              <a:ahLst/>
              <a:cxnLst/>
              <a:rect l="l" t="t" r="r" b="b"/>
              <a:pathLst>
                <a:path w="5" h="8" extrusionOk="0">
                  <a:moveTo>
                    <a:pt x="1" y="8"/>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10" name="Google Shape;7310;p66"/>
            <p:cNvSpPr/>
            <p:nvPr/>
          </p:nvSpPr>
          <p:spPr>
            <a:xfrm>
              <a:off x="2389763" y="1712397"/>
              <a:ext cx="204" cy="258"/>
            </a:xfrm>
            <a:custGeom>
              <a:avLst/>
              <a:gdLst/>
              <a:ahLst/>
              <a:cxnLst/>
              <a:rect l="l" t="t" r="r" b="b"/>
              <a:pathLst>
                <a:path w="15" h="19" extrusionOk="0">
                  <a:moveTo>
                    <a:pt x="1" y="18"/>
                  </a:moveTo>
                  <a:lnTo>
                    <a:pt x="1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11" name="Google Shape;7311;p66"/>
            <p:cNvSpPr/>
            <p:nvPr/>
          </p:nvSpPr>
          <p:spPr>
            <a:xfrm>
              <a:off x="2389478" y="1713116"/>
              <a:ext cx="14" cy="54"/>
            </a:xfrm>
            <a:custGeom>
              <a:avLst/>
              <a:gdLst/>
              <a:ahLst/>
              <a:cxnLst/>
              <a:rect l="l" t="t" r="r" b="b"/>
              <a:pathLst>
                <a:path w="1" h="4" extrusionOk="0">
                  <a:moveTo>
                    <a:pt x="1"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12" name="Google Shape;7312;p66"/>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13" name="Google Shape;7313;p66"/>
            <p:cNvSpPr/>
            <p:nvPr/>
          </p:nvSpPr>
          <p:spPr>
            <a:xfrm>
              <a:off x="2381114" y="1715248"/>
              <a:ext cx="109" cy="14"/>
            </a:xfrm>
            <a:custGeom>
              <a:avLst/>
              <a:gdLst/>
              <a:ahLst/>
              <a:cxnLst/>
              <a:rect l="l" t="t" r="r" b="b"/>
              <a:pathLst>
                <a:path w="8" h="1" extrusionOk="0">
                  <a:moveTo>
                    <a:pt x="1" y="1"/>
                  </a:moveTo>
                  <a:lnTo>
                    <a:pt x="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14" name="Google Shape;7314;p66"/>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15" name="Google Shape;7315;p66"/>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16" name="Google Shape;7316;p66"/>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17" name="Google Shape;7317;p66"/>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18" name="Google Shape;7318;p66"/>
            <p:cNvSpPr/>
            <p:nvPr/>
          </p:nvSpPr>
          <p:spPr>
            <a:xfrm>
              <a:off x="2403748" y="1738262"/>
              <a:ext cx="339" cy="244"/>
            </a:xfrm>
            <a:custGeom>
              <a:avLst/>
              <a:gdLst/>
              <a:ahLst/>
              <a:cxnLst/>
              <a:rect l="l" t="t" r="r" b="b"/>
              <a:pathLst>
                <a:path w="25" h="18" extrusionOk="0">
                  <a:moveTo>
                    <a:pt x="25" y="18"/>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19" name="Google Shape;7319;p66"/>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20" name="Google Shape;7320;p66"/>
            <p:cNvSpPr/>
            <p:nvPr/>
          </p:nvSpPr>
          <p:spPr>
            <a:xfrm>
              <a:off x="2403273" y="1737922"/>
              <a:ext cx="299" cy="204"/>
            </a:xfrm>
            <a:custGeom>
              <a:avLst/>
              <a:gdLst/>
              <a:ahLst/>
              <a:cxnLst/>
              <a:rect l="l" t="t" r="r" b="b"/>
              <a:pathLst>
                <a:path w="22" h="15" extrusionOk="0">
                  <a:moveTo>
                    <a:pt x="21" y="1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21" name="Google Shape;7321;p66"/>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22" name="Google Shape;7322;p66"/>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23" name="Google Shape;7323;p66"/>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24" name="Google Shape;7324;p66"/>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25" name="Google Shape;7325;p66"/>
            <p:cNvSpPr/>
            <p:nvPr/>
          </p:nvSpPr>
          <p:spPr>
            <a:xfrm>
              <a:off x="2402933" y="1737596"/>
              <a:ext cx="258" cy="204"/>
            </a:xfrm>
            <a:custGeom>
              <a:avLst/>
              <a:gdLst/>
              <a:ahLst/>
              <a:cxnLst/>
              <a:rect l="l" t="t" r="r" b="b"/>
              <a:pathLst>
                <a:path w="19" h="15" extrusionOk="0">
                  <a:moveTo>
                    <a:pt x="18" y="1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26" name="Google Shape;7326;p66"/>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27" name="Google Shape;7327;p66"/>
            <p:cNvSpPr/>
            <p:nvPr/>
          </p:nvSpPr>
          <p:spPr>
            <a:xfrm>
              <a:off x="2380069" y="1732695"/>
              <a:ext cx="204" cy="163"/>
            </a:xfrm>
            <a:custGeom>
              <a:avLst/>
              <a:gdLst/>
              <a:ahLst/>
              <a:cxnLst/>
              <a:rect l="l" t="t" r="r" b="b"/>
              <a:pathLst>
                <a:path w="15" h="12" extrusionOk="0">
                  <a:moveTo>
                    <a:pt x="15" y="1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28" name="Google Shape;7328;p66"/>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29" name="Google Shape;7329;p66"/>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30" name="Google Shape;7330;p66"/>
            <p:cNvSpPr/>
            <p:nvPr/>
          </p:nvSpPr>
          <p:spPr>
            <a:xfrm>
              <a:off x="2404264" y="1738588"/>
              <a:ext cx="543" cy="353"/>
            </a:xfrm>
            <a:custGeom>
              <a:avLst/>
              <a:gdLst/>
              <a:ahLst/>
              <a:cxnLst/>
              <a:rect l="l" t="t" r="r" b="b"/>
              <a:pathLst>
                <a:path w="40" h="26" extrusionOk="0">
                  <a:moveTo>
                    <a:pt x="39" y="25"/>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31" name="Google Shape;7331;p66"/>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32" name="Google Shape;7332;p66"/>
            <p:cNvSpPr/>
            <p:nvPr/>
          </p:nvSpPr>
          <p:spPr>
            <a:xfrm>
              <a:off x="2405364" y="1714447"/>
              <a:ext cx="244" cy="204"/>
            </a:xfrm>
            <a:custGeom>
              <a:avLst/>
              <a:gdLst/>
              <a:ahLst/>
              <a:cxnLst/>
              <a:rect l="l" t="t" r="r" b="b"/>
              <a:pathLst>
                <a:path w="18" h="15" extrusionOk="0">
                  <a:moveTo>
                    <a:pt x="0" y="14"/>
                  </a:move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33" name="Google Shape;7333;p66"/>
            <p:cNvSpPr/>
            <p:nvPr/>
          </p:nvSpPr>
          <p:spPr>
            <a:xfrm>
              <a:off x="2400612" y="1717298"/>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34" name="Google Shape;7334;p66"/>
            <p:cNvSpPr/>
            <p:nvPr/>
          </p:nvSpPr>
          <p:spPr>
            <a:xfrm>
              <a:off x="2403884" y="1715153"/>
              <a:ext cx="299" cy="109"/>
            </a:xfrm>
            <a:custGeom>
              <a:avLst/>
              <a:gdLst/>
              <a:ahLst/>
              <a:cxnLst/>
              <a:rect l="l" t="t" r="r" b="b"/>
              <a:pathLst>
                <a:path w="22" h="8" extrusionOk="0">
                  <a:moveTo>
                    <a:pt x="1" y="8"/>
                  </a:moveTo>
                  <a:lnTo>
                    <a:pt x="22"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35" name="Google Shape;7335;p66"/>
            <p:cNvSpPr/>
            <p:nvPr/>
          </p:nvSpPr>
          <p:spPr>
            <a:xfrm>
              <a:off x="2404603" y="1714868"/>
              <a:ext cx="299" cy="109"/>
            </a:xfrm>
            <a:custGeom>
              <a:avLst/>
              <a:gdLst/>
              <a:ahLst/>
              <a:cxnLst/>
              <a:rect l="l" t="t" r="r" b="b"/>
              <a:pathLst>
                <a:path w="22" h="8" extrusionOk="0">
                  <a:moveTo>
                    <a:pt x="0" y="8"/>
                  </a:moveTo>
                  <a:lnTo>
                    <a:pt x="2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36" name="Google Shape;7336;p66"/>
            <p:cNvSpPr/>
            <p:nvPr/>
          </p:nvSpPr>
          <p:spPr>
            <a:xfrm>
              <a:off x="2403504" y="1715302"/>
              <a:ext cx="299" cy="109"/>
            </a:xfrm>
            <a:custGeom>
              <a:avLst/>
              <a:gdLst/>
              <a:ahLst/>
              <a:cxnLst/>
              <a:rect l="l" t="t" r="r" b="b"/>
              <a:pathLst>
                <a:path w="22" h="8" extrusionOk="0">
                  <a:moveTo>
                    <a:pt x="1" y="7"/>
                  </a:moveTo>
                  <a:lnTo>
                    <a:pt x="2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37" name="Google Shape;7337;p66"/>
            <p:cNvSpPr/>
            <p:nvPr/>
          </p:nvSpPr>
          <p:spPr>
            <a:xfrm>
              <a:off x="2404929" y="1714637"/>
              <a:ext cx="353" cy="204"/>
            </a:xfrm>
            <a:custGeom>
              <a:avLst/>
              <a:gdLst/>
              <a:ahLst/>
              <a:cxnLst/>
              <a:rect l="l" t="t" r="r" b="b"/>
              <a:pathLst>
                <a:path w="26" h="15" extrusionOk="0">
                  <a:moveTo>
                    <a:pt x="1" y="14"/>
                  </a:moveTo>
                  <a:lnTo>
                    <a:pt x="2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38" name="Google Shape;7338;p66"/>
            <p:cNvSpPr/>
            <p:nvPr/>
          </p:nvSpPr>
          <p:spPr>
            <a:xfrm>
              <a:off x="2404223" y="1715017"/>
              <a:ext cx="299" cy="149"/>
            </a:xfrm>
            <a:custGeom>
              <a:avLst/>
              <a:gdLst/>
              <a:ahLst/>
              <a:cxnLst/>
              <a:rect l="l" t="t" r="r" b="b"/>
              <a:pathLst>
                <a:path w="22" h="11" extrusionOk="0">
                  <a:moveTo>
                    <a:pt x="0" y="11"/>
                  </a:moveTo>
                  <a:lnTo>
                    <a:pt x="2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39" name="Google Shape;7339;p66"/>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40" name="Google Shape;7340;p66"/>
            <p:cNvSpPr/>
            <p:nvPr/>
          </p:nvSpPr>
          <p:spPr>
            <a:xfrm>
              <a:off x="2390958" y="1712261"/>
              <a:ext cx="394" cy="149"/>
            </a:xfrm>
            <a:custGeom>
              <a:avLst/>
              <a:gdLst/>
              <a:ahLst/>
              <a:cxnLst/>
              <a:rect l="l" t="t" r="r" b="b"/>
              <a:pathLst>
                <a:path w="29" h="11" extrusionOk="0">
                  <a:moveTo>
                    <a:pt x="0" y="0"/>
                  </a:moveTo>
                  <a:lnTo>
                    <a:pt x="28"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41" name="Google Shape;7341;p66"/>
            <p:cNvSpPr/>
            <p:nvPr/>
          </p:nvSpPr>
          <p:spPr>
            <a:xfrm>
              <a:off x="2391664" y="1712492"/>
              <a:ext cx="204" cy="68"/>
            </a:xfrm>
            <a:custGeom>
              <a:avLst/>
              <a:gdLst/>
              <a:ahLst/>
              <a:cxnLst/>
              <a:rect l="l" t="t" r="r" b="b"/>
              <a:pathLst>
                <a:path w="15" h="5" extrusionOk="0">
                  <a:moveTo>
                    <a:pt x="1" y="1"/>
                  </a:moveTo>
                  <a:lnTo>
                    <a:pt x="15"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42" name="Google Shape;7342;p66"/>
            <p:cNvSpPr/>
            <p:nvPr/>
          </p:nvSpPr>
          <p:spPr>
            <a:xfrm>
              <a:off x="2400136" y="1717244"/>
              <a:ext cx="109" cy="14"/>
            </a:xfrm>
            <a:custGeom>
              <a:avLst/>
              <a:gdLst/>
              <a:ahLst/>
              <a:cxnLst/>
              <a:rect l="l" t="t" r="r" b="b"/>
              <a:pathLst>
                <a:path w="8" h="1" extrusionOk="0">
                  <a:moveTo>
                    <a:pt x="0" y="1"/>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43" name="Google Shape;7343;p66"/>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44" name="Google Shape;7344;p66"/>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45" name="Google Shape;7345;p66"/>
            <p:cNvSpPr/>
            <p:nvPr/>
          </p:nvSpPr>
          <p:spPr>
            <a:xfrm>
              <a:off x="2399702" y="1717108"/>
              <a:ext cx="109" cy="14"/>
            </a:xfrm>
            <a:custGeom>
              <a:avLst/>
              <a:gdLst/>
              <a:ahLst/>
              <a:cxnLst/>
              <a:rect l="l" t="t" r="r" b="b"/>
              <a:pathLst>
                <a:path w="8" h="1" extrusionOk="0">
                  <a:moveTo>
                    <a:pt x="1" y="0"/>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46" name="Google Shape;7346;p66"/>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47" name="Google Shape;7347;p66"/>
            <p:cNvSpPr/>
            <p:nvPr/>
          </p:nvSpPr>
          <p:spPr>
            <a:xfrm>
              <a:off x="2400747" y="1717244"/>
              <a:ext cx="163" cy="14"/>
            </a:xfrm>
            <a:custGeom>
              <a:avLst/>
              <a:gdLst/>
              <a:ahLst/>
              <a:cxnLst/>
              <a:rect l="l" t="t" r="r" b="b"/>
              <a:pathLst>
                <a:path w="12" h="1" extrusionOk="0">
                  <a:moveTo>
                    <a:pt x="1" y="1"/>
                  </a:move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48" name="Google Shape;7348;p66"/>
            <p:cNvSpPr/>
            <p:nvPr/>
          </p:nvSpPr>
          <p:spPr>
            <a:xfrm>
              <a:off x="2399322" y="1716959"/>
              <a:ext cx="109" cy="68"/>
            </a:xfrm>
            <a:custGeom>
              <a:avLst/>
              <a:gdLst/>
              <a:ahLst/>
              <a:cxnLst/>
              <a:rect l="l" t="t" r="r" b="b"/>
              <a:pathLst>
                <a:path w="8" h="5" extrusionOk="0">
                  <a:moveTo>
                    <a:pt x="1" y="1"/>
                  </a:moveTo>
                  <a:lnTo>
                    <a:pt x="8"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49" name="Google Shape;7349;p66"/>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50" name="Google Shape;7350;p66"/>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51" name="Google Shape;7351;p66"/>
            <p:cNvSpPr/>
            <p:nvPr/>
          </p:nvSpPr>
          <p:spPr>
            <a:xfrm>
              <a:off x="2390958" y="1732790"/>
              <a:ext cx="54" cy="204"/>
            </a:xfrm>
            <a:custGeom>
              <a:avLst/>
              <a:gdLst/>
              <a:ahLst/>
              <a:cxnLst/>
              <a:rect l="l" t="t" r="r" b="b"/>
              <a:pathLst>
                <a:path w="4" h="15" extrusionOk="0">
                  <a:moveTo>
                    <a:pt x="0" y="1"/>
                  </a:moveTo>
                  <a:lnTo>
                    <a:pt x="4"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52" name="Google Shape;7352;p66"/>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53" name="Google Shape;7353;p66"/>
            <p:cNvSpPr/>
            <p:nvPr/>
          </p:nvSpPr>
          <p:spPr>
            <a:xfrm>
              <a:off x="2391243" y="1733550"/>
              <a:ext cx="149" cy="353"/>
            </a:xfrm>
            <a:custGeom>
              <a:avLst/>
              <a:gdLst/>
              <a:ahLst/>
              <a:cxnLst/>
              <a:rect l="l" t="t" r="r" b="b"/>
              <a:pathLst>
                <a:path w="11" h="26" extrusionOk="0">
                  <a:moveTo>
                    <a:pt x="0" y="1"/>
                  </a:moveTo>
                  <a:lnTo>
                    <a:pt x="11"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54" name="Google Shape;7354;p66"/>
            <p:cNvSpPr/>
            <p:nvPr/>
          </p:nvSpPr>
          <p:spPr>
            <a:xfrm>
              <a:off x="2391813" y="1734691"/>
              <a:ext cx="14" cy="68"/>
            </a:xfrm>
            <a:custGeom>
              <a:avLst/>
              <a:gdLst/>
              <a:ahLst/>
              <a:cxnLst/>
              <a:rect l="l" t="t" r="r" b="b"/>
              <a:pathLst>
                <a:path w="1" h="5" extrusionOk="0">
                  <a:moveTo>
                    <a:pt x="0"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55" name="Google Shape;7355;p66"/>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56" name="Google Shape;7356;p66"/>
            <p:cNvSpPr/>
            <p:nvPr/>
          </p:nvSpPr>
          <p:spPr>
            <a:xfrm>
              <a:off x="2390904" y="1732559"/>
              <a:ext cx="14" cy="149"/>
            </a:xfrm>
            <a:custGeom>
              <a:avLst/>
              <a:gdLst/>
              <a:ahLst/>
              <a:cxnLst/>
              <a:rect l="l" t="t" r="r" b="b"/>
              <a:pathLst>
                <a:path w="1" h="11" extrusionOk="0">
                  <a:moveTo>
                    <a:pt x="1"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57" name="Google Shape;7357;p66"/>
            <p:cNvSpPr/>
            <p:nvPr/>
          </p:nvSpPr>
          <p:spPr>
            <a:xfrm>
              <a:off x="2391094" y="1733170"/>
              <a:ext cx="109" cy="258"/>
            </a:xfrm>
            <a:custGeom>
              <a:avLst/>
              <a:gdLst/>
              <a:ahLst/>
              <a:cxnLst/>
              <a:rect l="l" t="t" r="r" b="b"/>
              <a:pathLst>
                <a:path w="8" h="19" extrusionOk="0">
                  <a:moveTo>
                    <a:pt x="1" y="1"/>
                  </a:moveTo>
                  <a:lnTo>
                    <a:pt x="8"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58" name="Google Shape;7358;p66"/>
            <p:cNvSpPr/>
            <p:nvPr/>
          </p:nvSpPr>
          <p:spPr>
            <a:xfrm>
              <a:off x="2384726" y="1733930"/>
              <a:ext cx="109" cy="109"/>
            </a:xfrm>
            <a:custGeom>
              <a:avLst/>
              <a:gdLst/>
              <a:ahLst/>
              <a:cxnLst/>
              <a:rect l="l" t="t" r="r" b="b"/>
              <a:pathLst>
                <a:path w="8" h="8" extrusionOk="0">
                  <a:moveTo>
                    <a:pt x="8" y="8"/>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59" name="Google Shape;7359;p66"/>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60" name="Google Shape;7360;p66"/>
            <p:cNvSpPr/>
            <p:nvPr/>
          </p:nvSpPr>
          <p:spPr>
            <a:xfrm>
              <a:off x="2385350" y="1734691"/>
              <a:ext cx="14" cy="68"/>
            </a:xfrm>
            <a:custGeom>
              <a:avLst/>
              <a:gdLst/>
              <a:ahLst/>
              <a:cxnLst/>
              <a:rect l="l" t="t" r="r" b="b"/>
              <a:pathLst>
                <a:path w="1" h="5" extrusionOk="0">
                  <a:moveTo>
                    <a:pt x="0"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61" name="Google Shape;7361;p66"/>
            <p:cNvSpPr/>
            <p:nvPr/>
          </p:nvSpPr>
          <p:spPr>
            <a:xfrm>
              <a:off x="2379784" y="1731744"/>
              <a:ext cx="543" cy="299"/>
            </a:xfrm>
            <a:custGeom>
              <a:avLst/>
              <a:gdLst/>
              <a:ahLst/>
              <a:cxnLst/>
              <a:rect l="l" t="t" r="r" b="b"/>
              <a:pathLst>
                <a:path w="40" h="22" extrusionOk="0">
                  <a:moveTo>
                    <a:pt x="39" y="22"/>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62" name="Google Shape;7362;p66"/>
            <p:cNvSpPr/>
            <p:nvPr/>
          </p:nvSpPr>
          <p:spPr>
            <a:xfrm>
              <a:off x="2385826" y="1735791"/>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63" name="Google Shape;7363;p66"/>
            <p:cNvSpPr/>
            <p:nvPr/>
          </p:nvSpPr>
          <p:spPr>
            <a:xfrm>
              <a:off x="2385676" y="1735220"/>
              <a:ext cx="14" cy="54"/>
            </a:xfrm>
            <a:custGeom>
              <a:avLst/>
              <a:gdLst/>
              <a:ahLst/>
              <a:cxnLst/>
              <a:rect l="l" t="t" r="r" b="b"/>
              <a:pathLst>
                <a:path w="1" h="4" extrusionOk="0">
                  <a:moveTo>
                    <a:pt x="1"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64" name="Google Shape;7364;p66"/>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65" name="Google Shape;7365;p66"/>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66" name="Google Shape;7366;p66"/>
            <p:cNvSpPr/>
            <p:nvPr/>
          </p:nvSpPr>
          <p:spPr>
            <a:xfrm>
              <a:off x="2385826" y="1735981"/>
              <a:ext cx="14" cy="14"/>
            </a:xfrm>
            <a:custGeom>
              <a:avLst/>
              <a:gdLst/>
              <a:ahLst/>
              <a:cxnLst/>
              <a:rect l="l" t="t" r="r" b="b"/>
              <a:pathLst>
                <a:path w="1" h="1" extrusionOk="0">
                  <a:moveTo>
                    <a:pt x="0" y="0"/>
                  </a:moveTo>
                  <a:lnTo>
                    <a:pt x="0" y="0"/>
                  </a:ln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67" name="Google Shape;7367;p66"/>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68" name="Google Shape;7368;p66"/>
            <p:cNvSpPr/>
            <p:nvPr/>
          </p:nvSpPr>
          <p:spPr>
            <a:xfrm>
              <a:off x="2595449" y="1751378"/>
              <a:ext cx="0" cy="14"/>
            </a:xfrm>
            <a:custGeom>
              <a:avLst/>
              <a:gdLst/>
              <a:ahLst/>
              <a:cxnLst/>
              <a:rect l="l" t="t" r="r" b="b"/>
              <a:pathLst>
                <a:path h="1" extrusionOk="0">
                  <a:moveTo>
                    <a:pt x="0"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69" name="Google Shape;7369;p66"/>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70" name="Google Shape;7370;p66"/>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71" name="Google Shape;7371;p66"/>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72" name="Google Shape;7372;p66"/>
            <p:cNvSpPr/>
            <p:nvPr/>
          </p:nvSpPr>
          <p:spPr>
            <a:xfrm>
              <a:off x="2549950" y="1753523"/>
              <a:ext cx="68" cy="14"/>
            </a:xfrm>
            <a:custGeom>
              <a:avLst/>
              <a:gdLst/>
              <a:ahLst/>
              <a:cxnLst/>
              <a:rect l="l" t="t" r="r" b="b"/>
              <a:pathLst>
                <a:path w="5" h="1" extrusionOk="0">
                  <a:moveTo>
                    <a:pt x="4"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73" name="Google Shape;7373;p66"/>
            <p:cNvSpPr/>
            <p:nvPr/>
          </p:nvSpPr>
          <p:spPr>
            <a:xfrm>
              <a:off x="2550236" y="1753618"/>
              <a:ext cx="109" cy="54"/>
            </a:xfrm>
            <a:custGeom>
              <a:avLst/>
              <a:gdLst/>
              <a:ahLst/>
              <a:cxnLst/>
              <a:rect l="l" t="t" r="r" b="b"/>
              <a:pathLst>
                <a:path w="8" h="4" extrusionOk="0">
                  <a:moveTo>
                    <a:pt x="8"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74" name="Google Shape;7374;p66"/>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75" name="Google Shape;7375;p66"/>
            <p:cNvSpPr/>
            <p:nvPr/>
          </p:nvSpPr>
          <p:spPr>
            <a:xfrm>
              <a:off x="2550480" y="1753754"/>
              <a:ext cx="149" cy="68"/>
            </a:xfrm>
            <a:custGeom>
              <a:avLst/>
              <a:gdLst/>
              <a:ahLst/>
              <a:cxnLst/>
              <a:rect l="l" t="t" r="r" b="b"/>
              <a:pathLst>
                <a:path w="11" h="5" extrusionOk="0">
                  <a:moveTo>
                    <a:pt x="11"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76" name="Google Shape;7376;p66"/>
            <p:cNvSpPr/>
            <p:nvPr/>
          </p:nvSpPr>
          <p:spPr>
            <a:xfrm>
              <a:off x="2550711" y="1753903"/>
              <a:ext cx="204" cy="109"/>
            </a:xfrm>
            <a:custGeom>
              <a:avLst/>
              <a:gdLst/>
              <a:ahLst/>
              <a:cxnLst/>
              <a:rect l="l" t="t" r="r" b="b"/>
              <a:pathLst>
                <a:path w="15" h="8" extrusionOk="0">
                  <a:moveTo>
                    <a:pt x="15"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77" name="Google Shape;7377;p66"/>
            <p:cNvSpPr/>
            <p:nvPr/>
          </p:nvSpPr>
          <p:spPr>
            <a:xfrm>
              <a:off x="2549625" y="1753373"/>
              <a:ext cx="109" cy="14"/>
            </a:xfrm>
            <a:custGeom>
              <a:avLst/>
              <a:gdLst/>
              <a:ahLst/>
              <a:cxnLst/>
              <a:rect l="l" t="t" r="r" b="b"/>
              <a:pathLst>
                <a:path w="8" h="1" extrusionOk="0">
                  <a:moveTo>
                    <a:pt x="7"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78" name="Google Shape;7378;p66"/>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79" name="Google Shape;7379;p66"/>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80" name="Google Shape;7380;p66"/>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81" name="Google Shape;7381;p66"/>
            <p:cNvSpPr/>
            <p:nvPr/>
          </p:nvSpPr>
          <p:spPr>
            <a:xfrm>
              <a:off x="2511499" y="1770440"/>
              <a:ext cx="489" cy="14"/>
            </a:xfrm>
            <a:custGeom>
              <a:avLst/>
              <a:gdLst/>
              <a:ahLst/>
              <a:cxnLst/>
              <a:rect l="l" t="t" r="r" b="b"/>
              <a:pathLst>
                <a:path w="36" h="1" extrusionOk="0">
                  <a:moveTo>
                    <a:pt x="15" y="0"/>
                  </a:moveTo>
                  <a:lnTo>
                    <a:pt x="36" y="0"/>
                  </a:ln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82" name="Google Shape;7382;p66"/>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83" name="Google Shape;7383;p66"/>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84" name="Google Shape;7384;p66"/>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85" name="Google Shape;7385;p66"/>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86" name="Google Shape;7386;p66"/>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87" name="Google Shape;7387;p66"/>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88" name="Google Shape;7388;p66"/>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89" name="Google Shape;7389;p66"/>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90" name="Google Shape;7390;p66"/>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91" name="Google Shape;7391;p66"/>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92" name="Google Shape;7392;p66"/>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93" name="Google Shape;7393;p66"/>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94" name="Google Shape;7394;p66"/>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95" name="Google Shape;7395;p66"/>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96" name="Google Shape;7396;p66"/>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97" name="Google Shape;7397;p66"/>
            <p:cNvSpPr/>
            <p:nvPr/>
          </p:nvSpPr>
          <p:spPr>
            <a:xfrm>
              <a:off x="2579848" y="1757895"/>
              <a:ext cx="68" cy="14"/>
            </a:xfrm>
            <a:custGeom>
              <a:avLst/>
              <a:gdLst/>
              <a:ahLst/>
              <a:cxnLst/>
              <a:rect l="l" t="t" r="r" b="b"/>
              <a:pathLst>
                <a:path w="5" h="1" extrusionOk="0">
                  <a:moveTo>
                    <a:pt x="4"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98" name="Google Shape;7398;p66"/>
            <p:cNvSpPr/>
            <p:nvPr/>
          </p:nvSpPr>
          <p:spPr>
            <a:xfrm>
              <a:off x="2583419" y="1758221"/>
              <a:ext cx="204" cy="68"/>
            </a:xfrm>
            <a:custGeom>
              <a:avLst/>
              <a:gdLst/>
              <a:ahLst/>
              <a:cxnLst/>
              <a:rect l="l" t="t" r="r" b="b"/>
              <a:pathLst>
                <a:path w="15" h="5" extrusionOk="0">
                  <a:moveTo>
                    <a:pt x="0" y="4"/>
                  </a:moveTo>
                  <a:lnTo>
                    <a:pt x="1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399" name="Google Shape;7399;p66"/>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00" name="Google Shape;7400;p66"/>
            <p:cNvSpPr/>
            <p:nvPr/>
          </p:nvSpPr>
          <p:spPr>
            <a:xfrm>
              <a:off x="2582319" y="1758465"/>
              <a:ext cx="109" cy="14"/>
            </a:xfrm>
            <a:custGeom>
              <a:avLst/>
              <a:gdLst/>
              <a:ahLst/>
              <a:cxnLst/>
              <a:rect l="l" t="t" r="r" b="b"/>
              <a:pathLst>
                <a:path w="8" h="1" extrusionOk="0">
                  <a:moveTo>
                    <a:pt x="1" y="0"/>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01" name="Google Shape;7401;p66"/>
            <p:cNvSpPr/>
            <p:nvPr/>
          </p:nvSpPr>
          <p:spPr>
            <a:xfrm>
              <a:off x="2584030" y="1758126"/>
              <a:ext cx="68" cy="14"/>
            </a:xfrm>
            <a:custGeom>
              <a:avLst/>
              <a:gdLst/>
              <a:ahLst/>
              <a:cxnLst/>
              <a:rect l="l" t="t" r="r" b="b"/>
              <a:pathLst>
                <a:path w="5" h="1" extrusionOk="0">
                  <a:moveTo>
                    <a:pt x="4"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02" name="Google Shape;7402;p66"/>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03" name="Google Shape;7403;p66"/>
            <p:cNvSpPr/>
            <p:nvPr/>
          </p:nvSpPr>
          <p:spPr>
            <a:xfrm>
              <a:off x="2582890" y="1758370"/>
              <a:ext cx="163" cy="54"/>
            </a:xfrm>
            <a:custGeom>
              <a:avLst/>
              <a:gdLst/>
              <a:ahLst/>
              <a:cxnLst/>
              <a:rect l="l" t="t" r="r" b="b"/>
              <a:pathLst>
                <a:path w="12" h="4" extrusionOk="0">
                  <a:moveTo>
                    <a:pt x="1" y="4"/>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04" name="Google Shape;7404;p66"/>
            <p:cNvSpPr/>
            <p:nvPr/>
          </p:nvSpPr>
          <p:spPr>
            <a:xfrm>
              <a:off x="2581803" y="1758506"/>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05" name="Google Shape;7405;p66"/>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06" name="Google Shape;7406;p66"/>
            <p:cNvSpPr/>
            <p:nvPr/>
          </p:nvSpPr>
          <p:spPr>
            <a:xfrm>
              <a:off x="2600147" y="1753618"/>
              <a:ext cx="163" cy="14"/>
            </a:xfrm>
            <a:custGeom>
              <a:avLst/>
              <a:gdLst/>
              <a:ahLst/>
              <a:cxnLst/>
              <a:rect l="l" t="t" r="r" b="b"/>
              <a:pathLst>
                <a:path w="12" h="1" extrusionOk="0">
                  <a:moveTo>
                    <a:pt x="1" y="0"/>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07" name="Google Shape;7407;p66"/>
            <p:cNvSpPr/>
            <p:nvPr/>
          </p:nvSpPr>
          <p:spPr>
            <a:xfrm>
              <a:off x="2596250" y="1752097"/>
              <a:ext cx="54" cy="54"/>
            </a:xfrm>
            <a:custGeom>
              <a:avLst/>
              <a:gdLst/>
              <a:ahLst/>
              <a:cxnLst/>
              <a:rect l="l" t="t" r="r" b="b"/>
              <a:pathLst>
                <a:path w="4" h="4" extrusionOk="0">
                  <a:moveTo>
                    <a:pt x="1" y="0"/>
                  </a:moveTo>
                  <a:lnTo>
                    <a:pt x="4"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08" name="Google Shape;7408;p66"/>
            <p:cNvSpPr/>
            <p:nvPr/>
          </p:nvSpPr>
          <p:spPr>
            <a:xfrm>
              <a:off x="2599536" y="1753563"/>
              <a:ext cx="244" cy="14"/>
            </a:xfrm>
            <a:custGeom>
              <a:avLst/>
              <a:gdLst/>
              <a:ahLst/>
              <a:cxnLst/>
              <a:rect l="l" t="t" r="r" b="b"/>
              <a:pathLst>
                <a:path w="18" h="1" extrusionOk="0">
                  <a:moveTo>
                    <a:pt x="0" y="1"/>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09" name="Google Shape;7409;p66"/>
            <p:cNvSpPr/>
            <p:nvPr/>
          </p:nvSpPr>
          <p:spPr>
            <a:xfrm>
              <a:off x="2595639" y="1751473"/>
              <a:ext cx="190" cy="163"/>
            </a:xfrm>
            <a:custGeom>
              <a:avLst/>
              <a:gdLst/>
              <a:ahLst/>
              <a:cxnLst/>
              <a:rect l="l" t="t" r="r" b="b"/>
              <a:pathLst>
                <a:path w="14" h="12" extrusionOk="0">
                  <a:moveTo>
                    <a:pt x="0" y="1"/>
                  </a:moveTo>
                  <a:lnTo>
                    <a:pt x="14"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10" name="Google Shape;7410;p66"/>
            <p:cNvSpPr/>
            <p:nvPr/>
          </p:nvSpPr>
          <p:spPr>
            <a:xfrm>
              <a:off x="2595965" y="1751758"/>
              <a:ext cx="149" cy="109"/>
            </a:xfrm>
            <a:custGeom>
              <a:avLst/>
              <a:gdLst/>
              <a:ahLst/>
              <a:cxnLst/>
              <a:rect l="l" t="t" r="r" b="b"/>
              <a:pathLst>
                <a:path w="11" h="8" extrusionOk="0">
                  <a:moveTo>
                    <a:pt x="1" y="1"/>
                  </a:moveTo>
                  <a:lnTo>
                    <a:pt x="1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11" name="Google Shape;7411;p66"/>
            <p:cNvSpPr/>
            <p:nvPr/>
          </p:nvSpPr>
          <p:spPr>
            <a:xfrm>
              <a:off x="2600812" y="1753754"/>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12" name="Google Shape;7412;p66"/>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13" name="Google Shape;7413;p66"/>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14" name="Google Shape;7414;p66"/>
            <p:cNvSpPr/>
            <p:nvPr/>
          </p:nvSpPr>
          <p:spPr>
            <a:xfrm>
              <a:off x="2556033" y="1755138"/>
              <a:ext cx="68" cy="54"/>
            </a:xfrm>
            <a:custGeom>
              <a:avLst/>
              <a:gdLst/>
              <a:ahLst/>
              <a:cxnLst/>
              <a:rect l="l" t="t" r="r" b="b"/>
              <a:pathLst>
                <a:path w="5" h="4" extrusionOk="0">
                  <a:moveTo>
                    <a:pt x="4"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15" name="Google Shape;7415;p66"/>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16" name="Google Shape;7416;p66"/>
            <p:cNvSpPr/>
            <p:nvPr/>
          </p:nvSpPr>
          <p:spPr>
            <a:xfrm>
              <a:off x="2552951" y="1755274"/>
              <a:ext cx="204" cy="68"/>
            </a:xfrm>
            <a:custGeom>
              <a:avLst/>
              <a:gdLst/>
              <a:ahLst/>
              <a:cxnLst/>
              <a:rect l="l" t="t" r="r" b="b"/>
              <a:pathLst>
                <a:path w="15" h="5" extrusionOk="0">
                  <a:moveTo>
                    <a:pt x="0" y="1"/>
                  </a:moveTo>
                  <a:lnTo>
                    <a:pt x="14"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17" name="Google Shape;7417;p66"/>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18" name="Google Shape;7418;p66"/>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19" name="Google Shape;7419;p66"/>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20" name="Google Shape;7420;p66"/>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21" name="Google Shape;7421;p66"/>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22" name="Google Shape;7422;p66"/>
            <p:cNvSpPr/>
            <p:nvPr/>
          </p:nvSpPr>
          <p:spPr>
            <a:xfrm>
              <a:off x="2580663" y="1829951"/>
              <a:ext cx="204" cy="109"/>
            </a:xfrm>
            <a:custGeom>
              <a:avLst/>
              <a:gdLst/>
              <a:ahLst/>
              <a:cxnLst/>
              <a:rect l="l" t="t" r="r" b="b"/>
              <a:pathLst>
                <a:path w="15" h="8" extrusionOk="0">
                  <a:moveTo>
                    <a:pt x="14"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23" name="Google Shape;7423;p66"/>
            <p:cNvSpPr/>
            <p:nvPr/>
          </p:nvSpPr>
          <p:spPr>
            <a:xfrm>
              <a:off x="2555273" y="1862360"/>
              <a:ext cx="68" cy="68"/>
            </a:xfrm>
            <a:custGeom>
              <a:avLst/>
              <a:gdLst/>
              <a:ahLst/>
              <a:cxnLst/>
              <a:rect l="l" t="t" r="r" b="b"/>
              <a:pathLst>
                <a:path w="5" h="5" extrusionOk="0">
                  <a:moveTo>
                    <a:pt x="4" y="1"/>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24" name="Google Shape;7424;p66"/>
            <p:cNvSpPr/>
            <p:nvPr/>
          </p:nvSpPr>
          <p:spPr>
            <a:xfrm>
              <a:off x="2554798" y="1863080"/>
              <a:ext cx="68" cy="54"/>
            </a:xfrm>
            <a:custGeom>
              <a:avLst/>
              <a:gdLst/>
              <a:ahLst/>
              <a:cxnLst/>
              <a:rect l="l" t="t" r="r" b="b"/>
              <a:pathLst>
                <a:path w="5" h="4" extrusionOk="0">
                  <a:moveTo>
                    <a:pt x="1" y="4"/>
                  </a:moveTo>
                  <a:lnTo>
                    <a:pt x="4" y="1"/>
                  </a:ln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25" name="Google Shape;7425;p66"/>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26" name="Google Shape;7426;p66"/>
            <p:cNvSpPr/>
            <p:nvPr/>
          </p:nvSpPr>
          <p:spPr>
            <a:xfrm>
              <a:off x="2620255" y="1767725"/>
              <a:ext cx="530" cy="258"/>
            </a:xfrm>
            <a:custGeom>
              <a:avLst/>
              <a:gdLst/>
              <a:ahLst/>
              <a:cxnLst/>
              <a:rect l="l" t="t" r="r" b="b"/>
              <a:pathLst>
                <a:path w="39" h="19" extrusionOk="0">
                  <a:moveTo>
                    <a:pt x="0" y="1"/>
                  </a:moveTo>
                  <a:lnTo>
                    <a:pt x="39"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27" name="Google Shape;7427;p66"/>
            <p:cNvSpPr/>
            <p:nvPr/>
          </p:nvSpPr>
          <p:spPr>
            <a:xfrm>
              <a:off x="2619589" y="1767345"/>
              <a:ext cx="434" cy="258"/>
            </a:xfrm>
            <a:custGeom>
              <a:avLst/>
              <a:gdLst/>
              <a:ahLst/>
              <a:cxnLst/>
              <a:rect l="l" t="t" r="r" b="b"/>
              <a:pathLst>
                <a:path w="32" h="19" extrusionOk="0">
                  <a:moveTo>
                    <a:pt x="0" y="1"/>
                  </a:moveTo>
                  <a:lnTo>
                    <a:pt x="32"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28" name="Google Shape;7428;p66"/>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29" name="Google Shape;7429;p66"/>
            <p:cNvSpPr/>
            <p:nvPr/>
          </p:nvSpPr>
          <p:spPr>
            <a:xfrm>
              <a:off x="2620920" y="1768064"/>
              <a:ext cx="530" cy="339"/>
            </a:xfrm>
            <a:custGeom>
              <a:avLst/>
              <a:gdLst/>
              <a:ahLst/>
              <a:cxnLst/>
              <a:rect l="l" t="t" r="r" b="b"/>
              <a:pathLst>
                <a:path w="39" h="25" extrusionOk="0">
                  <a:moveTo>
                    <a:pt x="39" y="25"/>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30" name="Google Shape;7430;p66"/>
            <p:cNvSpPr/>
            <p:nvPr/>
          </p:nvSpPr>
          <p:spPr>
            <a:xfrm>
              <a:off x="2618870" y="1766964"/>
              <a:ext cx="448" cy="258"/>
            </a:xfrm>
            <a:custGeom>
              <a:avLst/>
              <a:gdLst/>
              <a:ahLst/>
              <a:cxnLst/>
              <a:rect l="l" t="t" r="r" b="b"/>
              <a:pathLst>
                <a:path w="33" h="19" extrusionOk="0">
                  <a:moveTo>
                    <a:pt x="1" y="1"/>
                  </a:moveTo>
                  <a:lnTo>
                    <a:pt x="32"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31" name="Google Shape;7431;p66"/>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32" name="Google Shape;7432;p66"/>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33" name="Google Shape;7433;p66"/>
            <p:cNvSpPr/>
            <p:nvPr/>
          </p:nvSpPr>
          <p:spPr>
            <a:xfrm>
              <a:off x="2616358" y="1765783"/>
              <a:ext cx="720" cy="339"/>
            </a:xfrm>
            <a:custGeom>
              <a:avLst/>
              <a:gdLst/>
              <a:ahLst/>
              <a:cxnLst/>
              <a:rect l="l" t="t" r="r" b="b"/>
              <a:pathLst>
                <a:path w="53" h="25" extrusionOk="0">
                  <a:moveTo>
                    <a:pt x="0" y="0"/>
                  </a:moveTo>
                  <a:lnTo>
                    <a:pt x="53"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34" name="Google Shape;7434;p66"/>
            <p:cNvSpPr/>
            <p:nvPr/>
          </p:nvSpPr>
          <p:spPr>
            <a:xfrm>
              <a:off x="2618164" y="1766639"/>
              <a:ext cx="394" cy="204"/>
            </a:xfrm>
            <a:custGeom>
              <a:avLst/>
              <a:gdLst/>
              <a:ahLst/>
              <a:cxnLst/>
              <a:rect l="l" t="t" r="r" b="b"/>
              <a:pathLst>
                <a:path w="29" h="15" extrusionOk="0">
                  <a:moveTo>
                    <a:pt x="0" y="0"/>
                  </a:moveTo>
                  <a:lnTo>
                    <a:pt x="28"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35" name="Google Shape;7435;p66"/>
            <p:cNvSpPr/>
            <p:nvPr/>
          </p:nvSpPr>
          <p:spPr>
            <a:xfrm>
              <a:off x="2607465" y="1755940"/>
              <a:ext cx="1208" cy="828"/>
            </a:xfrm>
            <a:custGeom>
              <a:avLst/>
              <a:gdLst/>
              <a:ahLst/>
              <a:cxnLst/>
              <a:rect l="l" t="t" r="r" b="b"/>
              <a:pathLst>
                <a:path w="89" h="61" extrusionOk="0">
                  <a:moveTo>
                    <a:pt x="1" y="1"/>
                  </a:moveTo>
                  <a:lnTo>
                    <a:pt x="88" y="6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36" name="Google Shape;7436;p66"/>
            <p:cNvSpPr/>
            <p:nvPr/>
          </p:nvSpPr>
          <p:spPr>
            <a:xfrm>
              <a:off x="2617349" y="1766258"/>
              <a:ext cx="489" cy="204"/>
            </a:xfrm>
            <a:custGeom>
              <a:avLst/>
              <a:gdLst/>
              <a:ahLst/>
              <a:cxnLst/>
              <a:rect l="l" t="t" r="r" b="b"/>
              <a:pathLst>
                <a:path w="36" h="15" extrusionOk="0">
                  <a:moveTo>
                    <a:pt x="1" y="0"/>
                  </a:moveTo>
                  <a:lnTo>
                    <a:pt x="36"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37" name="Google Shape;7437;p66"/>
            <p:cNvSpPr/>
            <p:nvPr/>
          </p:nvSpPr>
          <p:spPr>
            <a:xfrm>
              <a:off x="2514350" y="1832802"/>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38" name="Google Shape;7438;p66"/>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39" name="Google Shape;7439;p66"/>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40" name="Google Shape;7440;p66"/>
            <p:cNvSpPr/>
            <p:nvPr/>
          </p:nvSpPr>
          <p:spPr>
            <a:xfrm>
              <a:off x="2517772" y="1837839"/>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41" name="Google Shape;7441;p66"/>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42" name="Google Shape;7442;p66"/>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43" name="Google Shape;7443;p66"/>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44" name="Google Shape;7444;p66"/>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45" name="Google Shape;7445;p66"/>
            <p:cNvSpPr/>
            <p:nvPr/>
          </p:nvSpPr>
          <p:spPr>
            <a:xfrm>
              <a:off x="2514500" y="1833372"/>
              <a:ext cx="14" cy="109"/>
            </a:xfrm>
            <a:custGeom>
              <a:avLst/>
              <a:gdLst/>
              <a:ahLst/>
              <a:cxnLst/>
              <a:rect l="l" t="t" r="r" b="b"/>
              <a:pathLst>
                <a:path w="1" h="8" extrusionOk="0">
                  <a:moveTo>
                    <a:pt x="0"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46" name="Google Shape;7446;p66"/>
            <p:cNvSpPr/>
            <p:nvPr/>
          </p:nvSpPr>
          <p:spPr>
            <a:xfrm>
              <a:off x="2503556" y="1818831"/>
              <a:ext cx="14" cy="54"/>
            </a:xfrm>
            <a:custGeom>
              <a:avLst/>
              <a:gdLst/>
              <a:ahLst/>
              <a:cxnLst/>
              <a:rect l="l" t="t" r="r" b="b"/>
              <a:pathLst>
                <a:path w="1" h="4" extrusionOk="0">
                  <a:moveTo>
                    <a:pt x="1"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47" name="Google Shape;7447;p66"/>
            <p:cNvSpPr/>
            <p:nvPr/>
          </p:nvSpPr>
          <p:spPr>
            <a:xfrm>
              <a:off x="2514310" y="1832422"/>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48" name="Google Shape;7448;p66"/>
            <p:cNvSpPr/>
            <p:nvPr/>
          </p:nvSpPr>
          <p:spPr>
            <a:xfrm>
              <a:off x="2505606" y="1850439"/>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49" name="Google Shape;7449;p66"/>
            <p:cNvSpPr/>
            <p:nvPr/>
          </p:nvSpPr>
          <p:spPr>
            <a:xfrm>
              <a:off x="2503801" y="1819251"/>
              <a:ext cx="54" cy="109"/>
            </a:xfrm>
            <a:custGeom>
              <a:avLst/>
              <a:gdLst/>
              <a:ahLst/>
              <a:cxnLst/>
              <a:rect l="l" t="t" r="r" b="b"/>
              <a:pathLst>
                <a:path w="4" h="8" extrusionOk="0">
                  <a:moveTo>
                    <a:pt x="4"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50" name="Google Shape;7450;p66"/>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51" name="Google Shape;7451;p66"/>
            <p:cNvSpPr/>
            <p:nvPr/>
          </p:nvSpPr>
          <p:spPr>
            <a:xfrm>
              <a:off x="2514405" y="1833087"/>
              <a:ext cx="14" cy="109"/>
            </a:xfrm>
            <a:custGeom>
              <a:avLst/>
              <a:gdLst/>
              <a:ahLst/>
              <a:cxnLst/>
              <a:rect l="l" t="t" r="r" b="b"/>
              <a:pathLst>
                <a:path w="1" h="8" extrusionOk="0">
                  <a:moveTo>
                    <a:pt x="0"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52" name="Google Shape;7452;p66"/>
            <p:cNvSpPr/>
            <p:nvPr/>
          </p:nvSpPr>
          <p:spPr>
            <a:xfrm>
              <a:off x="2514255" y="1832136"/>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53" name="Google Shape;7453;p66"/>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54" name="Google Shape;7454;p66"/>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55" name="Google Shape;7455;p66"/>
            <p:cNvSpPr/>
            <p:nvPr/>
          </p:nvSpPr>
          <p:spPr>
            <a:xfrm>
              <a:off x="2605564" y="1754799"/>
              <a:ext cx="394" cy="109"/>
            </a:xfrm>
            <a:custGeom>
              <a:avLst/>
              <a:gdLst/>
              <a:ahLst/>
              <a:cxnLst/>
              <a:rect l="l" t="t" r="r" b="b"/>
              <a:pathLst>
                <a:path w="29" h="8" extrusionOk="0">
                  <a:moveTo>
                    <a:pt x="1" y="8"/>
                  </a:moveTo>
                  <a:lnTo>
                    <a:pt x="29" y="1"/>
                  </a:lnTo>
                  <a:lnTo>
                    <a:pt x="29"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56" name="Google Shape;7456;p66"/>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57" name="Google Shape;7457;p66"/>
            <p:cNvSpPr/>
            <p:nvPr/>
          </p:nvSpPr>
          <p:spPr>
            <a:xfrm>
              <a:off x="2599196" y="1756374"/>
              <a:ext cx="299" cy="109"/>
            </a:xfrm>
            <a:custGeom>
              <a:avLst/>
              <a:gdLst/>
              <a:ahLst/>
              <a:cxnLst/>
              <a:rect l="l" t="t" r="r" b="b"/>
              <a:pathLst>
                <a:path w="22" h="8" extrusionOk="0">
                  <a:moveTo>
                    <a:pt x="22"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58" name="Google Shape;7458;p66"/>
            <p:cNvSpPr/>
            <p:nvPr/>
          </p:nvSpPr>
          <p:spPr>
            <a:xfrm>
              <a:off x="2502796" y="1817215"/>
              <a:ext cx="964" cy="109"/>
            </a:xfrm>
            <a:custGeom>
              <a:avLst/>
              <a:gdLst/>
              <a:ahLst/>
              <a:cxnLst/>
              <a:rect l="l" t="t" r="r" b="b"/>
              <a:pathLst>
                <a:path w="71" h="8" extrusionOk="0">
                  <a:moveTo>
                    <a:pt x="71"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59" name="Google Shape;7459;p66"/>
            <p:cNvSpPr/>
            <p:nvPr/>
          </p:nvSpPr>
          <p:spPr>
            <a:xfrm>
              <a:off x="2513264" y="1818396"/>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60" name="Google Shape;7460;p66"/>
            <p:cNvSpPr/>
            <p:nvPr/>
          </p:nvSpPr>
          <p:spPr>
            <a:xfrm>
              <a:off x="2516020" y="1818301"/>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61" name="Google Shape;7461;p66"/>
            <p:cNvSpPr/>
            <p:nvPr/>
          </p:nvSpPr>
          <p:spPr>
            <a:xfrm>
              <a:off x="2514119" y="1818396"/>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62" name="Google Shape;7462;p66"/>
            <p:cNvSpPr/>
            <p:nvPr/>
          </p:nvSpPr>
          <p:spPr>
            <a:xfrm>
              <a:off x="2596725" y="1756849"/>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63" name="Google Shape;7463;p66"/>
            <p:cNvSpPr/>
            <p:nvPr/>
          </p:nvSpPr>
          <p:spPr>
            <a:xfrm>
              <a:off x="2599766" y="1756184"/>
              <a:ext cx="299" cy="109"/>
            </a:xfrm>
            <a:custGeom>
              <a:avLst/>
              <a:gdLst/>
              <a:ahLst/>
              <a:cxnLst/>
              <a:rect l="l" t="t" r="r" b="b"/>
              <a:pathLst>
                <a:path w="22" h="8" extrusionOk="0">
                  <a:moveTo>
                    <a:pt x="22"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64" name="Google Shape;7464;p66"/>
            <p:cNvSpPr/>
            <p:nvPr/>
          </p:nvSpPr>
          <p:spPr>
            <a:xfrm>
              <a:off x="2502131" y="1817161"/>
              <a:ext cx="258" cy="14"/>
            </a:xfrm>
            <a:custGeom>
              <a:avLst/>
              <a:gdLst/>
              <a:ahLst/>
              <a:cxnLst/>
              <a:rect l="l" t="t" r="r" b="b"/>
              <a:pathLst>
                <a:path w="19" h="1" extrusionOk="0">
                  <a:moveTo>
                    <a:pt x="1" y="1"/>
                  </a:moveTo>
                  <a:lnTo>
                    <a:pt x="18"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65" name="Google Shape;7465;p66"/>
            <p:cNvSpPr/>
            <p:nvPr/>
          </p:nvSpPr>
          <p:spPr>
            <a:xfrm>
              <a:off x="2595109" y="1756659"/>
              <a:ext cx="149" cy="54"/>
            </a:xfrm>
            <a:custGeom>
              <a:avLst/>
              <a:gdLst/>
              <a:ahLst/>
              <a:cxnLst/>
              <a:rect l="l" t="t" r="r" b="b"/>
              <a:pathLst>
                <a:path w="11" h="4" extrusionOk="0">
                  <a:moveTo>
                    <a:pt x="11"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66" name="Google Shape;7466;p66"/>
            <p:cNvSpPr/>
            <p:nvPr/>
          </p:nvSpPr>
          <p:spPr>
            <a:xfrm>
              <a:off x="2602672" y="1754568"/>
              <a:ext cx="109" cy="54"/>
            </a:xfrm>
            <a:custGeom>
              <a:avLst/>
              <a:gdLst/>
              <a:ahLst/>
              <a:cxnLst/>
              <a:rect l="l" t="t" r="r" b="b"/>
              <a:pathLst>
                <a:path w="8" h="4" extrusionOk="0">
                  <a:moveTo>
                    <a:pt x="7" y="0"/>
                  </a:moveTo>
                  <a:lnTo>
                    <a:pt x="0"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67" name="Google Shape;7467;p66"/>
            <p:cNvSpPr/>
            <p:nvPr/>
          </p:nvSpPr>
          <p:spPr>
            <a:xfrm>
              <a:off x="2595544" y="1756795"/>
              <a:ext cx="190" cy="14"/>
            </a:xfrm>
            <a:custGeom>
              <a:avLst/>
              <a:gdLst/>
              <a:ahLst/>
              <a:cxnLst/>
              <a:rect l="l" t="t" r="r" b="b"/>
              <a:pathLst>
                <a:path w="14" h="1" extrusionOk="0">
                  <a:moveTo>
                    <a:pt x="14"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68" name="Google Shape;7468;p66"/>
            <p:cNvSpPr/>
            <p:nvPr/>
          </p:nvSpPr>
          <p:spPr>
            <a:xfrm>
              <a:off x="2595965" y="1756849"/>
              <a:ext cx="244" cy="14"/>
            </a:xfrm>
            <a:custGeom>
              <a:avLst/>
              <a:gdLst/>
              <a:ahLst/>
              <a:cxnLst/>
              <a:rect l="l" t="t" r="r" b="b"/>
              <a:pathLst>
                <a:path w="18" h="1" extrusionOk="0">
                  <a:moveTo>
                    <a:pt x="18"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69" name="Google Shape;7469;p66"/>
            <p:cNvSpPr/>
            <p:nvPr/>
          </p:nvSpPr>
          <p:spPr>
            <a:xfrm>
              <a:off x="2602047" y="1754948"/>
              <a:ext cx="204" cy="149"/>
            </a:xfrm>
            <a:custGeom>
              <a:avLst/>
              <a:gdLst/>
              <a:ahLst/>
              <a:cxnLst/>
              <a:rect l="l" t="t" r="r" b="b"/>
              <a:pathLst>
                <a:path w="15" h="11" extrusionOk="0">
                  <a:moveTo>
                    <a:pt x="15"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70" name="Google Shape;7470;p66"/>
            <p:cNvSpPr/>
            <p:nvPr/>
          </p:nvSpPr>
          <p:spPr>
            <a:xfrm>
              <a:off x="2507127" y="1817690"/>
              <a:ext cx="1005" cy="109"/>
            </a:xfrm>
            <a:custGeom>
              <a:avLst/>
              <a:gdLst/>
              <a:ahLst/>
              <a:cxnLst/>
              <a:rect l="l" t="t" r="r" b="b"/>
              <a:pathLst>
                <a:path w="74" h="8" extrusionOk="0">
                  <a:moveTo>
                    <a:pt x="74"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71" name="Google Shape;7471;p66"/>
            <p:cNvSpPr/>
            <p:nvPr/>
          </p:nvSpPr>
          <p:spPr>
            <a:xfrm>
              <a:off x="2526665" y="1817215"/>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72" name="Google Shape;7472;p66"/>
            <p:cNvSpPr/>
            <p:nvPr/>
          </p:nvSpPr>
          <p:spPr>
            <a:xfrm>
              <a:off x="2597010" y="1756795"/>
              <a:ext cx="258" cy="14"/>
            </a:xfrm>
            <a:custGeom>
              <a:avLst/>
              <a:gdLst/>
              <a:ahLst/>
              <a:cxnLst/>
              <a:rect l="l" t="t" r="r" b="b"/>
              <a:pathLst>
                <a:path w="19" h="1" extrusionOk="0">
                  <a:moveTo>
                    <a:pt x="18" y="1"/>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73" name="Google Shape;7473;p66"/>
            <p:cNvSpPr/>
            <p:nvPr/>
          </p:nvSpPr>
          <p:spPr>
            <a:xfrm>
              <a:off x="2527330" y="1817120"/>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74" name="Google Shape;7474;p66"/>
            <p:cNvSpPr/>
            <p:nvPr/>
          </p:nvSpPr>
          <p:spPr>
            <a:xfrm>
              <a:off x="2598626" y="1756564"/>
              <a:ext cx="299" cy="54"/>
            </a:xfrm>
            <a:custGeom>
              <a:avLst/>
              <a:gdLst/>
              <a:ahLst/>
              <a:cxnLst/>
              <a:rect l="l" t="t" r="r" b="b"/>
              <a:pathLst>
                <a:path w="22" h="4" extrusionOk="0">
                  <a:moveTo>
                    <a:pt x="22"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75" name="Google Shape;7475;p66"/>
            <p:cNvSpPr/>
            <p:nvPr/>
          </p:nvSpPr>
          <p:spPr>
            <a:xfrm>
              <a:off x="2600337" y="1755940"/>
              <a:ext cx="299" cy="109"/>
            </a:xfrm>
            <a:custGeom>
              <a:avLst/>
              <a:gdLst/>
              <a:ahLst/>
              <a:cxnLst/>
              <a:rect l="l" t="t" r="r" b="b"/>
              <a:pathLst>
                <a:path w="22" h="8" extrusionOk="0">
                  <a:moveTo>
                    <a:pt x="22"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76" name="Google Shape;7476;p66"/>
            <p:cNvSpPr/>
            <p:nvPr/>
          </p:nvSpPr>
          <p:spPr>
            <a:xfrm>
              <a:off x="2598056" y="1756659"/>
              <a:ext cx="299" cy="54"/>
            </a:xfrm>
            <a:custGeom>
              <a:avLst/>
              <a:gdLst/>
              <a:ahLst/>
              <a:cxnLst/>
              <a:rect l="l" t="t" r="r" b="b"/>
              <a:pathLst>
                <a:path w="22" h="4" extrusionOk="0">
                  <a:moveTo>
                    <a:pt x="22"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77" name="Google Shape;7477;p66"/>
            <p:cNvSpPr/>
            <p:nvPr/>
          </p:nvSpPr>
          <p:spPr>
            <a:xfrm>
              <a:off x="2597485" y="1756754"/>
              <a:ext cx="299" cy="54"/>
            </a:xfrm>
            <a:custGeom>
              <a:avLst/>
              <a:gdLst/>
              <a:ahLst/>
              <a:cxnLst/>
              <a:rect l="l" t="t" r="r" b="b"/>
              <a:pathLst>
                <a:path w="22" h="4" extrusionOk="0">
                  <a:moveTo>
                    <a:pt x="22" y="0"/>
                  </a:moveTo>
                  <a:lnTo>
                    <a:pt x="1"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78" name="Google Shape;7478;p66"/>
            <p:cNvSpPr/>
            <p:nvPr/>
          </p:nvSpPr>
          <p:spPr>
            <a:xfrm>
              <a:off x="2601477" y="1755329"/>
              <a:ext cx="258" cy="149"/>
            </a:xfrm>
            <a:custGeom>
              <a:avLst/>
              <a:gdLst/>
              <a:ahLst/>
              <a:cxnLst/>
              <a:rect l="l" t="t" r="r" b="b"/>
              <a:pathLst>
                <a:path w="19" h="11" extrusionOk="0">
                  <a:moveTo>
                    <a:pt x="18" y="0"/>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79" name="Google Shape;7479;p66"/>
            <p:cNvSpPr/>
            <p:nvPr/>
          </p:nvSpPr>
          <p:spPr>
            <a:xfrm>
              <a:off x="2508498" y="1817880"/>
              <a:ext cx="923" cy="109"/>
            </a:xfrm>
            <a:custGeom>
              <a:avLst/>
              <a:gdLst/>
              <a:ahLst/>
              <a:cxnLst/>
              <a:rect l="l" t="t" r="r" b="b"/>
              <a:pathLst>
                <a:path w="68" h="8" extrusionOk="0">
                  <a:moveTo>
                    <a:pt x="67"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80" name="Google Shape;7480;p66"/>
            <p:cNvSpPr/>
            <p:nvPr/>
          </p:nvSpPr>
          <p:spPr>
            <a:xfrm>
              <a:off x="2600907" y="1755654"/>
              <a:ext cx="258" cy="163"/>
            </a:xfrm>
            <a:custGeom>
              <a:avLst/>
              <a:gdLst/>
              <a:ahLst/>
              <a:cxnLst/>
              <a:rect l="l" t="t" r="r" b="b"/>
              <a:pathLst>
                <a:path w="19" h="12" extrusionOk="0">
                  <a:moveTo>
                    <a:pt x="18"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81" name="Google Shape;7481;p66"/>
            <p:cNvSpPr/>
            <p:nvPr/>
          </p:nvSpPr>
          <p:spPr>
            <a:xfrm>
              <a:off x="2504181" y="1817310"/>
              <a:ext cx="1195" cy="149"/>
            </a:xfrm>
            <a:custGeom>
              <a:avLst/>
              <a:gdLst/>
              <a:ahLst/>
              <a:cxnLst/>
              <a:rect l="l" t="t" r="r" b="b"/>
              <a:pathLst>
                <a:path w="88" h="11" extrusionOk="0">
                  <a:moveTo>
                    <a:pt x="88" y="11"/>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82" name="Google Shape;7482;p66"/>
            <p:cNvSpPr/>
            <p:nvPr/>
          </p:nvSpPr>
          <p:spPr>
            <a:xfrm>
              <a:off x="2512640" y="1818396"/>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83" name="Google Shape;7483;p66"/>
            <p:cNvSpPr/>
            <p:nvPr/>
          </p:nvSpPr>
          <p:spPr>
            <a:xfrm>
              <a:off x="2505457" y="1817446"/>
              <a:ext cx="1344" cy="204"/>
            </a:xfrm>
            <a:custGeom>
              <a:avLst/>
              <a:gdLst/>
              <a:ahLst/>
              <a:cxnLst/>
              <a:rect l="l" t="t" r="r" b="b"/>
              <a:pathLst>
                <a:path w="99" h="15" extrusionOk="0">
                  <a:moveTo>
                    <a:pt x="99" y="15"/>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84" name="Google Shape;7484;p66"/>
            <p:cNvSpPr/>
            <p:nvPr/>
          </p:nvSpPr>
          <p:spPr>
            <a:xfrm>
              <a:off x="2509788" y="1818070"/>
              <a:ext cx="1195" cy="204"/>
            </a:xfrm>
            <a:custGeom>
              <a:avLst/>
              <a:gdLst/>
              <a:ahLst/>
              <a:cxnLst/>
              <a:rect l="l" t="t" r="r" b="b"/>
              <a:pathLst>
                <a:path w="88" h="15" extrusionOk="0">
                  <a:moveTo>
                    <a:pt x="88" y="1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85" name="Google Shape;7485;p66"/>
            <p:cNvSpPr/>
            <p:nvPr/>
          </p:nvSpPr>
          <p:spPr>
            <a:xfrm>
              <a:off x="2511404" y="1818355"/>
              <a:ext cx="149" cy="14"/>
            </a:xfrm>
            <a:custGeom>
              <a:avLst/>
              <a:gdLst/>
              <a:ahLst/>
              <a:cxnLst/>
              <a:rect l="l" t="t" r="r" b="b"/>
              <a:pathLst>
                <a:path w="11" h="1" extrusionOk="0">
                  <a:moveTo>
                    <a:pt x="11"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86" name="Google Shape;7486;p66"/>
            <p:cNvSpPr/>
            <p:nvPr/>
          </p:nvSpPr>
          <p:spPr>
            <a:xfrm>
              <a:off x="2512029" y="1818355"/>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87" name="Google Shape;7487;p66"/>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88" name="Google Shape;7488;p66"/>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89" name="Google Shape;7489;p66"/>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90" name="Google Shape;7490;p66"/>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91" name="Google Shape;7491;p66"/>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92" name="Google Shape;7492;p66"/>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93" name="Google Shape;7493;p66"/>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94" name="Google Shape;7494;p66"/>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95" name="Google Shape;7495;p66"/>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96" name="Google Shape;7496;p66"/>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97" name="Google Shape;7497;p66"/>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98" name="Google Shape;7498;p66"/>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499" name="Google Shape;7499;p66"/>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00" name="Google Shape;7500;p66"/>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01" name="Google Shape;7501;p66"/>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02" name="Google Shape;7502;p66"/>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03" name="Google Shape;7503;p66"/>
            <p:cNvSpPr/>
            <p:nvPr/>
          </p:nvSpPr>
          <p:spPr>
            <a:xfrm>
              <a:off x="2859015" y="2039003"/>
              <a:ext cx="109" cy="14"/>
            </a:xfrm>
            <a:custGeom>
              <a:avLst/>
              <a:gdLst/>
              <a:ahLst/>
              <a:cxnLst/>
              <a:rect l="l" t="t" r="r" b="b"/>
              <a:pathLst>
                <a:path w="8" h="1" extrusionOk="0">
                  <a:moveTo>
                    <a:pt x="0" y="0"/>
                  </a:moveTo>
                  <a:lnTo>
                    <a:pt x="7"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04" name="Google Shape;7504;p66"/>
            <p:cNvSpPr/>
            <p:nvPr/>
          </p:nvSpPr>
          <p:spPr>
            <a:xfrm>
              <a:off x="2860481" y="2039098"/>
              <a:ext cx="163" cy="54"/>
            </a:xfrm>
            <a:custGeom>
              <a:avLst/>
              <a:gdLst/>
              <a:ahLst/>
              <a:cxnLst/>
              <a:rect l="l" t="t" r="r" b="b"/>
              <a:pathLst>
                <a:path w="12" h="4" extrusionOk="0">
                  <a:moveTo>
                    <a:pt x="1" y="4"/>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05" name="Google Shape;7505;p66"/>
            <p:cNvSpPr/>
            <p:nvPr/>
          </p:nvSpPr>
          <p:spPr>
            <a:xfrm>
              <a:off x="2860156" y="2039193"/>
              <a:ext cx="149" cy="14"/>
            </a:xfrm>
            <a:custGeom>
              <a:avLst/>
              <a:gdLst/>
              <a:ahLst/>
              <a:cxnLst/>
              <a:rect l="l" t="t" r="r" b="b"/>
              <a:pathLst>
                <a:path w="11" h="1" extrusionOk="0">
                  <a:moveTo>
                    <a:pt x="0" y="0"/>
                  </a:moveTo>
                  <a:lnTo>
                    <a:pt x="1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06" name="Google Shape;7506;p66"/>
            <p:cNvSpPr/>
            <p:nvPr/>
          </p:nvSpPr>
          <p:spPr>
            <a:xfrm>
              <a:off x="2858160" y="2038569"/>
              <a:ext cx="54" cy="14"/>
            </a:xfrm>
            <a:custGeom>
              <a:avLst/>
              <a:gdLst/>
              <a:ahLst/>
              <a:cxnLst/>
              <a:rect l="l" t="t" r="r" b="b"/>
              <a:pathLst>
                <a:path w="4" h="1" extrusionOk="0">
                  <a:moveTo>
                    <a:pt x="0"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07" name="Google Shape;7507;p66"/>
            <p:cNvSpPr/>
            <p:nvPr/>
          </p:nvSpPr>
          <p:spPr>
            <a:xfrm>
              <a:off x="2858581" y="2038759"/>
              <a:ext cx="109" cy="109"/>
            </a:xfrm>
            <a:custGeom>
              <a:avLst/>
              <a:gdLst/>
              <a:ahLst/>
              <a:cxnLst/>
              <a:rect l="l" t="t" r="r" b="b"/>
              <a:pathLst>
                <a:path w="8" h="8" extrusionOk="0">
                  <a:moveTo>
                    <a:pt x="1" y="1"/>
                  </a:moveTo>
                  <a:lnTo>
                    <a:pt x="8"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08" name="Google Shape;7508;p66"/>
            <p:cNvSpPr/>
            <p:nvPr/>
          </p:nvSpPr>
          <p:spPr>
            <a:xfrm>
              <a:off x="2860821" y="2038949"/>
              <a:ext cx="109" cy="68"/>
            </a:xfrm>
            <a:custGeom>
              <a:avLst/>
              <a:gdLst/>
              <a:ahLst/>
              <a:cxnLst/>
              <a:rect l="l" t="t" r="r" b="b"/>
              <a:pathLst>
                <a:path w="8" h="5" extrusionOk="0">
                  <a:moveTo>
                    <a:pt x="0" y="4"/>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09" name="Google Shape;7509;p66"/>
            <p:cNvSpPr/>
            <p:nvPr/>
          </p:nvSpPr>
          <p:spPr>
            <a:xfrm>
              <a:off x="2852457" y="2033776"/>
              <a:ext cx="109" cy="204"/>
            </a:xfrm>
            <a:custGeom>
              <a:avLst/>
              <a:gdLst/>
              <a:ahLst/>
              <a:cxnLst/>
              <a:rect l="l" t="t" r="r" b="b"/>
              <a:pathLst>
                <a:path w="8" h="15" extrusionOk="0">
                  <a:moveTo>
                    <a:pt x="0" y="0"/>
                  </a:moveTo>
                  <a:lnTo>
                    <a:pt x="7"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10" name="Google Shape;7510;p66"/>
            <p:cNvSpPr/>
            <p:nvPr/>
          </p:nvSpPr>
          <p:spPr>
            <a:xfrm>
              <a:off x="2852267" y="2033301"/>
              <a:ext cx="109" cy="244"/>
            </a:xfrm>
            <a:custGeom>
              <a:avLst/>
              <a:gdLst/>
              <a:ahLst/>
              <a:cxnLst/>
              <a:rect l="l" t="t" r="r" b="b"/>
              <a:pathLst>
                <a:path w="8" h="18" extrusionOk="0">
                  <a:moveTo>
                    <a:pt x="0" y="0"/>
                  </a:moveTo>
                  <a:lnTo>
                    <a:pt x="7"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11" name="Google Shape;7511;p66"/>
            <p:cNvSpPr/>
            <p:nvPr/>
          </p:nvSpPr>
          <p:spPr>
            <a:xfrm>
              <a:off x="2852647" y="2034156"/>
              <a:ext cx="109" cy="204"/>
            </a:xfrm>
            <a:custGeom>
              <a:avLst/>
              <a:gdLst/>
              <a:ahLst/>
              <a:cxnLst/>
              <a:rect l="l" t="t" r="r" b="b"/>
              <a:pathLst>
                <a:path w="8" h="15" extrusionOk="0">
                  <a:moveTo>
                    <a:pt x="0" y="0"/>
                  </a:moveTo>
                  <a:lnTo>
                    <a:pt x="7" y="1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12" name="Google Shape;7512;p66"/>
            <p:cNvSpPr/>
            <p:nvPr/>
          </p:nvSpPr>
          <p:spPr>
            <a:xfrm>
              <a:off x="2852118" y="2032826"/>
              <a:ext cx="109" cy="244"/>
            </a:xfrm>
            <a:custGeom>
              <a:avLst/>
              <a:gdLst/>
              <a:ahLst/>
              <a:cxnLst/>
              <a:rect l="l" t="t" r="r" b="b"/>
              <a:pathLst>
                <a:path w="8" h="18" extrusionOk="0">
                  <a:moveTo>
                    <a:pt x="1" y="0"/>
                  </a:moveTo>
                  <a:lnTo>
                    <a:pt x="8"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13" name="Google Shape;7513;p66"/>
            <p:cNvSpPr/>
            <p:nvPr/>
          </p:nvSpPr>
          <p:spPr>
            <a:xfrm>
              <a:off x="2851602" y="2031060"/>
              <a:ext cx="109" cy="339"/>
            </a:xfrm>
            <a:custGeom>
              <a:avLst/>
              <a:gdLst/>
              <a:ahLst/>
              <a:cxnLst/>
              <a:rect l="l" t="t" r="r" b="b"/>
              <a:pathLst>
                <a:path w="8" h="25" extrusionOk="0">
                  <a:moveTo>
                    <a:pt x="0" y="0"/>
                  </a:moveTo>
                  <a:lnTo>
                    <a:pt x="7" y="2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14" name="Google Shape;7514;p66"/>
            <p:cNvSpPr/>
            <p:nvPr/>
          </p:nvSpPr>
          <p:spPr>
            <a:xfrm>
              <a:off x="2851928" y="2032296"/>
              <a:ext cx="109" cy="244"/>
            </a:xfrm>
            <a:custGeom>
              <a:avLst/>
              <a:gdLst/>
              <a:ahLst/>
              <a:cxnLst/>
              <a:rect l="l" t="t" r="r" b="b"/>
              <a:pathLst>
                <a:path w="8" h="18" extrusionOk="0">
                  <a:moveTo>
                    <a:pt x="1" y="1"/>
                  </a:moveTo>
                  <a:lnTo>
                    <a:pt x="8"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15" name="Google Shape;7515;p66"/>
            <p:cNvSpPr/>
            <p:nvPr/>
          </p:nvSpPr>
          <p:spPr>
            <a:xfrm>
              <a:off x="2857725" y="2038189"/>
              <a:ext cx="109" cy="109"/>
            </a:xfrm>
            <a:custGeom>
              <a:avLst/>
              <a:gdLst/>
              <a:ahLst/>
              <a:cxnLst/>
              <a:rect l="l" t="t" r="r" b="b"/>
              <a:pathLst>
                <a:path w="8" h="8" extrusionOk="0">
                  <a:moveTo>
                    <a:pt x="1" y="1"/>
                  </a:moveTo>
                  <a:lnTo>
                    <a:pt x="8"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16" name="Google Shape;7516;p66"/>
            <p:cNvSpPr/>
            <p:nvPr/>
          </p:nvSpPr>
          <p:spPr>
            <a:xfrm>
              <a:off x="2851792" y="2031671"/>
              <a:ext cx="109" cy="299"/>
            </a:xfrm>
            <a:custGeom>
              <a:avLst/>
              <a:gdLst/>
              <a:ahLst/>
              <a:cxnLst/>
              <a:rect l="l" t="t" r="r" b="b"/>
              <a:pathLst>
                <a:path w="8" h="22" extrusionOk="0">
                  <a:moveTo>
                    <a:pt x="0" y="1"/>
                  </a:moveTo>
                  <a:lnTo>
                    <a:pt x="7" y="22"/>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17" name="Google Shape;7517;p66"/>
            <p:cNvSpPr/>
            <p:nvPr/>
          </p:nvSpPr>
          <p:spPr>
            <a:xfrm>
              <a:off x="2852837" y="2034482"/>
              <a:ext cx="54" cy="204"/>
            </a:xfrm>
            <a:custGeom>
              <a:avLst/>
              <a:gdLst/>
              <a:ahLst/>
              <a:cxnLst/>
              <a:rect l="l" t="t" r="r" b="b"/>
              <a:pathLst>
                <a:path w="4" h="15" extrusionOk="0">
                  <a:moveTo>
                    <a:pt x="0" y="1"/>
                  </a:moveTo>
                  <a:lnTo>
                    <a:pt x="4"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18" name="Google Shape;7518;p66"/>
            <p:cNvSpPr/>
            <p:nvPr/>
          </p:nvSpPr>
          <p:spPr>
            <a:xfrm>
              <a:off x="2856870" y="2037523"/>
              <a:ext cx="109" cy="109"/>
            </a:xfrm>
            <a:custGeom>
              <a:avLst/>
              <a:gdLst/>
              <a:ahLst/>
              <a:cxnLst/>
              <a:rect l="l" t="t" r="r" b="b"/>
              <a:pathLst>
                <a:path w="8" h="8" extrusionOk="0">
                  <a:moveTo>
                    <a:pt x="1" y="1"/>
                  </a:moveTo>
                  <a:lnTo>
                    <a:pt x="8"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19" name="Google Shape;7519;p66"/>
            <p:cNvSpPr/>
            <p:nvPr/>
          </p:nvSpPr>
          <p:spPr>
            <a:xfrm>
              <a:off x="2852973" y="2034821"/>
              <a:ext cx="109" cy="149"/>
            </a:xfrm>
            <a:custGeom>
              <a:avLst/>
              <a:gdLst/>
              <a:ahLst/>
              <a:cxnLst/>
              <a:rect l="l" t="t" r="r" b="b"/>
              <a:pathLst>
                <a:path w="8" h="11" extrusionOk="0">
                  <a:moveTo>
                    <a:pt x="1" y="0"/>
                  </a:moveTo>
                  <a:lnTo>
                    <a:pt x="8"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20" name="Google Shape;7520;p66"/>
            <p:cNvSpPr/>
            <p:nvPr/>
          </p:nvSpPr>
          <p:spPr>
            <a:xfrm>
              <a:off x="2854019" y="2035772"/>
              <a:ext cx="109" cy="54"/>
            </a:xfrm>
            <a:custGeom>
              <a:avLst/>
              <a:gdLst/>
              <a:ahLst/>
              <a:cxnLst/>
              <a:rect l="l" t="t" r="r" b="b"/>
              <a:pathLst>
                <a:path w="8" h="4" extrusionOk="0">
                  <a:moveTo>
                    <a:pt x="1" y="0"/>
                  </a:moveTo>
                  <a:lnTo>
                    <a:pt x="8" y="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21" name="Google Shape;7521;p66"/>
            <p:cNvSpPr/>
            <p:nvPr/>
          </p:nvSpPr>
          <p:spPr>
            <a:xfrm>
              <a:off x="2857304" y="2037903"/>
              <a:ext cx="54" cy="14"/>
            </a:xfrm>
            <a:custGeom>
              <a:avLst/>
              <a:gdLst/>
              <a:ahLst/>
              <a:cxnLst/>
              <a:rect l="l" t="t" r="r" b="b"/>
              <a:pathLst>
                <a:path w="4" h="1" extrusionOk="0">
                  <a:moveTo>
                    <a:pt x="0"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22" name="Google Shape;7522;p66"/>
            <p:cNvSpPr/>
            <p:nvPr/>
          </p:nvSpPr>
          <p:spPr>
            <a:xfrm>
              <a:off x="2854263" y="2035813"/>
              <a:ext cx="54" cy="14"/>
            </a:xfrm>
            <a:custGeom>
              <a:avLst/>
              <a:gdLst/>
              <a:ahLst/>
              <a:cxnLst/>
              <a:rect l="l" t="t" r="r" b="b"/>
              <a:pathLst>
                <a:path w="4" h="1" extrusionOk="0">
                  <a:moveTo>
                    <a:pt x="0" y="1"/>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23" name="Google Shape;7523;p66"/>
            <p:cNvSpPr/>
            <p:nvPr/>
          </p:nvSpPr>
          <p:spPr>
            <a:xfrm>
              <a:off x="2853163" y="2035107"/>
              <a:ext cx="109" cy="109"/>
            </a:xfrm>
            <a:custGeom>
              <a:avLst/>
              <a:gdLst/>
              <a:ahLst/>
              <a:cxnLst/>
              <a:rect l="l" t="t" r="r" b="b"/>
              <a:pathLst>
                <a:path w="8" h="8" extrusionOk="0">
                  <a:moveTo>
                    <a:pt x="1" y="0"/>
                  </a:moveTo>
                  <a:lnTo>
                    <a:pt x="8"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24" name="Google Shape;7524;p66"/>
            <p:cNvSpPr/>
            <p:nvPr/>
          </p:nvSpPr>
          <p:spPr>
            <a:xfrm>
              <a:off x="2853598" y="2035487"/>
              <a:ext cx="109" cy="109"/>
            </a:xfrm>
            <a:custGeom>
              <a:avLst/>
              <a:gdLst/>
              <a:ahLst/>
              <a:cxnLst/>
              <a:rect l="l" t="t" r="r" b="b"/>
              <a:pathLst>
                <a:path w="8" h="8" extrusionOk="0">
                  <a:moveTo>
                    <a:pt x="0" y="0"/>
                  </a:moveTo>
                  <a:lnTo>
                    <a:pt x="7"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25" name="Google Shape;7525;p66"/>
            <p:cNvSpPr/>
            <p:nvPr/>
          </p:nvSpPr>
          <p:spPr>
            <a:xfrm>
              <a:off x="2853788" y="2035622"/>
              <a:ext cx="109" cy="109"/>
            </a:xfrm>
            <a:custGeom>
              <a:avLst/>
              <a:gdLst/>
              <a:ahLst/>
              <a:cxnLst/>
              <a:rect l="l" t="t" r="r" b="b"/>
              <a:pathLst>
                <a:path w="8" h="8" extrusionOk="0">
                  <a:moveTo>
                    <a:pt x="0" y="1"/>
                  </a:moveTo>
                  <a:lnTo>
                    <a:pt x="7"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26" name="Google Shape;7526;p66"/>
            <p:cNvSpPr/>
            <p:nvPr/>
          </p:nvSpPr>
          <p:spPr>
            <a:xfrm>
              <a:off x="2859490" y="2039139"/>
              <a:ext cx="109" cy="14"/>
            </a:xfrm>
            <a:custGeom>
              <a:avLst/>
              <a:gdLst/>
              <a:ahLst/>
              <a:cxnLst/>
              <a:rect l="l" t="t" r="r" b="b"/>
              <a:pathLst>
                <a:path w="8" h="1" extrusionOk="0">
                  <a:moveTo>
                    <a:pt x="0" y="1"/>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27" name="Google Shape;7527;p66"/>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28" name="Google Shape;7528;p66"/>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29" name="Google Shape;7529;p66"/>
            <p:cNvSpPr/>
            <p:nvPr/>
          </p:nvSpPr>
          <p:spPr>
            <a:xfrm>
              <a:off x="2910922" y="2013858"/>
              <a:ext cx="54" cy="14"/>
            </a:xfrm>
            <a:custGeom>
              <a:avLst/>
              <a:gdLst/>
              <a:ahLst/>
              <a:cxnLst/>
              <a:rect l="l" t="t" r="r" b="b"/>
              <a:pathLst>
                <a:path w="4" h="1" extrusionOk="0">
                  <a:moveTo>
                    <a:pt x="4" y="0"/>
                  </a:moveTo>
                  <a:lnTo>
                    <a:pt x="0" y="0"/>
                  </a:ln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30" name="Google Shape;7530;p66"/>
            <p:cNvSpPr/>
            <p:nvPr/>
          </p:nvSpPr>
          <p:spPr>
            <a:xfrm>
              <a:off x="2853353" y="2035297"/>
              <a:ext cx="109" cy="109"/>
            </a:xfrm>
            <a:custGeom>
              <a:avLst/>
              <a:gdLst/>
              <a:ahLst/>
              <a:cxnLst/>
              <a:rect l="l" t="t" r="r" b="b"/>
              <a:pathLst>
                <a:path w="8" h="8" extrusionOk="0">
                  <a:moveTo>
                    <a:pt x="8"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31" name="Google Shape;7531;p66"/>
            <p:cNvSpPr/>
            <p:nvPr/>
          </p:nvSpPr>
          <p:spPr>
            <a:xfrm>
              <a:off x="2860006" y="2039193"/>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32" name="Google Shape;7532;p66"/>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33" name="Google Shape;7533;p66"/>
            <p:cNvSpPr/>
            <p:nvPr/>
          </p:nvSpPr>
          <p:spPr>
            <a:xfrm>
              <a:off x="2909971" y="2013518"/>
              <a:ext cx="109" cy="14"/>
            </a:xfrm>
            <a:custGeom>
              <a:avLst/>
              <a:gdLst/>
              <a:ahLst/>
              <a:cxnLst/>
              <a:rect l="l" t="t" r="r" b="b"/>
              <a:pathLst>
                <a:path w="8" h="1" extrusionOk="0">
                  <a:moveTo>
                    <a:pt x="0" y="1"/>
                  </a:moveTo>
                  <a:lnTo>
                    <a:pt x="7"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34" name="Google Shape;7534;p66"/>
            <p:cNvSpPr/>
            <p:nvPr/>
          </p:nvSpPr>
          <p:spPr>
            <a:xfrm>
              <a:off x="2909632" y="2013478"/>
              <a:ext cx="109" cy="14"/>
            </a:xfrm>
            <a:custGeom>
              <a:avLst/>
              <a:gdLst/>
              <a:ahLst/>
              <a:cxnLst/>
              <a:rect l="l" t="t" r="r" b="b"/>
              <a:pathLst>
                <a:path w="8" h="1" extrusionOk="0">
                  <a:moveTo>
                    <a:pt x="1" y="0"/>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35" name="Google Shape;7535;p66"/>
            <p:cNvSpPr/>
            <p:nvPr/>
          </p:nvSpPr>
          <p:spPr>
            <a:xfrm>
              <a:off x="2910392" y="2013668"/>
              <a:ext cx="68" cy="14"/>
            </a:xfrm>
            <a:custGeom>
              <a:avLst/>
              <a:gdLst/>
              <a:ahLst/>
              <a:cxnLst/>
              <a:rect l="l" t="t" r="r" b="b"/>
              <a:pathLst>
                <a:path w="5" h="1" extrusionOk="0">
                  <a:moveTo>
                    <a:pt x="1" y="0"/>
                  </a:moveTo>
                  <a:lnTo>
                    <a:pt x="4"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36" name="Google Shape;7536;p66"/>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37" name="Google Shape;7537;p66"/>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38" name="Google Shape;7538;p66"/>
            <p:cNvSpPr/>
            <p:nvPr/>
          </p:nvSpPr>
          <p:spPr>
            <a:xfrm>
              <a:off x="2962679" y="2114861"/>
              <a:ext cx="54" cy="14"/>
            </a:xfrm>
            <a:custGeom>
              <a:avLst/>
              <a:gdLst/>
              <a:ahLst/>
              <a:cxnLst/>
              <a:rect l="l" t="t" r="r" b="b"/>
              <a:pathLst>
                <a:path w="4" h="1" extrusionOk="0">
                  <a:moveTo>
                    <a:pt x="4"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39" name="Google Shape;7539;p66"/>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40" name="Google Shape;7540;p66"/>
            <p:cNvSpPr/>
            <p:nvPr/>
          </p:nvSpPr>
          <p:spPr>
            <a:xfrm>
              <a:off x="2962544" y="2114806"/>
              <a:ext cx="0" cy="14"/>
            </a:xfrm>
            <a:custGeom>
              <a:avLst/>
              <a:gdLst/>
              <a:ahLst/>
              <a:cxnLst/>
              <a:rect l="l" t="t" r="r" b="b"/>
              <a:pathLst>
                <a:path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41" name="Google Shape;7541;p66"/>
            <p:cNvSpPr/>
            <p:nvPr/>
          </p:nvSpPr>
          <p:spPr>
            <a:xfrm>
              <a:off x="2962924" y="2114711"/>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42" name="Google Shape;7542;p66"/>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43" name="Google Shape;7543;p66"/>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44" name="Google Shape;7544;p66"/>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45" name="Google Shape;7545;p66"/>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46" name="Google Shape;7546;p66"/>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47" name="Google Shape;7547;p66"/>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48" name="Google Shape;7548;p66"/>
            <p:cNvSpPr/>
            <p:nvPr/>
          </p:nvSpPr>
          <p:spPr>
            <a:xfrm>
              <a:off x="2142734" y="1667061"/>
              <a:ext cx="923" cy="149"/>
            </a:xfrm>
            <a:custGeom>
              <a:avLst/>
              <a:gdLst/>
              <a:ahLst/>
              <a:cxnLst/>
              <a:rect l="l" t="t" r="r" b="b"/>
              <a:pathLst>
                <a:path w="68" h="11" extrusionOk="0">
                  <a:moveTo>
                    <a:pt x="67" y="11"/>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49" name="Google Shape;7549;p66"/>
            <p:cNvSpPr/>
            <p:nvPr/>
          </p:nvSpPr>
          <p:spPr>
            <a:xfrm>
              <a:off x="2105477" y="1674515"/>
              <a:ext cx="299" cy="14"/>
            </a:xfrm>
            <a:custGeom>
              <a:avLst/>
              <a:gdLst/>
              <a:ahLst/>
              <a:cxnLst/>
              <a:rect l="l" t="t" r="r" b="b"/>
              <a:pathLst>
                <a:path w="22" h="1" extrusionOk="0">
                  <a:moveTo>
                    <a:pt x="21"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50" name="Google Shape;7550;p66"/>
            <p:cNvSpPr/>
            <p:nvPr/>
          </p:nvSpPr>
          <p:spPr>
            <a:xfrm>
              <a:off x="2105097" y="1674570"/>
              <a:ext cx="299" cy="14"/>
            </a:xfrm>
            <a:custGeom>
              <a:avLst/>
              <a:gdLst/>
              <a:ahLst/>
              <a:cxnLst/>
              <a:rect l="l" t="t" r="r" b="b"/>
              <a:pathLst>
                <a:path w="22" h="1" extrusionOk="0">
                  <a:moveTo>
                    <a:pt x="21"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51" name="Google Shape;7551;p66"/>
            <p:cNvSpPr/>
            <p:nvPr/>
          </p:nvSpPr>
          <p:spPr>
            <a:xfrm>
              <a:off x="2101866" y="1674610"/>
              <a:ext cx="2770" cy="204"/>
            </a:xfrm>
            <a:custGeom>
              <a:avLst/>
              <a:gdLst/>
              <a:ahLst/>
              <a:cxnLst/>
              <a:rect l="l" t="t" r="r" b="b"/>
              <a:pathLst>
                <a:path w="204" h="15" extrusionOk="0">
                  <a:moveTo>
                    <a:pt x="203" y="1"/>
                  </a:moveTo>
                  <a:lnTo>
                    <a:pt x="0" y="1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52" name="Google Shape;7552;p66"/>
            <p:cNvSpPr/>
            <p:nvPr/>
          </p:nvSpPr>
          <p:spPr>
            <a:xfrm>
              <a:off x="2104622" y="1674570"/>
              <a:ext cx="394" cy="14"/>
            </a:xfrm>
            <a:custGeom>
              <a:avLst/>
              <a:gdLst/>
              <a:ahLst/>
              <a:cxnLst/>
              <a:rect l="l" t="t" r="r" b="b"/>
              <a:pathLst>
                <a:path w="29" h="1" extrusionOk="0">
                  <a:moveTo>
                    <a:pt x="28" y="0"/>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53" name="Google Shape;7553;p66"/>
            <p:cNvSpPr/>
            <p:nvPr/>
          </p:nvSpPr>
          <p:spPr>
            <a:xfrm>
              <a:off x="2101526" y="1674855"/>
              <a:ext cx="299" cy="14"/>
            </a:xfrm>
            <a:custGeom>
              <a:avLst/>
              <a:gdLst/>
              <a:ahLst/>
              <a:cxnLst/>
              <a:rect l="l" t="t" r="r" b="b"/>
              <a:pathLst>
                <a:path w="22" h="1" extrusionOk="0">
                  <a:moveTo>
                    <a:pt x="1" y="0"/>
                  </a:moveTo>
                  <a:lnTo>
                    <a:pt x="22"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54" name="Google Shape;7554;p66"/>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55" name="Google Shape;7555;p66"/>
            <p:cNvSpPr/>
            <p:nvPr/>
          </p:nvSpPr>
          <p:spPr>
            <a:xfrm>
              <a:off x="2106903" y="1674475"/>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56" name="Google Shape;7556;p66"/>
            <p:cNvSpPr/>
            <p:nvPr/>
          </p:nvSpPr>
          <p:spPr>
            <a:xfrm>
              <a:off x="2106659" y="1674475"/>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57" name="Google Shape;7557;p66"/>
            <p:cNvSpPr/>
            <p:nvPr/>
          </p:nvSpPr>
          <p:spPr>
            <a:xfrm>
              <a:off x="2105858" y="1674515"/>
              <a:ext cx="244" cy="14"/>
            </a:xfrm>
            <a:custGeom>
              <a:avLst/>
              <a:gdLst/>
              <a:ahLst/>
              <a:cxnLst/>
              <a:rect l="l" t="t" r="r" b="b"/>
              <a:pathLst>
                <a:path w="18" h="1" extrusionOk="0">
                  <a:moveTo>
                    <a:pt x="18" y="1"/>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58" name="Google Shape;7558;p66"/>
            <p:cNvSpPr/>
            <p:nvPr/>
          </p:nvSpPr>
          <p:spPr>
            <a:xfrm>
              <a:off x="2107134" y="1674475"/>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59" name="Google Shape;7559;p66"/>
            <p:cNvSpPr/>
            <p:nvPr/>
          </p:nvSpPr>
          <p:spPr>
            <a:xfrm>
              <a:off x="2106183" y="1674475"/>
              <a:ext cx="204" cy="14"/>
            </a:xfrm>
            <a:custGeom>
              <a:avLst/>
              <a:gdLst/>
              <a:ahLst/>
              <a:cxnLst/>
              <a:rect l="l" t="t" r="r" b="b"/>
              <a:pathLst>
                <a:path w="15" h="1" extrusionOk="0">
                  <a:moveTo>
                    <a:pt x="15"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60" name="Google Shape;7560;p66"/>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61" name="Google Shape;7561;p66"/>
            <p:cNvSpPr/>
            <p:nvPr/>
          </p:nvSpPr>
          <p:spPr>
            <a:xfrm>
              <a:off x="2101771" y="1676416"/>
              <a:ext cx="54" cy="109"/>
            </a:xfrm>
            <a:custGeom>
              <a:avLst/>
              <a:gdLst/>
              <a:ahLst/>
              <a:cxnLst/>
              <a:rect l="l" t="t" r="r" b="b"/>
              <a:pathLst>
                <a:path w="4" h="8" extrusionOk="0">
                  <a:moveTo>
                    <a:pt x="4"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62" name="Google Shape;7562;p66"/>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63" name="Google Shape;7563;p66"/>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64" name="Google Shape;7564;p66"/>
            <p:cNvSpPr/>
            <p:nvPr/>
          </p:nvSpPr>
          <p:spPr>
            <a:xfrm>
              <a:off x="2101676" y="1676280"/>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65" name="Google Shape;7565;p66"/>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66" name="Google Shape;7566;p66"/>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67" name="Google Shape;7567;p66"/>
            <p:cNvSpPr/>
            <p:nvPr/>
          </p:nvSpPr>
          <p:spPr>
            <a:xfrm>
              <a:off x="2143304" y="1674760"/>
              <a:ext cx="14" cy="489"/>
            </a:xfrm>
            <a:custGeom>
              <a:avLst/>
              <a:gdLst/>
              <a:ahLst/>
              <a:cxnLst/>
              <a:rect l="l" t="t" r="r" b="b"/>
              <a:pathLst>
                <a:path w="1" h="36" extrusionOk="0">
                  <a:moveTo>
                    <a:pt x="1" y="0"/>
                  </a:moveTo>
                  <a:lnTo>
                    <a:pt x="1" y="3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68" name="Google Shape;7568;p66"/>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69" name="Google Shape;7569;p66"/>
            <p:cNvSpPr/>
            <p:nvPr/>
          </p:nvSpPr>
          <p:spPr>
            <a:xfrm>
              <a:off x="2143304" y="1672044"/>
              <a:ext cx="14" cy="258"/>
            </a:xfrm>
            <a:custGeom>
              <a:avLst/>
              <a:gdLst/>
              <a:ahLst/>
              <a:cxnLst/>
              <a:rect l="l" t="t" r="r" b="b"/>
              <a:pathLst>
                <a:path w="1" h="19" extrusionOk="0">
                  <a:moveTo>
                    <a:pt x="1" y="1"/>
                  </a:moveTo>
                  <a:lnTo>
                    <a:pt x="1" y="1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70" name="Google Shape;7570;p66"/>
            <p:cNvSpPr/>
            <p:nvPr/>
          </p:nvSpPr>
          <p:spPr>
            <a:xfrm>
              <a:off x="2143304" y="1673524"/>
              <a:ext cx="14" cy="394"/>
            </a:xfrm>
            <a:custGeom>
              <a:avLst/>
              <a:gdLst/>
              <a:ahLst/>
              <a:cxnLst/>
              <a:rect l="l" t="t" r="r" b="b"/>
              <a:pathLst>
                <a:path w="1" h="29" extrusionOk="0">
                  <a:moveTo>
                    <a:pt x="1" y="28"/>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71" name="Google Shape;7571;p66"/>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72" name="Google Shape;7572;p66"/>
            <p:cNvSpPr/>
            <p:nvPr/>
          </p:nvSpPr>
          <p:spPr>
            <a:xfrm>
              <a:off x="2143589" y="1667251"/>
              <a:ext cx="68" cy="394"/>
            </a:xfrm>
            <a:custGeom>
              <a:avLst/>
              <a:gdLst/>
              <a:ahLst/>
              <a:cxnLst/>
              <a:rect l="l" t="t" r="r" b="b"/>
              <a:pathLst>
                <a:path w="5" h="29" extrusionOk="0">
                  <a:moveTo>
                    <a:pt x="4" y="0"/>
                  </a:moveTo>
                  <a:lnTo>
                    <a:pt x="1" y="2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73" name="Google Shape;7573;p66"/>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74" name="Google Shape;7574;p66"/>
            <p:cNvSpPr/>
            <p:nvPr/>
          </p:nvSpPr>
          <p:spPr>
            <a:xfrm>
              <a:off x="2184336" y="1702281"/>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75" name="Google Shape;7575;p66"/>
            <p:cNvSpPr/>
            <p:nvPr/>
          </p:nvSpPr>
          <p:spPr>
            <a:xfrm>
              <a:off x="2184376" y="1702661"/>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76" name="Google Shape;7576;p66"/>
            <p:cNvSpPr/>
            <p:nvPr/>
          </p:nvSpPr>
          <p:spPr>
            <a:xfrm>
              <a:off x="2184376" y="1702417"/>
              <a:ext cx="14" cy="14"/>
            </a:xfrm>
            <a:custGeom>
              <a:avLst/>
              <a:gdLst/>
              <a:ahLst/>
              <a:cxnLst/>
              <a:rect l="l" t="t" r="r" b="b"/>
              <a:pathLst>
                <a:path w="1" h="1" extrusionOk="0">
                  <a:moveTo>
                    <a:pt x="1"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77" name="Google Shape;7577;p66"/>
            <p:cNvSpPr/>
            <p:nvPr/>
          </p:nvSpPr>
          <p:spPr>
            <a:xfrm>
              <a:off x="2184336" y="1702132"/>
              <a:ext cx="14" cy="68"/>
            </a:xfrm>
            <a:custGeom>
              <a:avLst/>
              <a:gdLst/>
              <a:ahLst/>
              <a:cxnLst/>
              <a:rect l="l" t="t" r="r" b="b"/>
              <a:pathLst>
                <a:path w="1" h="5" extrusionOk="0">
                  <a:moveTo>
                    <a:pt x="0" y="1"/>
                  </a:moveTo>
                  <a:lnTo>
                    <a:pt x="0" y="4"/>
                  </a:ln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78" name="Google Shape;7578;p66"/>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79" name="Google Shape;7579;p66"/>
            <p:cNvSpPr/>
            <p:nvPr/>
          </p:nvSpPr>
          <p:spPr>
            <a:xfrm>
              <a:off x="2184241" y="1703558"/>
              <a:ext cx="14" cy="204"/>
            </a:xfrm>
            <a:custGeom>
              <a:avLst/>
              <a:gdLst/>
              <a:ahLst/>
              <a:cxnLst/>
              <a:rect l="l" t="t" r="r" b="b"/>
              <a:pathLst>
                <a:path w="1" h="15" extrusionOk="0">
                  <a:moveTo>
                    <a:pt x="0" y="1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80" name="Google Shape;7580;p66"/>
            <p:cNvSpPr/>
            <p:nvPr/>
          </p:nvSpPr>
          <p:spPr>
            <a:xfrm>
              <a:off x="2184145" y="1704033"/>
              <a:ext cx="54" cy="204"/>
            </a:xfrm>
            <a:custGeom>
              <a:avLst/>
              <a:gdLst/>
              <a:ahLst/>
              <a:cxnLst/>
              <a:rect l="l" t="t" r="r" b="b"/>
              <a:pathLst>
                <a:path w="4" h="15" extrusionOk="0">
                  <a:moveTo>
                    <a:pt x="0" y="15"/>
                  </a:moveTo>
                  <a:lnTo>
                    <a:pt x="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81" name="Google Shape;7581;p66"/>
            <p:cNvSpPr/>
            <p:nvPr/>
          </p:nvSpPr>
          <p:spPr>
            <a:xfrm>
              <a:off x="2185422" y="1699525"/>
              <a:ext cx="109" cy="149"/>
            </a:xfrm>
            <a:custGeom>
              <a:avLst/>
              <a:gdLst/>
              <a:ahLst/>
              <a:cxnLst/>
              <a:rect l="l" t="t" r="r" b="b"/>
              <a:pathLst>
                <a:path w="8" h="11" extrusionOk="0">
                  <a:moveTo>
                    <a:pt x="1" y="11"/>
                  </a:moveTo>
                  <a:lnTo>
                    <a:pt x="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82" name="Google Shape;7582;p66"/>
            <p:cNvSpPr/>
            <p:nvPr/>
          </p:nvSpPr>
          <p:spPr>
            <a:xfrm>
              <a:off x="2184336" y="1702987"/>
              <a:ext cx="14" cy="14"/>
            </a:xfrm>
            <a:custGeom>
              <a:avLst/>
              <a:gdLst/>
              <a:ahLst/>
              <a:cxnLst/>
              <a:rect l="l" t="t" r="r" b="b"/>
              <a:pathLst>
                <a:path w="1" h="1" extrusionOk="0">
                  <a:moveTo>
                    <a:pt x="0" y="1"/>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83" name="Google Shape;7583;p66"/>
            <p:cNvSpPr/>
            <p:nvPr/>
          </p:nvSpPr>
          <p:spPr>
            <a:xfrm>
              <a:off x="2184336" y="1703232"/>
              <a:ext cx="14" cy="109"/>
            </a:xfrm>
            <a:custGeom>
              <a:avLst/>
              <a:gdLst/>
              <a:ahLst/>
              <a:cxnLst/>
              <a:rect l="l" t="t" r="r" b="b"/>
              <a:pathLst>
                <a:path w="1" h="8" extrusionOk="0">
                  <a:moveTo>
                    <a:pt x="0" y="7"/>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84" name="Google Shape;7584;p66"/>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85" name="Google Shape;7585;p66"/>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86" name="Google Shape;7586;p66"/>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87" name="Google Shape;7587;p66"/>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88" name="Google Shape;7588;p66"/>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89" name="Google Shape;7589;p66"/>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90" name="Google Shape;7590;p66"/>
            <p:cNvSpPr/>
            <p:nvPr/>
          </p:nvSpPr>
          <p:spPr>
            <a:xfrm>
              <a:off x="2190649" y="1692628"/>
              <a:ext cx="14" cy="14"/>
            </a:xfrm>
            <a:custGeom>
              <a:avLst/>
              <a:gdLst/>
              <a:ahLst/>
              <a:cxnLst/>
              <a:rect l="l" t="t" r="r" b="b"/>
              <a:pathLst>
                <a:path w="1" h="1" extrusionOk="0">
                  <a:moveTo>
                    <a:pt x="1"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91" name="Google Shape;7591;p66"/>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92" name="Google Shape;7592;p66"/>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93" name="Google Shape;7593;p66"/>
            <p:cNvSpPr/>
            <p:nvPr/>
          </p:nvSpPr>
          <p:spPr>
            <a:xfrm>
              <a:off x="2186331" y="1673334"/>
              <a:ext cx="14" cy="109"/>
            </a:xfrm>
            <a:custGeom>
              <a:avLst/>
              <a:gdLst/>
              <a:ahLst/>
              <a:cxnLst/>
              <a:rect l="l" t="t" r="r" b="b"/>
              <a:pathLst>
                <a:path w="1" h="8" extrusionOk="0">
                  <a:moveTo>
                    <a:pt x="0" y="0"/>
                  </a:moveTo>
                  <a:lnTo>
                    <a:pt x="0"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94" name="Google Shape;7594;p66"/>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95" name="Google Shape;7595;p66"/>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96" name="Google Shape;7596;p66"/>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97" name="Google Shape;7597;p66"/>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98" name="Google Shape;7598;p66"/>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599" name="Google Shape;7599;p66"/>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00" name="Google Shape;7600;p66"/>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01" name="Google Shape;7601;p66"/>
            <p:cNvSpPr/>
            <p:nvPr/>
          </p:nvSpPr>
          <p:spPr>
            <a:xfrm>
              <a:off x="2190989" y="1685119"/>
              <a:ext cx="14" cy="14"/>
            </a:xfrm>
            <a:custGeom>
              <a:avLst/>
              <a:gdLst/>
              <a:ahLst/>
              <a:cxnLst/>
              <a:rect l="l" t="t" r="r" b="b"/>
              <a:pathLst>
                <a:path w="1" h="1"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02" name="Google Shape;7602;p66"/>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03" name="Google Shape;7603;p66"/>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04" name="Google Shape;7604;p66"/>
            <p:cNvSpPr/>
            <p:nvPr/>
          </p:nvSpPr>
          <p:spPr>
            <a:xfrm>
              <a:off x="2192740" y="1702512"/>
              <a:ext cx="163" cy="68"/>
            </a:xfrm>
            <a:custGeom>
              <a:avLst/>
              <a:gdLst/>
              <a:ahLst/>
              <a:cxnLst/>
              <a:rect l="l" t="t" r="r" b="b"/>
              <a:pathLst>
                <a:path w="12" h="5" extrusionOk="0">
                  <a:moveTo>
                    <a:pt x="11"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05" name="Google Shape;7605;p66"/>
            <p:cNvSpPr/>
            <p:nvPr/>
          </p:nvSpPr>
          <p:spPr>
            <a:xfrm>
              <a:off x="2194546" y="1703272"/>
              <a:ext cx="679" cy="353"/>
            </a:xfrm>
            <a:custGeom>
              <a:avLst/>
              <a:gdLst/>
              <a:ahLst/>
              <a:cxnLst/>
              <a:rect l="l" t="t" r="r" b="b"/>
              <a:pathLst>
                <a:path w="50" h="26" extrusionOk="0">
                  <a:moveTo>
                    <a:pt x="50" y="25"/>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06" name="Google Shape;7606;p66"/>
            <p:cNvSpPr/>
            <p:nvPr/>
          </p:nvSpPr>
          <p:spPr>
            <a:xfrm>
              <a:off x="2193270" y="1702661"/>
              <a:ext cx="299" cy="149"/>
            </a:xfrm>
            <a:custGeom>
              <a:avLst/>
              <a:gdLst/>
              <a:ahLst/>
              <a:cxnLst/>
              <a:rect l="l" t="t" r="r" b="b"/>
              <a:pathLst>
                <a:path w="22" h="11" extrusionOk="0">
                  <a:moveTo>
                    <a:pt x="21" y="11"/>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07" name="Google Shape;7607;p66"/>
            <p:cNvSpPr/>
            <p:nvPr/>
          </p:nvSpPr>
          <p:spPr>
            <a:xfrm>
              <a:off x="2195646" y="1703843"/>
              <a:ext cx="299" cy="204"/>
            </a:xfrm>
            <a:custGeom>
              <a:avLst/>
              <a:gdLst/>
              <a:ahLst/>
              <a:cxnLst/>
              <a:rect l="l" t="t" r="r" b="b"/>
              <a:pathLst>
                <a:path w="22" h="15" extrusionOk="0">
                  <a:moveTo>
                    <a:pt x="21" y="15"/>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08" name="Google Shape;7608;p66"/>
            <p:cNvSpPr/>
            <p:nvPr/>
          </p:nvSpPr>
          <p:spPr>
            <a:xfrm>
              <a:off x="2196067" y="1672098"/>
              <a:ext cx="204" cy="54"/>
            </a:xfrm>
            <a:custGeom>
              <a:avLst/>
              <a:gdLst/>
              <a:ahLst/>
              <a:cxnLst/>
              <a:rect l="l" t="t" r="r" b="b"/>
              <a:pathLst>
                <a:path w="15" h="4" extrusionOk="0">
                  <a:moveTo>
                    <a:pt x="15" y="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09" name="Google Shape;7609;p66"/>
            <p:cNvSpPr/>
            <p:nvPr/>
          </p:nvSpPr>
          <p:spPr>
            <a:xfrm>
              <a:off x="2197017" y="1672289"/>
              <a:ext cx="163" cy="14"/>
            </a:xfrm>
            <a:custGeom>
              <a:avLst/>
              <a:gdLst/>
              <a:ahLst/>
              <a:cxnLst/>
              <a:rect l="l" t="t" r="r" b="b"/>
              <a:pathLst>
                <a:path w="12" h="1" extrusionOk="0">
                  <a:moveTo>
                    <a:pt x="11" y="0"/>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10" name="Google Shape;7610;p66"/>
            <p:cNvSpPr/>
            <p:nvPr/>
          </p:nvSpPr>
          <p:spPr>
            <a:xfrm>
              <a:off x="2196596" y="1672194"/>
              <a:ext cx="244" cy="54"/>
            </a:xfrm>
            <a:custGeom>
              <a:avLst/>
              <a:gdLst/>
              <a:ahLst/>
              <a:cxnLst/>
              <a:rect l="l" t="t" r="r" b="b"/>
              <a:pathLst>
                <a:path w="18" h="4" extrusionOk="0">
                  <a:moveTo>
                    <a:pt x="18" y="4"/>
                  </a:moveTo>
                  <a:lnTo>
                    <a:pt x="0"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11" name="Google Shape;7611;p66"/>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12" name="Google Shape;7612;p66"/>
            <p:cNvSpPr/>
            <p:nvPr/>
          </p:nvSpPr>
          <p:spPr>
            <a:xfrm>
              <a:off x="2196311" y="1672139"/>
              <a:ext cx="204" cy="68"/>
            </a:xfrm>
            <a:custGeom>
              <a:avLst/>
              <a:gdLst/>
              <a:ahLst/>
              <a:cxnLst/>
              <a:rect l="l" t="t" r="r" b="b"/>
              <a:pathLst>
                <a:path w="15" h="5" extrusionOk="0">
                  <a:moveTo>
                    <a:pt x="14" y="4"/>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13" name="Google Shape;7613;p66"/>
            <p:cNvSpPr/>
            <p:nvPr/>
          </p:nvSpPr>
          <p:spPr>
            <a:xfrm>
              <a:off x="2197397" y="1672614"/>
              <a:ext cx="68" cy="109"/>
            </a:xfrm>
            <a:custGeom>
              <a:avLst/>
              <a:gdLst/>
              <a:ahLst/>
              <a:cxnLst/>
              <a:rect l="l" t="t" r="r" b="b"/>
              <a:pathLst>
                <a:path w="5" h="8" extrusionOk="0">
                  <a:moveTo>
                    <a:pt x="4" y="8"/>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14" name="Google Shape;7614;p66"/>
            <p:cNvSpPr/>
            <p:nvPr/>
          </p:nvSpPr>
          <p:spPr>
            <a:xfrm>
              <a:off x="2197546" y="1672900"/>
              <a:ext cx="54" cy="109"/>
            </a:xfrm>
            <a:custGeom>
              <a:avLst/>
              <a:gdLst/>
              <a:ahLst/>
              <a:cxnLst/>
              <a:rect l="l" t="t" r="r" b="b"/>
              <a:pathLst>
                <a:path w="4" h="8" extrusionOk="0">
                  <a:moveTo>
                    <a:pt x="4"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15" name="Google Shape;7615;p66"/>
            <p:cNvSpPr/>
            <p:nvPr/>
          </p:nvSpPr>
          <p:spPr>
            <a:xfrm>
              <a:off x="2197302" y="1672329"/>
              <a:ext cx="14" cy="68"/>
            </a:xfrm>
            <a:custGeom>
              <a:avLst/>
              <a:gdLst/>
              <a:ahLst/>
              <a:cxnLst/>
              <a:rect l="l" t="t" r="r" b="b"/>
              <a:pathLst>
                <a:path w="1" h="5" extrusionOk="0">
                  <a:moveTo>
                    <a:pt x="1"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16" name="Google Shape;7616;p66"/>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17" name="Google Shape;7617;p66"/>
            <p:cNvSpPr/>
            <p:nvPr/>
          </p:nvSpPr>
          <p:spPr>
            <a:xfrm>
              <a:off x="2198253" y="1673904"/>
              <a:ext cx="109" cy="109"/>
            </a:xfrm>
            <a:custGeom>
              <a:avLst/>
              <a:gdLst/>
              <a:ahLst/>
              <a:cxnLst/>
              <a:rect l="l" t="t" r="r" b="b"/>
              <a:pathLst>
                <a:path w="8" h="8" extrusionOk="0">
                  <a:moveTo>
                    <a:pt x="8" y="7"/>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18" name="Google Shape;7618;p66"/>
            <p:cNvSpPr/>
            <p:nvPr/>
          </p:nvSpPr>
          <p:spPr>
            <a:xfrm>
              <a:off x="2198022" y="1673565"/>
              <a:ext cx="54" cy="109"/>
            </a:xfrm>
            <a:custGeom>
              <a:avLst/>
              <a:gdLst/>
              <a:ahLst/>
              <a:cxnLst/>
              <a:rect l="l" t="t" r="r" b="b"/>
              <a:pathLst>
                <a:path w="4" h="8" extrusionOk="0">
                  <a:moveTo>
                    <a:pt x="4" y="8"/>
                  </a:moveTo>
                  <a:lnTo>
                    <a:pt x="0"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19" name="Google Shape;7619;p66"/>
            <p:cNvSpPr/>
            <p:nvPr/>
          </p:nvSpPr>
          <p:spPr>
            <a:xfrm>
              <a:off x="2197777" y="1673280"/>
              <a:ext cx="14" cy="68"/>
            </a:xfrm>
            <a:custGeom>
              <a:avLst/>
              <a:gdLst/>
              <a:ahLst/>
              <a:cxnLst/>
              <a:rect l="l" t="t" r="r" b="b"/>
              <a:pathLst>
                <a:path w="1" h="5" extrusionOk="0">
                  <a:moveTo>
                    <a:pt x="1" y="4"/>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20" name="Google Shape;7620;p66"/>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21" name="Google Shape;7621;p66"/>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22" name="Google Shape;7622;p66"/>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23" name="Google Shape;7623;p66"/>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24" name="Google Shape;7624;p66"/>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25" name="Google Shape;7625;p66"/>
            <p:cNvSpPr/>
            <p:nvPr/>
          </p:nvSpPr>
          <p:spPr>
            <a:xfrm>
              <a:off x="2200208" y="1705703"/>
              <a:ext cx="2444" cy="489"/>
            </a:xfrm>
            <a:custGeom>
              <a:avLst/>
              <a:gdLst/>
              <a:ahLst/>
              <a:cxnLst/>
              <a:rect l="l" t="t" r="r" b="b"/>
              <a:pathLst>
                <a:path w="180" h="36" extrusionOk="0">
                  <a:moveTo>
                    <a:pt x="179" y="0"/>
                  </a:moveTo>
                  <a:lnTo>
                    <a:pt x="0" y="3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26" name="Google Shape;7626;p66"/>
            <p:cNvSpPr/>
            <p:nvPr/>
          </p:nvSpPr>
          <p:spPr>
            <a:xfrm>
              <a:off x="2207906" y="1704657"/>
              <a:ext cx="584" cy="109"/>
            </a:xfrm>
            <a:custGeom>
              <a:avLst/>
              <a:gdLst/>
              <a:ahLst/>
              <a:cxnLst/>
              <a:rect l="l" t="t" r="r" b="b"/>
              <a:pathLst>
                <a:path w="43" h="8" extrusionOk="0">
                  <a:moveTo>
                    <a:pt x="43"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27" name="Google Shape;7627;p66"/>
            <p:cNvSpPr/>
            <p:nvPr/>
          </p:nvSpPr>
          <p:spPr>
            <a:xfrm>
              <a:off x="2208857" y="1704467"/>
              <a:ext cx="543" cy="109"/>
            </a:xfrm>
            <a:custGeom>
              <a:avLst/>
              <a:gdLst/>
              <a:ahLst/>
              <a:cxnLst/>
              <a:rect l="l" t="t" r="r" b="b"/>
              <a:pathLst>
                <a:path w="40" h="8" extrusionOk="0">
                  <a:moveTo>
                    <a:pt x="39"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28" name="Google Shape;7628;p66"/>
            <p:cNvSpPr/>
            <p:nvPr/>
          </p:nvSpPr>
          <p:spPr>
            <a:xfrm>
              <a:off x="2206100" y="1704942"/>
              <a:ext cx="584" cy="109"/>
            </a:xfrm>
            <a:custGeom>
              <a:avLst/>
              <a:gdLst/>
              <a:ahLst/>
              <a:cxnLst/>
              <a:rect l="l" t="t" r="r" b="b"/>
              <a:pathLst>
                <a:path w="43" h="8" extrusionOk="0">
                  <a:moveTo>
                    <a:pt x="43"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29" name="Google Shape;7629;p66"/>
            <p:cNvSpPr/>
            <p:nvPr/>
          </p:nvSpPr>
          <p:spPr>
            <a:xfrm>
              <a:off x="2209766" y="1704318"/>
              <a:ext cx="489" cy="109"/>
            </a:xfrm>
            <a:custGeom>
              <a:avLst/>
              <a:gdLst/>
              <a:ahLst/>
              <a:cxnLst/>
              <a:rect l="l" t="t" r="r" b="b"/>
              <a:pathLst>
                <a:path w="36" h="8" extrusionOk="0">
                  <a:moveTo>
                    <a:pt x="35"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30" name="Google Shape;7630;p66"/>
            <p:cNvSpPr/>
            <p:nvPr/>
          </p:nvSpPr>
          <p:spPr>
            <a:xfrm>
              <a:off x="2203493" y="1705418"/>
              <a:ext cx="625" cy="149"/>
            </a:xfrm>
            <a:custGeom>
              <a:avLst/>
              <a:gdLst/>
              <a:ahLst/>
              <a:cxnLst/>
              <a:rect l="l" t="t" r="r" b="b"/>
              <a:pathLst>
                <a:path w="46" h="11" extrusionOk="0">
                  <a:moveTo>
                    <a:pt x="46" y="0"/>
                  </a:moveTo>
                  <a:lnTo>
                    <a:pt x="0"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31" name="Google Shape;7631;p66"/>
            <p:cNvSpPr/>
            <p:nvPr/>
          </p:nvSpPr>
          <p:spPr>
            <a:xfrm>
              <a:off x="2210662" y="1704182"/>
              <a:ext cx="489" cy="109"/>
            </a:xfrm>
            <a:custGeom>
              <a:avLst/>
              <a:gdLst/>
              <a:ahLst/>
              <a:cxnLst/>
              <a:rect l="l" t="t" r="r" b="b"/>
              <a:pathLst>
                <a:path w="36" h="8" extrusionOk="0">
                  <a:moveTo>
                    <a:pt x="36" y="0"/>
                  </a:moveTo>
                  <a:lnTo>
                    <a:pt x="1" y="7"/>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32" name="Google Shape;7632;p66"/>
            <p:cNvSpPr/>
            <p:nvPr/>
          </p:nvSpPr>
          <p:spPr>
            <a:xfrm>
              <a:off x="2205150" y="1705078"/>
              <a:ext cx="679" cy="163"/>
            </a:xfrm>
            <a:custGeom>
              <a:avLst/>
              <a:gdLst/>
              <a:ahLst/>
              <a:cxnLst/>
              <a:rect l="l" t="t" r="r" b="b"/>
              <a:pathLst>
                <a:path w="50" h="12" extrusionOk="0">
                  <a:moveTo>
                    <a:pt x="50"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33" name="Google Shape;7633;p66"/>
            <p:cNvSpPr/>
            <p:nvPr/>
          </p:nvSpPr>
          <p:spPr>
            <a:xfrm>
              <a:off x="2202679" y="1705553"/>
              <a:ext cx="679" cy="163"/>
            </a:xfrm>
            <a:custGeom>
              <a:avLst/>
              <a:gdLst/>
              <a:ahLst/>
              <a:cxnLst/>
              <a:rect l="l" t="t" r="r" b="b"/>
              <a:pathLst>
                <a:path w="50" h="12" extrusionOk="0">
                  <a:moveTo>
                    <a:pt x="50" y="1"/>
                  </a:moveTo>
                  <a:lnTo>
                    <a:pt x="1" y="1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34" name="Google Shape;7634;p66"/>
            <p:cNvSpPr/>
            <p:nvPr/>
          </p:nvSpPr>
          <p:spPr>
            <a:xfrm>
              <a:off x="2204295" y="1705268"/>
              <a:ext cx="679" cy="109"/>
            </a:xfrm>
            <a:custGeom>
              <a:avLst/>
              <a:gdLst/>
              <a:ahLst/>
              <a:cxnLst/>
              <a:rect l="l" t="t" r="r" b="b"/>
              <a:pathLst>
                <a:path w="50" h="8" extrusionOk="0">
                  <a:moveTo>
                    <a:pt x="50" y="1"/>
                  </a:moveTo>
                  <a:lnTo>
                    <a:pt x="1"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35" name="Google Shape;7635;p66"/>
            <p:cNvSpPr/>
            <p:nvPr/>
          </p:nvSpPr>
          <p:spPr>
            <a:xfrm>
              <a:off x="2207010" y="1704793"/>
              <a:ext cx="584" cy="109"/>
            </a:xfrm>
            <a:custGeom>
              <a:avLst/>
              <a:gdLst/>
              <a:ahLst/>
              <a:cxnLst/>
              <a:rect l="l" t="t" r="r" b="b"/>
              <a:pathLst>
                <a:path w="43" h="8" extrusionOk="0">
                  <a:moveTo>
                    <a:pt x="42" y="1"/>
                  </a:moveTo>
                  <a:lnTo>
                    <a:pt x="0" y="8"/>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36" name="Google Shape;7636;p66"/>
            <p:cNvSpPr/>
            <p:nvPr/>
          </p:nvSpPr>
          <p:spPr>
            <a:xfrm>
              <a:off x="2189604" y="1699050"/>
              <a:ext cx="299" cy="339"/>
            </a:xfrm>
            <a:custGeom>
              <a:avLst/>
              <a:gdLst/>
              <a:ahLst/>
              <a:cxnLst/>
              <a:rect l="l" t="t" r="r" b="b"/>
              <a:pathLst>
                <a:path w="22" h="25" extrusionOk="0">
                  <a:moveTo>
                    <a:pt x="22" y="25"/>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37" name="Google Shape;7637;p66"/>
            <p:cNvSpPr/>
            <p:nvPr/>
          </p:nvSpPr>
          <p:spPr>
            <a:xfrm>
              <a:off x="2190364" y="1699946"/>
              <a:ext cx="353" cy="394"/>
            </a:xfrm>
            <a:custGeom>
              <a:avLst/>
              <a:gdLst/>
              <a:ahLst/>
              <a:cxnLst/>
              <a:rect l="l" t="t" r="r" b="b"/>
              <a:pathLst>
                <a:path w="26" h="29" extrusionOk="0">
                  <a:moveTo>
                    <a:pt x="25" y="29"/>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38" name="Google Shape;7638;p66"/>
            <p:cNvSpPr/>
            <p:nvPr/>
          </p:nvSpPr>
          <p:spPr>
            <a:xfrm>
              <a:off x="2191314" y="1701046"/>
              <a:ext cx="299" cy="394"/>
            </a:xfrm>
            <a:custGeom>
              <a:avLst/>
              <a:gdLst/>
              <a:ahLst/>
              <a:cxnLst/>
              <a:rect l="l" t="t" r="r" b="b"/>
              <a:pathLst>
                <a:path w="22" h="29" extrusionOk="0">
                  <a:moveTo>
                    <a:pt x="22" y="28"/>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39" name="Google Shape;7639;p66"/>
            <p:cNvSpPr/>
            <p:nvPr/>
          </p:nvSpPr>
          <p:spPr>
            <a:xfrm>
              <a:off x="2188178" y="1697475"/>
              <a:ext cx="258" cy="299"/>
            </a:xfrm>
            <a:custGeom>
              <a:avLst/>
              <a:gdLst/>
              <a:ahLst/>
              <a:cxnLst/>
              <a:rect l="l" t="t" r="r" b="b"/>
              <a:pathLst>
                <a:path w="19" h="22" extrusionOk="0">
                  <a:moveTo>
                    <a:pt x="18" y="22"/>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40" name="Google Shape;7640;p66"/>
            <p:cNvSpPr/>
            <p:nvPr/>
          </p:nvSpPr>
          <p:spPr>
            <a:xfrm>
              <a:off x="2188843" y="1698235"/>
              <a:ext cx="299" cy="353"/>
            </a:xfrm>
            <a:custGeom>
              <a:avLst/>
              <a:gdLst/>
              <a:ahLst/>
              <a:cxnLst/>
              <a:rect l="l" t="t" r="r" b="b"/>
              <a:pathLst>
                <a:path w="22" h="26" extrusionOk="0">
                  <a:moveTo>
                    <a:pt x="22" y="25"/>
                  </a:moveTo>
                  <a:lnTo>
                    <a:pt x="1"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41" name="Google Shape;7641;p66"/>
            <p:cNvSpPr/>
            <p:nvPr/>
          </p:nvSpPr>
          <p:spPr>
            <a:xfrm>
              <a:off x="2191980" y="1701901"/>
              <a:ext cx="299" cy="394"/>
            </a:xfrm>
            <a:custGeom>
              <a:avLst/>
              <a:gdLst/>
              <a:ahLst/>
              <a:cxnLst/>
              <a:rect l="l" t="t" r="r" b="b"/>
              <a:pathLst>
                <a:path w="22" h="29" extrusionOk="0">
                  <a:moveTo>
                    <a:pt x="22" y="28"/>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42" name="Google Shape;7642;p66"/>
            <p:cNvSpPr/>
            <p:nvPr/>
          </p:nvSpPr>
          <p:spPr>
            <a:xfrm>
              <a:off x="2187513" y="1696769"/>
              <a:ext cx="204" cy="204"/>
            </a:xfrm>
            <a:custGeom>
              <a:avLst/>
              <a:gdLst/>
              <a:ahLst/>
              <a:cxnLst/>
              <a:rect l="l" t="t" r="r" b="b"/>
              <a:pathLst>
                <a:path w="15" h="15" extrusionOk="0">
                  <a:moveTo>
                    <a:pt x="15" y="14"/>
                  </a:moveTo>
                  <a:lnTo>
                    <a:pt x="1" y="0"/>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643" name="Google Shape;7643;p66"/>
          <p:cNvGrpSpPr/>
          <p:nvPr/>
        </p:nvGrpSpPr>
        <p:grpSpPr>
          <a:xfrm>
            <a:off x="4797047" y="4087843"/>
            <a:ext cx="2988459" cy="1774208"/>
            <a:chOff x="3597785" y="3065882"/>
            <a:chExt cx="2241344" cy="1330656"/>
          </a:xfrm>
        </p:grpSpPr>
        <p:grpSp>
          <p:nvGrpSpPr>
            <p:cNvPr id="7644" name="Google Shape;7644;p66"/>
            <p:cNvGrpSpPr/>
            <p:nvPr/>
          </p:nvGrpSpPr>
          <p:grpSpPr>
            <a:xfrm>
              <a:off x="5296908" y="3937355"/>
              <a:ext cx="143198" cy="32380"/>
              <a:chOff x="5296908" y="3937355"/>
              <a:chExt cx="143198" cy="32380"/>
            </a:xfrm>
          </p:grpSpPr>
          <p:sp>
            <p:nvSpPr>
              <p:cNvPr id="7645" name="Google Shape;7645;p66"/>
              <p:cNvSpPr/>
              <p:nvPr/>
            </p:nvSpPr>
            <p:spPr>
              <a:xfrm>
                <a:off x="5319457" y="3952794"/>
                <a:ext cx="111895" cy="8"/>
              </a:xfrm>
              <a:custGeom>
                <a:avLst/>
                <a:gdLst/>
                <a:ahLst/>
                <a:cxnLst/>
                <a:rect l="l" t="t" r="r" b="b"/>
                <a:pathLst>
                  <a:path w="14227" h="1" fill="none" extrusionOk="0">
                    <a:moveTo>
                      <a:pt x="1" y="0"/>
                    </a:moveTo>
                    <a:lnTo>
                      <a:pt x="14227"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7646" name="Google Shape;7646;p66"/>
              <p:cNvGrpSpPr/>
              <p:nvPr/>
            </p:nvGrpSpPr>
            <p:grpSpPr>
              <a:xfrm>
                <a:off x="5402331" y="3937355"/>
                <a:ext cx="37776" cy="32380"/>
                <a:chOff x="5402331" y="3937355"/>
                <a:chExt cx="37776" cy="32380"/>
              </a:xfrm>
            </p:grpSpPr>
            <p:sp>
              <p:nvSpPr>
                <p:cNvPr id="7647" name="Google Shape;7647;p66"/>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48" name="Google Shape;7648;p66"/>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649" name="Google Shape;7649;p66"/>
              <p:cNvGrpSpPr/>
              <p:nvPr/>
            </p:nvGrpSpPr>
            <p:grpSpPr>
              <a:xfrm>
                <a:off x="5296908" y="3937355"/>
                <a:ext cx="37783" cy="32380"/>
                <a:chOff x="5296908" y="3937355"/>
                <a:chExt cx="37783" cy="32380"/>
              </a:xfrm>
            </p:grpSpPr>
            <p:sp>
              <p:nvSpPr>
                <p:cNvPr id="7650" name="Google Shape;7650;p66"/>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51" name="Google Shape;7651;p66"/>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7652" name="Google Shape;7652;p66"/>
            <p:cNvGrpSpPr/>
            <p:nvPr/>
          </p:nvGrpSpPr>
          <p:grpSpPr>
            <a:xfrm>
              <a:off x="4724163" y="3119631"/>
              <a:ext cx="120838" cy="84218"/>
              <a:chOff x="4724163" y="3119631"/>
              <a:chExt cx="120838" cy="84218"/>
            </a:xfrm>
          </p:grpSpPr>
          <p:grpSp>
            <p:nvGrpSpPr>
              <p:cNvPr id="7653" name="Google Shape;7653;p66"/>
              <p:cNvGrpSpPr/>
              <p:nvPr/>
            </p:nvGrpSpPr>
            <p:grpSpPr>
              <a:xfrm>
                <a:off x="4746712" y="3132773"/>
                <a:ext cx="86869" cy="56424"/>
                <a:chOff x="4746712" y="3132773"/>
                <a:chExt cx="86869" cy="56424"/>
              </a:xfrm>
            </p:grpSpPr>
            <p:sp>
              <p:nvSpPr>
                <p:cNvPr id="7654" name="Google Shape;7654;p66"/>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55" name="Google Shape;7655;p66"/>
                <p:cNvSpPr/>
                <p:nvPr/>
              </p:nvSpPr>
              <p:spPr>
                <a:xfrm>
                  <a:off x="4746712" y="3145334"/>
                  <a:ext cx="49479" cy="13520"/>
                </a:xfrm>
                <a:custGeom>
                  <a:avLst/>
                  <a:gdLst/>
                  <a:ahLst/>
                  <a:cxnLst/>
                  <a:rect l="l" t="t" r="r" b="b"/>
                  <a:pathLst>
                    <a:path w="6291" h="1719" fill="none" extrusionOk="0">
                      <a:moveTo>
                        <a:pt x="0" y="0"/>
                      </a:moveTo>
                      <a:lnTo>
                        <a:pt x="6290" y="1718"/>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656" name="Google Shape;7656;p66"/>
              <p:cNvGrpSpPr/>
              <p:nvPr/>
            </p:nvGrpSpPr>
            <p:grpSpPr>
              <a:xfrm>
                <a:off x="4773634" y="3143336"/>
                <a:ext cx="37776" cy="32451"/>
                <a:chOff x="4773634" y="3143336"/>
                <a:chExt cx="37776" cy="32451"/>
              </a:xfrm>
            </p:grpSpPr>
            <p:sp>
              <p:nvSpPr>
                <p:cNvPr id="7657" name="Google Shape;7657;p66"/>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58" name="Google Shape;7658;p66"/>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659" name="Google Shape;7659;p66"/>
              <p:cNvGrpSpPr/>
              <p:nvPr/>
            </p:nvGrpSpPr>
            <p:grpSpPr>
              <a:xfrm>
                <a:off x="4724163" y="3131248"/>
                <a:ext cx="37776" cy="32459"/>
                <a:chOff x="4724163" y="3131248"/>
                <a:chExt cx="37776" cy="32459"/>
              </a:xfrm>
            </p:grpSpPr>
            <p:sp>
              <p:nvSpPr>
                <p:cNvPr id="7660" name="Google Shape;7660;p66"/>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61" name="Google Shape;7661;p66"/>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662" name="Google Shape;7662;p66"/>
              <p:cNvGrpSpPr/>
              <p:nvPr/>
            </p:nvGrpSpPr>
            <p:grpSpPr>
              <a:xfrm>
                <a:off x="4755081" y="3176054"/>
                <a:ext cx="32357" cy="27795"/>
                <a:chOff x="4755081" y="3176054"/>
                <a:chExt cx="32357" cy="27795"/>
              </a:xfrm>
            </p:grpSpPr>
            <p:sp>
              <p:nvSpPr>
                <p:cNvPr id="7663" name="Google Shape;7663;p66"/>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64" name="Google Shape;7664;p66"/>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665" name="Google Shape;7665;p66"/>
              <p:cNvGrpSpPr/>
              <p:nvPr/>
            </p:nvGrpSpPr>
            <p:grpSpPr>
              <a:xfrm>
                <a:off x="4812550" y="3119631"/>
                <a:ext cx="32451" cy="27803"/>
                <a:chOff x="4812550" y="3119631"/>
                <a:chExt cx="32451" cy="27803"/>
              </a:xfrm>
            </p:grpSpPr>
            <p:sp>
              <p:nvSpPr>
                <p:cNvPr id="7666" name="Google Shape;7666;p66"/>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67" name="Google Shape;7667;p66"/>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7668" name="Google Shape;7668;p66"/>
            <p:cNvGrpSpPr/>
            <p:nvPr/>
          </p:nvGrpSpPr>
          <p:grpSpPr>
            <a:xfrm>
              <a:off x="5382826" y="4027197"/>
              <a:ext cx="268967" cy="250422"/>
              <a:chOff x="5382826" y="4027197"/>
              <a:chExt cx="268967" cy="250422"/>
            </a:xfrm>
          </p:grpSpPr>
          <p:grpSp>
            <p:nvGrpSpPr>
              <p:cNvPr id="7669" name="Google Shape;7669;p66"/>
              <p:cNvGrpSpPr/>
              <p:nvPr/>
            </p:nvGrpSpPr>
            <p:grpSpPr>
              <a:xfrm>
                <a:off x="5405280" y="4042510"/>
                <a:ext cx="237570" cy="218647"/>
                <a:chOff x="5405280" y="4042510"/>
                <a:chExt cx="237570" cy="218647"/>
              </a:xfrm>
            </p:grpSpPr>
            <p:sp>
              <p:nvSpPr>
                <p:cNvPr id="7670" name="Google Shape;7670;p66"/>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71" name="Google Shape;7671;p66"/>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72" name="Google Shape;7672;p66"/>
                <p:cNvSpPr/>
                <p:nvPr/>
              </p:nvSpPr>
              <p:spPr>
                <a:xfrm>
                  <a:off x="5543704" y="4042990"/>
                  <a:ext cx="99146" cy="81639"/>
                </a:xfrm>
                <a:custGeom>
                  <a:avLst/>
                  <a:gdLst/>
                  <a:ahLst/>
                  <a:cxnLst/>
                  <a:rect l="l" t="t" r="r" b="b"/>
                  <a:pathLst>
                    <a:path w="12606" h="10380" fill="none" extrusionOk="0">
                      <a:moveTo>
                        <a:pt x="1" y="0"/>
                      </a:moveTo>
                      <a:lnTo>
                        <a:pt x="12606" y="10379"/>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73" name="Google Shape;7673;p66"/>
                <p:cNvSpPr/>
                <p:nvPr/>
              </p:nvSpPr>
              <p:spPr>
                <a:xfrm>
                  <a:off x="5501941" y="4140980"/>
                  <a:ext cx="103708" cy="51862"/>
                </a:xfrm>
                <a:custGeom>
                  <a:avLst/>
                  <a:gdLst/>
                  <a:ahLst/>
                  <a:cxnLst/>
                  <a:rect l="l" t="t" r="r" b="b"/>
                  <a:pathLst>
                    <a:path w="13186" h="6594" fill="none" extrusionOk="0">
                      <a:moveTo>
                        <a:pt x="13186" y="6594"/>
                      </a:moveTo>
                      <a:lnTo>
                        <a:pt x="0"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74" name="Google Shape;7674;p66"/>
                <p:cNvSpPr/>
                <p:nvPr/>
              </p:nvSpPr>
              <p:spPr>
                <a:xfrm>
                  <a:off x="5495854" y="4211010"/>
                  <a:ext cx="105989" cy="50147"/>
                </a:xfrm>
                <a:custGeom>
                  <a:avLst/>
                  <a:gdLst/>
                  <a:ahLst/>
                  <a:cxnLst/>
                  <a:rect l="l" t="t" r="r" b="b"/>
                  <a:pathLst>
                    <a:path w="13476" h="6376" fill="none" extrusionOk="0">
                      <a:moveTo>
                        <a:pt x="0" y="0"/>
                      </a:moveTo>
                      <a:lnTo>
                        <a:pt x="13476" y="6375"/>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75" name="Google Shape;7675;p66"/>
                <p:cNvSpPr/>
                <p:nvPr/>
              </p:nvSpPr>
              <p:spPr>
                <a:xfrm>
                  <a:off x="5405280" y="4134420"/>
                  <a:ext cx="96669" cy="6567"/>
                </a:xfrm>
                <a:custGeom>
                  <a:avLst/>
                  <a:gdLst/>
                  <a:ahLst/>
                  <a:cxnLst/>
                  <a:rect l="l" t="t" r="r" b="b"/>
                  <a:pathLst>
                    <a:path w="12291" h="835" fill="none" extrusionOk="0">
                      <a:moveTo>
                        <a:pt x="12290" y="835"/>
                      </a:moveTo>
                      <a:lnTo>
                        <a:pt x="0"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676" name="Google Shape;7676;p66"/>
              <p:cNvGrpSpPr/>
              <p:nvPr/>
            </p:nvGrpSpPr>
            <p:grpSpPr>
              <a:xfrm>
                <a:off x="5382826" y="4125549"/>
                <a:ext cx="37776" cy="32380"/>
                <a:chOff x="5382826" y="4125549"/>
                <a:chExt cx="37776" cy="32380"/>
              </a:xfrm>
            </p:grpSpPr>
            <p:sp>
              <p:nvSpPr>
                <p:cNvPr id="7677" name="Google Shape;7677;p66"/>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78" name="Google Shape;7678;p66"/>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679" name="Google Shape;7679;p66"/>
              <p:cNvGrpSpPr/>
              <p:nvPr/>
            </p:nvGrpSpPr>
            <p:grpSpPr>
              <a:xfrm>
                <a:off x="5475680" y="4195587"/>
                <a:ext cx="37783" cy="32364"/>
                <a:chOff x="5475680" y="4195587"/>
                <a:chExt cx="37783" cy="32364"/>
              </a:xfrm>
            </p:grpSpPr>
            <p:sp>
              <p:nvSpPr>
                <p:cNvPr id="7680" name="Google Shape;7680;p66"/>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81" name="Google Shape;7681;p66"/>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682" name="Google Shape;7682;p66"/>
              <p:cNvGrpSpPr/>
              <p:nvPr/>
            </p:nvGrpSpPr>
            <p:grpSpPr>
              <a:xfrm>
                <a:off x="5532575" y="4027197"/>
                <a:ext cx="33308" cy="32262"/>
                <a:chOff x="5532575" y="4027197"/>
                <a:chExt cx="33308" cy="32262"/>
              </a:xfrm>
            </p:grpSpPr>
            <p:sp>
              <p:nvSpPr>
                <p:cNvPr id="7683" name="Google Shape;7683;p66"/>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84" name="Google Shape;7684;p66"/>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685" name="Google Shape;7685;p66"/>
              <p:cNvGrpSpPr/>
              <p:nvPr/>
            </p:nvGrpSpPr>
            <p:grpSpPr>
              <a:xfrm>
                <a:off x="5590706" y="4245348"/>
                <a:ext cx="33497" cy="32270"/>
                <a:chOff x="5590706" y="4245348"/>
                <a:chExt cx="33497" cy="32270"/>
              </a:xfrm>
            </p:grpSpPr>
            <p:sp>
              <p:nvSpPr>
                <p:cNvPr id="7686" name="Google Shape;7686;p66"/>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87" name="Google Shape;7687;p66"/>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688" name="Google Shape;7688;p66"/>
              <p:cNvGrpSpPr/>
              <p:nvPr/>
            </p:nvGrpSpPr>
            <p:grpSpPr>
              <a:xfrm>
                <a:off x="5618681" y="4109677"/>
                <a:ext cx="33112" cy="32357"/>
                <a:chOff x="5618681" y="4109677"/>
                <a:chExt cx="33112" cy="32357"/>
              </a:xfrm>
            </p:grpSpPr>
            <p:sp>
              <p:nvSpPr>
                <p:cNvPr id="7689" name="Google Shape;7689;p66"/>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90" name="Google Shape;7690;p66"/>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691" name="Google Shape;7691;p66"/>
              <p:cNvGrpSpPr/>
              <p:nvPr/>
            </p:nvGrpSpPr>
            <p:grpSpPr>
              <a:xfrm>
                <a:off x="5479298" y="4128262"/>
                <a:ext cx="31405" cy="26906"/>
                <a:chOff x="5479298" y="4128262"/>
                <a:chExt cx="31405" cy="26906"/>
              </a:xfrm>
            </p:grpSpPr>
            <p:sp>
              <p:nvSpPr>
                <p:cNvPr id="7692" name="Google Shape;7692;p66"/>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93" name="Google Shape;7693;p66"/>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694" name="Google Shape;7694;p66"/>
              <p:cNvGrpSpPr/>
              <p:nvPr/>
            </p:nvGrpSpPr>
            <p:grpSpPr>
              <a:xfrm>
                <a:off x="5582903" y="4180116"/>
                <a:ext cx="31499" cy="26898"/>
                <a:chOff x="5582903" y="4180116"/>
                <a:chExt cx="31499" cy="26898"/>
              </a:xfrm>
            </p:grpSpPr>
            <p:sp>
              <p:nvSpPr>
                <p:cNvPr id="7695" name="Google Shape;7695;p66"/>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696" name="Google Shape;7696;p66"/>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7697" name="Google Shape;7697;p66"/>
            <p:cNvGrpSpPr/>
            <p:nvPr/>
          </p:nvGrpSpPr>
          <p:grpSpPr>
            <a:xfrm>
              <a:off x="3977681" y="3230323"/>
              <a:ext cx="94584" cy="84085"/>
              <a:chOff x="3977681" y="3230323"/>
              <a:chExt cx="94584" cy="84085"/>
            </a:xfrm>
          </p:grpSpPr>
          <p:grpSp>
            <p:nvGrpSpPr>
              <p:cNvPr id="7698" name="Google Shape;7698;p66"/>
              <p:cNvGrpSpPr/>
              <p:nvPr/>
            </p:nvGrpSpPr>
            <p:grpSpPr>
              <a:xfrm>
                <a:off x="4000135" y="3243041"/>
                <a:ext cx="59570" cy="57186"/>
                <a:chOff x="4000135" y="3243041"/>
                <a:chExt cx="59570" cy="57186"/>
              </a:xfrm>
            </p:grpSpPr>
            <p:sp>
              <p:nvSpPr>
                <p:cNvPr id="7699" name="Google Shape;7699;p66"/>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00" name="Google Shape;7700;p66"/>
                <p:cNvSpPr/>
                <p:nvPr/>
              </p:nvSpPr>
              <p:spPr>
                <a:xfrm>
                  <a:off x="4024210" y="3246847"/>
                  <a:ext cx="15706" cy="53380"/>
                </a:xfrm>
                <a:custGeom>
                  <a:avLst/>
                  <a:gdLst/>
                  <a:ahLst/>
                  <a:cxnLst/>
                  <a:rect l="l" t="t" r="r" b="b"/>
                  <a:pathLst>
                    <a:path w="1997" h="6787" fill="none" extrusionOk="0">
                      <a:moveTo>
                        <a:pt x="0" y="6787"/>
                      </a:moveTo>
                      <a:lnTo>
                        <a:pt x="1996"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01" name="Google Shape;7701;p66"/>
                <p:cNvSpPr/>
                <p:nvPr/>
              </p:nvSpPr>
              <p:spPr>
                <a:xfrm>
                  <a:off x="4002896" y="3261311"/>
                  <a:ext cx="56809" cy="14086"/>
                </a:xfrm>
                <a:custGeom>
                  <a:avLst/>
                  <a:gdLst/>
                  <a:ahLst/>
                  <a:cxnLst/>
                  <a:rect l="l" t="t" r="r" b="b"/>
                  <a:pathLst>
                    <a:path w="7223" h="1791" fill="none" extrusionOk="0">
                      <a:moveTo>
                        <a:pt x="7222" y="1791"/>
                      </a:moveTo>
                      <a:lnTo>
                        <a:pt x="1"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02" name="Google Shape;7702;p66"/>
              <p:cNvGrpSpPr/>
              <p:nvPr/>
            </p:nvGrpSpPr>
            <p:grpSpPr>
              <a:xfrm>
                <a:off x="3977681" y="3245872"/>
                <a:ext cx="37783" cy="32380"/>
                <a:chOff x="3977681" y="3245872"/>
                <a:chExt cx="37783" cy="32380"/>
              </a:xfrm>
            </p:grpSpPr>
            <p:sp>
              <p:nvSpPr>
                <p:cNvPr id="7703" name="Google Shape;7703;p66"/>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04" name="Google Shape;7704;p66"/>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05" name="Google Shape;7705;p66"/>
              <p:cNvGrpSpPr/>
              <p:nvPr/>
            </p:nvGrpSpPr>
            <p:grpSpPr>
              <a:xfrm>
                <a:off x="4040860" y="3262672"/>
                <a:ext cx="31405" cy="27001"/>
                <a:chOff x="4040860" y="3262672"/>
                <a:chExt cx="31405" cy="27001"/>
              </a:xfrm>
            </p:grpSpPr>
            <p:sp>
              <p:nvSpPr>
                <p:cNvPr id="7706" name="Google Shape;7706;p66"/>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07" name="Google Shape;7707;p66"/>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08" name="Google Shape;7708;p66"/>
              <p:cNvGrpSpPr/>
              <p:nvPr/>
            </p:nvGrpSpPr>
            <p:grpSpPr>
              <a:xfrm>
                <a:off x="4021072" y="3230323"/>
                <a:ext cx="31397" cy="26906"/>
                <a:chOff x="4021072" y="3230323"/>
                <a:chExt cx="31397" cy="26906"/>
              </a:xfrm>
            </p:grpSpPr>
            <p:sp>
              <p:nvSpPr>
                <p:cNvPr id="7709" name="Google Shape;7709;p66"/>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10" name="Google Shape;7710;p66"/>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11" name="Google Shape;7711;p66"/>
              <p:cNvGrpSpPr/>
              <p:nvPr/>
            </p:nvGrpSpPr>
            <p:grpSpPr>
              <a:xfrm>
                <a:off x="4001472" y="3287462"/>
                <a:ext cx="31499" cy="26945"/>
                <a:chOff x="4001472" y="3287462"/>
                <a:chExt cx="31499" cy="26945"/>
              </a:xfrm>
            </p:grpSpPr>
            <p:sp>
              <p:nvSpPr>
                <p:cNvPr id="7712" name="Google Shape;7712;p66"/>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13" name="Google Shape;7713;p66"/>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7714" name="Google Shape;7714;p66"/>
            <p:cNvGrpSpPr/>
            <p:nvPr/>
          </p:nvGrpSpPr>
          <p:grpSpPr>
            <a:xfrm>
              <a:off x="4084715" y="3258865"/>
              <a:ext cx="184961" cy="137268"/>
              <a:chOff x="4084715" y="3258865"/>
              <a:chExt cx="184961" cy="137268"/>
            </a:xfrm>
          </p:grpSpPr>
          <p:grpSp>
            <p:nvGrpSpPr>
              <p:cNvPr id="7715" name="Google Shape;7715;p66"/>
              <p:cNvGrpSpPr/>
              <p:nvPr/>
            </p:nvGrpSpPr>
            <p:grpSpPr>
              <a:xfrm>
                <a:off x="4107453" y="3271583"/>
                <a:ext cx="153470" cy="110275"/>
                <a:chOff x="4107453" y="3271583"/>
                <a:chExt cx="153470" cy="110275"/>
              </a:xfrm>
            </p:grpSpPr>
            <p:sp>
              <p:nvSpPr>
                <p:cNvPr id="7716" name="Google Shape;7716;p66"/>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17" name="Google Shape;7717;p66"/>
                <p:cNvSpPr/>
                <p:nvPr/>
              </p:nvSpPr>
              <p:spPr>
                <a:xfrm>
                  <a:off x="4155886" y="3271968"/>
                  <a:ext cx="22171" cy="20559"/>
                </a:xfrm>
                <a:custGeom>
                  <a:avLst/>
                  <a:gdLst/>
                  <a:ahLst/>
                  <a:cxnLst/>
                  <a:rect l="l" t="t" r="r" b="b"/>
                  <a:pathLst>
                    <a:path w="2819" h="2614" fill="none" extrusionOk="0">
                      <a:moveTo>
                        <a:pt x="2819" y="2613"/>
                      </a:moveTo>
                      <a:lnTo>
                        <a:pt x="0"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18" name="Google Shape;7718;p66"/>
                <p:cNvSpPr/>
                <p:nvPr/>
              </p:nvSpPr>
              <p:spPr>
                <a:xfrm>
                  <a:off x="4178049" y="3279196"/>
                  <a:ext cx="42345" cy="13331"/>
                </a:xfrm>
                <a:custGeom>
                  <a:avLst/>
                  <a:gdLst/>
                  <a:ahLst/>
                  <a:cxnLst/>
                  <a:rect l="l" t="t" r="r" b="b"/>
                  <a:pathLst>
                    <a:path w="5384" h="1695" fill="none" extrusionOk="0">
                      <a:moveTo>
                        <a:pt x="1" y="1694"/>
                      </a:moveTo>
                      <a:lnTo>
                        <a:pt x="5384"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19" name="Google Shape;7719;p66"/>
                <p:cNvSpPr/>
                <p:nvPr/>
              </p:nvSpPr>
              <p:spPr>
                <a:xfrm>
                  <a:off x="4220387" y="3279196"/>
                  <a:ext cx="8" cy="71745"/>
                </a:xfrm>
                <a:custGeom>
                  <a:avLst/>
                  <a:gdLst/>
                  <a:ahLst/>
                  <a:cxnLst/>
                  <a:rect l="l" t="t" r="r" b="b"/>
                  <a:pathLst>
                    <a:path w="1" h="9122" fill="none" extrusionOk="0">
                      <a:moveTo>
                        <a:pt x="1" y="0"/>
                      </a:moveTo>
                      <a:lnTo>
                        <a:pt x="1" y="912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20" name="Google Shape;7720;p66"/>
              <p:cNvGrpSpPr/>
              <p:nvPr/>
            </p:nvGrpSpPr>
            <p:grpSpPr>
              <a:xfrm>
                <a:off x="4136947" y="3258865"/>
                <a:ext cx="31499" cy="27001"/>
                <a:chOff x="4136947" y="3258865"/>
                <a:chExt cx="31499" cy="27001"/>
              </a:xfrm>
            </p:grpSpPr>
            <p:sp>
              <p:nvSpPr>
                <p:cNvPr id="7721" name="Google Shape;7721;p66"/>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22" name="Google Shape;7722;p66"/>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23" name="Google Shape;7723;p66"/>
              <p:cNvGrpSpPr/>
              <p:nvPr/>
            </p:nvGrpSpPr>
            <p:grpSpPr>
              <a:xfrm>
                <a:off x="4084715" y="3266478"/>
                <a:ext cx="31468" cy="26898"/>
                <a:chOff x="4084715" y="3266478"/>
                <a:chExt cx="31468" cy="26898"/>
              </a:xfrm>
            </p:grpSpPr>
            <p:sp>
              <p:nvSpPr>
                <p:cNvPr id="7724" name="Google Shape;7724;p66"/>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25" name="Google Shape;7725;p66"/>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26" name="Google Shape;7726;p66"/>
              <p:cNvGrpSpPr/>
              <p:nvPr/>
            </p:nvGrpSpPr>
            <p:grpSpPr>
              <a:xfrm>
                <a:off x="4159213" y="3279849"/>
                <a:ext cx="31405" cy="26945"/>
                <a:chOff x="4159213" y="3279849"/>
                <a:chExt cx="31405" cy="26945"/>
              </a:xfrm>
            </p:grpSpPr>
            <p:sp>
              <p:nvSpPr>
                <p:cNvPr id="7727" name="Google Shape;7727;p66"/>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28" name="Google Shape;7728;p66"/>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29" name="Google Shape;7729;p66"/>
              <p:cNvGrpSpPr/>
              <p:nvPr/>
            </p:nvGrpSpPr>
            <p:grpSpPr>
              <a:xfrm>
                <a:off x="4201550" y="3266502"/>
                <a:ext cx="31405" cy="26883"/>
                <a:chOff x="4201550" y="3266502"/>
                <a:chExt cx="31405" cy="26883"/>
              </a:xfrm>
            </p:grpSpPr>
            <p:sp>
              <p:nvSpPr>
                <p:cNvPr id="7730" name="Google Shape;7730;p66"/>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31" name="Google Shape;7731;p66"/>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32" name="Google Shape;7732;p66"/>
              <p:cNvGrpSpPr/>
              <p:nvPr/>
            </p:nvGrpSpPr>
            <p:grpSpPr>
              <a:xfrm>
                <a:off x="4201550" y="3338278"/>
                <a:ext cx="31405" cy="26930"/>
                <a:chOff x="4201550" y="3338278"/>
                <a:chExt cx="31405" cy="26930"/>
              </a:xfrm>
            </p:grpSpPr>
            <p:sp>
              <p:nvSpPr>
                <p:cNvPr id="7733" name="Google Shape;7733;p66"/>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34" name="Google Shape;7734;p66"/>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35" name="Google Shape;7735;p66"/>
              <p:cNvGrpSpPr/>
              <p:nvPr/>
            </p:nvGrpSpPr>
            <p:grpSpPr>
              <a:xfrm>
                <a:off x="4238272" y="3369132"/>
                <a:ext cx="31405" cy="27001"/>
                <a:chOff x="4238272" y="3369132"/>
                <a:chExt cx="31405" cy="27001"/>
              </a:xfrm>
            </p:grpSpPr>
            <p:sp>
              <p:nvSpPr>
                <p:cNvPr id="7736" name="Google Shape;7736;p66"/>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37" name="Google Shape;7737;p66"/>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7738" name="Google Shape;7738;p66"/>
            <p:cNvGrpSpPr/>
            <p:nvPr/>
          </p:nvGrpSpPr>
          <p:grpSpPr>
            <a:xfrm>
              <a:off x="4068639" y="3200169"/>
              <a:ext cx="77643" cy="37272"/>
              <a:chOff x="4068639" y="3200169"/>
              <a:chExt cx="77643" cy="37272"/>
            </a:xfrm>
          </p:grpSpPr>
          <p:sp>
            <p:nvSpPr>
              <p:cNvPr id="7739" name="Google Shape;7739;p66"/>
              <p:cNvSpPr/>
              <p:nvPr/>
            </p:nvSpPr>
            <p:spPr>
              <a:xfrm>
                <a:off x="4087570" y="3212886"/>
                <a:ext cx="49958" cy="10374"/>
              </a:xfrm>
              <a:custGeom>
                <a:avLst/>
                <a:gdLst/>
                <a:ahLst/>
                <a:cxnLst/>
                <a:rect l="l" t="t" r="r" b="b"/>
                <a:pathLst>
                  <a:path w="6352" h="1319" fill="none" extrusionOk="0">
                    <a:moveTo>
                      <a:pt x="1" y="1319"/>
                    </a:moveTo>
                    <a:lnTo>
                      <a:pt x="6351"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7740" name="Google Shape;7740;p66"/>
              <p:cNvGrpSpPr/>
              <p:nvPr/>
            </p:nvGrpSpPr>
            <p:grpSpPr>
              <a:xfrm>
                <a:off x="4114878" y="3200169"/>
                <a:ext cx="31405" cy="26993"/>
                <a:chOff x="4114878" y="3200169"/>
                <a:chExt cx="31405" cy="26993"/>
              </a:xfrm>
            </p:grpSpPr>
            <p:sp>
              <p:nvSpPr>
                <p:cNvPr id="7741" name="Google Shape;7741;p66"/>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42" name="Google Shape;7742;p66"/>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43" name="Google Shape;7743;p66"/>
              <p:cNvGrpSpPr/>
              <p:nvPr/>
            </p:nvGrpSpPr>
            <p:grpSpPr>
              <a:xfrm>
                <a:off x="4068639" y="3210535"/>
                <a:ext cx="31499" cy="26906"/>
                <a:chOff x="4068639" y="3210535"/>
                <a:chExt cx="31499" cy="26906"/>
              </a:xfrm>
            </p:grpSpPr>
            <p:sp>
              <p:nvSpPr>
                <p:cNvPr id="7744" name="Google Shape;7744;p66"/>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45" name="Google Shape;7745;p66"/>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7746" name="Google Shape;7746;p66"/>
            <p:cNvGrpSpPr/>
            <p:nvPr/>
          </p:nvGrpSpPr>
          <p:grpSpPr>
            <a:xfrm>
              <a:off x="3869702" y="3066935"/>
              <a:ext cx="382664" cy="190294"/>
              <a:chOff x="3869702" y="3066935"/>
              <a:chExt cx="382664" cy="190294"/>
            </a:xfrm>
          </p:grpSpPr>
          <p:grpSp>
            <p:nvGrpSpPr>
              <p:cNvPr id="7747" name="Google Shape;7747;p66"/>
              <p:cNvGrpSpPr/>
              <p:nvPr/>
            </p:nvGrpSpPr>
            <p:grpSpPr>
              <a:xfrm>
                <a:off x="3888633" y="3082351"/>
                <a:ext cx="351172" cy="160698"/>
                <a:chOff x="3888633" y="3082351"/>
                <a:chExt cx="351172" cy="160698"/>
              </a:xfrm>
            </p:grpSpPr>
            <p:sp>
              <p:nvSpPr>
                <p:cNvPr id="7748" name="Google Shape;7748;p66"/>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49" name="Google Shape;7749;p66"/>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50" name="Google Shape;7750;p66"/>
                <p:cNvSpPr/>
                <p:nvPr/>
              </p:nvSpPr>
              <p:spPr>
                <a:xfrm>
                  <a:off x="3960370" y="3203653"/>
                  <a:ext cx="79547" cy="19607"/>
                </a:xfrm>
                <a:custGeom>
                  <a:avLst/>
                  <a:gdLst/>
                  <a:ahLst/>
                  <a:cxnLst/>
                  <a:rect l="l" t="t" r="r" b="b"/>
                  <a:pathLst>
                    <a:path w="10114" h="2493" fill="none" extrusionOk="0">
                      <a:moveTo>
                        <a:pt x="0" y="2493"/>
                      </a:moveTo>
                      <a:lnTo>
                        <a:pt x="10113"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51" name="Google Shape;7751;p66"/>
                <p:cNvSpPr/>
                <p:nvPr/>
              </p:nvSpPr>
              <p:spPr>
                <a:xfrm>
                  <a:off x="4043613" y="3161504"/>
                  <a:ext cx="108474" cy="42156"/>
                </a:xfrm>
                <a:custGeom>
                  <a:avLst/>
                  <a:gdLst/>
                  <a:ahLst/>
                  <a:cxnLst/>
                  <a:rect l="l" t="t" r="r" b="b"/>
                  <a:pathLst>
                    <a:path w="13792" h="5360" fill="none" extrusionOk="0">
                      <a:moveTo>
                        <a:pt x="1" y="5360"/>
                      </a:moveTo>
                      <a:lnTo>
                        <a:pt x="13791"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52" name="Google Shape;7752;p66"/>
                <p:cNvSpPr/>
                <p:nvPr/>
              </p:nvSpPr>
              <p:spPr>
                <a:xfrm>
                  <a:off x="4152079" y="3082351"/>
                  <a:ext cx="17224" cy="82968"/>
                </a:xfrm>
                <a:custGeom>
                  <a:avLst/>
                  <a:gdLst/>
                  <a:ahLst/>
                  <a:cxnLst/>
                  <a:rect l="l" t="t" r="r" b="b"/>
                  <a:pathLst>
                    <a:path w="2190" h="10549" fill="none" extrusionOk="0">
                      <a:moveTo>
                        <a:pt x="0" y="10549"/>
                      </a:moveTo>
                      <a:lnTo>
                        <a:pt x="2190"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53" name="Google Shape;7753;p66"/>
                <p:cNvSpPr/>
                <p:nvPr/>
              </p:nvSpPr>
              <p:spPr>
                <a:xfrm>
                  <a:off x="4169296" y="3082351"/>
                  <a:ext cx="25797" cy="63557"/>
                </a:xfrm>
                <a:custGeom>
                  <a:avLst/>
                  <a:gdLst/>
                  <a:ahLst/>
                  <a:cxnLst/>
                  <a:rect l="l" t="t" r="r" b="b"/>
                  <a:pathLst>
                    <a:path w="3280" h="8081" fill="none" extrusionOk="0">
                      <a:moveTo>
                        <a:pt x="1" y="0"/>
                      </a:moveTo>
                      <a:lnTo>
                        <a:pt x="3279" y="808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54" name="Google Shape;7754;p66"/>
              <p:cNvGrpSpPr/>
              <p:nvPr/>
            </p:nvGrpSpPr>
            <p:grpSpPr>
              <a:xfrm>
                <a:off x="4143703" y="3066935"/>
                <a:ext cx="37783" cy="32357"/>
                <a:chOff x="4143703" y="3066935"/>
                <a:chExt cx="37783" cy="32357"/>
              </a:xfrm>
            </p:grpSpPr>
            <p:sp>
              <p:nvSpPr>
                <p:cNvPr id="7755" name="Google Shape;7755;p66"/>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56" name="Google Shape;7756;p66"/>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57" name="Google Shape;7757;p66"/>
              <p:cNvGrpSpPr/>
              <p:nvPr/>
            </p:nvGrpSpPr>
            <p:grpSpPr>
              <a:xfrm>
                <a:off x="4044565" y="3103563"/>
                <a:ext cx="37783" cy="32451"/>
                <a:chOff x="4044565" y="3103563"/>
                <a:chExt cx="37783" cy="32451"/>
              </a:xfrm>
            </p:grpSpPr>
            <p:sp>
              <p:nvSpPr>
                <p:cNvPr id="7758" name="Google Shape;7758;p66"/>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59" name="Google Shape;7759;p66"/>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60" name="Google Shape;7760;p66"/>
              <p:cNvGrpSpPr/>
              <p:nvPr/>
            </p:nvGrpSpPr>
            <p:grpSpPr>
              <a:xfrm>
                <a:off x="4017454" y="3188237"/>
                <a:ext cx="37776" cy="32357"/>
                <a:chOff x="4017454" y="3188237"/>
                <a:chExt cx="37776" cy="32357"/>
              </a:xfrm>
            </p:grpSpPr>
            <p:sp>
              <p:nvSpPr>
                <p:cNvPr id="7761" name="Google Shape;7761;p66"/>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62" name="Google Shape;7762;p66"/>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63" name="Google Shape;7763;p66"/>
              <p:cNvGrpSpPr/>
              <p:nvPr/>
            </p:nvGrpSpPr>
            <p:grpSpPr>
              <a:xfrm>
                <a:off x="3921548" y="3157509"/>
                <a:ext cx="37783" cy="32357"/>
                <a:chOff x="3921548" y="3157509"/>
                <a:chExt cx="37783" cy="32357"/>
              </a:xfrm>
            </p:grpSpPr>
            <p:sp>
              <p:nvSpPr>
                <p:cNvPr id="7764" name="Google Shape;7764;p66"/>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65" name="Google Shape;7765;p66"/>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66" name="Google Shape;7766;p66"/>
              <p:cNvGrpSpPr/>
              <p:nvPr/>
            </p:nvGrpSpPr>
            <p:grpSpPr>
              <a:xfrm>
                <a:off x="3939056" y="3211620"/>
                <a:ext cx="37783" cy="32380"/>
                <a:chOff x="3939056" y="3211620"/>
                <a:chExt cx="37783" cy="32380"/>
              </a:xfrm>
            </p:grpSpPr>
            <p:sp>
              <p:nvSpPr>
                <p:cNvPr id="7767" name="Google Shape;7767;p66"/>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68" name="Google Shape;7768;p66"/>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69" name="Google Shape;7769;p66"/>
              <p:cNvGrpSpPr/>
              <p:nvPr/>
            </p:nvGrpSpPr>
            <p:grpSpPr>
              <a:xfrm>
                <a:off x="4176240" y="3136965"/>
                <a:ext cx="31405" cy="26930"/>
                <a:chOff x="4176240" y="3136965"/>
                <a:chExt cx="31405" cy="26930"/>
              </a:xfrm>
            </p:grpSpPr>
            <p:sp>
              <p:nvSpPr>
                <p:cNvPr id="7770" name="Google Shape;7770;p66"/>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71" name="Google Shape;7771;p66"/>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72" name="Google Shape;7772;p66"/>
              <p:cNvGrpSpPr/>
              <p:nvPr/>
            </p:nvGrpSpPr>
            <p:grpSpPr>
              <a:xfrm>
                <a:off x="4133148" y="3152593"/>
                <a:ext cx="31499" cy="27001"/>
                <a:chOff x="4133148" y="3152593"/>
                <a:chExt cx="31499" cy="27001"/>
              </a:xfrm>
            </p:grpSpPr>
            <p:sp>
              <p:nvSpPr>
                <p:cNvPr id="7773" name="Google Shape;7773;p66"/>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74" name="Google Shape;7774;p66"/>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75" name="Google Shape;7775;p66"/>
              <p:cNvGrpSpPr/>
              <p:nvPr/>
            </p:nvGrpSpPr>
            <p:grpSpPr>
              <a:xfrm>
                <a:off x="4220866" y="3073534"/>
                <a:ext cx="31499" cy="26898"/>
                <a:chOff x="4220866" y="3073534"/>
                <a:chExt cx="31499" cy="26898"/>
              </a:xfrm>
            </p:grpSpPr>
            <p:sp>
              <p:nvSpPr>
                <p:cNvPr id="7776" name="Google Shape;7776;p66"/>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77" name="Google Shape;7777;p66"/>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778" name="Google Shape;7778;p66"/>
              <p:cNvGrpSpPr/>
              <p:nvPr/>
            </p:nvGrpSpPr>
            <p:grpSpPr>
              <a:xfrm>
                <a:off x="3869702" y="3230323"/>
                <a:ext cx="31499" cy="26906"/>
                <a:chOff x="3869702" y="3230323"/>
                <a:chExt cx="31499" cy="26906"/>
              </a:xfrm>
            </p:grpSpPr>
            <p:sp>
              <p:nvSpPr>
                <p:cNvPr id="7779" name="Google Shape;7779;p66"/>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80" name="Google Shape;7780;p66"/>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7781" name="Google Shape;7781;p66"/>
            <p:cNvGrpSpPr/>
            <p:nvPr/>
          </p:nvGrpSpPr>
          <p:grpSpPr>
            <a:xfrm>
              <a:off x="4271383" y="3065882"/>
              <a:ext cx="304556" cy="341663"/>
              <a:chOff x="4271383" y="3065882"/>
              <a:chExt cx="304556" cy="341663"/>
            </a:xfrm>
          </p:grpSpPr>
          <p:grpSp>
            <p:nvGrpSpPr>
              <p:cNvPr id="7782" name="Google Shape;7782;p66"/>
              <p:cNvGrpSpPr/>
              <p:nvPr/>
            </p:nvGrpSpPr>
            <p:grpSpPr>
              <a:xfrm>
                <a:off x="4293838" y="3078639"/>
                <a:ext cx="269353" cy="311973"/>
                <a:chOff x="4293838" y="3078639"/>
                <a:chExt cx="269353" cy="311973"/>
              </a:xfrm>
            </p:grpSpPr>
            <p:sp>
              <p:nvSpPr>
                <p:cNvPr id="7783" name="Google Shape;7783;p66"/>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84" name="Google Shape;7784;p66"/>
                <p:cNvSpPr/>
                <p:nvPr/>
              </p:nvSpPr>
              <p:spPr>
                <a:xfrm>
                  <a:off x="4306965" y="3099473"/>
                  <a:ext cx="62519" cy="69652"/>
                </a:xfrm>
                <a:custGeom>
                  <a:avLst/>
                  <a:gdLst/>
                  <a:ahLst/>
                  <a:cxnLst/>
                  <a:rect l="l" t="t" r="r" b="b"/>
                  <a:pathLst>
                    <a:path w="7949" h="8856" fill="none" extrusionOk="0">
                      <a:moveTo>
                        <a:pt x="1" y="1"/>
                      </a:moveTo>
                      <a:lnTo>
                        <a:pt x="7948" y="8856"/>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85" name="Google Shape;7785;p66"/>
                <p:cNvSpPr/>
                <p:nvPr/>
              </p:nvSpPr>
              <p:spPr>
                <a:xfrm>
                  <a:off x="4369476" y="3169118"/>
                  <a:ext cx="26072" cy="98666"/>
                </a:xfrm>
                <a:custGeom>
                  <a:avLst/>
                  <a:gdLst/>
                  <a:ahLst/>
                  <a:cxnLst/>
                  <a:rect l="l" t="t" r="r" b="b"/>
                  <a:pathLst>
                    <a:path w="3315" h="12545" fill="none" extrusionOk="0">
                      <a:moveTo>
                        <a:pt x="0" y="1"/>
                      </a:moveTo>
                      <a:lnTo>
                        <a:pt x="3315" y="12545"/>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86" name="Google Shape;7786;p66"/>
                <p:cNvSpPr/>
                <p:nvPr/>
              </p:nvSpPr>
              <p:spPr>
                <a:xfrm>
                  <a:off x="4399347" y="3078639"/>
                  <a:ext cx="60041" cy="110558"/>
                </a:xfrm>
                <a:custGeom>
                  <a:avLst/>
                  <a:gdLst/>
                  <a:ahLst/>
                  <a:cxnLst/>
                  <a:rect l="l" t="t" r="r" b="b"/>
                  <a:pathLst>
                    <a:path w="7634" h="14057" fill="none" extrusionOk="0">
                      <a:moveTo>
                        <a:pt x="7634" y="14057"/>
                      </a:moveTo>
                      <a:lnTo>
                        <a:pt x="1"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87" name="Google Shape;7787;p66"/>
                <p:cNvSpPr/>
                <p:nvPr/>
              </p:nvSpPr>
              <p:spPr>
                <a:xfrm>
                  <a:off x="4373282" y="3169118"/>
                  <a:ext cx="82299" cy="20079"/>
                </a:xfrm>
                <a:custGeom>
                  <a:avLst/>
                  <a:gdLst/>
                  <a:ahLst/>
                  <a:cxnLst/>
                  <a:rect l="l" t="t" r="r" b="b"/>
                  <a:pathLst>
                    <a:path w="10464" h="2553" fill="none" extrusionOk="0">
                      <a:moveTo>
                        <a:pt x="0" y="1"/>
                      </a:moveTo>
                      <a:lnTo>
                        <a:pt x="10464" y="2553"/>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88" name="Google Shape;7788;p66"/>
                <p:cNvSpPr/>
                <p:nvPr/>
              </p:nvSpPr>
              <p:spPr>
                <a:xfrm>
                  <a:off x="4369476" y="3078639"/>
                  <a:ext cx="29879" cy="90487"/>
                </a:xfrm>
                <a:custGeom>
                  <a:avLst/>
                  <a:gdLst/>
                  <a:ahLst/>
                  <a:cxnLst/>
                  <a:rect l="l" t="t" r="r" b="b"/>
                  <a:pathLst>
                    <a:path w="3799" h="11505" fill="none" extrusionOk="0">
                      <a:moveTo>
                        <a:pt x="0" y="11505"/>
                      </a:moveTo>
                      <a:lnTo>
                        <a:pt x="3799"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89" name="Google Shape;7789;p66"/>
                <p:cNvSpPr/>
                <p:nvPr/>
              </p:nvSpPr>
              <p:spPr>
                <a:xfrm>
                  <a:off x="4293932" y="3169118"/>
                  <a:ext cx="75551" cy="41110"/>
                </a:xfrm>
                <a:custGeom>
                  <a:avLst/>
                  <a:gdLst/>
                  <a:ahLst/>
                  <a:cxnLst/>
                  <a:rect l="l" t="t" r="r" b="b"/>
                  <a:pathLst>
                    <a:path w="9606" h="5227" fill="none" extrusionOk="0">
                      <a:moveTo>
                        <a:pt x="1" y="5226"/>
                      </a:moveTo>
                      <a:lnTo>
                        <a:pt x="9605"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90" name="Google Shape;7790;p66"/>
                <p:cNvSpPr/>
                <p:nvPr/>
              </p:nvSpPr>
              <p:spPr>
                <a:xfrm>
                  <a:off x="4350159" y="3267776"/>
                  <a:ext cx="45389" cy="27032"/>
                </a:xfrm>
                <a:custGeom>
                  <a:avLst/>
                  <a:gdLst/>
                  <a:ahLst/>
                  <a:cxnLst/>
                  <a:rect l="l" t="t" r="r" b="b"/>
                  <a:pathLst>
                    <a:path w="5771" h="3437" fill="none" extrusionOk="0">
                      <a:moveTo>
                        <a:pt x="1" y="3436"/>
                      </a:moveTo>
                      <a:lnTo>
                        <a:pt x="5771"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91" name="Google Shape;7791;p66"/>
                <p:cNvSpPr/>
                <p:nvPr/>
              </p:nvSpPr>
              <p:spPr>
                <a:xfrm>
                  <a:off x="4395540" y="3267776"/>
                  <a:ext cx="38830" cy="76031"/>
                </a:xfrm>
                <a:custGeom>
                  <a:avLst/>
                  <a:gdLst/>
                  <a:ahLst/>
                  <a:cxnLst/>
                  <a:rect l="l" t="t" r="r" b="b"/>
                  <a:pathLst>
                    <a:path w="4937" h="9667" fill="none" extrusionOk="0">
                      <a:moveTo>
                        <a:pt x="1" y="1"/>
                      </a:moveTo>
                      <a:lnTo>
                        <a:pt x="4936" y="9666"/>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92" name="Google Shape;7792;p66"/>
                <p:cNvSpPr/>
                <p:nvPr/>
              </p:nvSpPr>
              <p:spPr>
                <a:xfrm>
                  <a:off x="4360439" y="3267776"/>
                  <a:ext cx="35109" cy="121978"/>
                </a:xfrm>
                <a:custGeom>
                  <a:avLst/>
                  <a:gdLst/>
                  <a:ahLst/>
                  <a:cxnLst/>
                  <a:rect l="l" t="t" r="r" b="b"/>
                  <a:pathLst>
                    <a:path w="4464" h="15509" fill="none" extrusionOk="0">
                      <a:moveTo>
                        <a:pt x="0" y="15509"/>
                      </a:moveTo>
                      <a:lnTo>
                        <a:pt x="4464"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93" name="Google Shape;7793;p66"/>
                <p:cNvSpPr/>
                <p:nvPr/>
              </p:nvSpPr>
              <p:spPr>
                <a:xfrm>
                  <a:off x="4293932" y="3210220"/>
                  <a:ext cx="101616" cy="57564"/>
                </a:xfrm>
                <a:custGeom>
                  <a:avLst/>
                  <a:gdLst/>
                  <a:ahLst/>
                  <a:cxnLst/>
                  <a:rect l="l" t="t" r="r" b="b"/>
                  <a:pathLst>
                    <a:path w="12920" h="7319" fill="none" extrusionOk="0">
                      <a:moveTo>
                        <a:pt x="1" y="0"/>
                      </a:moveTo>
                      <a:lnTo>
                        <a:pt x="12920" y="7319"/>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94" name="Google Shape;7794;p66"/>
                <p:cNvSpPr/>
                <p:nvPr/>
              </p:nvSpPr>
              <p:spPr>
                <a:xfrm>
                  <a:off x="4395540" y="3186436"/>
                  <a:ext cx="66420" cy="79735"/>
                </a:xfrm>
                <a:custGeom>
                  <a:avLst/>
                  <a:gdLst/>
                  <a:ahLst/>
                  <a:cxnLst/>
                  <a:rect l="l" t="t" r="r" b="b"/>
                  <a:pathLst>
                    <a:path w="8445" h="10138" fill="none" extrusionOk="0">
                      <a:moveTo>
                        <a:pt x="8444" y="0"/>
                      </a:moveTo>
                      <a:lnTo>
                        <a:pt x="1" y="10137"/>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95" name="Google Shape;7795;p66"/>
                <p:cNvSpPr/>
                <p:nvPr/>
              </p:nvSpPr>
              <p:spPr>
                <a:xfrm>
                  <a:off x="4459380" y="3189669"/>
                  <a:ext cx="41873" cy="123402"/>
                </a:xfrm>
                <a:custGeom>
                  <a:avLst/>
                  <a:gdLst/>
                  <a:ahLst/>
                  <a:cxnLst/>
                  <a:rect l="l" t="t" r="r" b="b"/>
                  <a:pathLst>
                    <a:path w="5324" h="15690" fill="none" extrusionOk="0">
                      <a:moveTo>
                        <a:pt x="1" y="0"/>
                      </a:moveTo>
                      <a:lnTo>
                        <a:pt x="5323" y="1569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96" name="Google Shape;7796;p66"/>
                <p:cNvSpPr/>
                <p:nvPr/>
              </p:nvSpPr>
              <p:spPr>
                <a:xfrm>
                  <a:off x="4395540" y="3267776"/>
                  <a:ext cx="105713" cy="45295"/>
                </a:xfrm>
                <a:custGeom>
                  <a:avLst/>
                  <a:gdLst/>
                  <a:ahLst/>
                  <a:cxnLst/>
                  <a:rect l="l" t="t" r="r" b="b"/>
                  <a:pathLst>
                    <a:path w="13441" h="5759" fill="none" extrusionOk="0">
                      <a:moveTo>
                        <a:pt x="1" y="1"/>
                      </a:moveTo>
                      <a:lnTo>
                        <a:pt x="13440" y="5759"/>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97" name="Google Shape;7797;p66"/>
                <p:cNvSpPr/>
                <p:nvPr/>
              </p:nvSpPr>
              <p:spPr>
                <a:xfrm>
                  <a:off x="4501246" y="3223252"/>
                  <a:ext cx="46435" cy="89818"/>
                </a:xfrm>
                <a:custGeom>
                  <a:avLst/>
                  <a:gdLst/>
                  <a:ahLst/>
                  <a:cxnLst/>
                  <a:rect l="l" t="t" r="r" b="b"/>
                  <a:pathLst>
                    <a:path w="5904" h="11420" fill="none" extrusionOk="0">
                      <a:moveTo>
                        <a:pt x="0" y="11420"/>
                      </a:moveTo>
                      <a:lnTo>
                        <a:pt x="5904"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98" name="Google Shape;7798;p66"/>
                <p:cNvSpPr/>
                <p:nvPr/>
              </p:nvSpPr>
              <p:spPr>
                <a:xfrm>
                  <a:off x="4459671" y="3104231"/>
                  <a:ext cx="58421" cy="84966"/>
                </a:xfrm>
                <a:custGeom>
                  <a:avLst/>
                  <a:gdLst/>
                  <a:ahLst/>
                  <a:cxnLst/>
                  <a:rect l="l" t="t" r="r" b="b"/>
                  <a:pathLst>
                    <a:path w="7428" h="10803" fill="none" extrusionOk="0">
                      <a:moveTo>
                        <a:pt x="0" y="10803"/>
                      </a:moveTo>
                      <a:lnTo>
                        <a:pt x="7428"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799" name="Google Shape;7799;p66"/>
                <p:cNvSpPr/>
                <p:nvPr/>
              </p:nvSpPr>
              <p:spPr>
                <a:xfrm>
                  <a:off x="4459671" y="3189189"/>
                  <a:ext cx="86586" cy="36737"/>
                </a:xfrm>
                <a:custGeom>
                  <a:avLst/>
                  <a:gdLst/>
                  <a:ahLst/>
                  <a:cxnLst/>
                  <a:rect l="l" t="t" r="r" b="b"/>
                  <a:pathLst>
                    <a:path w="11009" h="4671" fill="none" extrusionOk="0">
                      <a:moveTo>
                        <a:pt x="0" y="1"/>
                      </a:moveTo>
                      <a:lnTo>
                        <a:pt x="11008" y="467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800" name="Google Shape;7800;p66"/>
              <p:cNvGrpSpPr/>
              <p:nvPr/>
            </p:nvGrpSpPr>
            <p:grpSpPr>
              <a:xfrm>
                <a:off x="4538164" y="3342061"/>
                <a:ext cx="37776" cy="32380"/>
                <a:chOff x="4538164" y="3342061"/>
                <a:chExt cx="37776" cy="32380"/>
              </a:xfrm>
            </p:grpSpPr>
            <p:sp>
              <p:nvSpPr>
                <p:cNvPr id="7801" name="Google Shape;7801;p66"/>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02" name="Google Shape;7802;p66"/>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803" name="Google Shape;7803;p66"/>
              <p:cNvGrpSpPr/>
              <p:nvPr/>
            </p:nvGrpSpPr>
            <p:grpSpPr>
              <a:xfrm>
                <a:off x="4271383" y="3194742"/>
                <a:ext cx="37783" cy="32420"/>
                <a:chOff x="4271383" y="3194742"/>
                <a:chExt cx="37783" cy="32420"/>
              </a:xfrm>
            </p:grpSpPr>
            <p:sp>
              <p:nvSpPr>
                <p:cNvPr id="7804" name="Google Shape;7804;p66"/>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05" name="Google Shape;7805;p66"/>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806" name="Google Shape;7806;p66"/>
              <p:cNvGrpSpPr/>
              <p:nvPr/>
            </p:nvGrpSpPr>
            <p:grpSpPr>
              <a:xfrm>
                <a:off x="4284416" y="3084058"/>
                <a:ext cx="37783" cy="32357"/>
                <a:chOff x="4284416" y="3084058"/>
                <a:chExt cx="37783" cy="32357"/>
              </a:xfrm>
            </p:grpSpPr>
            <p:sp>
              <p:nvSpPr>
                <p:cNvPr id="7807" name="Google Shape;7807;p66"/>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08" name="Google Shape;7808;p66"/>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809" name="Google Shape;7809;p66"/>
              <p:cNvGrpSpPr/>
              <p:nvPr/>
            </p:nvGrpSpPr>
            <p:grpSpPr>
              <a:xfrm>
                <a:off x="4478697" y="3297561"/>
                <a:ext cx="37776" cy="32451"/>
                <a:chOff x="4478697" y="3297561"/>
                <a:chExt cx="37776" cy="32451"/>
              </a:xfrm>
            </p:grpSpPr>
            <p:sp>
              <p:nvSpPr>
                <p:cNvPr id="7810" name="Google Shape;7810;p66"/>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11" name="Google Shape;7811;p66"/>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812" name="Google Shape;7812;p66"/>
              <p:cNvGrpSpPr/>
              <p:nvPr/>
            </p:nvGrpSpPr>
            <p:grpSpPr>
              <a:xfrm>
                <a:off x="4411813" y="3331711"/>
                <a:ext cx="37776" cy="32451"/>
                <a:chOff x="4411813" y="3331711"/>
                <a:chExt cx="37776" cy="32451"/>
              </a:xfrm>
            </p:grpSpPr>
            <p:sp>
              <p:nvSpPr>
                <p:cNvPr id="7813" name="Google Shape;7813;p66"/>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14" name="Google Shape;7814;p66"/>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815" name="Google Shape;7815;p66"/>
              <p:cNvGrpSpPr/>
              <p:nvPr/>
            </p:nvGrpSpPr>
            <p:grpSpPr>
              <a:xfrm>
                <a:off x="4337984" y="3375188"/>
                <a:ext cx="37776" cy="32357"/>
                <a:chOff x="4337984" y="3375188"/>
                <a:chExt cx="37776" cy="32357"/>
              </a:xfrm>
            </p:grpSpPr>
            <p:sp>
              <p:nvSpPr>
                <p:cNvPr id="7816" name="Google Shape;7816;p66"/>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17" name="Google Shape;7817;p66"/>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818" name="Google Shape;7818;p66"/>
              <p:cNvGrpSpPr/>
              <p:nvPr/>
            </p:nvGrpSpPr>
            <p:grpSpPr>
              <a:xfrm>
                <a:off x="4494867" y="3090530"/>
                <a:ext cx="37878" cy="32451"/>
                <a:chOff x="4494867" y="3090530"/>
                <a:chExt cx="37878" cy="32451"/>
              </a:xfrm>
            </p:grpSpPr>
            <p:sp>
              <p:nvSpPr>
                <p:cNvPr id="7819" name="Google Shape;7819;p66"/>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20" name="Google Shape;7820;p66"/>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821" name="Google Shape;7821;p66"/>
              <p:cNvGrpSpPr/>
              <p:nvPr/>
            </p:nvGrpSpPr>
            <p:grpSpPr>
              <a:xfrm>
                <a:off x="4525124" y="3207774"/>
                <a:ext cx="37783" cy="32420"/>
                <a:chOff x="4525124" y="3207774"/>
                <a:chExt cx="37783" cy="32420"/>
              </a:xfrm>
            </p:grpSpPr>
            <p:sp>
              <p:nvSpPr>
                <p:cNvPr id="7822" name="Google Shape;7822;p66"/>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23" name="Google Shape;7823;p66"/>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824" name="Google Shape;7824;p66"/>
              <p:cNvGrpSpPr/>
              <p:nvPr/>
            </p:nvGrpSpPr>
            <p:grpSpPr>
              <a:xfrm>
                <a:off x="4440544" y="3176479"/>
                <a:ext cx="31499" cy="26898"/>
                <a:chOff x="4440544" y="3176479"/>
                <a:chExt cx="31499" cy="26898"/>
              </a:xfrm>
            </p:grpSpPr>
            <p:sp>
              <p:nvSpPr>
                <p:cNvPr id="7825" name="Google Shape;7825;p66"/>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26" name="Google Shape;7826;p66"/>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827" name="Google Shape;7827;p66"/>
              <p:cNvGrpSpPr/>
              <p:nvPr/>
            </p:nvGrpSpPr>
            <p:grpSpPr>
              <a:xfrm>
                <a:off x="4350545" y="3156400"/>
                <a:ext cx="31405" cy="27001"/>
                <a:chOff x="4350545" y="3156400"/>
                <a:chExt cx="31405" cy="27001"/>
              </a:xfrm>
            </p:grpSpPr>
            <p:sp>
              <p:nvSpPr>
                <p:cNvPr id="7828" name="Google Shape;7828;p66"/>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29" name="Google Shape;7829;p66"/>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830" name="Google Shape;7830;p66"/>
              <p:cNvGrpSpPr/>
              <p:nvPr/>
            </p:nvGrpSpPr>
            <p:grpSpPr>
              <a:xfrm>
                <a:off x="4376703" y="3255058"/>
                <a:ext cx="31405" cy="27001"/>
                <a:chOff x="4376703" y="3255058"/>
                <a:chExt cx="31405" cy="27001"/>
              </a:xfrm>
            </p:grpSpPr>
            <p:sp>
              <p:nvSpPr>
                <p:cNvPr id="7831" name="Google Shape;7831;p66"/>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32" name="Google Shape;7832;p66"/>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833" name="Google Shape;7833;p66"/>
              <p:cNvGrpSpPr/>
              <p:nvPr/>
            </p:nvGrpSpPr>
            <p:grpSpPr>
              <a:xfrm>
                <a:off x="4331322" y="3283656"/>
                <a:ext cx="31405" cy="26945"/>
                <a:chOff x="4331322" y="3283656"/>
                <a:chExt cx="31405" cy="26945"/>
              </a:xfrm>
            </p:grpSpPr>
            <p:sp>
              <p:nvSpPr>
                <p:cNvPr id="7834" name="Google Shape;7834;p66"/>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35" name="Google Shape;7835;p66"/>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836" name="Google Shape;7836;p66"/>
              <p:cNvGrpSpPr/>
              <p:nvPr/>
            </p:nvGrpSpPr>
            <p:grpSpPr>
              <a:xfrm>
                <a:off x="4380510" y="3065882"/>
                <a:ext cx="31405" cy="26938"/>
                <a:chOff x="4380510" y="3065882"/>
                <a:chExt cx="31405" cy="26938"/>
              </a:xfrm>
            </p:grpSpPr>
            <p:sp>
              <p:nvSpPr>
                <p:cNvPr id="7837" name="Google Shape;7837;p66"/>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38" name="Google Shape;7838;p66"/>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7839" name="Google Shape;7839;p66"/>
            <p:cNvGrpSpPr/>
            <p:nvPr/>
          </p:nvGrpSpPr>
          <p:grpSpPr>
            <a:xfrm>
              <a:off x="4558998" y="3188237"/>
              <a:ext cx="1280131" cy="1052746"/>
              <a:chOff x="4558998" y="3188237"/>
              <a:chExt cx="1280131" cy="1052746"/>
            </a:xfrm>
          </p:grpSpPr>
          <p:sp>
            <p:nvSpPr>
              <p:cNvPr id="7840" name="Google Shape;7840;p66"/>
              <p:cNvSpPr/>
              <p:nvPr/>
            </p:nvSpPr>
            <p:spPr>
              <a:xfrm>
                <a:off x="4916156" y="3750813"/>
                <a:ext cx="8" cy="8"/>
              </a:xfrm>
              <a:custGeom>
                <a:avLst/>
                <a:gdLst/>
                <a:ahLst/>
                <a:cxnLst/>
                <a:rect l="l" t="t" r="r" b="b"/>
                <a:pathLst>
                  <a:path w="1" h="1" fill="none" extrusionOk="0">
                    <a:moveTo>
                      <a:pt x="0" y="0"/>
                    </a:move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7841" name="Google Shape;7841;p66"/>
              <p:cNvGrpSpPr/>
              <p:nvPr/>
            </p:nvGrpSpPr>
            <p:grpSpPr>
              <a:xfrm>
                <a:off x="4579164" y="3203653"/>
                <a:ext cx="1244833" cy="1020397"/>
                <a:chOff x="4579164" y="3203653"/>
                <a:chExt cx="1244833" cy="1020397"/>
              </a:xfrm>
            </p:grpSpPr>
            <p:sp>
              <p:nvSpPr>
                <p:cNvPr id="7842" name="Google Shape;7842;p66"/>
                <p:cNvSpPr/>
                <p:nvPr/>
              </p:nvSpPr>
              <p:spPr>
                <a:xfrm>
                  <a:off x="5490144" y="3482892"/>
                  <a:ext cx="58995" cy="4955"/>
                </a:xfrm>
                <a:custGeom>
                  <a:avLst/>
                  <a:gdLst/>
                  <a:ahLst/>
                  <a:cxnLst/>
                  <a:rect l="l" t="t" r="r" b="b"/>
                  <a:pathLst>
                    <a:path w="7501" h="630" fill="none" extrusionOk="0">
                      <a:moveTo>
                        <a:pt x="0" y="630"/>
                      </a:moveTo>
                      <a:lnTo>
                        <a:pt x="7500"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43" name="Google Shape;7843;p66"/>
                <p:cNvSpPr/>
                <p:nvPr/>
              </p:nvSpPr>
              <p:spPr>
                <a:xfrm>
                  <a:off x="5490616" y="3482892"/>
                  <a:ext cx="66137" cy="77360"/>
                </a:xfrm>
                <a:custGeom>
                  <a:avLst/>
                  <a:gdLst/>
                  <a:ahLst/>
                  <a:cxnLst/>
                  <a:rect l="l" t="t" r="r" b="b"/>
                  <a:pathLst>
                    <a:path w="8409" h="9836" fill="none" extrusionOk="0">
                      <a:moveTo>
                        <a:pt x="1" y="1"/>
                      </a:moveTo>
                      <a:lnTo>
                        <a:pt x="8408" y="9835"/>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7844" name="Google Shape;7844;p66"/>
                <p:cNvGrpSpPr/>
                <p:nvPr/>
              </p:nvGrpSpPr>
              <p:grpSpPr>
                <a:xfrm>
                  <a:off x="4579164" y="3203653"/>
                  <a:ext cx="1244833" cy="1020397"/>
                  <a:chOff x="4579164" y="3203653"/>
                  <a:chExt cx="1244833" cy="1020397"/>
                </a:xfrm>
              </p:grpSpPr>
              <p:sp>
                <p:nvSpPr>
                  <p:cNvPr id="7845" name="Google Shape;7845;p66"/>
                  <p:cNvSpPr/>
                  <p:nvPr/>
                </p:nvSpPr>
                <p:spPr>
                  <a:xfrm>
                    <a:off x="4787909" y="3833395"/>
                    <a:ext cx="69267" cy="22266"/>
                  </a:xfrm>
                  <a:custGeom>
                    <a:avLst/>
                    <a:gdLst/>
                    <a:ahLst/>
                    <a:cxnLst/>
                    <a:rect l="l" t="t" r="r" b="b"/>
                    <a:pathLst>
                      <a:path w="8807" h="2831" fill="none" extrusionOk="0">
                        <a:moveTo>
                          <a:pt x="8806" y="0"/>
                        </a:moveTo>
                        <a:lnTo>
                          <a:pt x="0" y="283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46" name="Google Shape;7846;p66"/>
                  <p:cNvSpPr/>
                  <p:nvPr/>
                </p:nvSpPr>
                <p:spPr>
                  <a:xfrm>
                    <a:off x="4857263" y="3819695"/>
                    <a:ext cx="69936" cy="14181"/>
                  </a:xfrm>
                  <a:custGeom>
                    <a:avLst/>
                    <a:gdLst/>
                    <a:ahLst/>
                    <a:cxnLst/>
                    <a:rect l="l" t="t" r="r" b="b"/>
                    <a:pathLst>
                      <a:path w="8892" h="1803" fill="none" extrusionOk="0">
                        <a:moveTo>
                          <a:pt x="1" y="1803"/>
                        </a:moveTo>
                        <a:lnTo>
                          <a:pt x="8892"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7847" name="Google Shape;7847;p66"/>
                  <p:cNvGrpSpPr/>
                  <p:nvPr/>
                </p:nvGrpSpPr>
                <p:grpSpPr>
                  <a:xfrm>
                    <a:off x="4579164" y="3203653"/>
                    <a:ext cx="1244833" cy="1020397"/>
                    <a:chOff x="4579164" y="3203653"/>
                    <a:chExt cx="1244833" cy="1020397"/>
                  </a:xfrm>
                </p:grpSpPr>
                <p:sp>
                  <p:nvSpPr>
                    <p:cNvPr id="7848" name="Google Shape;7848;p66"/>
                    <p:cNvSpPr/>
                    <p:nvPr/>
                  </p:nvSpPr>
                  <p:spPr>
                    <a:xfrm>
                      <a:off x="4930329" y="3363965"/>
                      <a:ext cx="23894" cy="102764"/>
                    </a:xfrm>
                    <a:custGeom>
                      <a:avLst/>
                      <a:gdLst/>
                      <a:ahLst/>
                      <a:cxnLst/>
                      <a:rect l="l" t="t" r="r" b="b"/>
                      <a:pathLst>
                        <a:path w="3038" h="13066" fill="none" extrusionOk="0">
                          <a:moveTo>
                            <a:pt x="3037" y="13065"/>
                          </a:moveTo>
                          <a:lnTo>
                            <a:pt x="1"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49" name="Google Shape;7849;p66"/>
                    <p:cNvSpPr/>
                    <p:nvPr/>
                  </p:nvSpPr>
                  <p:spPr>
                    <a:xfrm>
                      <a:off x="4849846" y="3385948"/>
                      <a:ext cx="104085" cy="79256"/>
                    </a:xfrm>
                    <a:custGeom>
                      <a:avLst/>
                      <a:gdLst/>
                      <a:ahLst/>
                      <a:cxnLst/>
                      <a:rect l="l" t="t" r="r" b="b"/>
                      <a:pathLst>
                        <a:path w="13234" h="10077" fill="none" extrusionOk="0">
                          <a:moveTo>
                            <a:pt x="0" y="0"/>
                          </a:moveTo>
                          <a:lnTo>
                            <a:pt x="13234" y="10077"/>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50" name="Google Shape;7850;p66"/>
                    <p:cNvSpPr/>
                    <p:nvPr/>
                  </p:nvSpPr>
                  <p:spPr>
                    <a:xfrm>
                      <a:off x="4849650" y="3306598"/>
                      <a:ext cx="45869" cy="79358"/>
                    </a:xfrm>
                    <a:custGeom>
                      <a:avLst/>
                      <a:gdLst/>
                      <a:ahLst/>
                      <a:cxnLst/>
                      <a:rect l="l" t="t" r="r" b="b"/>
                      <a:pathLst>
                        <a:path w="5832" h="10090" fill="none" extrusionOk="0">
                          <a:moveTo>
                            <a:pt x="5831" y="0"/>
                          </a:moveTo>
                          <a:lnTo>
                            <a:pt x="1" y="10089"/>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51" name="Google Shape;7851;p66"/>
                    <p:cNvSpPr/>
                    <p:nvPr/>
                  </p:nvSpPr>
                  <p:spPr>
                    <a:xfrm>
                      <a:off x="4849650" y="3361299"/>
                      <a:ext cx="84305" cy="24657"/>
                    </a:xfrm>
                    <a:custGeom>
                      <a:avLst/>
                      <a:gdLst/>
                      <a:ahLst/>
                      <a:cxnLst/>
                      <a:rect l="l" t="t" r="r" b="b"/>
                      <a:pathLst>
                        <a:path w="10719" h="3135" fill="none" extrusionOk="0">
                          <a:moveTo>
                            <a:pt x="1" y="3134"/>
                          </a:moveTo>
                          <a:lnTo>
                            <a:pt x="10719"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52" name="Google Shape;7852;p66"/>
                    <p:cNvSpPr/>
                    <p:nvPr/>
                  </p:nvSpPr>
                  <p:spPr>
                    <a:xfrm>
                      <a:off x="4789616" y="3306598"/>
                      <a:ext cx="19702" cy="54709"/>
                    </a:xfrm>
                    <a:custGeom>
                      <a:avLst/>
                      <a:gdLst/>
                      <a:ahLst/>
                      <a:cxnLst/>
                      <a:rect l="l" t="t" r="r" b="b"/>
                      <a:pathLst>
                        <a:path w="2505" h="6956" fill="none" extrusionOk="0">
                          <a:moveTo>
                            <a:pt x="2505" y="6956"/>
                          </a:moveTo>
                          <a:lnTo>
                            <a:pt x="1"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53" name="Google Shape;7853;p66"/>
                    <p:cNvSpPr/>
                    <p:nvPr/>
                  </p:nvSpPr>
                  <p:spPr>
                    <a:xfrm>
                      <a:off x="4738242" y="3357500"/>
                      <a:ext cx="74883" cy="10280"/>
                    </a:xfrm>
                    <a:custGeom>
                      <a:avLst/>
                      <a:gdLst/>
                      <a:ahLst/>
                      <a:cxnLst/>
                      <a:rect l="l" t="t" r="r" b="b"/>
                      <a:pathLst>
                        <a:path w="9521" h="1307" fill="none" extrusionOk="0">
                          <a:moveTo>
                            <a:pt x="1" y="1307"/>
                          </a:moveTo>
                          <a:lnTo>
                            <a:pt x="9521"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54" name="Google Shape;7854;p66"/>
                    <p:cNvSpPr/>
                    <p:nvPr/>
                  </p:nvSpPr>
                  <p:spPr>
                    <a:xfrm>
                      <a:off x="4710274" y="3357500"/>
                      <a:ext cx="99044" cy="63557"/>
                    </a:xfrm>
                    <a:custGeom>
                      <a:avLst/>
                      <a:gdLst/>
                      <a:ahLst/>
                      <a:cxnLst/>
                      <a:rect l="l" t="t" r="r" b="b"/>
                      <a:pathLst>
                        <a:path w="12593" h="8081" fill="none" extrusionOk="0">
                          <a:moveTo>
                            <a:pt x="0" y="8081"/>
                          </a:moveTo>
                          <a:lnTo>
                            <a:pt x="12593"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55" name="Google Shape;7855;p66"/>
                    <p:cNvSpPr/>
                    <p:nvPr/>
                  </p:nvSpPr>
                  <p:spPr>
                    <a:xfrm>
                      <a:off x="4809310" y="3306598"/>
                      <a:ext cx="87443" cy="50910"/>
                    </a:xfrm>
                    <a:custGeom>
                      <a:avLst/>
                      <a:gdLst/>
                      <a:ahLst/>
                      <a:cxnLst/>
                      <a:rect l="l" t="t" r="r" b="b"/>
                      <a:pathLst>
                        <a:path w="11118" h="6473" fill="none" extrusionOk="0">
                          <a:moveTo>
                            <a:pt x="1" y="6472"/>
                          </a:moveTo>
                          <a:lnTo>
                            <a:pt x="11118"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7856" name="Google Shape;7856;p66"/>
                    <p:cNvGrpSpPr/>
                    <p:nvPr/>
                  </p:nvGrpSpPr>
                  <p:grpSpPr>
                    <a:xfrm>
                      <a:off x="4579164" y="3203653"/>
                      <a:ext cx="1244833" cy="1020397"/>
                      <a:chOff x="4579164" y="3203653"/>
                      <a:chExt cx="1244833" cy="1020397"/>
                    </a:xfrm>
                  </p:grpSpPr>
                  <p:sp>
                    <p:nvSpPr>
                      <p:cNvPr id="7857" name="Google Shape;7857;p66"/>
                      <p:cNvSpPr/>
                      <p:nvPr/>
                    </p:nvSpPr>
                    <p:spPr>
                      <a:xfrm>
                        <a:off x="4617986" y="3614284"/>
                        <a:ext cx="53002" cy="21031"/>
                      </a:xfrm>
                      <a:custGeom>
                        <a:avLst/>
                        <a:gdLst/>
                        <a:ahLst/>
                        <a:cxnLst/>
                        <a:rect l="l" t="t" r="r" b="b"/>
                        <a:pathLst>
                          <a:path w="6739" h="2674" fill="none" extrusionOk="0">
                            <a:moveTo>
                              <a:pt x="0" y="0"/>
                            </a:moveTo>
                            <a:lnTo>
                              <a:pt x="6738" y="2674"/>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58" name="Google Shape;7858;p66"/>
                      <p:cNvSpPr/>
                      <p:nvPr/>
                    </p:nvSpPr>
                    <p:spPr>
                      <a:xfrm>
                        <a:off x="4624545" y="3589069"/>
                        <a:ext cx="43682" cy="63180"/>
                      </a:xfrm>
                      <a:custGeom>
                        <a:avLst/>
                        <a:gdLst/>
                        <a:ahLst/>
                        <a:cxnLst/>
                        <a:rect l="l" t="t" r="r" b="b"/>
                        <a:pathLst>
                          <a:path w="5554" h="8033" fill="none" extrusionOk="0">
                            <a:moveTo>
                              <a:pt x="1" y="8033"/>
                            </a:moveTo>
                            <a:lnTo>
                              <a:pt x="5553"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59" name="Google Shape;7859;p66"/>
                      <p:cNvSpPr/>
                      <p:nvPr/>
                    </p:nvSpPr>
                    <p:spPr>
                      <a:xfrm>
                        <a:off x="4668220" y="3517907"/>
                        <a:ext cx="112178" cy="71170"/>
                      </a:xfrm>
                      <a:custGeom>
                        <a:avLst/>
                        <a:gdLst/>
                        <a:ahLst/>
                        <a:cxnLst/>
                        <a:rect l="l" t="t" r="r" b="b"/>
                        <a:pathLst>
                          <a:path w="14263" h="9049" fill="none" extrusionOk="0">
                            <a:moveTo>
                              <a:pt x="0" y="9049"/>
                            </a:moveTo>
                            <a:lnTo>
                              <a:pt x="14262"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60" name="Google Shape;7860;p66"/>
                      <p:cNvSpPr/>
                      <p:nvPr/>
                    </p:nvSpPr>
                    <p:spPr>
                      <a:xfrm>
                        <a:off x="4706562" y="3516766"/>
                        <a:ext cx="77455" cy="79924"/>
                      </a:xfrm>
                      <a:custGeom>
                        <a:avLst/>
                        <a:gdLst/>
                        <a:ahLst/>
                        <a:cxnLst/>
                        <a:rect l="l" t="t" r="r" b="b"/>
                        <a:pathLst>
                          <a:path w="9848" h="10162" fill="none" extrusionOk="0">
                            <a:moveTo>
                              <a:pt x="0" y="10161"/>
                            </a:moveTo>
                            <a:lnTo>
                              <a:pt x="9847"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61" name="Google Shape;7861;p66"/>
                      <p:cNvSpPr/>
                      <p:nvPr/>
                    </p:nvSpPr>
                    <p:spPr>
                      <a:xfrm>
                        <a:off x="4763646" y="3516766"/>
                        <a:ext cx="20370" cy="52806"/>
                      </a:xfrm>
                      <a:custGeom>
                        <a:avLst/>
                        <a:gdLst/>
                        <a:ahLst/>
                        <a:cxnLst/>
                        <a:rect l="l" t="t" r="r" b="b"/>
                        <a:pathLst>
                          <a:path w="2590" h="6714" fill="none" extrusionOk="0">
                            <a:moveTo>
                              <a:pt x="0" y="6714"/>
                            </a:moveTo>
                            <a:lnTo>
                              <a:pt x="2589"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62" name="Google Shape;7862;p66"/>
                      <p:cNvSpPr/>
                      <p:nvPr/>
                    </p:nvSpPr>
                    <p:spPr>
                      <a:xfrm>
                        <a:off x="4783151" y="3520565"/>
                        <a:ext cx="45861" cy="97432"/>
                      </a:xfrm>
                      <a:custGeom>
                        <a:avLst/>
                        <a:gdLst/>
                        <a:ahLst/>
                        <a:cxnLst/>
                        <a:rect l="l" t="t" r="r" b="b"/>
                        <a:pathLst>
                          <a:path w="5831" h="12388" fill="none" extrusionOk="0">
                            <a:moveTo>
                              <a:pt x="5831" y="12388"/>
                            </a:moveTo>
                            <a:lnTo>
                              <a:pt x="0"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63" name="Google Shape;7863;p66"/>
                      <p:cNvSpPr/>
                      <p:nvPr/>
                    </p:nvSpPr>
                    <p:spPr>
                      <a:xfrm>
                        <a:off x="4738242" y="3483175"/>
                        <a:ext cx="44917" cy="37398"/>
                      </a:xfrm>
                      <a:custGeom>
                        <a:avLst/>
                        <a:gdLst/>
                        <a:ahLst/>
                        <a:cxnLst/>
                        <a:rect l="l" t="t" r="r" b="b"/>
                        <a:pathLst>
                          <a:path w="5711" h="4755" fill="none" extrusionOk="0">
                            <a:moveTo>
                              <a:pt x="1" y="1"/>
                            </a:moveTo>
                            <a:lnTo>
                              <a:pt x="5710" y="4755"/>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64" name="Google Shape;7864;p66"/>
                      <p:cNvSpPr/>
                      <p:nvPr/>
                    </p:nvSpPr>
                    <p:spPr>
                      <a:xfrm>
                        <a:off x="4704941" y="3501823"/>
                        <a:ext cx="78217" cy="18750"/>
                      </a:xfrm>
                      <a:custGeom>
                        <a:avLst/>
                        <a:gdLst/>
                        <a:ahLst/>
                        <a:cxnLst/>
                        <a:rect l="l" t="t" r="r" b="b"/>
                        <a:pathLst>
                          <a:path w="9945" h="2384" fill="none" extrusionOk="0">
                            <a:moveTo>
                              <a:pt x="1" y="1"/>
                            </a:moveTo>
                            <a:lnTo>
                              <a:pt x="9944" y="2384"/>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65" name="Google Shape;7865;p66"/>
                      <p:cNvSpPr/>
                      <p:nvPr/>
                    </p:nvSpPr>
                    <p:spPr>
                      <a:xfrm>
                        <a:off x="4668220" y="3520565"/>
                        <a:ext cx="115796" cy="19324"/>
                      </a:xfrm>
                      <a:custGeom>
                        <a:avLst/>
                        <a:gdLst/>
                        <a:ahLst/>
                        <a:cxnLst/>
                        <a:rect l="l" t="t" r="r" b="b"/>
                        <a:pathLst>
                          <a:path w="14723" h="2457" fill="none" extrusionOk="0">
                            <a:moveTo>
                              <a:pt x="0" y="2457"/>
                            </a:moveTo>
                            <a:lnTo>
                              <a:pt x="14722"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66" name="Google Shape;7866;p66"/>
                      <p:cNvSpPr/>
                      <p:nvPr/>
                    </p:nvSpPr>
                    <p:spPr>
                      <a:xfrm>
                        <a:off x="4813117" y="3462915"/>
                        <a:ext cx="40347" cy="51193"/>
                      </a:xfrm>
                      <a:custGeom>
                        <a:avLst/>
                        <a:gdLst/>
                        <a:ahLst/>
                        <a:cxnLst/>
                        <a:rect l="l" t="t" r="r" b="b"/>
                        <a:pathLst>
                          <a:path w="5130" h="6509" fill="none" extrusionOk="0">
                            <a:moveTo>
                              <a:pt x="5130" y="6508"/>
                            </a:moveTo>
                            <a:lnTo>
                              <a:pt x="1"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67" name="Google Shape;7867;p66"/>
                      <p:cNvSpPr/>
                      <p:nvPr/>
                    </p:nvSpPr>
                    <p:spPr>
                      <a:xfrm>
                        <a:off x="4787807" y="3462915"/>
                        <a:ext cx="25317" cy="55000"/>
                      </a:xfrm>
                      <a:custGeom>
                        <a:avLst/>
                        <a:gdLst/>
                        <a:ahLst/>
                        <a:cxnLst/>
                        <a:rect l="l" t="t" r="r" b="b"/>
                        <a:pathLst>
                          <a:path w="3219" h="6993" fill="none" extrusionOk="0">
                            <a:moveTo>
                              <a:pt x="1" y="6992"/>
                            </a:moveTo>
                            <a:lnTo>
                              <a:pt x="3219"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68" name="Google Shape;7868;p66"/>
                      <p:cNvSpPr/>
                      <p:nvPr/>
                    </p:nvSpPr>
                    <p:spPr>
                      <a:xfrm>
                        <a:off x="4781342" y="3514100"/>
                        <a:ext cx="72311" cy="6953"/>
                      </a:xfrm>
                      <a:custGeom>
                        <a:avLst/>
                        <a:gdLst/>
                        <a:ahLst/>
                        <a:cxnLst/>
                        <a:rect l="l" t="t" r="r" b="b"/>
                        <a:pathLst>
                          <a:path w="9194" h="884" fill="none" extrusionOk="0">
                            <a:moveTo>
                              <a:pt x="0" y="883"/>
                            </a:moveTo>
                            <a:lnTo>
                              <a:pt x="9194"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69" name="Google Shape;7869;p66"/>
                      <p:cNvSpPr/>
                      <p:nvPr/>
                    </p:nvSpPr>
                    <p:spPr>
                      <a:xfrm>
                        <a:off x="4853645" y="3514100"/>
                        <a:ext cx="26175" cy="59184"/>
                      </a:xfrm>
                      <a:custGeom>
                        <a:avLst/>
                        <a:gdLst/>
                        <a:ahLst/>
                        <a:cxnLst/>
                        <a:rect l="l" t="t" r="r" b="b"/>
                        <a:pathLst>
                          <a:path w="3328" h="7525" fill="none" extrusionOk="0">
                            <a:moveTo>
                              <a:pt x="1" y="0"/>
                            </a:moveTo>
                            <a:lnTo>
                              <a:pt x="3328" y="7525"/>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70" name="Google Shape;7870;p66"/>
                      <p:cNvSpPr/>
                      <p:nvPr/>
                    </p:nvSpPr>
                    <p:spPr>
                      <a:xfrm>
                        <a:off x="4827392" y="3514100"/>
                        <a:ext cx="26261" cy="100381"/>
                      </a:xfrm>
                      <a:custGeom>
                        <a:avLst/>
                        <a:gdLst/>
                        <a:ahLst/>
                        <a:cxnLst/>
                        <a:rect l="l" t="t" r="r" b="b"/>
                        <a:pathLst>
                          <a:path w="3339" h="12763" fill="none" extrusionOk="0">
                            <a:moveTo>
                              <a:pt x="3339" y="0"/>
                            </a:moveTo>
                            <a:lnTo>
                              <a:pt x="0" y="12762"/>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7871" name="Google Shape;7871;p66"/>
                      <p:cNvGrpSpPr/>
                      <p:nvPr/>
                    </p:nvGrpSpPr>
                    <p:grpSpPr>
                      <a:xfrm>
                        <a:off x="4579164" y="3203653"/>
                        <a:ext cx="1244833" cy="1020397"/>
                        <a:chOff x="4579164" y="3203653"/>
                        <a:chExt cx="1244833" cy="1020397"/>
                      </a:xfrm>
                    </p:grpSpPr>
                    <p:sp>
                      <p:nvSpPr>
                        <p:cNvPr id="7872" name="Google Shape;7872;p66"/>
                        <p:cNvSpPr/>
                        <p:nvPr/>
                      </p:nvSpPr>
                      <p:spPr>
                        <a:xfrm>
                          <a:off x="4879812" y="3466721"/>
                          <a:ext cx="74411" cy="106563"/>
                        </a:xfrm>
                        <a:custGeom>
                          <a:avLst/>
                          <a:gdLst/>
                          <a:ahLst/>
                          <a:cxnLst/>
                          <a:rect l="l" t="t" r="r" b="b"/>
                          <a:pathLst>
                            <a:path w="9461" h="13549" fill="none" extrusionOk="0">
                              <a:moveTo>
                                <a:pt x="1" y="13549"/>
                              </a:moveTo>
                              <a:lnTo>
                                <a:pt x="9460"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73" name="Google Shape;7873;p66"/>
                        <p:cNvSpPr/>
                        <p:nvPr/>
                      </p:nvSpPr>
                      <p:spPr>
                        <a:xfrm>
                          <a:off x="4954215" y="3408017"/>
                          <a:ext cx="105989" cy="58712"/>
                        </a:xfrm>
                        <a:custGeom>
                          <a:avLst/>
                          <a:gdLst/>
                          <a:ahLst/>
                          <a:cxnLst/>
                          <a:rect l="l" t="t" r="r" b="b"/>
                          <a:pathLst>
                            <a:path w="13476" h="7465" fill="none" extrusionOk="0">
                              <a:moveTo>
                                <a:pt x="0" y="7464"/>
                              </a:moveTo>
                              <a:lnTo>
                                <a:pt x="13476"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74" name="Google Shape;7874;p66"/>
                        <p:cNvSpPr/>
                        <p:nvPr/>
                      </p:nvSpPr>
                      <p:spPr>
                        <a:xfrm>
                          <a:off x="4953924" y="3465195"/>
                          <a:ext cx="119792" cy="54811"/>
                        </a:xfrm>
                        <a:custGeom>
                          <a:avLst/>
                          <a:gdLst/>
                          <a:ahLst/>
                          <a:cxnLst/>
                          <a:rect l="l" t="t" r="r" b="b"/>
                          <a:pathLst>
                            <a:path w="15231" h="6969" fill="none" extrusionOk="0">
                              <a:moveTo>
                                <a:pt x="1" y="1"/>
                              </a:moveTo>
                              <a:lnTo>
                                <a:pt x="15231" y="6968"/>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75" name="Google Shape;7875;p66"/>
                        <p:cNvSpPr/>
                        <p:nvPr/>
                      </p:nvSpPr>
                      <p:spPr>
                        <a:xfrm>
                          <a:off x="5073708" y="3521045"/>
                          <a:ext cx="26938" cy="71839"/>
                        </a:xfrm>
                        <a:custGeom>
                          <a:avLst/>
                          <a:gdLst/>
                          <a:ahLst/>
                          <a:cxnLst/>
                          <a:rect l="l" t="t" r="r" b="b"/>
                          <a:pathLst>
                            <a:path w="3425" h="9134" fill="none" extrusionOk="0">
                              <a:moveTo>
                                <a:pt x="1" y="0"/>
                              </a:moveTo>
                              <a:lnTo>
                                <a:pt x="3424" y="9133"/>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76" name="Google Shape;7876;p66"/>
                        <p:cNvSpPr/>
                        <p:nvPr/>
                      </p:nvSpPr>
                      <p:spPr>
                        <a:xfrm>
                          <a:off x="5100637" y="3586309"/>
                          <a:ext cx="26741" cy="81167"/>
                        </a:xfrm>
                        <a:custGeom>
                          <a:avLst/>
                          <a:gdLst/>
                          <a:ahLst/>
                          <a:cxnLst/>
                          <a:rect l="l" t="t" r="r" b="b"/>
                          <a:pathLst>
                            <a:path w="3400" h="10320" fill="none" extrusionOk="0">
                              <a:moveTo>
                                <a:pt x="3399" y="10319"/>
                              </a:moveTo>
                              <a:lnTo>
                                <a:pt x="0"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77" name="Google Shape;7877;p66"/>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78" name="Google Shape;7878;p66"/>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79" name="Google Shape;7879;p66"/>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80" name="Google Shape;7880;p66"/>
                        <p:cNvSpPr/>
                        <p:nvPr/>
                      </p:nvSpPr>
                      <p:spPr>
                        <a:xfrm>
                          <a:off x="5100637" y="3507533"/>
                          <a:ext cx="99618" cy="78784"/>
                        </a:xfrm>
                        <a:custGeom>
                          <a:avLst/>
                          <a:gdLst/>
                          <a:ahLst/>
                          <a:cxnLst/>
                          <a:rect l="l" t="t" r="r" b="b"/>
                          <a:pathLst>
                            <a:path w="12666" h="10017" fill="none" extrusionOk="0">
                              <a:moveTo>
                                <a:pt x="0" y="10017"/>
                              </a:moveTo>
                              <a:lnTo>
                                <a:pt x="12665"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81" name="Google Shape;7881;p66"/>
                        <p:cNvSpPr/>
                        <p:nvPr/>
                      </p:nvSpPr>
                      <p:spPr>
                        <a:xfrm>
                          <a:off x="5200248" y="3501068"/>
                          <a:ext cx="156514" cy="6473"/>
                        </a:xfrm>
                        <a:custGeom>
                          <a:avLst/>
                          <a:gdLst/>
                          <a:ahLst/>
                          <a:cxnLst/>
                          <a:rect l="l" t="t" r="r" b="b"/>
                          <a:pathLst>
                            <a:path w="19900" h="823" fill="none" extrusionOk="0">
                              <a:moveTo>
                                <a:pt x="0" y="823"/>
                              </a:moveTo>
                              <a:lnTo>
                                <a:pt x="19900"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82" name="Google Shape;7882;p66"/>
                        <p:cNvSpPr/>
                        <p:nvPr/>
                      </p:nvSpPr>
                      <p:spPr>
                        <a:xfrm>
                          <a:off x="5127371" y="3507533"/>
                          <a:ext cx="72885" cy="155853"/>
                        </a:xfrm>
                        <a:custGeom>
                          <a:avLst/>
                          <a:gdLst/>
                          <a:ahLst/>
                          <a:cxnLst/>
                          <a:rect l="l" t="t" r="r" b="b"/>
                          <a:pathLst>
                            <a:path w="9267" h="19816" fill="none" extrusionOk="0">
                              <a:moveTo>
                                <a:pt x="9266" y="1"/>
                              </a:moveTo>
                              <a:lnTo>
                                <a:pt x="0" y="19815"/>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83" name="Google Shape;7883;p66"/>
                        <p:cNvSpPr/>
                        <p:nvPr/>
                      </p:nvSpPr>
                      <p:spPr>
                        <a:xfrm>
                          <a:off x="5352947" y="3384139"/>
                          <a:ext cx="126265" cy="117692"/>
                        </a:xfrm>
                        <a:custGeom>
                          <a:avLst/>
                          <a:gdLst/>
                          <a:ahLst/>
                          <a:cxnLst/>
                          <a:rect l="l" t="t" r="r" b="b"/>
                          <a:pathLst>
                            <a:path w="16054" h="14964" fill="none" extrusionOk="0">
                              <a:moveTo>
                                <a:pt x="1" y="14964"/>
                              </a:moveTo>
                              <a:lnTo>
                                <a:pt x="16053"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84" name="Google Shape;7884;p66"/>
                        <p:cNvSpPr/>
                        <p:nvPr/>
                      </p:nvSpPr>
                      <p:spPr>
                        <a:xfrm>
                          <a:off x="5356753" y="3246375"/>
                          <a:ext cx="61567" cy="254700"/>
                        </a:xfrm>
                        <a:custGeom>
                          <a:avLst/>
                          <a:gdLst/>
                          <a:ahLst/>
                          <a:cxnLst/>
                          <a:rect l="l" t="t" r="r" b="b"/>
                          <a:pathLst>
                            <a:path w="7828" h="32384" fill="none" extrusionOk="0">
                              <a:moveTo>
                                <a:pt x="1" y="32383"/>
                              </a:moveTo>
                              <a:lnTo>
                                <a:pt x="7827"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85" name="Google Shape;7885;p66"/>
                        <p:cNvSpPr/>
                        <p:nvPr/>
                      </p:nvSpPr>
                      <p:spPr>
                        <a:xfrm>
                          <a:off x="5352947" y="3486698"/>
                          <a:ext cx="141483" cy="10571"/>
                        </a:xfrm>
                        <a:custGeom>
                          <a:avLst/>
                          <a:gdLst/>
                          <a:ahLst/>
                          <a:cxnLst/>
                          <a:rect l="l" t="t" r="r" b="b"/>
                          <a:pathLst>
                            <a:path w="17989" h="1344" fill="none" extrusionOk="0">
                              <a:moveTo>
                                <a:pt x="1" y="1343"/>
                              </a:moveTo>
                              <a:lnTo>
                                <a:pt x="17989"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86" name="Google Shape;7886;p66"/>
                        <p:cNvSpPr/>
                        <p:nvPr/>
                      </p:nvSpPr>
                      <p:spPr>
                        <a:xfrm>
                          <a:off x="5353898" y="3501068"/>
                          <a:ext cx="18089" cy="136725"/>
                        </a:xfrm>
                        <a:custGeom>
                          <a:avLst/>
                          <a:gdLst/>
                          <a:ahLst/>
                          <a:cxnLst/>
                          <a:rect l="l" t="t" r="r" b="b"/>
                          <a:pathLst>
                            <a:path w="2300" h="17384" fill="none" extrusionOk="0">
                              <a:moveTo>
                                <a:pt x="1" y="0"/>
                              </a:moveTo>
                              <a:lnTo>
                                <a:pt x="2299" y="17383"/>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87" name="Google Shape;7887;p66"/>
                        <p:cNvSpPr/>
                        <p:nvPr/>
                      </p:nvSpPr>
                      <p:spPr>
                        <a:xfrm>
                          <a:off x="5206721" y="3620749"/>
                          <a:ext cx="102379" cy="98863"/>
                        </a:xfrm>
                        <a:custGeom>
                          <a:avLst/>
                          <a:gdLst/>
                          <a:ahLst/>
                          <a:cxnLst/>
                          <a:rect l="l" t="t" r="r" b="b"/>
                          <a:pathLst>
                            <a:path w="13017" h="12570" fill="none" extrusionOk="0">
                              <a:moveTo>
                                <a:pt x="0" y="1"/>
                              </a:moveTo>
                              <a:lnTo>
                                <a:pt x="13016" y="12569"/>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88" name="Google Shape;7888;p66"/>
                        <p:cNvSpPr/>
                        <p:nvPr/>
                      </p:nvSpPr>
                      <p:spPr>
                        <a:xfrm>
                          <a:off x="5293102" y="3715798"/>
                          <a:ext cx="15997" cy="101238"/>
                        </a:xfrm>
                        <a:custGeom>
                          <a:avLst/>
                          <a:gdLst/>
                          <a:ahLst/>
                          <a:cxnLst/>
                          <a:rect l="l" t="t" r="r" b="b"/>
                          <a:pathLst>
                            <a:path w="2034" h="12872" fill="none" extrusionOk="0">
                              <a:moveTo>
                                <a:pt x="2033" y="0"/>
                              </a:moveTo>
                              <a:lnTo>
                                <a:pt x="1" y="1287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89" name="Google Shape;7889;p66"/>
                        <p:cNvSpPr/>
                        <p:nvPr/>
                      </p:nvSpPr>
                      <p:spPr>
                        <a:xfrm>
                          <a:off x="5127371" y="3659854"/>
                          <a:ext cx="92862" cy="134539"/>
                        </a:xfrm>
                        <a:custGeom>
                          <a:avLst/>
                          <a:gdLst/>
                          <a:ahLst/>
                          <a:cxnLst/>
                          <a:rect l="l" t="t" r="r" b="b"/>
                          <a:pathLst>
                            <a:path w="11807" h="17106" fill="none" extrusionOk="0">
                              <a:moveTo>
                                <a:pt x="11807" y="17105"/>
                              </a:moveTo>
                              <a:lnTo>
                                <a:pt x="0"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90" name="Google Shape;7890;p66"/>
                        <p:cNvSpPr/>
                        <p:nvPr/>
                      </p:nvSpPr>
                      <p:spPr>
                        <a:xfrm>
                          <a:off x="5479203" y="3327149"/>
                          <a:ext cx="150615" cy="56998"/>
                        </a:xfrm>
                        <a:custGeom>
                          <a:avLst/>
                          <a:gdLst/>
                          <a:ahLst/>
                          <a:cxnLst/>
                          <a:rect l="l" t="t" r="r" b="b"/>
                          <a:pathLst>
                            <a:path w="19150" h="7247" fill="none" extrusionOk="0">
                              <a:moveTo>
                                <a:pt x="19149" y="0"/>
                              </a:moveTo>
                              <a:lnTo>
                                <a:pt x="0" y="7246"/>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91" name="Google Shape;7891;p66"/>
                        <p:cNvSpPr/>
                        <p:nvPr/>
                      </p:nvSpPr>
                      <p:spPr>
                        <a:xfrm>
                          <a:off x="5371980" y="3633790"/>
                          <a:ext cx="59373" cy="4003"/>
                        </a:xfrm>
                        <a:custGeom>
                          <a:avLst/>
                          <a:gdLst/>
                          <a:ahLst/>
                          <a:cxnLst/>
                          <a:rect l="l" t="t" r="r" b="b"/>
                          <a:pathLst>
                            <a:path w="7549" h="509" fill="none" extrusionOk="0">
                              <a:moveTo>
                                <a:pt x="0" y="508"/>
                              </a:moveTo>
                              <a:lnTo>
                                <a:pt x="7549"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92" name="Google Shape;7892;p66"/>
                        <p:cNvSpPr/>
                        <p:nvPr/>
                      </p:nvSpPr>
                      <p:spPr>
                        <a:xfrm>
                          <a:off x="5352947" y="3497261"/>
                          <a:ext cx="78406" cy="136536"/>
                        </a:xfrm>
                        <a:custGeom>
                          <a:avLst/>
                          <a:gdLst/>
                          <a:ahLst/>
                          <a:cxnLst/>
                          <a:rect l="l" t="t" r="r" b="b"/>
                          <a:pathLst>
                            <a:path w="9969" h="17360" fill="none" extrusionOk="0">
                              <a:moveTo>
                                <a:pt x="9969" y="17359"/>
                              </a:moveTo>
                              <a:lnTo>
                                <a:pt x="1"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93" name="Google Shape;7893;p66"/>
                        <p:cNvSpPr/>
                        <p:nvPr/>
                      </p:nvSpPr>
                      <p:spPr>
                        <a:xfrm>
                          <a:off x="4917296" y="3466721"/>
                          <a:ext cx="40733" cy="122356"/>
                        </a:xfrm>
                        <a:custGeom>
                          <a:avLst/>
                          <a:gdLst/>
                          <a:ahLst/>
                          <a:cxnLst/>
                          <a:rect l="l" t="t" r="r" b="b"/>
                          <a:pathLst>
                            <a:path w="5179" h="15557" fill="none" extrusionOk="0">
                              <a:moveTo>
                                <a:pt x="1" y="15557"/>
                              </a:moveTo>
                              <a:lnTo>
                                <a:pt x="5178"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94" name="Google Shape;7894;p66"/>
                        <p:cNvSpPr/>
                        <p:nvPr/>
                      </p:nvSpPr>
                      <p:spPr>
                        <a:xfrm>
                          <a:off x="5060203" y="3408017"/>
                          <a:ext cx="111416" cy="19513"/>
                        </a:xfrm>
                        <a:custGeom>
                          <a:avLst/>
                          <a:gdLst/>
                          <a:ahLst/>
                          <a:cxnLst/>
                          <a:rect l="l" t="t" r="r" b="b"/>
                          <a:pathLst>
                            <a:path w="14166" h="2481" fill="none" extrusionOk="0">
                              <a:moveTo>
                                <a:pt x="0" y="0"/>
                              </a:moveTo>
                              <a:lnTo>
                                <a:pt x="14165" y="248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895" name="Google Shape;7895;p66"/>
                        <p:cNvSpPr/>
                        <p:nvPr/>
                      </p:nvSpPr>
                      <p:spPr>
                        <a:xfrm>
                          <a:off x="5127371" y="3620749"/>
                          <a:ext cx="79358" cy="42636"/>
                        </a:xfrm>
                        <a:custGeom>
                          <a:avLst/>
                          <a:gdLst/>
                          <a:ahLst/>
                          <a:cxnLst/>
                          <a:rect l="l" t="t" r="r" b="b"/>
                          <a:pathLst>
                            <a:path w="10090" h="5421" fill="none" extrusionOk="0">
                              <a:moveTo>
                                <a:pt x="0" y="5420"/>
                              </a:moveTo>
                              <a:lnTo>
                                <a:pt x="10089"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7896" name="Google Shape;7896;p66"/>
                        <p:cNvGrpSpPr/>
                        <p:nvPr/>
                      </p:nvGrpSpPr>
                      <p:grpSpPr>
                        <a:xfrm>
                          <a:off x="4579164" y="3203653"/>
                          <a:ext cx="1244833" cy="1020397"/>
                          <a:chOff x="4579164" y="3203653"/>
                          <a:chExt cx="1244833" cy="1020397"/>
                        </a:xfrm>
                      </p:grpSpPr>
                      <p:sp>
                        <p:nvSpPr>
                          <p:cNvPr id="7897" name="Google Shape;7897;p66"/>
                          <p:cNvSpPr/>
                          <p:nvPr/>
                        </p:nvSpPr>
                        <p:spPr>
                          <a:xfrm>
                            <a:off x="4949551" y="3708185"/>
                            <a:ext cx="37972" cy="3815"/>
                          </a:xfrm>
                          <a:custGeom>
                            <a:avLst/>
                            <a:gdLst/>
                            <a:ahLst/>
                            <a:cxnLst/>
                            <a:rect l="l" t="t" r="r" b="b"/>
                            <a:pathLst>
                              <a:path w="4828" h="485" fill="none" extrusionOk="0">
                                <a:moveTo>
                                  <a:pt x="0" y="1"/>
                                </a:moveTo>
                                <a:lnTo>
                                  <a:pt x="4827" y="485"/>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7898" name="Google Shape;7898;p66"/>
                          <p:cNvGrpSpPr/>
                          <p:nvPr/>
                        </p:nvGrpSpPr>
                        <p:grpSpPr>
                          <a:xfrm>
                            <a:off x="4579164" y="3203653"/>
                            <a:ext cx="1244833" cy="1020397"/>
                            <a:chOff x="4579164" y="3203653"/>
                            <a:chExt cx="1244833" cy="1020397"/>
                          </a:xfrm>
                        </p:grpSpPr>
                        <p:sp>
                          <p:nvSpPr>
                            <p:cNvPr id="7899" name="Google Shape;7899;p66"/>
                            <p:cNvSpPr/>
                            <p:nvPr/>
                          </p:nvSpPr>
                          <p:spPr>
                            <a:xfrm>
                              <a:off x="4953357" y="3586309"/>
                              <a:ext cx="147288" cy="121884"/>
                            </a:xfrm>
                            <a:custGeom>
                              <a:avLst/>
                              <a:gdLst/>
                              <a:ahLst/>
                              <a:cxnLst/>
                              <a:rect l="l" t="t" r="r" b="b"/>
                              <a:pathLst>
                                <a:path w="18727" h="15497" fill="none" extrusionOk="0">
                                  <a:moveTo>
                                    <a:pt x="18726" y="1"/>
                                  </a:moveTo>
                                  <a:lnTo>
                                    <a:pt x="0" y="15497"/>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00" name="Google Shape;7900;p66"/>
                            <p:cNvSpPr/>
                            <p:nvPr/>
                          </p:nvSpPr>
                          <p:spPr>
                            <a:xfrm>
                              <a:off x="4987515" y="3592876"/>
                              <a:ext cx="113130" cy="119123"/>
                            </a:xfrm>
                            <a:custGeom>
                              <a:avLst/>
                              <a:gdLst/>
                              <a:ahLst/>
                              <a:cxnLst/>
                              <a:rect l="l" t="t" r="r" b="b"/>
                              <a:pathLst>
                                <a:path w="14384" h="15146" fill="none" extrusionOk="0">
                                  <a:moveTo>
                                    <a:pt x="0" y="15146"/>
                                  </a:moveTo>
                                  <a:lnTo>
                                    <a:pt x="14383"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01" name="Google Shape;7901;p66"/>
                            <p:cNvSpPr/>
                            <p:nvPr/>
                          </p:nvSpPr>
                          <p:spPr>
                            <a:xfrm>
                              <a:off x="4913395" y="3708185"/>
                              <a:ext cx="39970" cy="45389"/>
                            </a:xfrm>
                            <a:custGeom>
                              <a:avLst/>
                              <a:gdLst/>
                              <a:ahLst/>
                              <a:cxnLst/>
                              <a:rect l="l" t="t" r="r" b="b"/>
                              <a:pathLst>
                                <a:path w="5082" h="5771" fill="none" extrusionOk="0">
                                  <a:moveTo>
                                    <a:pt x="1" y="5771"/>
                                  </a:moveTo>
                                  <a:lnTo>
                                    <a:pt x="5081"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02" name="Google Shape;7902;p66"/>
                            <p:cNvSpPr/>
                            <p:nvPr/>
                          </p:nvSpPr>
                          <p:spPr>
                            <a:xfrm>
                              <a:off x="4888943" y="3704378"/>
                              <a:ext cx="60616" cy="26080"/>
                            </a:xfrm>
                            <a:custGeom>
                              <a:avLst/>
                              <a:gdLst/>
                              <a:ahLst/>
                              <a:cxnLst/>
                              <a:rect l="l" t="t" r="r" b="b"/>
                              <a:pathLst>
                                <a:path w="7707" h="3316" fill="none" extrusionOk="0">
                                  <a:moveTo>
                                    <a:pt x="1" y="3315"/>
                                  </a:moveTo>
                                  <a:lnTo>
                                    <a:pt x="7706"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03" name="Google Shape;7903;p66"/>
                            <p:cNvSpPr/>
                            <p:nvPr/>
                          </p:nvSpPr>
                          <p:spPr>
                            <a:xfrm>
                              <a:off x="4917296" y="3589069"/>
                              <a:ext cx="32262" cy="119123"/>
                            </a:xfrm>
                            <a:custGeom>
                              <a:avLst/>
                              <a:gdLst/>
                              <a:ahLst/>
                              <a:cxnLst/>
                              <a:rect l="l" t="t" r="r" b="b"/>
                              <a:pathLst>
                                <a:path w="4102" h="15146" fill="none" extrusionOk="0">
                                  <a:moveTo>
                                    <a:pt x="1" y="1"/>
                                  </a:moveTo>
                                  <a:lnTo>
                                    <a:pt x="4101" y="15146"/>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04" name="Google Shape;7904;p66"/>
                            <p:cNvSpPr/>
                            <p:nvPr/>
                          </p:nvSpPr>
                          <p:spPr>
                            <a:xfrm>
                              <a:off x="4949551" y="3708185"/>
                              <a:ext cx="22840" cy="72885"/>
                            </a:xfrm>
                            <a:custGeom>
                              <a:avLst/>
                              <a:gdLst/>
                              <a:ahLst/>
                              <a:cxnLst/>
                              <a:rect l="l" t="t" r="r" b="b"/>
                              <a:pathLst>
                                <a:path w="2904" h="9267" fill="none" extrusionOk="0">
                                  <a:moveTo>
                                    <a:pt x="0" y="1"/>
                                  </a:moveTo>
                                  <a:lnTo>
                                    <a:pt x="2904" y="9267"/>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05" name="Google Shape;7905;p66"/>
                            <p:cNvSpPr/>
                            <p:nvPr/>
                          </p:nvSpPr>
                          <p:spPr>
                            <a:xfrm>
                              <a:off x="4912066" y="3752237"/>
                              <a:ext cx="60325" cy="28833"/>
                            </a:xfrm>
                            <a:custGeom>
                              <a:avLst/>
                              <a:gdLst/>
                              <a:ahLst/>
                              <a:cxnLst/>
                              <a:rect l="l" t="t" r="r" b="b"/>
                              <a:pathLst>
                                <a:path w="7670" h="3666" fill="none" extrusionOk="0">
                                  <a:moveTo>
                                    <a:pt x="0" y="1"/>
                                  </a:moveTo>
                                  <a:lnTo>
                                    <a:pt x="7670" y="3666"/>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7906" name="Google Shape;7906;p66"/>
                            <p:cNvGrpSpPr/>
                            <p:nvPr/>
                          </p:nvGrpSpPr>
                          <p:grpSpPr>
                            <a:xfrm>
                              <a:off x="4579164" y="3203653"/>
                              <a:ext cx="1244833" cy="1020397"/>
                              <a:chOff x="4579164" y="3203653"/>
                              <a:chExt cx="1244833" cy="1020397"/>
                            </a:xfrm>
                          </p:grpSpPr>
                          <p:sp>
                            <p:nvSpPr>
                              <p:cNvPr id="7907" name="Google Shape;7907;p66"/>
                              <p:cNvSpPr/>
                              <p:nvPr/>
                            </p:nvSpPr>
                            <p:spPr>
                              <a:xfrm>
                                <a:off x="4590301" y="3738347"/>
                                <a:ext cx="92956" cy="91722"/>
                              </a:xfrm>
                              <a:custGeom>
                                <a:avLst/>
                                <a:gdLst/>
                                <a:ahLst/>
                                <a:cxnLst/>
                                <a:rect l="l" t="t" r="r" b="b"/>
                                <a:pathLst>
                                  <a:path w="11819" h="11662" fill="none" extrusionOk="0">
                                    <a:moveTo>
                                      <a:pt x="0" y="0"/>
                                    </a:moveTo>
                                    <a:lnTo>
                                      <a:pt x="11819" y="11662"/>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08" name="Google Shape;7908;p66"/>
                              <p:cNvSpPr/>
                              <p:nvPr/>
                            </p:nvSpPr>
                            <p:spPr>
                              <a:xfrm>
                                <a:off x="4683250" y="3652241"/>
                                <a:ext cx="33591" cy="177828"/>
                              </a:xfrm>
                              <a:custGeom>
                                <a:avLst/>
                                <a:gdLst/>
                                <a:ahLst/>
                                <a:cxnLst/>
                                <a:rect l="l" t="t" r="r" b="b"/>
                                <a:pathLst>
                                  <a:path w="4271" h="22610" fill="none" extrusionOk="0">
                                    <a:moveTo>
                                      <a:pt x="1" y="22610"/>
                                    </a:moveTo>
                                    <a:lnTo>
                                      <a:pt x="4271"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09" name="Google Shape;7909;p66"/>
                              <p:cNvSpPr/>
                              <p:nvPr/>
                            </p:nvSpPr>
                            <p:spPr>
                              <a:xfrm>
                                <a:off x="4716833" y="3652241"/>
                                <a:ext cx="70982" cy="207707"/>
                              </a:xfrm>
                              <a:custGeom>
                                <a:avLst/>
                                <a:gdLst/>
                                <a:ahLst/>
                                <a:cxnLst/>
                                <a:rect l="l" t="t" r="r" b="b"/>
                                <a:pathLst>
                                  <a:path w="9025" h="26409" fill="none" extrusionOk="0">
                                    <a:moveTo>
                                      <a:pt x="1" y="1"/>
                                    </a:moveTo>
                                    <a:lnTo>
                                      <a:pt x="9025" y="26408"/>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10" name="Google Shape;7910;p66"/>
                              <p:cNvSpPr/>
                              <p:nvPr/>
                            </p:nvSpPr>
                            <p:spPr>
                              <a:xfrm>
                                <a:off x="4813117" y="3694578"/>
                                <a:ext cx="44154" cy="139297"/>
                              </a:xfrm>
                              <a:custGeom>
                                <a:avLst/>
                                <a:gdLst/>
                                <a:ahLst/>
                                <a:cxnLst/>
                                <a:rect l="l" t="t" r="r" b="b"/>
                                <a:pathLst>
                                  <a:path w="5614" h="17711" fill="none" extrusionOk="0">
                                    <a:moveTo>
                                      <a:pt x="5614" y="17711"/>
                                    </a:moveTo>
                                    <a:lnTo>
                                      <a:pt x="1"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11" name="Google Shape;7911;p66"/>
                              <p:cNvSpPr/>
                              <p:nvPr/>
                            </p:nvSpPr>
                            <p:spPr>
                              <a:xfrm>
                                <a:off x="4787807" y="3694578"/>
                                <a:ext cx="25317" cy="165369"/>
                              </a:xfrm>
                              <a:custGeom>
                                <a:avLst/>
                                <a:gdLst/>
                                <a:ahLst/>
                                <a:cxnLst/>
                                <a:rect l="l" t="t" r="r" b="b"/>
                                <a:pathLst>
                                  <a:path w="3219" h="21026" fill="none" extrusionOk="0">
                                    <a:moveTo>
                                      <a:pt x="3219" y="1"/>
                                    </a:moveTo>
                                    <a:lnTo>
                                      <a:pt x="1" y="21025"/>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12" name="Google Shape;7912;p66"/>
                              <p:cNvSpPr/>
                              <p:nvPr/>
                            </p:nvSpPr>
                            <p:spPr>
                              <a:xfrm>
                                <a:off x="4683250" y="3830061"/>
                                <a:ext cx="106374" cy="25223"/>
                              </a:xfrm>
                              <a:custGeom>
                                <a:avLst/>
                                <a:gdLst/>
                                <a:ahLst/>
                                <a:cxnLst/>
                                <a:rect l="l" t="t" r="r" b="b"/>
                                <a:pathLst>
                                  <a:path w="13525" h="3207" fill="none" extrusionOk="0">
                                    <a:moveTo>
                                      <a:pt x="1" y="1"/>
                                    </a:moveTo>
                                    <a:lnTo>
                                      <a:pt x="13525" y="3206"/>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13" name="Google Shape;7913;p66"/>
                              <p:cNvSpPr/>
                              <p:nvPr/>
                            </p:nvSpPr>
                            <p:spPr>
                              <a:xfrm>
                                <a:off x="4670980" y="3830061"/>
                                <a:ext cx="12277" cy="79263"/>
                              </a:xfrm>
                              <a:custGeom>
                                <a:avLst/>
                                <a:gdLst/>
                                <a:ahLst/>
                                <a:cxnLst/>
                                <a:rect l="l" t="t" r="r" b="b"/>
                                <a:pathLst>
                                  <a:path w="1561" h="10078" fill="none" extrusionOk="0">
                                    <a:moveTo>
                                      <a:pt x="1561" y="1"/>
                                    </a:moveTo>
                                    <a:lnTo>
                                      <a:pt x="0" y="10077"/>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14" name="Google Shape;7914;p66"/>
                              <p:cNvSpPr/>
                              <p:nvPr/>
                            </p:nvSpPr>
                            <p:spPr>
                              <a:xfrm>
                                <a:off x="4583828" y="3830061"/>
                                <a:ext cx="99429" cy="34543"/>
                              </a:xfrm>
                              <a:custGeom>
                                <a:avLst/>
                                <a:gdLst/>
                                <a:ahLst/>
                                <a:cxnLst/>
                                <a:rect l="l" t="t" r="r" b="b"/>
                                <a:pathLst>
                                  <a:path w="12642" h="4392" fill="none" extrusionOk="0">
                                    <a:moveTo>
                                      <a:pt x="0" y="4392"/>
                                    </a:moveTo>
                                    <a:lnTo>
                                      <a:pt x="12642"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15" name="Google Shape;7915;p66"/>
                              <p:cNvSpPr/>
                              <p:nvPr/>
                            </p:nvSpPr>
                            <p:spPr>
                              <a:xfrm>
                                <a:off x="4683250" y="3830061"/>
                                <a:ext cx="50336" cy="117983"/>
                              </a:xfrm>
                              <a:custGeom>
                                <a:avLst/>
                                <a:gdLst/>
                                <a:ahLst/>
                                <a:cxnLst/>
                                <a:rect l="l" t="t" r="r" b="b"/>
                                <a:pathLst>
                                  <a:path w="6400" h="15001" fill="none" extrusionOk="0">
                                    <a:moveTo>
                                      <a:pt x="1" y="1"/>
                                    </a:moveTo>
                                    <a:lnTo>
                                      <a:pt x="6400" y="1500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16" name="Google Shape;7916;p66"/>
                              <p:cNvSpPr/>
                              <p:nvPr/>
                            </p:nvSpPr>
                            <p:spPr>
                              <a:xfrm>
                                <a:off x="4733578" y="3855276"/>
                                <a:ext cx="56046" cy="92768"/>
                              </a:xfrm>
                              <a:custGeom>
                                <a:avLst/>
                                <a:gdLst/>
                                <a:ahLst/>
                                <a:cxnLst/>
                                <a:rect l="l" t="t" r="r" b="b"/>
                                <a:pathLst>
                                  <a:path w="7126" h="11795" fill="none" extrusionOk="0">
                                    <a:moveTo>
                                      <a:pt x="1" y="11795"/>
                                    </a:moveTo>
                                    <a:lnTo>
                                      <a:pt x="7126"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17" name="Google Shape;7917;p66"/>
                              <p:cNvSpPr/>
                              <p:nvPr/>
                            </p:nvSpPr>
                            <p:spPr>
                              <a:xfrm>
                                <a:off x="4888943" y="3730450"/>
                                <a:ext cx="34928" cy="89252"/>
                              </a:xfrm>
                              <a:custGeom>
                                <a:avLst/>
                                <a:gdLst/>
                                <a:ahLst/>
                                <a:cxnLst/>
                                <a:rect l="l" t="t" r="r" b="b"/>
                                <a:pathLst>
                                  <a:path w="4441" h="11348" fill="none" extrusionOk="0">
                                    <a:moveTo>
                                      <a:pt x="4440" y="11347"/>
                                    </a:moveTo>
                                    <a:lnTo>
                                      <a:pt x="1"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18" name="Google Shape;7918;p66"/>
                              <p:cNvSpPr/>
                              <p:nvPr/>
                            </p:nvSpPr>
                            <p:spPr>
                              <a:xfrm>
                                <a:off x="4590301" y="3667468"/>
                                <a:ext cx="49762" cy="70887"/>
                              </a:xfrm>
                              <a:custGeom>
                                <a:avLst/>
                                <a:gdLst/>
                                <a:ahLst/>
                                <a:cxnLst/>
                                <a:rect l="l" t="t" r="r" b="b"/>
                                <a:pathLst>
                                  <a:path w="6327" h="9013" fill="none" extrusionOk="0">
                                    <a:moveTo>
                                      <a:pt x="0" y="9012"/>
                                    </a:moveTo>
                                    <a:lnTo>
                                      <a:pt x="6327"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19" name="Google Shape;7919;p66"/>
                              <p:cNvSpPr/>
                              <p:nvPr/>
                            </p:nvSpPr>
                            <p:spPr>
                              <a:xfrm>
                                <a:off x="4640338" y="3648536"/>
                                <a:ext cx="80593" cy="20268"/>
                              </a:xfrm>
                              <a:custGeom>
                                <a:avLst/>
                                <a:gdLst/>
                                <a:ahLst/>
                                <a:cxnLst/>
                                <a:rect l="l" t="t" r="r" b="b"/>
                                <a:pathLst>
                                  <a:path w="10247" h="2577" fill="none" extrusionOk="0">
                                    <a:moveTo>
                                      <a:pt x="1" y="2577"/>
                                    </a:moveTo>
                                    <a:lnTo>
                                      <a:pt x="10247"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7920" name="Google Shape;7920;p66"/>
                              <p:cNvGrpSpPr/>
                              <p:nvPr/>
                            </p:nvGrpSpPr>
                            <p:grpSpPr>
                              <a:xfrm>
                                <a:off x="4579164" y="3203653"/>
                                <a:ext cx="1244833" cy="1020397"/>
                                <a:chOff x="4579164" y="3203653"/>
                                <a:chExt cx="1244833" cy="1020397"/>
                              </a:xfrm>
                            </p:grpSpPr>
                            <p:sp>
                              <p:nvSpPr>
                                <p:cNvPr id="7921" name="Google Shape;7921;p66"/>
                                <p:cNvSpPr/>
                                <p:nvPr/>
                              </p:nvSpPr>
                              <p:spPr>
                                <a:xfrm>
                                  <a:off x="4753083" y="3966015"/>
                                  <a:ext cx="92964" cy="53765"/>
                                </a:xfrm>
                                <a:custGeom>
                                  <a:avLst/>
                                  <a:gdLst/>
                                  <a:ahLst/>
                                  <a:cxnLst/>
                                  <a:rect l="l" t="t" r="r" b="b"/>
                                  <a:pathLst>
                                    <a:path w="11820" h="6836" fill="none" extrusionOk="0">
                                      <a:moveTo>
                                        <a:pt x="1" y="6836"/>
                                      </a:moveTo>
                                      <a:lnTo>
                                        <a:pt x="11819"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22" name="Google Shape;7922;p66"/>
                                <p:cNvSpPr/>
                                <p:nvPr/>
                              </p:nvSpPr>
                              <p:spPr>
                                <a:xfrm>
                                  <a:off x="4846040" y="3952794"/>
                                  <a:ext cx="103519" cy="13135"/>
                                </a:xfrm>
                                <a:custGeom>
                                  <a:avLst/>
                                  <a:gdLst/>
                                  <a:ahLst/>
                                  <a:cxnLst/>
                                  <a:rect l="l" t="t" r="r" b="b"/>
                                  <a:pathLst>
                                    <a:path w="13162" h="1670" fill="none" extrusionOk="0">
                                      <a:moveTo>
                                        <a:pt x="13161" y="0"/>
                                      </a:moveTo>
                                      <a:lnTo>
                                        <a:pt x="0" y="167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23" name="Google Shape;7923;p66"/>
                                <p:cNvSpPr/>
                                <p:nvPr/>
                              </p:nvSpPr>
                              <p:spPr>
                                <a:xfrm>
                                  <a:off x="4846040" y="3962216"/>
                                  <a:ext cx="64800" cy="128066"/>
                                </a:xfrm>
                                <a:custGeom>
                                  <a:avLst/>
                                  <a:gdLst/>
                                  <a:ahLst/>
                                  <a:cxnLst/>
                                  <a:rect l="l" t="t" r="r" b="b"/>
                                  <a:pathLst>
                                    <a:path w="8239" h="16283" fill="none" extrusionOk="0">
                                      <a:moveTo>
                                        <a:pt x="0" y="0"/>
                                      </a:moveTo>
                                      <a:lnTo>
                                        <a:pt x="8238" y="16282"/>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24" name="Google Shape;7924;p66"/>
                                <p:cNvSpPr/>
                                <p:nvPr/>
                              </p:nvSpPr>
                              <p:spPr>
                                <a:xfrm>
                                  <a:off x="4842233" y="3962216"/>
                                  <a:ext cx="3815" cy="164787"/>
                                </a:xfrm>
                                <a:custGeom>
                                  <a:avLst/>
                                  <a:gdLst/>
                                  <a:ahLst/>
                                  <a:cxnLst/>
                                  <a:rect l="l" t="t" r="r" b="b"/>
                                  <a:pathLst>
                                    <a:path w="485" h="20952" fill="none" extrusionOk="0">
                                      <a:moveTo>
                                        <a:pt x="0" y="20952"/>
                                      </a:moveTo>
                                      <a:lnTo>
                                        <a:pt x="484"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25" name="Google Shape;7925;p66"/>
                                <p:cNvSpPr/>
                                <p:nvPr/>
                              </p:nvSpPr>
                              <p:spPr>
                                <a:xfrm>
                                  <a:off x="4842233" y="4123189"/>
                                  <a:ext cx="37587" cy="53002"/>
                                </a:xfrm>
                                <a:custGeom>
                                  <a:avLst/>
                                  <a:gdLst/>
                                  <a:ahLst/>
                                  <a:cxnLst/>
                                  <a:rect l="l" t="t" r="r" b="b"/>
                                  <a:pathLst>
                                    <a:path w="4779" h="6739" fill="none" extrusionOk="0">
                                      <a:moveTo>
                                        <a:pt x="4779" y="6739"/>
                                      </a:moveTo>
                                      <a:lnTo>
                                        <a:pt x="0"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26" name="Google Shape;7926;p66"/>
                                <p:cNvSpPr/>
                                <p:nvPr/>
                              </p:nvSpPr>
                              <p:spPr>
                                <a:xfrm>
                                  <a:off x="4770779" y="4118525"/>
                                  <a:ext cx="71461" cy="4672"/>
                                </a:xfrm>
                                <a:custGeom>
                                  <a:avLst/>
                                  <a:gdLst/>
                                  <a:ahLst/>
                                  <a:cxnLst/>
                                  <a:rect l="l" t="t" r="r" b="b"/>
                                  <a:pathLst>
                                    <a:path w="9086" h="594" fill="none" extrusionOk="0">
                                      <a:moveTo>
                                        <a:pt x="9085" y="594"/>
                                      </a:moveTo>
                                      <a:lnTo>
                                        <a:pt x="1"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27" name="Google Shape;7927;p66"/>
                                <p:cNvSpPr/>
                                <p:nvPr/>
                              </p:nvSpPr>
                              <p:spPr>
                                <a:xfrm>
                                  <a:off x="4842233" y="4090274"/>
                                  <a:ext cx="68606" cy="32923"/>
                                </a:xfrm>
                                <a:custGeom>
                                  <a:avLst/>
                                  <a:gdLst/>
                                  <a:ahLst/>
                                  <a:cxnLst/>
                                  <a:rect l="l" t="t" r="r" b="b"/>
                                  <a:pathLst>
                                    <a:path w="8723" h="4186" fill="none" extrusionOk="0">
                                      <a:moveTo>
                                        <a:pt x="0" y="4186"/>
                                      </a:moveTo>
                                      <a:lnTo>
                                        <a:pt x="8722"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7928" name="Google Shape;7928;p66"/>
                                <p:cNvGrpSpPr/>
                                <p:nvPr/>
                              </p:nvGrpSpPr>
                              <p:grpSpPr>
                                <a:xfrm>
                                  <a:off x="4579164" y="3203653"/>
                                  <a:ext cx="1244833" cy="1020397"/>
                                  <a:chOff x="4579164" y="3203653"/>
                                  <a:chExt cx="1244833" cy="1020397"/>
                                </a:xfrm>
                              </p:grpSpPr>
                              <p:sp>
                                <p:nvSpPr>
                                  <p:cNvPr id="7929" name="Google Shape;7929;p66"/>
                                  <p:cNvSpPr/>
                                  <p:nvPr/>
                                </p:nvSpPr>
                                <p:spPr>
                                  <a:xfrm>
                                    <a:off x="4788476" y="3855276"/>
                                    <a:ext cx="57572" cy="110747"/>
                                  </a:xfrm>
                                  <a:custGeom>
                                    <a:avLst/>
                                    <a:gdLst/>
                                    <a:ahLst/>
                                    <a:cxnLst/>
                                    <a:rect l="l" t="t" r="r" b="b"/>
                                    <a:pathLst>
                                      <a:path w="7320" h="14081" fill="none" extrusionOk="0">
                                        <a:moveTo>
                                          <a:pt x="7319" y="14081"/>
                                        </a:moveTo>
                                        <a:lnTo>
                                          <a:pt x="1"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30" name="Google Shape;7930;p66"/>
                                  <p:cNvSpPr/>
                                  <p:nvPr/>
                                </p:nvSpPr>
                                <p:spPr>
                                  <a:xfrm>
                                    <a:off x="4846040" y="3833867"/>
                                    <a:ext cx="11231" cy="132156"/>
                                  </a:xfrm>
                                  <a:custGeom>
                                    <a:avLst/>
                                    <a:gdLst/>
                                    <a:ahLst/>
                                    <a:cxnLst/>
                                    <a:rect l="l" t="t" r="r" b="b"/>
                                    <a:pathLst>
                                      <a:path w="1428" h="16803" fill="none" extrusionOk="0">
                                        <a:moveTo>
                                          <a:pt x="0" y="16803"/>
                                        </a:moveTo>
                                        <a:lnTo>
                                          <a:pt x="1428"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31" name="Google Shape;7931;p66"/>
                                  <p:cNvSpPr/>
                                  <p:nvPr/>
                                </p:nvSpPr>
                                <p:spPr>
                                  <a:xfrm>
                                    <a:off x="4761554" y="3854796"/>
                                    <a:ext cx="26261" cy="164984"/>
                                  </a:xfrm>
                                  <a:custGeom>
                                    <a:avLst/>
                                    <a:gdLst/>
                                    <a:ahLst/>
                                    <a:cxnLst/>
                                    <a:rect l="l" t="t" r="r" b="b"/>
                                    <a:pathLst>
                                      <a:path w="3339" h="20977" fill="none" extrusionOk="0">
                                        <a:moveTo>
                                          <a:pt x="0" y="20977"/>
                                        </a:moveTo>
                                        <a:lnTo>
                                          <a:pt x="3339"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32" name="Google Shape;7932;p66"/>
                                  <p:cNvSpPr/>
                                  <p:nvPr/>
                                </p:nvSpPr>
                                <p:spPr>
                                  <a:xfrm>
                                    <a:off x="4846991" y="3818263"/>
                                    <a:ext cx="74025" cy="146242"/>
                                  </a:xfrm>
                                  <a:custGeom>
                                    <a:avLst/>
                                    <a:gdLst/>
                                    <a:ahLst/>
                                    <a:cxnLst/>
                                    <a:rect l="l" t="t" r="r" b="b"/>
                                    <a:pathLst>
                                      <a:path w="9412" h="18594" fill="none" extrusionOk="0">
                                        <a:moveTo>
                                          <a:pt x="0" y="18593"/>
                                        </a:moveTo>
                                        <a:lnTo>
                                          <a:pt x="9411"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33" name="Google Shape;7933;p66"/>
                                  <p:cNvSpPr/>
                                  <p:nvPr/>
                                </p:nvSpPr>
                                <p:spPr>
                                  <a:xfrm>
                                    <a:off x="4927191" y="3823305"/>
                                    <a:ext cx="22368" cy="129497"/>
                                  </a:xfrm>
                                  <a:custGeom>
                                    <a:avLst/>
                                    <a:gdLst/>
                                    <a:ahLst/>
                                    <a:cxnLst/>
                                    <a:rect l="l" t="t" r="r" b="b"/>
                                    <a:pathLst>
                                      <a:path w="2844" h="16465" fill="none" extrusionOk="0">
                                        <a:moveTo>
                                          <a:pt x="1" y="1"/>
                                        </a:moveTo>
                                        <a:lnTo>
                                          <a:pt x="2843" y="16464"/>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7934" name="Google Shape;7934;p66"/>
                                  <p:cNvGrpSpPr/>
                                  <p:nvPr/>
                                </p:nvGrpSpPr>
                                <p:grpSpPr>
                                  <a:xfrm>
                                    <a:off x="4579164" y="3203653"/>
                                    <a:ext cx="1244833" cy="1020397"/>
                                    <a:chOff x="4579164" y="3203653"/>
                                    <a:chExt cx="1244833" cy="1020397"/>
                                  </a:xfrm>
                                </p:grpSpPr>
                                <p:sp>
                                  <p:nvSpPr>
                                    <p:cNvPr id="7935" name="Google Shape;7935;p66"/>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36" name="Google Shape;7936;p66"/>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37" name="Google Shape;7937;p66"/>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38" name="Google Shape;7938;p66"/>
                                    <p:cNvSpPr/>
                                    <p:nvPr/>
                                  </p:nvSpPr>
                                  <p:spPr>
                                    <a:xfrm>
                                      <a:off x="4972383" y="3756043"/>
                                      <a:ext cx="25412" cy="25026"/>
                                    </a:xfrm>
                                    <a:custGeom>
                                      <a:avLst/>
                                      <a:gdLst/>
                                      <a:ahLst/>
                                      <a:cxnLst/>
                                      <a:rect l="l" t="t" r="r" b="b"/>
                                      <a:pathLst>
                                        <a:path w="3231" h="3182" fill="none" extrusionOk="0">
                                          <a:moveTo>
                                            <a:pt x="1" y="3182"/>
                                          </a:moveTo>
                                          <a:lnTo>
                                            <a:pt x="3231"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grpSp>
                        <p:sp>
                          <p:nvSpPr>
                            <p:cNvPr id="7939" name="Google Shape;7939;p66"/>
                            <p:cNvSpPr/>
                            <p:nvPr/>
                          </p:nvSpPr>
                          <p:spPr>
                            <a:xfrm>
                              <a:off x="4890375" y="3688019"/>
                              <a:ext cx="5144" cy="43769"/>
                            </a:xfrm>
                            <a:custGeom>
                              <a:avLst/>
                              <a:gdLst/>
                              <a:ahLst/>
                              <a:cxnLst/>
                              <a:rect l="l" t="t" r="r" b="b"/>
                              <a:pathLst>
                                <a:path w="654" h="5565" fill="none" extrusionOk="0">
                                  <a:moveTo>
                                    <a:pt x="653" y="0"/>
                                  </a:moveTo>
                                  <a:lnTo>
                                    <a:pt x="0" y="5565"/>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40" name="Google Shape;7940;p66"/>
                            <p:cNvSpPr/>
                            <p:nvPr/>
                          </p:nvSpPr>
                          <p:spPr>
                            <a:xfrm>
                              <a:off x="4899317" y="3688019"/>
                              <a:ext cx="54048" cy="20174"/>
                            </a:xfrm>
                            <a:custGeom>
                              <a:avLst/>
                              <a:gdLst/>
                              <a:ahLst/>
                              <a:cxnLst/>
                              <a:rect l="l" t="t" r="r" b="b"/>
                              <a:pathLst>
                                <a:path w="6872" h="2565" fill="none" extrusionOk="0">
                                  <a:moveTo>
                                    <a:pt x="0" y="0"/>
                                  </a:moveTo>
                                  <a:lnTo>
                                    <a:pt x="6871" y="2565"/>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41" name="Google Shape;7941;p66"/>
                            <p:cNvSpPr/>
                            <p:nvPr/>
                          </p:nvSpPr>
                          <p:spPr>
                            <a:xfrm>
                              <a:off x="4862690" y="3700571"/>
                              <a:ext cx="27693" cy="31216"/>
                            </a:xfrm>
                            <a:custGeom>
                              <a:avLst/>
                              <a:gdLst/>
                              <a:ahLst/>
                              <a:cxnLst/>
                              <a:rect l="l" t="t" r="r" b="b"/>
                              <a:pathLst>
                                <a:path w="3521" h="3969" fill="none" extrusionOk="0">
                                  <a:moveTo>
                                    <a:pt x="0" y="1"/>
                                  </a:moveTo>
                                  <a:lnTo>
                                    <a:pt x="3520" y="3969"/>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sp>
                      <p:nvSpPr>
                        <p:cNvPr id="7942" name="Google Shape;7942;p66"/>
                        <p:cNvSpPr/>
                        <p:nvPr/>
                      </p:nvSpPr>
                      <p:spPr>
                        <a:xfrm>
                          <a:off x="4953924" y="3297081"/>
                          <a:ext cx="146053" cy="168122"/>
                        </a:xfrm>
                        <a:custGeom>
                          <a:avLst/>
                          <a:gdLst/>
                          <a:ahLst/>
                          <a:cxnLst/>
                          <a:rect l="l" t="t" r="r" b="b"/>
                          <a:pathLst>
                            <a:path w="18570" h="21376" fill="none" extrusionOk="0">
                              <a:moveTo>
                                <a:pt x="1" y="21376"/>
                              </a:moveTo>
                              <a:lnTo>
                                <a:pt x="18569"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grpSp>
          </p:grpSp>
          <p:grpSp>
            <p:nvGrpSpPr>
              <p:cNvPr id="7943" name="Google Shape;7943;p66"/>
              <p:cNvGrpSpPr/>
              <p:nvPr/>
            </p:nvGrpSpPr>
            <p:grpSpPr>
              <a:xfrm>
                <a:off x="4595437" y="3598775"/>
                <a:ext cx="37776" cy="32451"/>
                <a:chOff x="4595437" y="3598775"/>
                <a:chExt cx="37776" cy="32451"/>
              </a:xfrm>
            </p:grpSpPr>
            <p:sp>
              <p:nvSpPr>
                <p:cNvPr id="7944" name="Google Shape;7944;p66"/>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45" name="Google Shape;7945;p66"/>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946" name="Google Shape;7946;p66"/>
              <p:cNvGrpSpPr/>
              <p:nvPr/>
            </p:nvGrpSpPr>
            <p:grpSpPr>
              <a:xfrm>
                <a:off x="4641864" y="3524443"/>
                <a:ext cx="37776" cy="32380"/>
                <a:chOff x="4641864" y="3524443"/>
                <a:chExt cx="37776" cy="32380"/>
              </a:xfrm>
            </p:grpSpPr>
            <p:sp>
              <p:nvSpPr>
                <p:cNvPr id="7947" name="Google Shape;7947;p66"/>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48" name="Google Shape;7948;p66"/>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949" name="Google Shape;7949;p66"/>
              <p:cNvGrpSpPr/>
              <p:nvPr/>
            </p:nvGrpSpPr>
            <p:grpSpPr>
              <a:xfrm>
                <a:off x="4648431" y="3893901"/>
                <a:ext cx="37776" cy="32357"/>
                <a:chOff x="4648431" y="3893901"/>
                <a:chExt cx="37776" cy="32357"/>
              </a:xfrm>
            </p:grpSpPr>
            <p:sp>
              <p:nvSpPr>
                <p:cNvPr id="7950" name="Google Shape;7950;p66"/>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51" name="Google Shape;7951;p66"/>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952" name="Google Shape;7952;p66"/>
              <p:cNvGrpSpPr/>
              <p:nvPr/>
            </p:nvGrpSpPr>
            <p:grpSpPr>
              <a:xfrm>
                <a:off x="4567752" y="3722908"/>
                <a:ext cx="37870" cy="32380"/>
                <a:chOff x="4567752" y="3722908"/>
                <a:chExt cx="37870" cy="32380"/>
              </a:xfrm>
            </p:grpSpPr>
            <p:sp>
              <p:nvSpPr>
                <p:cNvPr id="7953" name="Google Shape;7953;p66"/>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54" name="Google Shape;7954;p66"/>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955" name="Google Shape;7955;p66"/>
              <p:cNvGrpSpPr/>
              <p:nvPr/>
            </p:nvGrpSpPr>
            <p:grpSpPr>
              <a:xfrm>
                <a:off x="4617506" y="3652052"/>
                <a:ext cx="37783" cy="32357"/>
                <a:chOff x="4617506" y="3652052"/>
                <a:chExt cx="37783" cy="32357"/>
              </a:xfrm>
            </p:grpSpPr>
            <p:sp>
              <p:nvSpPr>
                <p:cNvPr id="7956" name="Google Shape;7956;p66"/>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57" name="Google Shape;7957;p66"/>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958" name="Google Shape;7958;p66"/>
              <p:cNvGrpSpPr/>
              <p:nvPr/>
            </p:nvGrpSpPr>
            <p:grpSpPr>
              <a:xfrm>
                <a:off x="4739005" y="3554149"/>
                <a:ext cx="37870" cy="32357"/>
                <a:chOff x="4739005" y="3554149"/>
                <a:chExt cx="37870" cy="32357"/>
              </a:xfrm>
            </p:grpSpPr>
            <p:sp>
              <p:nvSpPr>
                <p:cNvPr id="7959" name="Google Shape;7959;p66"/>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60" name="Google Shape;7960;p66"/>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961" name="Google Shape;7961;p66"/>
              <p:cNvGrpSpPr/>
              <p:nvPr/>
            </p:nvGrpSpPr>
            <p:grpSpPr>
              <a:xfrm>
                <a:off x="4806557" y="3630258"/>
                <a:ext cx="37776" cy="32364"/>
                <a:chOff x="4806557" y="3630258"/>
                <a:chExt cx="37776" cy="32364"/>
              </a:xfrm>
            </p:grpSpPr>
            <p:sp>
              <p:nvSpPr>
                <p:cNvPr id="7962" name="Google Shape;7962;p66"/>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63" name="Google Shape;7963;p66"/>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964" name="Google Shape;7964;p66"/>
              <p:cNvGrpSpPr/>
              <p:nvPr/>
            </p:nvGrpSpPr>
            <p:grpSpPr>
              <a:xfrm>
                <a:off x="4737007" y="4004357"/>
                <a:ext cx="37870" cy="32357"/>
                <a:chOff x="4737007" y="4004357"/>
                <a:chExt cx="37870" cy="32357"/>
              </a:xfrm>
            </p:grpSpPr>
            <p:sp>
              <p:nvSpPr>
                <p:cNvPr id="7965" name="Google Shape;7965;p66"/>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66" name="Google Shape;7966;p66"/>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967" name="Google Shape;7967;p66"/>
              <p:cNvGrpSpPr/>
              <p:nvPr/>
            </p:nvGrpSpPr>
            <p:grpSpPr>
              <a:xfrm>
                <a:off x="4773634" y="4208627"/>
                <a:ext cx="37776" cy="32357"/>
                <a:chOff x="4773634" y="4208627"/>
                <a:chExt cx="37776" cy="32357"/>
              </a:xfrm>
            </p:grpSpPr>
            <p:sp>
              <p:nvSpPr>
                <p:cNvPr id="7968" name="Google Shape;7968;p66"/>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69" name="Google Shape;7969;p66"/>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970" name="Google Shape;7970;p66"/>
              <p:cNvGrpSpPr/>
              <p:nvPr/>
            </p:nvGrpSpPr>
            <p:grpSpPr>
              <a:xfrm>
                <a:off x="4888282" y="4074764"/>
                <a:ext cx="37776" cy="32451"/>
                <a:chOff x="4888282" y="4074764"/>
                <a:chExt cx="37776" cy="32451"/>
              </a:xfrm>
            </p:grpSpPr>
            <p:sp>
              <p:nvSpPr>
                <p:cNvPr id="7971" name="Google Shape;7971;p66"/>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72" name="Google Shape;7972;p66"/>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973" name="Google Shape;7973;p66"/>
              <p:cNvGrpSpPr/>
              <p:nvPr/>
            </p:nvGrpSpPr>
            <p:grpSpPr>
              <a:xfrm>
                <a:off x="4901315" y="3804271"/>
                <a:ext cx="37776" cy="32364"/>
                <a:chOff x="4901315" y="3804271"/>
                <a:chExt cx="37776" cy="32364"/>
              </a:xfrm>
            </p:grpSpPr>
            <p:sp>
              <p:nvSpPr>
                <p:cNvPr id="7974" name="Google Shape;7974;p66"/>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75" name="Google Shape;7975;p66"/>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976" name="Google Shape;7976;p66"/>
              <p:cNvGrpSpPr/>
              <p:nvPr/>
            </p:nvGrpSpPr>
            <p:grpSpPr>
              <a:xfrm>
                <a:off x="4866394" y="3715035"/>
                <a:ext cx="37846" cy="32357"/>
                <a:chOff x="4866394" y="3715035"/>
                <a:chExt cx="37846" cy="32357"/>
              </a:xfrm>
            </p:grpSpPr>
            <p:sp>
              <p:nvSpPr>
                <p:cNvPr id="7977" name="Google Shape;7977;p66"/>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78" name="Google Shape;7978;p66"/>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979" name="Google Shape;7979;p66"/>
              <p:cNvGrpSpPr/>
              <p:nvPr/>
            </p:nvGrpSpPr>
            <p:grpSpPr>
              <a:xfrm>
                <a:off x="4979233" y="3839798"/>
                <a:ext cx="37878" cy="32420"/>
                <a:chOff x="4979233" y="3839798"/>
                <a:chExt cx="37878" cy="32420"/>
              </a:xfrm>
            </p:grpSpPr>
            <p:sp>
              <p:nvSpPr>
                <p:cNvPr id="7980" name="Google Shape;7980;p66"/>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81" name="Google Shape;7981;p66"/>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982" name="Google Shape;7982;p66"/>
              <p:cNvGrpSpPr/>
              <p:nvPr/>
            </p:nvGrpSpPr>
            <p:grpSpPr>
              <a:xfrm>
                <a:off x="4790662" y="3679147"/>
                <a:ext cx="37783" cy="32380"/>
                <a:chOff x="4790662" y="3679147"/>
                <a:chExt cx="37783" cy="32380"/>
              </a:xfrm>
            </p:grpSpPr>
            <p:sp>
              <p:nvSpPr>
                <p:cNvPr id="7983" name="Google Shape;7983;p66"/>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84" name="Google Shape;7984;p66"/>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985" name="Google Shape;7985;p66"/>
              <p:cNvGrpSpPr/>
              <p:nvPr/>
            </p:nvGrpSpPr>
            <p:grpSpPr>
              <a:xfrm>
                <a:off x="4857263" y="3557861"/>
                <a:ext cx="37776" cy="32357"/>
                <a:chOff x="4857263" y="3557861"/>
                <a:chExt cx="37776" cy="32357"/>
              </a:xfrm>
            </p:grpSpPr>
            <p:sp>
              <p:nvSpPr>
                <p:cNvPr id="7986" name="Google Shape;7986;p66"/>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87" name="Google Shape;7987;p66"/>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988" name="Google Shape;7988;p66"/>
              <p:cNvGrpSpPr/>
              <p:nvPr/>
            </p:nvGrpSpPr>
            <p:grpSpPr>
              <a:xfrm>
                <a:off x="4883902" y="3648033"/>
                <a:ext cx="37783" cy="32380"/>
                <a:chOff x="4883902" y="3648033"/>
                <a:chExt cx="37783" cy="32380"/>
              </a:xfrm>
            </p:grpSpPr>
            <p:sp>
              <p:nvSpPr>
                <p:cNvPr id="7989" name="Google Shape;7989;p66"/>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90" name="Google Shape;7990;p66"/>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991" name="Google Shape;7991;p66"/>
              <p:cNvGrpSpPr/>
              <p:nvPr/>
            </p:nvGrpSpPr>
            <p:grpSpPr>
              <a:xfrm>
                <a:off x="4907780" y="3347220"/>
                <a:ext cx="37878" cy="32357"/>
                <a:chOff x="4907780" y="3347220"/>
                <a:chExt cx="37878" cy="32357"/>
              </a:xfrm>
            </p:grpSpPr>
            <p:sp>
              <p:nvSpPr>
                <p:cNvPr id="7992" name="Google Shape;7992;p66"/>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93" name="Google Shape;7993;p66"/>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994" name="Google Shape;7994;p66"/>
              <p:cNvGrpSpPr/>
              <p:nvPr/>
            </p:nvGrpSpPr>
            <p:grpSpPr>
              <a:xfrm>
                <a:off x="5065048" y="3738150"/>
                <a:ext cx="37783" cy="32364"/>
                <a:chOff x="5065048" y="3738150"/>
                <a:chExt cx="37783" cy="32364"/>
              </a:xfrm>
            </p:grpSpPr>
            <p:sp>
              <p:nvSpPr>
                <p:cNvPr id="7995" name="Google Shape;7995;p66"/>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96" name="Google Shape;7996;p66"/>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7997" name="Google Shape;7997;p66"/>
              <p:cNvGrpSpPr/>
              <p:nvPr/>
            </p:nvGrpSpPr>
            <p:grpSpPr>
              <a:xfrm>
                <a:off x="5071616" y="3284615"/>
                <a:ext cx="37783" cy="32357"/>
                <a:chOff x="5071616" y="3284615"/>
                <a:chExt cx="37783" cy="32357"/>
              </a:xfrm>
            </p:grpSpPr>
            <p:sp>
              <p:nvSpPr>
                <p:cNvPr id="7998" name="Google Shape;7998;p66"/>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7999" name="Google Shape;7999;p66"/>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00" name="Google Shape;8000;p66"/>
              <p:cNvGrpSpPr/>
              <p:nvPr/>
            </p:nvGrpSpPr>
            <p:grpSpPr>
              <a:xfrm>
                <a:off x="5389291" y="3759921"/>
                <a:ext cx="37783" cy="32380"/>
                <a:chOff x="5389291" y="3759921"/>
                <a:chExt cx="37783" cy="32380"/>
              </a:xfrm>
            </p:grpSpPr>
            <p:sp>
              <p:nvSpPr>
                <p:cNvPr id="8001" name="Google Shape;8001;p66"/>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02" name="Google Shape;8002;p66"/>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03" name="Google Shape;8003;p66"/>
              <p:cNvGrpSpPr/>
              <p:nvPr/>
            </p:nvGrpSpPr>
            <p:grpSpPr>
              <a:xfrm>
                <a:off x="5431534" y="3632932"/>
                <a:ext cx="37878" cy="32451"/>
                <a:chOff x="5431534" y="3632932"/>
                <a:chExt cx="37878" cy="32451"/>
              </a:xfrm>
            </p:grpSpPr>
            <p:sp>
              <p:nvSpPr>
                <p:cNvPr id="8004" name="Google Shape;8004;p66"/>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05" name="Google Shape;8005;p66"/>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06" name="Google Shape;8006;p66"/>
              <p:cNvGrpSpPr/>
              <p:nvPr/>
            </p:nvGrpSpPr>
            <p:grpSpPr>
              <a:xfrm>
                <a:off x="5540755" y="3544829"/>
                <a:ext cx="37783" cy="32357"/>
                <a:chOff x="5540755" y="3544829"/>
                <a:chExt cx="37783" cy="32357"/>
              </a:xfrm>
            </p:grpSpPr>
            <p:sp>
              <p:nvSpPr>
                <p:cNvPr id="8007" name="Google Shape;8007;p66"/>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08" name="Google Shape;8008;p66"/>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09" name="Google Shape;8009;p66"/>
              <p:cNvGrpSpPr/>
              <p:nvPr/>
            </p:nvGrpSpPr>
            <p:grpSpPr>
              <a:xfrm>
                <a:off x="5579293" y="3412107"/>
                <a:ext cx="37776" cy="32357"/>
                <a:chOff x="5579293" y="3412107"/>
                <a:chExt cx="37776" cy="32357"/>
              </a:xfrm>
            </p:grpSpPr>
            <p:sp>
              <p:nvSpPr>
                <p:cNvPr id="8010" name="Google Shape;8010;p66"/>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11" name="Google Shape;8011;p66"/>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12" name="Google Shape;8012;p66"/>
              <p:cNvGrpSpPr/>
              <p:nvPr/>
            </p:nvGrpSpPr>
            <p:grpSpPr>
              <a:xfrm>
                <a:off x="5801346" y="3284615"/>
                <a:ext cx="37783" cy="32357"/>
                <a:chOff x="5801346" y="3284615"/>
                <a:chExt cx="37783" cy="32357"/>
              </a:xfrm>
            </p:grpSpPr>
            <p:sp>
              <p:nvSpPr>
                <p:cNvPr id="8013" name="Google Shape;8013;p66"/>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14" name="Google Shape;8014;p66"/>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15" name="Google Shape;8015;p66"/>
              <p:cNvGrpSpPr/>
              <p:nvPr/>
            </p:nvGrpSpPr>
            <p:grpSpPr>
              <a:xfrm>
                <a:off x="5763578" y="3399067"/>
                <a:ext cx="37776" cy="32364"/>
                <a:chOff x="5763578" y="3399067"/>
                <a:chExt cx="37776" cy="32364"/>
              </a:xfrm>
            </p:grpSpPr>
            <p:sp>
              <p:nvSpPr>
                <p:cNvPr id="8016" name="Google Shape;8016;p66"/>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17" name="Google Shape;8017;p66"/>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18" name="Google Shape;8018;p66"/>
              <p:cNvGrpSpPr/>
              <p:nvPr/>
            </p:nvGrpSpPr>
            <p:grpSpPr>
              <a:xfrm>
                <a:off x="5395858" y="3230952"/>
                <a:ext cx="37776" cy="32364"/>
                <a:chOff x="5395858" y="3230952"/>
                <a:chExt cx="37776" cy="32364"/>
              </a:xfrm>
            </p:grpSpPr>
            <p:sp>
              <p:nvSpPr>
                <p:cNvPr id="8019" name="Google Shape;8019;p66"/>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20" name="Google Shape;8020;p66"/>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21" name="Google Shape;8021;p66"/>
              <p:cNvGrpSpPr/>
              <p:nvPr/>
            </p:nvGrpSpPr>
            <p:grpSpPr>
              <a:xfrm>
                <a:off x="5264088" y="3188237"/>
                <a:ext cx="37776" cy="32357"/>
                <a:chOff x="5264088" y="3188237"/>
                <a:chExt cx="37776" cy="32357"/>
              </a:xfrm>
            </p:grpSpPr>
            <p:sp>
              <p:nvSpPr>
                <p:cNvPr id="8022" name="Google Shape;8022;p66"/>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23" name="Google Shape;8023;p66"/>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24" name="Google Shape;8024;p66"/>
              <p:cNvGrpSpPr/>
              <p:nvPr/>
            </p:nvGrpSpPr>
            <p:grpSpPr>
              <a:xfrm>
                <a:off x="5585758" y="3237425"/>
                <a:ext cx="37878" cy="32357"/>
                <a:chOff x="5585758" y="3237425"/>
                <a:chExt cx="37878" cy="32357"/>
              </a:xfrm>
            </p:grpSpPr>
            <p:sp>
              <p:nvSpPr>
                <p:cNvPr id="8025" name="Google Shape;8025;p66"/>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26" name="Google Shape;8026;p66"/>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27" name="Google Shape;8027;p66"/>
              <p:cNvGrpSpPr/>
              <p:nvPr/>
            </p:nvGrpSpPr>
            <p:grpSpPr>
              <a:xfrm>
                <a:off x="4874196" y="3291088"/>
                <a:ext cx="37878" cy="32451"/>
                <a:chOff x="4874196" y="3291088"/>
                <a:chExt cx="37878" cy="32451"/>
              </a:xfrm>
            </p:grpSpPr>
            <p:sp>
              <p:nvSpPr>
                <p:cNvPr id="8028" name="Google Shape;8028;p66"/>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29" name="Google Shape;8029;p66"/>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30" name="Google Shape;8030;p66"/>
              <p:cNvGrpSpPr/>
              <p:nvPr/>
            </p:nvGrpSpPr>
            <p:grpSpPr>
              <a:xfrm>
                <a:off x="5197770" y="3785466"/>
                <a:ext cx="37783" cy="32427"/>
                <a:chOff x="5197770" y="3785466"/>
                <a:chExt cx="37783" cy="32427"/>
              </a:xfrm>
            </p:grpSpPr>
            <p:sp>
              <p:nvSpPr>
                <p:cNvPr id="8031" name="Google Shape;8031;p66"/>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32" name="Google Shape;8032;p66"/>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33" name="Google Shape;8033;p66"/>
              <p:cNvGrpSpPr/>
              <p:nvPr/>
            </p:nvGrpSpPr>
            <p:grpSpPr>
              <a:xfrm>
                <a:off x="5177699" y="3492117"/>
                <a:ext cx="37776" cy="32357"/>
                <a:chOff x="5177699" y="3492117"/>
                <a:chExt cx="37776" cy="32357"/>
              </a:xfrm>
            </p:grpSpPr>
            <p:sp>
              <p:nvSpPr>
                <p:cNvPr id="8034" name="Google Shape;8034;p66"/>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35" name="Google Shape;8035;p66"/>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36" name="Google Shape;8036;p66"/>
              <p:cNvGrpSpPr/>
              <p:nvPr/>
            </p:nvGrpSpPr>
            <p:grpSpPr>
              <a:xfrm>
                <a:off x="5349431" y="3622346"/>
                <a:ext cx="37870" cy="32380"/>
                <a:chOff x="5349431" y="3622346"/>
                <a:chExt cx="37870" cy="32380"/>
              </a:xfrm>
            </p:grpSpPr>
            <p:sp>
              <p:nvSpPr>
                <p:cNvPr id="8037" name="Google Shape;8037;p66"/>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38" name="Google Shape;8038;p66"/>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39" name="Google Shape;8039;p66"/>
              <p:cNvGrpSpPr/>
              <p:nvPr/>
            </p:nvGrpSpPr>
            <p:grpSpPr>
              <a:xfrm>
                <a:off x="5068855" y="3563980"/>
                <a:ext cx="53954" cy="46223"/>
                <a:chOff x="5068855" y="3563980"/>
                <a:chExt cx="53954" cy="46223"/>
              </a:xfrm>
            </p:grpSpPr>
            <p:sp>
              <p:nvSpPr>
                <p:cNvPr id="8040" name="Google Shape;8040;p66"/>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41" name="Google Shape;8041;p66"/>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42" name="Google Shape;8042;p66"/>
              <p:cNvGrpSpPr/>
              <p:nvPr/>
            </p:nvGrpSpPr>
            <p:grpSpPr>
              <a:xfrm>
                <a:off x="5037654" y="3392507"/>
                <a:ext cx="37870" cy="32451"/>
                <a:chOff x="5037654" y="3392507"/>
                <a:chExt cx="37870" cy="32451"/>
              </a:xfrm>
            </p:grpSpPr>
            <p:sp>
              <p:nvSpPr>
                <p:cNvPr id="8043" name="Google Shape;8043;p66"/>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44" name="Google Shape;8044;p66"/>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45" name="Google Shape;8045;p66"/>
              <p:cNvGrpSpPr/>
              <p:nvPr/>
            </p:nvGrpSpPr>
            <p:grpSpPr>
              <a:xfrm>
                <a:off x="5456560" y="3368629"/>
                <a:ext cx="37870" cy="32451"/>
                <a:chOff x="5456560" y="3368629"/>
                <a:chExt cx="37870" cy="32451"/>
              </a:xfrm>
            </p:grpSpPr>
            <p:sp>
              <p:nvSpPr>
                <p:cNvPr id="8046" name="Google Shape;8046;p66"/>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47" name="Google Shape;8047;p66"/>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48" name="Google Shape;8048;p66"/>
              <p:cNvGrpSpPr/>
              <p:nvPr/>
            </p:nvGrpSpPr>
            <p:grpSpPr>
              <a:xfrm>
                <a:off x="4755749" y="3501516"/>
                <a:ext cx="46246" cy="39608"/>
                <a:chOff x="4755749" y="3501516"/>
                <a:chExt cx="46246" cy="39608"/>
              </a:xfrm>
            </p:grpSpPr>
            <p:sp>
              <p:nvSpPr>
                <p:cNvPr id="8049" name="Google Shape;8049;p66"/>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50" name="Google Shape;8050;p66"/>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51" name="Google Shape;8051;p66"/>
              <p:cNvGrpSpPr/>
              <p:nvPr/>
            </p:nvGrpSpPr>
            <p:grpSpPr>
              <a:xfrm>
                <a:off x="4681346" y="3485582"/>
                <a:ext cx="37783" cy="32427"/>
                <a:chOff x="4681346" y="3485582"/>
                <a:chExt cx="37783" cy="32427"/>
              </a:xfrm>
            </p:grpSpPr>
            <p:sp>
              <p:nvSpPr>
                <p:cNvPr id="8052" name="Google Shape;8052;p66"/>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53" name="Google Shape;8053;p66"/>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54" name="Google Shape;8054;p66"/>
              <p:cNvGrpSpPr/>
              <p:nvPr/>
            </p:nvGrpSpPr>
            <p:grpSpPr>
              <a:xfrm>
                <a:off x="4767067" y="3291088"/>
                <a:ext cx="37878" cy="32451"/>
                <a:chOff x="4767067" y="3291088"/>
                <a:chExt cx="37878" cy="32451"/>
              </a:xfrm>
            </p:grpSpPr>
            <p:sp>
              <p:nvSpPr>
                <p:cNvPr id="8055" name="Google Shape;8055;p66"/>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56" name="Google Shape;8056;p66"/>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57" name="Google Shape;8057;p66"/>
              <p:cNvGrpSpPr/>
              <p:nvPr/>
            </p:nvGrpSpPr>
            <p:grpSpPr>
              <a:xfrm>
                <a:off x="4687819" y="3405539"/>
                <a:ext cx="37776" cy="32451"/>
                <a:chOff x="4687819" y="3405539"/>
                <a:chExt cx="37776" cy="32451"/>
              </a:xfrm>
            </p:grpSpPr>
            <p:sp>
              <p:nvSpPr>
                <p:cNvPr id="8058" name="Google Shape;8058;p66"/>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59" name="Google Shape;8059;p66"/>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60" name="Google Shape;8060;p66"/>
              <p:cNvGrpSpPr/>
              <p:nvPr/>
            </p:nvGrpSpPr>
            <p:grpSpPr>
              <a:xfrm>
                <a:off x="4923101" y="3444809"/>
                <a:ext cx="52813" cy="45318"/>
                <a:chOff x="4923101" y="3444809"/>
                <a:chExt cx="52813" cy="45318"/>
              </a:xfrm>
            </p:grpSpPr>
            <p:sp>
              <p:nvSpPr>
                <p:cNvPr id="8061" name="Google Shape;8061;p66"/>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62" name="Google Shape;8062;p66"/>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63" name="Google Shape;8063;p66"/>
              <p:cNvGrpSpPr/>
              <p:nvPr/>
            </p:nvGrpSpPr>
            <p:grpSpPr>
              <a:xfrm>
                <a:off x="4846040" y="3654750"/>
                <a:ext cx="31405" cy="26993"/>
                <a:chOff x="4846040" y="3654750"/>
                <a:chExt cx="31405" cy="26993"/>
              </a:xfrm>
            </p:grpSpPr>
            <p:sp>
              <p:nvSpPr>
                <p:cNvPr id="8064" name="Google Shape;8064;p66"/>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65" name="Google Shape;8065;p66"/>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66" name="Google Shape;8066;p66"/>
              <p:cNvGrpSpPr/>
              <p:nvPr/>
            </p:nvGrpSpPr>
            <p:grpSpPr>
              <a:xfrm>
                <a:off x="4925673" y="3691700"/>
                <a:ext cx="40253" cy="34472"/>
                <a:chOff x="4925673" y="3691700"/>
                <a:chExt cx="40253" cy="34472"/>
              </a:xfrm>
            </p:grpSpPr>
            <p:sp>
              <p:nvSpPr>
                <p:cNvPr id="8067" name="Google Shape;8067;p66"/>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68" name="Google Shape;8068;p66"/>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69" name="Google Shape;8069;p66"/>
              <p:cNvGrpSpPr/>
              <p:nvPr/>
            </p:nvGrpSpPr>
            <p:grpSpPr>
              <a:xfrm>
                <a:off x="4894653" y="3740848"/>
                <a:ext cx="31405" cy="26906"/>
                <a:chOff x="4894653" y="3740848"/>
                <a:chExt cx="31405" cy="26906"/>
              </a:xfrm>
            </p:grpSpPr>
            <p:sp>
              <p:nvSpPr>
                <p:cNvPr id="8070" name="Google Shape;8070;p66"/>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71" name="Google Shape;8071;p66"/>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72" name="Google Shape;8072;p66"/>
              <p:cNvGrpSpPr/>
              <p:nvPr/>
            </p:nvGrpSpPr>
            <p:grpSpPr>
              <a:xfrm>
                <a:off x="4962300" y="3696348"/>
                <a:ext cx="38255" cy="32773"/>
                <a:chOff x="4962300" y="3696348"/>
                <a:chExt cx="38255" cy="32773"/>
              </a:xfrm>
            </p:grpSpPr>
            <p:sp>
              <p:nvSpPr>
                <p:cNvPr id="8073" name="Google Shape;8073;p66"/>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74" name="Google Shape;8074;p66"/>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75" name="Google Shape;8075;p66"/>
              <p:cNvGrpSpPr/>
              <p:nvPr/>
            </p:nvGrpSpPr>
            <p:grpSpPr>
              <a:xfrm>
                <a:off x="4980185" y="3743349"/>
                <a:ext cx="31499" cy="26969"/>
                <a:chOff x="4980185" y="3743349"/>
                <a:chExt cx="31499" cy="26969"/>
              </a:xfrm>
            </p:grpSpPr>
            <p:sp>
              <p:nvSpPr>
                <p:cNvPr id="8076" name="Google Shape;8076;p66"/>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77" name="Google Shape;8077;p66"/>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78" name="Google Shape;8078;p66"/>
              <p:cNvGrpSpPr/>
              <p:nvPr/>
            </p:nvGrpSpPr>
            <p:grpSpPr>
              <a:xfrm>
                <a:off x="5013768" y="3734312"/>
                <a:ext cx="31499" cy="26969"/>
                <a:chOff x="5013768" y="3734312"/>
                <a:chExt cx="31499" cy="26969"/>
              </a:xfrm>
            </p:grpSpPr>
            <p:sp>
              <p:nvSpPr>
                <p:cNvPr id="8079" name="Google Shape;8079;p66"/>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80" name="Google Shape;8080;p66"/>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81" name="Google Shape;8081;p66"/>
              <p:cNvGrpSpPr/>
              <p:nvPr/>
            </p:nvGrpSpPr>
            <p:grpSpPr>
              <a:xfrm>
                <a:off x="5036703" y="3764545"/>
                <a:ext cx="31499" cy="26898"/>
                <a:chOff x="5036703" y="3764545"/>
                <a:chExt cx="31499" cy="26898"/>
              </a:xfrm>
            </p:grpSpPr>
            <p:sp>
              <p:nvSpPr>
                <p:cNvPr id="8082" name="Google Shape;8082;p66"/>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83" name="Google Shape;8083;p66"/>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84" name="Google Shape;8084;p66"/>
              <p:cNvGrpSpPr/>
              <p:nvPr/>
            </p:nvGrpSpPr>
            <p:grpSpPr>
              <a:xfrm>
                <a:off x="4953546" y="3768352"/>
                <a:ext cx="31405" cy="26898"/>
                <a:chOff x="4953546" y="3768352"/>
                <a:chExt cx="31405" cy="26898"/>
              </a:xfrm>
            </p:grpSpPr>
            <p:sp>
              <p:nvSpPr>
                <p:cNvPr id="8085" name="Google Shape;8085;p66"/>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86" name="Google Shape;8086;p66"/>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87" name="Google Shape;8087;p66"/>
              <p:cNvGrpSpPr/>
              <p:nvPr/>
            </p:nvGrpSpPr>
            <p:grpSpPr>
              <a:xfrm>
                <a:off x="4964770" y="3814016"/>
                <a:ext cx="31499" cy="26993"/>
                <a:chOff x="4964770" y="3814016"/>
                <a:chExt cx="31499" cy="26993"/>
              </a:xfrm>
            </p:grpSpPr>
            <p:sp>
              <p:nvSpPr>
                <p:cNvPr id="8088" name="Google Shape;8088;p66"/>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89" name="Google Shape;8089;p66"/>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90" name="Google Shape;8090;p66"/>
              <p:cNvGrpSpPr/>
              <p:nvPr/>
            </p:nvGrpSpPr>
            <p:grpSpPr>
              <a:xfrm>
                <a:off x="4923290" y="3800504"/>
                <a:ext cx="31468" cy="26898"/>
                <a:chOff x="4923290" y="3800504"/>
                <a:chExt cx="31468" cy="26898"/>
              </a:xfrm>
            </p:grpSpPr>
            <p:sp>
              <p:nvSpPr>
                <p:cNvPr id="8091" name="Google Shape;8091;p66"/>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92" name="Google Shape;8092;p66"/>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93" name="Google Shape;8093;p66"/>
              <p:cNvGrpSpPr/>
              <p:nvPr/>
            </p:nvGrpSpPr>
            <p:grpSpPr>
              <a:xfrm>
                <a:off x="5108534" y="3650943"/>
                <a:ext cx="31405" cy="26993"/>
                <a:chOff x="5108534" y="3650943"/>
                <a:chExt cx="31405" cy="26993"/>
              </a:xfrm>
            </p:grpSpPr>
            <p:sp>
              <p:nvSpPr>
                <p:cNvPr id="8094" name="Google Shape;8094;p66"/>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95" name="Google Shape;8095;p66"/>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96" name="Google Shape;8096;p66"/>
              <p:cNvGrpSpPr/>
              <p:nvPr/>
            </p:nvGrpSpPr>
            <p:grpSpPr>
              <a:xfrm>
                <a:off x="5119380" y="3760739"/>
                <a:ext cx="31499" cy="26993"/>
                <a:chOff x="5119380" y="3760739"/>
                <a:chExt cx="31499" cy="26993"/>
              </a:xfrm>
            </p:grpSpPr>
            <p:sp>
              <p:nvSpPr>
                <p:cNvPr id="8097" name="Google Shape;8097;p66"/>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098" name="Google Shape;8098;p66"/>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099" name="Google Shape;8099;p66"/>
              <p:cNvGrpSpPr/>
              <p:nvPr/>
            </p:nvGrpSpPr>
            <p:grpSpPr>
              <a:xfrm>
                <a:off x="5119380" y="3788235"/>
                <a:ext cx="31499" cy="26993"/>
                <a:chOff x="5119380" y="3788235"/>
                <a:chExt cx="31499" cy="26993"/>
              </a:xfrm>
            </p:grpSpPr>
            <p:sp>
              <p:nvSpPr>
                <p:cNvPr id="8100" name="Google Shape;8100;p66"/>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01" name="Google Shape;8101;p66"/>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02" name="Google Shape;8102;p66"/>
              <p:cNvGrpSpPr/>
              <p:nvPr/>
            </p:nvGrpSpPr>
            <p:grpSpPr>
              <a:xfrm>
                <a:off x="5158005" y="3875284"/>
                <a:ext cx="31405" cy="27001"/>
                <a:chOff x="5158005" y="3875284"/>
                <a:chExt cx="31405" cy="27001"/>
              </a:xfrm>
            </p:grpSpPr>
            <p:sp>
              <p:nvSpPr>
                <p:cNvPr id="8103" name="Google Shape;8103;p66"/>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04" name="Google Shape;8104;p66"/>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05" name="Google Shape;8105;p66"/>
              <p:cNvGrpSpPr/>
              <p:nvPr/>
            </p:nvGrpSpPr>
            <p:grpSpPr>
              <a:xfrm>
                <a:off x="5233163" y="3764545"/>
                <a:ext cx="31499" cy="26898"/>
                <a:chOff x="5233163" y="3764545"/>
                <a:chExt cx="31499" cy="26898"/>
              </a:xfrm>
            </p:grpSpPr>
            <p:sp>
              <p:nvSpPr>
                <p:cNvPr id="8106" name="Google Shape;8106;p66"/>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07" name="Google Shape;8107;p66"/>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08" name="Google Shape;8108;p66"/>
              <p:cNvGrpSpPr/>
              <p:nvPr/>
            </p:nvGrpSpPr>
            <p:grpSpPr>
              <a:xfrm>
                <a:off x="5276168" y="3805545"/>
                <a:ext cx="31499" cy="26906"/>
                <a:chOff x="5276168" y="3805545"/>
                <a:chExt cx="31499" cy="26906"/>
              </a:xfrm>
            </p:grpSpPr>
            <p:sp>
              <p:nvSpPr>
                <p:cNvPr id="8109" name="Google Shape;8109;p66"/>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10" name="Google Shape;8110;p66"/>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11" name="Google Shape;8111;p66"/>
              <p:cNvGrpSpPr/>
              <p:nvPr/>
            </p:nvGrpSpPr>
            <p:grpSpPr>
              <a:xfrm>
                <a:off x="5294053" y="3851933"/>
                <a:ext cx="31405" cy="26945"/>
                <a:chOff x="5294053" y="3851933"/>
                <a:chExt cx="31405" cy="26945"/>
              </a:xfrm>
            </p:grpSpPr>
            <p:sp>
              <p:nvSpPr>
                <p:cNvPr id="8112" name="Google Shape;8112;p66"/>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13" name="Google Shape;8113;p66"/>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14" name="Google Shape;8114;p66"/>
              <p:cNvGrpSpPr/>
              <p:nvPr/>
            </p:nvGrpSpPr>
            <p:grpSpPr>
              <a:xfrm>
                <a:off x="5341723" y="3851902"/>
                <a:ext cx="31405" cy="26977"/>
                <a:chOff x="5341723" y="3851902"/>
                <a:chExt cx="31405" cy="26977"/>
              </a:xfrm>
            </p:grpSpPr>
            <p:sp>
              <p:nvSpPr>
                <p:cNvPr id="8115" name="Google Shape;8115;p66"/>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16" name="Google Shape;8116;p66"/>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17" name="Google Shape;8117;p66"/>
              <p:cNvGrpSpPr/>
              <p:nvPr/>
            </p:nvGrpSpPr>
            <p:grpSpPr>
              <a:xfrm>
                <a:off x="5054871" y="3507855"/>
                <a:ext cx="31405" cy="26993"/>
                <a:chOff x="5054871" y="3507855"/>
                <a:chExt cx="31405" cy="26993"/>
              </a:xfrm>
            </p:grpSpPr>
            <p:sp>
              <p:nvSpPr>
                <p:cNvPr id="8118" name="Google Shape;8118;p66"/>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19" name="Google Shape;8119;p66"/>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20" name="Google Shape;8120;p66"/>
              <p:cNvGrpSpPr/>
              <p:nvPr/>
            </p:nvGrpSpPr>
            <p:grpSpPr>
              <a:xfrm>
                <a:off x="4876579" y="3675325"/>
                <a:ext cx="31405" cy="26969"/>
                <a:chOff x="4876579" y="3675325"/>
                <a:chExt cx="31405" cy="26969"/>
              </a:xfrm>
            </p:grpSpPr>
            <p:sp>
              <p:nvSpPr>
                <p:cNvPr id="8121" name="Google Shape;8121;p66"/>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22" name="Google Shape;8122;p66"/>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23" name="Google Shape;8123;p66"/>
              <p:cNvGrpSpPr/>
              <p:nvPr/>
            </p:nvGrpSpPr>
            <p:grpSpPr>
              <a:xfrm>
                <a:off x="4842233" y="3688333"/>
                <a:ext cx="31405" cy="26993"/>
                <a:chOff x="4842233" y="3688333"/>
                <a:chExt cx="31405" cy="26993"/>
              </a:xfrm>
            </p:grpSpPr>
            <p:sp>
              <p:nvSpPr>
                <p:cNvPr id="8124" name="Google Shape;8124;p66"/>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25" name="Google Shape;8125;p66"/>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26" name="Google Shape;8126;p66"/>
              <p:cNvGrpSpPr/>
              <p:nvPr/>
            </p:nvGrpSpPr>
            <p:grpSpPr>
              <a:xfrm>
                <a:off x="5187876" y="3608032"/>
                <a:ext cx="31405" cy="27001"/>
                <a:chOff x="5187876" y="3608032"/>
                <a:chExt cx="31405" cy="27001"/>
              </a:xfrm>
            </p:grpSpPr>
            <p:sp>
              <p:nvSpPr>
                <p:cNvPr id="8127" name="Google Shape;8127;p66"/>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28" name="Google Shape;8128;p66"/>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8129" name="Google Shape;8129;p66"/>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30" name="Google Shape;8130;p66"/>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8131" name="Google Shape;8131;p66"/>
              <p:cNvGrpSpPr/>
              <p:nvPr/>
            </p:nvGrpSpPr>
            <p:grpSpPr>
              <a:xfrm>
                <a:off x="5269224" y="3304167"/>
                <a:ext cx="40253" cy="34402"/>
                <a:chOff x="5269224" y="3304167"/>
                <a:chExt cx="40253" cy="34402"/>
              </a:xfrm>
            </p:grpSpPr>
            <p:sp>
              <p:nvSpPr>
                <p:cNvPr id="8132" name="Google Shape;8132;p66"/>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33" name="Google Shape;8133;p66"/>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34" name="Google Shape;8134;p66"/>
              <p:cNvGrpSpPr/>
              <p:nvPr/>
            </p:nvGrpSpPr>
            <p:grpSpPr>
              <a:xfrm>
                <a:off x="5327354" y="3476615"/>
                <a:ext cx="49864" cy="42723"/>
                <a:chOff x="5327354" y="3476615"/>
                <a:chExt cx="49864" cy="42723"/>
              </a:xfrm>
            </p:grpSpPr>
            <p:sp>
              <p:nvSpPr>
                <p:cNvPr id="8135" name="Google Shape;8135;p66"/>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36" name="Google Shape;8136;p66"/>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8137" name="Google Shape;8137;p66"/>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38" name="Google Shape;8138;p66"/>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8139" name="Google Shape;8139;p66"/>
              <p:cNvGrpSpPr/>
              <p:nvPr/>
            </p:nvGrpSpPr>
            <p:grpSpPr>
              <a:xfrm>
                <a:off x="5341723" y="3775957"/>
                <a:ext cx="31405" cy="26898"/>
                <a:chOff x="5341723" y="3775957"/>
                <a:chExt cx="31405" cy="26898"/>
              </a:xfrm>
            </p:grpSpPr>
            <p:sp>
              <p:nvSpPr>
                <p:cNvPr id="8140" name="Google Shape;8140;p66"/>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41" name="Google Shape;8141;p66"/>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42" name="Google Shape;8142;p66"/>
              <p:cNvGrpSpPr/>
              <p:nvPr/>
            </p:nvGrpSpPr>
            <p:grpSpPr>
              <a:xfrm>
                <a:off x="5439053" y="3699274"/>
                <a:ext cx="31405" cy="26898"/>
                <a:chOff x="5439053" y="3699274"/>
                <a:chExt cx="31405" cy="26898"/>
              </a:xfrm>
            </p:grpSpPr>
            <p:sp>
              <p:nvSpPr>
                <p:cNvPr id="8143" name="Google Shape;8143;p66"/>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44" name="Google Shape;8144;p66"/>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45" name="Google Shape;8145;p66"/>
              <p:cNvGrpSpPr/>
              <p:nvPr/>
            </p:nvGrpSpPr>
            <p:grpSpPr>
              <a:xfrm>
                <a:off x="5412414" y="3622307"/>
                <a:ext cx="31499" cy="26993"/>
                <a:chOff x="5412414" y="3622307"/>
                <a:chExt cx="31499" cy="26993"/>
              </a:xfrm>
            </p:grpSpPr>
            <p:sp>
              <p:nvSpPr>
                <p:cNvPr id="8146" name="Google Shape;8146;p66"/>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47" name="Google Shape;8147;p66"/>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48" name="Google Shape;8148;p66"/>
              <p:cNvGrpSpPr/>
              <p:nvPr/>
            </p:nvGrpSpPr>
            <p:grpSpPr>
              <a:xfrm>
                <a:off x="5476254" y="3473949"/>
                <a:ext cx="26835" cy="26930"/>
                <a:chOff x="5476254" y="3473949"/>
                <a:chExt cx="26835" cy="26930"/>
              </a:xfrm>
            </p:grpSpPr>
            <p:sp>
              <p:nvSpPr>
                <p:cNvPr id="8149" name="Google Shape;8149;p66"/>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50" name="Google Shape;8150;p66"/>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51" name="Google Shape;8151;p66"/>
              <p:cNvGrpSpPr/>
              <p:nvPr/>
            </p:nvGrpSpPr>
            <p:grpSpPr>
              <a:xfrm>
                <a:off x="5564547" y="3481594"/>
                <a:ext cx="31397" cy="26898"/>
                <a:chOff x="5564547" y="3481594"/>
                <a:chExt cx="31397" cy="26898"/>
              </a:xfrm>
            </p:grpSpPr>
            <p:sp>
              <p:nvSpPr>
                <p:cNvPr id="8152" name="Google Shape;8152;p66"/>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53" name="Google Shape;8153;p66"/>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54" name="Google Shape;8154;p66"/>
              <p:cNvGrpSpPr/>
              <p:nvPr/>
            </p:nvGrpSpPr>
            <p:grpSpPr>
              <a:xfrm>
                <a:off x="5534101" y="3470174"/>
                <a:ext cx="31397" cy="26906"/>
                <a:chOff x="5534101" y="3470174"/>
                <a:chExt cx="31397" cy="26906"/>
              </a:xfrm>
            </p:grpSpPr>
            <p:sp>
              <p:nvSpPr>
                <p:cNvPr id="8155" name="Google Shape;8155;p66"/>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56" name="Google Shape;8156;p66"/>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57" name="Google Shape;8157;p66"/>
              <p:cNvGrpSpPr/>
              <p:nvPr/>
            </p:nvGrpSpPr>
            <p:grpSpPr>
              <a:xfrm>
                <a:off x="5610879" y="3314486"/>
                <a:ext cx="31499" cy="26938"/>
                <a:chOff x="5610879" y="3314486"/>
                <a:chExt cx="31499" cy="26938"/>
              </a:xfrm>
            </p:grpSpPr>
            <p:sp>
              <p:nvSpPr>
                <p:cNvPr id="8158" name="Google Shape;8158;p66"/>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59" name="Google Shape;8159;p66"/>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60" name="Google Shape;8160;p66"/>
              <p:cNvGrpSpPr/>
              <p:nvPr/>
            </p:nvGrpSpPr>
            <p:grpSpPr>
              <a:xfrm>
                <a:off x="4834525" y="3501382"/>
                <a:ext cx="31499" cy="26898"/>
                <a:chOff x="4834525" y="3501382"/>
                <a:chExt cx="31499" cy="26898"/>
              </a:xfrm>
            </p:grpSpPr>
            <p:sp>
              <p:nvSpPr>
                <p:cNvPr id="8161" name="Google Shape;8161;p66"/>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62" name="Google Shape;8162;p66"/>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63" name="Google Shape;8163;p66"/>
              <p:cNvGrpSpPr/>
              <p:nvPr/>
            </p:nvGrpSpPr>
            <p:grpSpPr>
              <a:xfrm>
                <a:off x="4898460" y="3580158"/>
                <a:ext cx="31405" cy="26898"/>
                <a:chOff x="4898460" y="3580158"/>
                <a:chExt cx="31405" cy="26898"/>
              </a:xfrm>
            </p:grpSpPr>
            <p:sp>
              <p:nvSpPr>
                <p:cNvPr id="8164" name="Google Shape;8164;p66"/>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65" name="Google Shape;8165;p66"/>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66" name="Google Shape;8166;p66"/>
              <p:cNvGrpSpPr/>
              <p:nvPr/>
            </p:nvGrpSpPr>
            <p:grpSpPr>
              <a:xfrm>
                <a:off x="4882667" y="3608032"/>
                <a:ext cx="31499" cy="27001"/>
                <a:chOff x="4882667" y="3608032"/>
                <a:chExt cx="31499" cy="27001"/>
              </a:xfrm>
            </p:grpSpPr>
            <p:sp>
              <p:nvSpPr>
                <p:cNvPr id="8167" name="Google Shape;8167;p66"/>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68" name="Google Shape;8168;p66"/>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69" name="Google Shape;8169;p66"/>
              <p:cNvGrpSpPr/>
              <p:nvPr/>
            </p:nvGrpSpPr>
            <p:grpSpPr>
              <a:xfrm>
                <a:off x="4843373" y="3631407"/>
                <a:ext cx="16273" cy="16186"/>
                <a:chOff x="4843373" y="3631407"/>
                <a:chExt cx="16273" cy="16186"/>
              </a:xfrm>
            </p:grpSpPr>
            <p:sp>
              <p:nvSpPr>
                <p:cNvPr id="8170" name="Google Shape;8170;p66"/>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71" name="Google Shape;8171;p66"/>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72" name="Google Shape;8172;p66"/>
              <p:cNvGrpSpPr/>
              <p:nvPr/>
            </p:nvGrpSpPr>
            <p:grpSpPr>
              <a:xfrm>
                <a:off x="4727773" y="3591578"/>
                <a:ext cx="31499" cy="26898"/>
                <a:chOff x="4727773" y="3591578"/>
                <a:chExt cx="31499" cy="26898"/>
              </a:xfrm>
            </p:grpSpPr>
            <p:sp>
              <p:nvSpPr>
                <p:cNvPr id="8173" name="Google Shape;8173;p66"/>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74" name="Google Shape;8174;p66"/>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8175" name="Google Shape;8175;p66"/>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76" name="Google Shape;8176;p66"/>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8177" name="Google Shape;8177;p66"/>
              <p:cNvGrpSpPr/>
              <p:nvPr/>
            </p:nvGrpSpPr>
            <p:grpSpPr>
              <a:xfrm>
                <a:off x="4609421" y="3577398"/>
                <a:ext cx="31499" cy="27001"/>
                <a:chOff x="4609421" y="3577398"/>
                <a:chExt cx="31499" cy="27001"/>
              </a:xfrm>
            </p:grpSpPr>
            <p:sp>
              <p:nvSpPr>
                <p:cNvPr id="8178" name="Google Shape;8178;p66"/>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79" name="Google Shape;8179;p66"/>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80" name="Google Shape;8180;p66"/>
              <p:cNvGrpSpPr/>
              <p:nvPr/>
            </p:nvGrpSpPr>
            <p:grpSpPr>
              <a:xfrm>
                <a:off x="4649289" y="3577398"/>
                <a:ext cx="31499" cy="27001"/>
                <a:chOff x="4649289" y="3577398"/>
                <a:chExt cx="31499" cy="27001"/>
              </a:xfrm>
            </p:grpSpPr>
            <p:sp>
              <p:nvSpPr>
                <p:cNvPr id="8181" name="Google Shape;8181;p66"/>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82" name="Google Shape;8182;p66"/>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83" name="Google Shape;8183;p66"/>
              <p:cNvGrpSpPr/>
              <p:nvPr/>
            </p:nvGrpSpPr>
            <p:grpSpPr>
              <a:xfrm>
                <a:off x="4605614" y="3639523"/>
                <a:ext cx="31499" cy="26906"/>
                <a:chOff x="4605614" y="3639523"/>
                <a:chExt cx="31499" cy="26906"/>
              </a:xfrm>
            </p:grpSpPr>
            <p:sp>
              <p:nvSpPr>
                <p:cNvPr id="8184" name="Google Shape;8184;p66"/>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85" name="Google Shape;8185;p66"/>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86" name="Google Shape;8186;p66"/>
              <p:cNvGrpSpPr/>
              <p:nvPr/>
            </p:nvGrpSpPr>
            <p:grpSpPr>
              <a:xfrm>
                <a:off x="4785149" y="3618846"/>
                <a:ext cx="26930" cy="26843"/>
                <a:chOff x="4785149" y="3618846"/>
                <a:chExt cx="26930" cy="26843"/>
              </a:xfrm>
            </p:grpSpPr>
            <p:sp>
              <p:nvSpPr>
                <p:cNvPr id="8187" name="Google Shape;8187;p66"/>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88" name="Google Shape;8188;p66"/>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89" name="Google Shape;8189;p66"/>
              <p:cNvGrpSpPr/>
              <p:nvPr/>
            </p:nvGrpSpPr>
            <p:grpSpPr>
              <a:xfrm>
                <a:off x="4810167" y="3601567"/>
                <a:ext cx="31405" cy="26898"/>
                <a:chOff x="4810167" y="3601567"/>
                <a:chExt cx="31405" cy="26898"/>
              </a:xfrm>
            </p:grpSpPr>
            <p:sp>
              <p:nvSpPr>
                <p:cNvPr id="8190" name="Google Shape;8190;p66"/>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91" name="Google Shape;8191;p66"/>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92" name="Google Shape;8192;p66"/>
              <p:cNvGrpSpPr/>
              <p:nvPr/>
            </p:nvGrpSpPr>
            <p:grpSpPr>
              <a:xfrm>
                <a:off x="4831002" y="3373230"/>
                <a:ext cx="31405" cy="26898"/>
                <a:chOff x="4831002" y="3373230"/>
                <a:chExt cx="31405" cy="26898"/>
              </a:xfrm>
            </p:grpSpPr>
            <p:sp>
              <p:nvSpPr>
                <p:cNvPr id="8193" name="Google Shape;8193;p66"/>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94" name="Google Shape;8194;p66"/>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95" name="Google Shape;8195;p66"/>
              <p:cNvGrpSpPr/>
              <p:nvPr/>
            </p:nvGrpSpPr>
            <p:grpSpPr>
              <a:xfrm>
                <a:off x="4719311" y="3355054"/>
                <a:ext cx="31499" cy="27001"/>
                <a:chOff x="4719311" y="3355054"/>
                <a:chExt cx="31499" cy="27001"/>
              </a:xfrm>
            </p:grpSpPr>
            <p:sp>
              <p:nvSpPr>
                <p:cNvPr id="8196" name="Google Shape;8196;p66"/>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197" name="Google Shape;8197;p66"/>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198" name="Google Shape;8198;p66"/>
              <p:cNvGrpSpPr/>
              <p:nvPr/>
            </p:nvGrpSpPr>
            <p:grpSpPr>
              <a:xfrm>
                <a:off x="4798755" y="3450260"/>
                <a:ext cx="26930" cy="26930"/>
                <a:chOff x="4798755" y="3450260"/>
                <a:chExt cx="26930" cy="26930"/>
              </a:xfrm>
            </p:grpSpPr>
            <p:sp>
              <p:nvSpPr>
                <p:cNvPr id="8199" name="Google Shape;8199;p66"/>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00" name="Google Shape;8200;p66"/>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201" name="Google Shape;8201;p66"/>
              <p:cNvGrpSpPr/>
              <p:nvPr/>
            </p:nvGrpSpPr>
            <p:grpSpPr>
              <a:xfrm>
                <a:off x="4645576" y="3467555"/>
                <a:ext cx="31405" cy="26953"/>
                <a:chOff x="4645576" y="3467555"/>
                <a:chExt cx="31405" cy="26953"/>
              </a:xfrm>
            </p:grpSpPr>
            <p:sp>
              <p:nvSpPr>
                <p:cNvPr id="8202" name="Google Shape;8202;p66"/>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03" name="Google Shape;8203;p66"/>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204" name="Google Shape;8204;p66"/>
              <p:cNvGrpSpPr/>
              <p:nvPr/>
            </p:nvGrpSpPr>
            <p:grpSpPr>
              <a:xfrm>
                <a:off x="4687631" y="3583965"/>
                <a:ext cx="31499" cy="26898"/>
                <a:chOff x="4687631" y="3583965"/>
                <a:chExt cx="31499" cy="26898"/>
              </a:xfrm>
            </p:grpSpPr>
            <p:sp>
              <p:nvSpPr>
                <p:cNvPr id="8205" name="Google Shape;8205;p66"/>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06" name="Google Shape;8206;p66"/>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207" name="Google Shape;8207;p66"/>
              <p:cNvGrpSpPr/>
              <p:nvPr/>
            </p:nvGrpSpPr>
            <p:grpSpPr>
              <a:xfrm>
                <a:off x="4719311" y="3471314"/>
                <a:ext cx="31499" cy="27001"/>
                <a:chOff x="4719311" y="3471314"/>
                <a:chExt cx="31499" cy="27001"/>
              </a:xfrm>
            </p:grpSpPr>
            <p:sp>
              <p:nvSpPr>
                <p:cNvPr id="8208" name="Google Shape;8208;p66"/>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09" name="Google Shape;8209;p66"/>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210" name="Google Shape;8210;p66"/>
              <p:cNvGrpSpPr/>
              <p:nvPr/>
            </p:nvGrpSpPr>
            <p:grpSpPr>
              <a:xfrm>
                <a:off x="4719311" y="3434404"/>
                <a:ext cx="31499" cy="26898"/>
                <a:chOff x="4719311" y="3434404"/>
                <a:chExt cx="31499" cy="26898"/>
              </a:xfrm>
            </p:grpSpPr>
            <p:sp>
              <p:nvSpPr>
                <p:cNvPr id="8211" name="Google Shape;8211;p66"/>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12" name="Google Shape;8212;p66"/>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213" name="Google Shape;8213;p66"/>
              <p:cNvGrpSpPr/>
              <p:nvPr/>
            </p:nvGrpSpPr>
            <p:grpSpPr>
              <a:xfrm>
                <a:off x="4768876" y="3401772"/>
                <a:ext cx="31499" cy="26898"/>
                <a:chOff x="4768876" y="3401772"/>
                <a:chExt cx="31499" cy="26898"/>
              </a:xfrm>
            </p:grpSpPr>
            <p:sp>
              <p:nvSpPr>
                <p:cNvPr id="8214" name="Google Shape;8214;p66"/>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15" name="Google Shape;8215;p66"/>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216" name="Google Shape;8216;p66"/>
              <p:cNvGrpSpPr/>
              <p:nvPr/>
            </p:nvGrpSpPr>
            <p:grpSpPr>
              <a:xfrm>
                <a:off x="4762214" y="3471377"/>
                <a:ext cx="26938" cy="26938"/>
                <a:chOff x="4762214" y="3471377"/>
                <a:chExt cx="26938" cy="26938"/>
              </a:xfrm>
            </p:grpSpPr>
            <p:sp>
              <p:nvSpPr>
                <p:cNvPr id="8217" name="Google Shape;8217;p66"/>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18" name="Google Shape;8218;p66"/>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219" name="Google Shape;8219;p66"/>
              <p:cNvGrpSpPr/>
              <p:nvPr/>
            </p:nvGrpSpPr>
            <p:grpSpPr>
              <a:xfrm>
                <a:off x="4790473" y="3344782"/>
                <a:ext cx="31405" cy="26898"/>
                <a:chOff x="4790473" y="3344782"/>
                <a:chExt cx="31405" cy="26898"/>
              </a:xfrm>
            </p:grpSpPr>
            <p:sp>
              <p:nvSpPr>
                <p:cNvPr id="8220" name="Google Shape;8220;p66"/>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21" name="Google Shape;8221;p66"/>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222" name="Google Shape;8222;p66"/>
              <p:cNvGrpSpPr/>
              <p:nvPr/>
            </p:nvGrpSpPr>
            <p:grpSpPr>
              <a:xfrm>
                <a:off x="4823774" y="3950733"/>
                <a:ext cx="37398" cy="32034"/>
                <a:chOff x="4823774" y="3950733"/>
                <a:chExt cx="37398" cy="32034"/>
              </a:xfrm>
            </p:grpSpPr>
            <p:sp>
              <p:nvSpPr>
                <p:cNvPr id="8223" name="Google Shape;8223;p66"/>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24" name="Google Shape;8224;p66"/>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225" name="Google Shape;8225;p66"/>
              <p:cNvGrpSpPr/>
              <p:nvPr/>
            </p:nvGrpSpPr>
            <p:grpSpPr>
              <a:xfrm>
                <a:off x="4823396" y="4110566"/>
                <a:ext cx="31405" cy="26906"/>
                <a:chOff x="4823396" y="4110566"/>
                <a:chExt cx="31405" cy="26906"/>
              </a:xfrm>
            </p:grpSpPr>
            <p:sp>
              <p:nvSpPr>
                <p:cNvPr id="8226" name="Google Shape;8226;p66"/>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27" name="Google Shape;8227;p66"/>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228" name="Google Shape;8228;p66"/>
              <p:cNvGrpSpPr/>
              <p:nvPr/>
            </p:nvGrpSpPr>
            <p:grpSpPr>
              <a:xfrm>
                <a:off x="4838332" y="3821150"/>
                <a:ext cx="31499" cy="26898"/>
                <a:chOff x="4838332" y="3821150"/>
                <a:chExt cx="31499" cy="26898"/>
              </a:xfrm>
            </p:grpSpPr>
            <p:sp>
              <p:nvSpPr>
                <p:cNvPr id="8229" name="Google Shape;8229;p66"/>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30" name="Google Shape;8230;p66"/>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231" name="Google Shape;8231;p66"/>
              <p:cNvGrpSpPr/>
              <p:nvPr/>
            </p:nvGrpSpPr>
            <p:grpSpPr>
              <a:xfrm>
                <a:off x="4661275" y="3815007"/>
                <a:ext cx="36824" cy="31523"/>
                <a:chOff x="4661275" y="3815007"/>
                <a:chExt cx="36824" cy="31523"/>
              </a:xfrm>
            </p:grpSpPr>
            <p:sp>
              <p:nvSpPr>
                <p:cNvPr id="8232" name="Google Shape;8232;p66"/>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33" name="Google Shape;8233;p66"/>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234" name="Google Shape;8234;p66"/>
              <p:cNvGrpSpPr/>
              <p:nvPr/>
            </p:nvGrpSpPr>
            <p:grpSpPr>
              <a:xfrm>
                <a:off x="4558998" y="3851037"/>
                <a:ext cx="33591" cy="28699"/>
                <a:chOff x="4558998" y="3851037"/>
                <a:chExt cx="33591" cy="28699"/>
              </a:xfrm>
            </p:grpSpPr>
            <p:sp>
              <p:nvSpPr>
                <p:cNvPr id="8235" name="Google Shape;8235;p66"/>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36" name="Google Shape;8236;p66"/>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237" name="Google Shape;8237;p66"/>
              <p:cNvGrpSpPr/>
              <p:nvPr/>
            </p:nvGrpSpPr>
            <p:grpSpPr>
              <a:xfrm>
                <a:off x="4696762" y="3638587"/>
                <a:ext cx="33591" cy="28794"/>
                <a:chOff x="4696762" y="3638587"/>
                <a:chExt cx="33591" cy="28794"/>
              </a:xfrm>
            </p:grpSpPr>
            <p:sp>
              <p:nvSpPr>
                <p:cNvPr id="8238" name="Google Shape;8238;p66"/>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39" name="Google Shape;8239;p66"/>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240" name="Google Shape;8240;p66"/>
              <p:cNvGrpSpPr/>
              <p:nvPr/>
            </p:nvGrpSpPr>
            <p:grpSpPr>
              <a:xfrm>
                <a:off x="4929479" y="3939140"/>
                <a:ext cx="33497" cy="28692"/>
                <a:chOff x="4929479" y="3939140"/>
                <a:chExt cx="33497" cy="28692"/>
              </a:xfrm>
            </p:grpSpPr>
            <p:sp>
              <p:nvSpPr>
                <p:cNvPr id="8241" name="Google Shape;8241;p66"/>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42" name="Google Shape;8242;p66"/>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243" name="Google Shape;8243;p66"/>
              <p:cNvGrpSpPr/>
              <p:nvPr/>
            </p:nvGrpSpPr>
            <p:grpSpPr>
              <a:xfrm>
                <a:off x="4907119" y="3986039"/>
                <a:ext cx="33497" cy="28699"/>
                <a:chOff x="4907119" y="3986039"/>
                <a:chExt cx="33497" cy="28699"/>
              </a:xfrm>
            </p:grpSpPr>
            <p:sp>
              <p:nvSpPr>
                <p:cNvPr id="8244" name="Google Shape;8244;p66"/>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45" name="Google Shape;8245;p66"/>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246" name="Google Shape;8246;p66"/>
              <p:cNvGrpSpPr/>
              <p:nvPr/>
            </p:nvGrpSpPr>
            <p:grpSpPr>
              <a:xfrm>
                <a:off x="4911783" y="4048102"/>
                <a:ext cx="33591" cy="28762"/>
                <a:chOff x="4911783" y="4048102"/>
                <a:chExt cx="33591" cy="28762"/>
              </a:xfrm>
            </p:grpSpPr>
            <p:sp>
              <p:nvSpPr>
                <p:cNvPr id="8247" name="Google Shape;8247;p66"/>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48" name="Google Shape;8248;p66"/>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8249" name="Google Shape;8249;p66"/>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50" name="Google Shape;8250;p66"/>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8251" name="Google Shape;8251;p66"/>
              <p:cNvGrpSpPr/>
              <p:nvPr/>
            </p:nvGrpSpPr>
            <p:grpSpPr>
              <a:xfrm>
                <a:off x="4762623" y="3837847"/>
                <a:ext cx="42416" cy="36273"/>
                <a:chOff x="4762623" y="3837847"/>
                <a:chExt cx="42416" cy="36273"/>
              </a:xfrm>
            </p:grpSpPr>
            <p:sp>
              <p:nvSpPr>
                <p:cNvPr id="8252" name="Google Shape;8252;p66"/>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53" name="Google Shape;8253;p66"/>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254" name="Google Shape;8254;p66"/>
              <p:cNvGrpSpPr/>
              <p:nvPr/>
            </p:nvGrpSpPr>
            <p:grpSpPr>
              <a:xfrm>
                <a:off x="4746044" y="4104966"/>
                <a:ext cx="33497" cy="28699"/>
                <a:chOff x="4746044" y="4104966"/>
                <a:chExt cx="33497" cy="28699"/>
              </a:xfrm>
            </p:grpSpPr>
            <p:sp>
              <p:nvSpPr>
                <p:cNvPr id="8255" name="Google Shape;8255;p66"/>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56" name="Google Shape;8256;p66"/>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257" name="Google Shape;8257;p66"/>
              <p:cNvGrpSpPr/>
              <p:nvPr/>
            </p:nvGrpSpPr>
            <p:grpSpPr>
              <a:xfrm>
                <a:off x="4859646" y="4162554"/>
                <a:ext cx="33591" cy="28762"/>
                <a:chOff x="4859646" y="4162554"/>
                <a:chExt cx="33591" cy="28762"/>
              </a:xfrm>
            </p:grpSpPr>
            <p:sp>
              <p:nvSpPr>
                <p:cNvPr id="8258" name="Google Shape;8258;p66"/>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59" name="Google Shape;8259;p66"/>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8260" name="Google Shape;8260;p66"/>
            <p:cNvGrpSpPr/>
            <p:nvPr/>
          </p:nvGrpSpPr>
          <p:grpSpPr>
            <a:xfrm>
              <a:off x="3597785" y="3274438"/>
              <a:ext cx="855610" cy="1122100"/>
              <a:chOff x="3597785" y="3274438"/>
              <a:chExt cx="855610" cy="1122100"/>
            </a:xfrm>
          </p:grpSpPr>
          <p:grpSp>
            <p:nvGrpSpPr>
              <p:cNvPr id="8261" name="Google Shape;8261;p66"/>
              <p:cNvGrpSpPr/>
              <p:nvPr/>
            </p:nvGrpSpPr>
            <p:grpSpPr>
              <a:xfrm>
                <a:off x="3617857" y="3284717"/>
                <a:ext cx="826785" cy="1099165"/>
                <a:chOff x="3617857" y="3284717"/>
                <a:chExt cx="826785" cy="1099165"/>
              </a:xfrm>
            </p:grpSpPr>
            <p:sp>
              <p:nvSpPr>
                <p:cNvPr id="8262" name="Google Shape;8262;p66"/>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63" name="Google Shape;8263;p66"/>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64" name="Google Shape;8264;p66"/>
                <p:cNvSpPr/>
                <p:nvPr/>
              </p:nvSpPr>
              <p:spPr>
                <a:xfrm>
                  <a:off x="4230666" y="3943372"/>
                  <a:ext cx="15612" cy="77934"/>
                </a:xfrm>
                <a:custGeom>
                  <a:avLst/>
                  <a:gdLst/>
                  <a:ahLst/>
                  <a:cxnLst/>
                  <a:rect l="l" t="t" r="r" b="b"/>
                  <a:pathLst>
                    <a:path w="1985" h="9909" fill="none" extrusionOk="0">
                      <a:moveTo>
                        <a:pt x="1984" y="9908"/>
                      </a:moveTo>
                      <a:lnTo>
                        <a:pt x="0"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65" name="Google Shape;8265;p66"/>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66" name="Google Shape;8266;p66"/>
                <p:cNvSpPr/>
                <p:nvPr/>
              </p:nvSpPr>
              <p:spPr>
                <a:xfrm>
                  <a:off x="4234473" y="3939573"/>
                  <a:ext cx="143953" cy="22171"/>
                </a:xfrm>
                <a:custGeom>
                  <a:avLst/>
                  <a:gdLst/>
                  <a:ahLst/>
                  <a:cxnLst/>
                  <a:rect l="l" t="t" r="r" b="b"/>
                  <a:pathLst>
                    <a:path w="18303" h="2819" fill="none" extrusionOk="0">
                      <a:moveTo>
                        <a:pt x="0" y="0"/>
                      </a:moveTo>
                      <a:lnTo>
                        <a:pt x="18303" y="2819"/>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67" name="Google Shape;8267;p66"/>
                <p:cNvSpPr/>
                <p:nvPr/>
              </p:nvSpPr>
              <p:spPr>
                <a:xfrm>
                  <a:off x="4300405" y="4023579"/>
                  <a:ext cx="24264" cy="112650"/>
                </a:xfrm>
                <a:custGeom>
                  <a:avLst/>
                  <a:gdLst/>
                  <a:ahLst/>
                  <a:cxnLst/>
                  <a:rect l="l" t="t" r="r" b="b"/>
                  <a:pathLst>
                    <a:path w="3085" h="14323" fill="none" extrusionOk="0">
                      <a:moveTo>
                        <a:pt x="0" y="14323"/>
                      </a:moveTo>
                      <a:lnTo>
                        <a:pt x="3085"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68" name="Google Shape;8268;p66"/>
                <p:cNvSpPr/>
                <p:nvPr/>
              </p:nvSpPr>
              <p:spPr>
                <a:xfrm>
                  <a:off x="4324661" y="4019772"/>
                  <a:ext cx="40544" cy="140154"/>
                </a:xfrm>
                <a:custGeom>
                  <a:avLst/>
                  <a:gdLst/>
                  <a:ahLst/>
                  <a:cxnLst/>
                  <a:rect l="l" t="t" r="r" b="b"/>
                  <a:pathLst>
                    <a:path w="5155" h="17820" fill="none" extrusionOk="0">
                      <a:moveTo>
                        <a:pt x="1" y="1"/>
                      </a:moveTo>
                      <a:lnTo>
                        <a:pt x="5154" y="17819"/>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69" name="Google Shape;8269;p66"/>
                <p:cNvSpPr/>
                <p:nvPr/>
              </p:nvSpPr>
              <p:spPr>
                <a:xfrm>
                  <a:off x="4324661" y="4019772"/>
                  <a:ext cx="104282" cy="52522"/>
                </a:xfrm>
                <a:custGeom>
                  <a:avLst/>
                  <a:gdLst/>
                  <a:ahLst/>
                  <a:cxnLst/>
                  <a:rect l="l" t="t" r="r" b="b"/>
                  <a:pathLst>
                    <a:path w="13259" h="6678" fill="none" extrusionOk="0">
                      <a:moveTo>
                        <a:pt x="1" y="1"/>
                      </a:moveTo>
                      <a:lnTo>
                        <a:pt x="13259" y="6678"/>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70" name="Google Shape;8270;p66"/>
                <p:cNvSpPr/>
                <p:nvPr/>
              </p:nvSpPr>
              <p:spPr>
                <a:xfrm>
                  <a:off x="4328467" y="3989901"/>
                  <a:ext cx="113421" cy="29879"/>
                </a:xfrm>
                <a:custGeom>
                  <a:avLst/>
                  <a:gdLst/>
                  <a:ahLst/>
                  <a:cxnLst/>
                  <a:rect l="l" t="t" r="r" b="b"/>
                  <a:pathLst>
                    <a:path w="14421" h="3799" fill="none" extrusionOk="0">
                      <a:moveTo>
                        <a:pt x="14420" y="0"/>
                      </a:moveTo>
                      <a:lnTo>
                        <a:pt x="1" y="3799"/>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71" name="Google Shape;8271;p66"/>
                <p:cNvSpPr/>
                <p:nvPr/>
              </p:nvSpPr>
              <p:spPr>
                <a:xfrm>
                  <a:off x="4224193" y="4019772"/>
                  <a:ext cx="23886" cy="76975"/>
                </a:xfrm>
                <a:custGeom>
                  <a:avLst/>
                  <a:gdLst/>
                  <a:ahLst/>
                  <a:cxnLst/>
                  <a:rect l="l" t="t" r="r" b="b"/>
                  <a:pathLst>
                    <a:path w="3037" h="9787" fill="none" extrusionOk="0">
                      <a:moveTo>
                        <a:pt x="1" y="9787"/>
                      </a:moveTo>
                      <a:lnTo>
                        <a:pt x="3037"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72" name="Google Shape;8272;p66"/>
                <p:cNvSpPr/>
                <p:nvPr/>
              </p:nvSpPr>
              <p:spPr>
                <a:xfrm>
                  <a:off x="4248071" y="4019772"/>
                  <a:ext cx="52342" cy="116457"/>
                </a:xfrm>
                <a:custGeom>
                  <a:avLst/>
                  <a:gdLst/>
                  <a:ahLst/>
                  <a:cxnLst/>
                  <a:rect l="l" t="t" r="r" b="b"/>
                  <a:pathLst>
                    <a:path w="6655" h="14807" fill="none" extrusionOk="0">
                      <a:moveTo>
                        <a:pt x="1" y="1"/>
                      </a:moveTo>
                      <a:lnTo>
                        <a:pt x="6654" y="14807"/>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73" name="Google Shape;8273;p66"/>
                <p:cNvSpPr/>
                <p:nvPr/>
              </p:nvSpPr>
              <p:spPr>
                <a:xfrm>
                  <a:off x="4300405" y="4138982"/>
                  <a:ext cx="6567" cy="119029"/>
                </a:xfrm>
                <a:custGeom>
                  <a:avLst/>
                  <a:gdLst/>
                  <a:ahLst/>
                  <a:cxnLst/>
                  <a:rect l="l" t="t" r="r" b="b"/>
                  <a:pathLst>
                    <a:path w="835" h="15134" fill="none" extrusionOk="0">
                      <a:moveTo>
                        <a:pt x="0" y="1"/>
                      </a:moveTo>
                      <a:lnTo>
                        <a:pt x="835" y="15134"/>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74" name="Google Shape;8274;p66"/>
                <p:cNvSpPr/>
                <p:nvPr/>
              </p:nvSpPr>
              <p:spPr>
                <a:xfrm>
                  <a:off x="4219726" y="4200164"/>
                  <a:ext cx="85343" cy="60513"/>
                </a:xfrm>
                <a:custGeom>
                  <a:avLst/>
                  <a:gdLst/>
                  <a:ahLst/>
                  <a:cxnLst/>
                  <a:rect l="l" t="t" r="r" b="b"/>
                  <a:pathLst>
                    <a:path w="10851" h="7694" fill="none" extrusionOk="0">
                      <a:moveTo>
                        <a:pt x="0" y="0"/>
                      </a:moveTo>
                      <a:lnTo>
                        <a:pt x="10851" y="7694"/>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75" name="Google Shape;8275;p66"/>
                <p:cNvSpPr/>
                <p:nvPr/>
              </p:nvSpPr>
              <p:spPr>
                <a:xfrm>
                  <a:off x="4223430" y="4137275"/>
                  <a:ext cx="81930" cy="15132"/>
                </a:xfrm>
                <a:custGeom>
                  <a:avLst/>
                  <a:gdLst/>
                  <a:ahLst/>
                  <a:cxnLst/>
                  <a:rect l="l" t="t" r="r" b="b"/>
                  <a:pathLst>
                    <a:path w="10417" h="1924" fill="none" extrusionOk="0">
                      <a:moveTo>
                        <a:pt x="1" y="1923"/>
                      </a:moveTo>
                      <a:lnTo>
                        <a:pt x="10416"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76" name="Google Shape;8276;p66"/>
                <p:cNvSpPr/>
                <p:nvPr/>
              </p:nvSpPr>
              <p:spPr>
                <a:xfrm>
                  <a:off x="4303638" y="4138982"/>
                  <a:ext cx="59947" cy="23894"/>
                </a:xfrm>
                <a:custGeom>
                  <a:avLst/>
                  <a:gdLst/>
                  <a:ahLst/>
                  <a:cxnLst/>
                  <a:rect l="l" t="t" r="r" b="b"/>
                  <a:pathLst>
                    <a:path w="7622" h="3038" fill="none" extrusionOk="0">
                      <a:moveTo>
                        <a:pt x="7621" y="3037"/>
                      </a:moveTo>
                      <a:lnTo>
                        <a:pt x="0"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77" name="Google Shape;8277;p66"/>
                <p:cNvSpPr/>
                <p:nvPr/>
              </p:nvSpPr>
              <p:spPr>
                <a:xfrm>
                  <a:off x="4201644" y="4267237"/>
                  <a:ext cx="39970" cy="77164"/>
                </a:xfrm>
                <a:custGeom>
                  <a:avLst/>
                  <a:gdLst/>
                  <a:ahLst/>
                  <a:cxnLst/>
                  <a:rect l="l" t="t" r="r" b="b"/>
                  <a:pathLst>
                    <a:path w="5082" h="9811" fill="none" extrusionOk="0">
                      <a:moveTo>
                        <a:pt x="1" y="0"/>
                      </a:moveTo>
                      <a:lnTo>
                        <a:pt x="5081" y="981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78" name="Google Shape;8278;p66"/>
                <p:cNvSpPr/>
                <p:nvPr/>
              </p:nvSpPr>
              <p:spPr>
                <a:xfrm>
                  <a:off x="4203831" y="4258003"/>
                  <a:ext cx="103142" cy="9241"/>
                </a:xfrm>
                <a:custGeom>
                  <a:avLst/>
                  <a:gdLst/>
                  <a:ahLst/>
                  <a:cxnLst/>
                  <a:rect l="l" t="t" r="r" b="b"/>
                  <a:pathLst>
                    <a:path w="13114" h="1175" fill="none" extrusionOk="0">
                      <a:moveTo>
                        <a:pt x="1" y="1174"/>
                      </a:moveTo>
                      <a:lnTo>
                        <a:pt x="13114"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79" name="Google Shape;8279;p66"/>
                <p:cNvSpPr/>
                <p:nvPr/>
              </p:nvSpPr>
              <p:spPr>
                <a:xfrm>
                  <a:off x="4179001" y="3943372"/>
                  <a:ext cx="51673" cy="104951"/>
                </a:xfrm>
                <a:custGeom>
                  <a:avLst/>
                  <a:gdLst/>
                  <a:ahLst/>
                  <a:cxnLst/>
                  <a:rect l="l" t="t" r="r" b="b"/>
                  <a:pathLst>
                    <a:path w="6570" h="13344" fill="none" extrusionOk="0">
                      <a:moveTo>
                        <a:pt x="1" y="13344"/>
                      </a:moveTo>
                      <a:lnTo>
                        <a:pt x="6569"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80" name="Google Shape;8280;p66"/>
                <p:cNvSpPr/>
                <p:nvPr/>
              </p:nvSpPr>
              <p:spPr>
                <a:xfrm>
                  <a:off x="4248071" y="4019772"/>
                  <a:ext cx="76597" cy="8"/>
                </a:xfrm>
                <a:custGeom>
                  <a:avLst/>
                  <a:gdLst/>
                  <a:ahLst/>
                  <a:cxnLst/>
                  <a:rect l="l" t="t" r="r" b="b"/>
                  <a:pathLst>
                    <a:path w="9739" h="1" fill="none" extrusionOk="0">
                      <a:moveTo>
                        <a:pt x="1" y="1"/>
                      </a:moveTo>
                      <a:lnTo>
                        <a:pt x="9739"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81" name="Google Shape;8281;p66"/>
                <p:cNvSpPr/>
                <p:nvPr/>
              </p:nvSpPr>
              <p:spPr>
                <a:xfrm>
                  <a:off x="4219529" y="4138982"/>
                  <a:ext cx="84116" cy="63282"/>
                </a:xfrm>
                <a:custGeom>
                  <a:avLst/>
                  <a:gdLst/>
                  <a:ahLst/>
                  <a:cxnLst/>
                  <a:rect l="l" t="t" r="r" b="b"/>
                  <a:pathLst>
                    <a:path w="10695" h="8046" fill="none" extrusionOk="0">
                      <a:moveTo>
                        <a:pt x="1" y="8045"/>
                      </a:moveTo>
                      <a:lnTo>
                        <a:pt x="10694"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82" name="Google Shape;8282;p66"/>
                <p:cNvSpPr/>
                <p:nvPr/>
              </p:nvSpPr>
              <p:spPr>
                <a:xfrm>
                  <a:off x="3654964" y="3289853"/>
                  <a:ext cx="46820" cy="63848"/>
                </a:xfrm>
                <a:custGeom>
                  <a:avLst/>
                  <a:gdLst/>
                  <a:ahLst/>
                  <a:cxnLst/>
                  <a:rect l="l" t="t" r="r" b="b"/>
                  <a:pathLst>
                    <a:path w="5953" h="8118" fill="none" extrusionOk="0">
                      <a:moveTo>
                        <a:pt x="1" y="0"/>
                      </a:moveTo>
                      <a:lnTo>
                        <a:pt x="5952" y="8117"/>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83" name="Google Shape;8283;p66"/>
                <p:cNvSpPr/>
                <p:nvPr/>
              </p:nvSpPr>
              <p:spPr>
                <a:xfrm>
                  <a:off x="3619760" y="3353693"/>
                  <a:ext cx="85736" cy="36730"/>
                </a:xfrm>
                <a:custGeom>
                  <a:avLst/>
                  <a:gdLst/>
                  <a:ahLst/>
                  <a:cxnLst/>
                  <a:rect l="l" t="t" r="r" b="b"/>
                  <a:pathLst>
                    <a:path w="10901" h="4670" fill="none" extrusionOk="0">
                      <a:moveTo>
                        <a:pt x="1" y="4670"/>
                      </a:moveTo>
                      <a:lnTo>
                        <a:pt x="10900"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84" name="Google Shape;8284;p66"/>
                <p:cNvSpPr/>
                <p:nvPr/>
              </p:nvSpPr>
              <p:spPr>
                <a:xfrm>
                  <a:off x="3703011" y="3354739"/>
                  <a:ext cx="70415" cy="79350"/>
                </a:xfrm>
                <a:custGeom>
                  <a:avLst/>
                  <a:gdLst/>
                  <a:ahLst/>
                  <a:cxnLst/>
                  <a:rect l="l" t="t" r="r" b="b"/>
                  <a:pathLst>
                    <a:path w="8953" h="10089" fill="none" extrusionOk="0">
                      <a:moveTo>
                        <a:pt x="1" y="0"/>
                      </a:moveTo>
                      <a:lnTo>
                        <a:pt x="8952" y="10089"/>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85" name="Google Shape;8285;p66"/>
                <p:cNvSpPr/>
                <p:nvPr/>
              </p:nvSpPr>
              <p:spPr>
                <a:xfrm>
                  <a:off x="3779884" y="3366443"/>
                  <a:ext cx="34449" cy="67647"/>
                </a:xfrm>
                <a:custGeom>
                  <a:avLst/>
                  <a:gdLst/>
                  <a:ahLst/>
                  <a:cxnLst/>
                  <a:rect l="l" t="t" r="r" b="b"/>
                  <a:pathLst>
                    <a:path w="4380" h="8601" fill="none" extrusionOk="0">
                      <a:moveTo>
                        <a:pt x="1" y="8601"/>
                      </a:moveTo>
                      <a:lnTo>
                        <a:pt x="4380"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86" name="Google Shape;8286;p66"/>
                <p:cNvSpPr/>
                <p:nvPr/>
              </p:nvSpPr>
              <p:spPr>
                <a:xfrm>
                  <a:off x="3701776" y="3353693"/>
                  <a:ext cx="116363" cy="12757"/>
                </a:xfrm>
                <a:custGeom>
                  <a:avLst/>
                  <a:gdLst/>
                  <a:ahLst/>
                  <a:cxnLst/>
                  <a:rect l="l" t="t" r="r" b="b"/>
                  <a:pathLst>
                    <a:path w="14795" h="1622" fill="none" extrusionOk="0">
                      <a:moveTo>
                        <a:pt x="14795" y="1621"/>
                      </a:moveTo>
                      <a:lnTo>
                        <a:pt x="0"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87" name="Google Shape;8287;p66"/>
                <p:cNvSpPr/>
                <p:nvPr/>
              </p:nvSpPr>
              <p:spPr>
                <a:xfrm>
                  <a:off x="3701776" y="3313063"/>
                  <a:ext cx="227204" cy="40638"/>
                </a:xfrm>
                <a:custGeom>
                  <a:avLst/>
                  <a:gdLst/>
                  <a:ahLst/>
                  <a:cxnLst/>
                  <a:rect l="l" t="t" r="r" b="b"/>
                  <a:pathLst>
                    <a:path w="28888" h="5167" fill="none" extrusionOk="0">
                      <a:moveTo>
                        <a:pt x="28887" y="1"/>
                      </a:moveTo>
                      <a:lnTo>
                        <a:pt x="0" y="5166"/>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88" name="Google Shape;8288;p66"/>
                <p:cNvSpPr/>
                <p:nvPr/>
              </p:nvSpPr>
              <p:spPr>
                <a:xfrm>
                  <a:off x="3888633" y="3313063"/>
                  <a:ext cx="40347" cy="114467"/>
                </a:xfrm>
                <a:custGeom>
                  <a:avLst/>
                  <a:gdLst/>
                  <a:ahLst/>
                  <a:cxnLst/>
                  <a:rect l="l" t="t" r="r" b="b"/>
                  <a:pathLst>
                    <a:path w="5130" h="14554" fill="none" extrusionOk="0">
                      <a:moveTo>
                        <a:pt x="5129" y="1"/>
                      </a:moveTo>
                      <a:lnTo>
                        <a:pt x="0" y="14553"/>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89" name="Google Shape;8289;p66"/>
                <p:cNvSpPr/>
                <p:nvPr/>
              </p:nvSpPr>
              <p:spPr>
                <a:xfrm>
                  <a:off x="3814325" y="3366443"/>
                  <a:ext cx="74316" cy="61087"/>
                </a:xfrm>
                <a:custGeom>
                  <a:avLst/>
                  <a:gdLst/>
                  <a:ahLst/>
                  <a:cxnLst/>
                  <a:rect l="l" t="t" r="r" b="b"/>
                  <a:pathLst>
                    <a:path w="9449" h="7767" fill="none" extrusionOk="0">
                      <a:moveTo>
                        <a:pt x="1" y="0"/>
                      </a:moveTo>
                      <a:lnTo>
                        <a:pt x="9448" y="7766"/>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90" name="Google Shape;8290;p66"/>
                <p:cNvSpPr/>
                <p:nvPr/>
              </p:nvSpPr>
              <p:spPr>
                <a:xfrm>
                  <a:off x="3838399" y="3427522"/>
                  <a:ext cx="50242" cy="67749"/>
                </a:xfrm>
                <a:custGeom>
                  <a:avLst/>
                  <a:gdLst/>
                  <a:ahLst/>
                  <a:cxnLst/>
                  <a:rect l="l" t="t" r="r" b="b"/>
                  <a:pathLst>
                    <a:path w="6388" h="8614" fill="none" extrusionOk="0">
                      <a:moveTo>
                        <a:pt x="0" y="8613"/>
                      </a:moveTo>
                      <a:lnTo>
                        <a:pt x="6387"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91" name="Google Shape;8291;p66"/>
                <p:cNvSpPr/>
                <p:nvPr/>
              </p:nvSpPr>
              <p:spPr>
                <a:xfrm>
                  <a:off x="3814325" y="3313063"/>
                  <a:ext cx="114656" cy="53388"/>
                </a:xfrm>
                <a:custGeom>
                  <a:avLst/>
                  <a:gdLst/>
                  <a:ahLst/>
                  <a:cxnLst/>
                  <a:rect l="l" t="t" r="r" b="b"/>
                  <a:pathLst>
                    <a:path w="14578" h="6788" fill="none" extrusionOk="0">
                      <a:moveTo>
                        <a:pt x="1" y="6787"/>
                      </a:moveTo>
                      <a:lnTo>
                        <a:pt x="14577"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92" name="Google Shape;8292;p66"/>
                <p:cNvSpPr/>
                <p:nvPr/>
              </p:nvSpPr>
              <p:spPr>
                <a:xfrm>
                  <a:off x="3888633" y="3427522"/>
                  <a:ext cx="55377" cy="76212"/>
                </a:xfrm>
                <a:custGeom>
                  <a:avLst/>
                  <a:gdLst/>
                  <a:ahLst/>
                  <a:cxnLst/>
                  <a:rect l="l" t="t" r="r" b="b"/>
                  <a:pathLst>
                    <a:path w="7041" h="9690" fill="none" extrusionOk="0">
                      <a:moveTo>
                        <a:pt x="0" y="0"/>
                      </a:moveTo>
                      <a:lnTo>
                        <a:pt x="7041" y="969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93" name="Google Shape;8293;p66"/>
                <p:cNvSpPr/>
                <p:nvPr/>
              </p:nvSpPr>
              <p:spPr>
                <a:xfrm>
                  <a:off x="3944003" y="3406208"/>
                  <a:ext cx="40631" cy="97526"/>
                </a:xfrm>
                <a:custGeom>
                  <a:avLst/>
                  <a:gdLst/>
                  <a:ahLst/>
                  <a:cxnLst/>
                  <a:rect l="l" t="t" r="r" b="b"/>
                  <a:pathLst>
                    <a:path w="5166" h="12400" fill="none" extrusionOk="0">
                      <a:moveTo>
                        <a:pt x="1" y="12400"/>
                      </a:moveTo>
                      <a:lnTo>
                        <a:pt x="5166"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94" name="Google Shape;8294;p66"/>
                <p:cNvSpPr/>
                <p:nvPr/>
              </p:nvSpPr>
              <p:spPr>
                <a:xfrm>
                  <a:off x="3984625" y="3357500"/>
                  <a:ext cx="55291" cy="48716"/>
                </a:xfrm>
                <a:custGeom>
                  <a:avLst/>
                  <a:gdLst/>
                  <a:ahLst/>
                  <a:cxnLst/>
                  <a:rect l="l" t="t" r="r" b="b"/>
                  <a:pathLst>
                    <a:path w="7030" h="6194" fill="none" extrusionOk="0">
                      <a:moveTo>
                        <a:pt x="1" y="6194"/>
                      </a:moveTo>
                      <a:lnTo>
                        <a:pt x="7029"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95" name="Google Shape;8295;p66"/>
                <p:cNvSpPr/>
                <p:nvPr/>
              </p:nvSpPr>
              <p:spPr>
                <a:xfrm>
                  <a:off x="3888633" y="3406208"/>
                  <a:ext cx="96000" cy="21322"/>
                </a:xfrm>
                <a:custGeom>
                  <a:avLst/>
                  <a:gdLst/>
                  <a:ahLst/>
                  <a:cxnLst/>
                  <a:rect l="l" t="t" r="r" b="b"/>
                  <a:pathLst>
                    <a:path w="12206" h="2711" fill="none" extrusionOk="0">
                      <a:moveTo>
                        <a:pt x="0" y="2710"/>
                      </a:moveTo>
                      <a:lnTo>
                        <a:pt x="12206"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96" name="Google Shape;8296;p66"/>
                <p:cNvSpPr/>
                <p:nvPr/>
              </p:nvSpPr>
              <p:spPr>
                <a:xfrm>
                  <a:off x="3984625" y="3406208"/>
                  <a:ext cx="42251" cy="136348"/>
                </a:xfrm>
                <a:custGeom>
                  <a:avLst/>
                  <a:gdLst/>
                  <a:ahLst/>
                  <a:cxnLst/>
                  <a:rect l="l" t="t" r="r" b="b"/>
                  <a:pathLst>
                    <a:path w="5372" h="17336" fill="none" extrusionOk="0">
                      <a:moveTo>
                        <a:pt x="1" y="1"/>
                      </a:moveTo>
                      <a:lnTo>
                        <a:pt x="5372" y="17335"/>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97" name="Google Shape;8297;p66"/>
                <p:cNvSpPr/>
                <p:nvPr/>
              </p:nvSpPr>
              <p:spPr>
                <a:xfrm>
                  <a:off x="4026868" y="3427522"/>
                  <a:ext cx="35597" cy="115033"/>
                </a:xfrm>
                <a:custGeom>
                  <a:avLst/>
                  <a:gdLst/>
                  <a:ahLst/>
                  <a:cxnLst/>
                  <a:rect l="l" t="t" r="r" b="b"/>
                  <a:pathLst>
                    <a:path w="4526" h="14626" fill="none" extrusionOk="0">
                      <a:moveTo>
                        <a:pt x="1" y="14625"/>
                      </a:moveTo>
                      <a:lnTo>
                        <a:pt x="4525"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98" name="Google Shape;8298;p66"/>
                <p:cNvSpPr/>
                <p:nvPr/>
              </p:nvSpPr>
              <p:spPr>
                <a:xfrm>
                  <a:off x="3876261" y="3542548"/>
                  <a:ext cx="150615" cy="52051"/>
                </a:xfrm>
                <a:custGeom>
                  <a:avLst/>
                  <a:gdLst/>
                  <a:ahLst/>
                  <a:cxnLst/>
                  <a:rect l="l" t="t" r="r" b="b"/>
                  <a:pathLst>
                    <a:path w="19150" h="6618" fill="none" extrusionOk="0">
                      <a:moveTo>
                        <a:pt x="1" y="6617"/>
                      </a:moveTo>
                      <a:lnTo>
                        <a:pt x="19150"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299" name="Google Shape;8299;p66"/>
                <p:cNvSpPr/>
                <p:nvPr/>
              </p:nvSpPr>
              <p:spPr>
                <a:xfrm>
                  <a:off x="4006702" y="3542548"/>
                  <a:ext cx="20174" cy="99044"/>
                </a:xfrm>
                <a:custGeom>
                  <a:avLst/>
                  <a:gdLst/>
                  <a:ahLst/>
                  <a:cxnLst/>
                  <a:rect l="l" t="t" r="r" b="b"/>
                  <a:pathLst>
                    <a:path w="2565" h="12593" fill="none" extrusionOk="0">
                      <a:moveTo>
                        <a:pt x="2565" y="0"/>
                      </a:moveTo>
                      <a:lnTo>
                        <a:pt x="0" y="12593"/>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00" name="Google Shape;8300;p66"/>
                <p:cNvSpPr/>
                <p:nvPr/>
              </p:nvSpPr>
              <p:spPr>
                <a:xfrm>
                  <a:off x="3912700" y="3641584"/>
                  <a:ext cx="97817" cy="41779"/>
                </a:xfrm>
                <a:custGeom>
                  <a:avLst/>
                  <a:gdLst/>
                  <a:ahLst/>
                  <a:cxnLst/>
                  <a:rect l="l" t="t" r="r" b="b"/>
                  <a:pathLst>
                    <a:path w="12437" h="5312" fill="none" extrusionOk="0">
                      <a:moveTo>
                        <a:pt x="1" y="5311"/>
                      </a:moveTo>
                      <a:lnTo>
                        <a:pt x="12436"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01" name="Google Shape;8301;p66"/>
                <p:cNvSpPr/>
                <p:nvPr/>
              </p:nvSpPr>
              <p:spPr>
                <a:xfrm>
                  <a:off x="3875601" y="3503726"/>
                  <a:ext cx="68410" cy="89158"/>
                </a:xfrm>
                <a:custGeom>
                  <a:avLst/>
                  <a:gdLst/>
                  <a:ahLst/>
                  <a:cxnLst/>
                  <a:rect l="l" t="t" r="r" b="b"/>
                  <a:pathLst>
                    <a:path w="8698" h="11336" fill="none" extrusionOk="0">
                      <a:moveTo>
                        <a:pt x="8698" y="1"/>
                      </a:moveTo>
                      <a:lnTo>
                        <a:pt x="0" y="11335"/>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02" name="Google Shape;8302;p66"/>
                <p:cNvSpPr/>
                <p:nvPr/>
              </p:nvSpPr>
              <p:spPr>
                <a:xfrm>
                  <a:off x="3944003" y="3503726"/>
                  <a:ext cx="89441" cy="36163"/>
                </a:xfrm>
                <a:custGeom>
                  <a:avLst/>
                  <a:gdLst/>
                  <a:ahLst/>
                  <a:cxnLst/>
                  <a:rect l="l" t="t" r="r" b="b"/>
                  <a:pathLst>
                    <a:path w="11372" h="4598" fill="none" extrusionOk="0">
                      <a:moveTo>
                        <a:pt x="1" y="1"/>
                      </a:moveTo>
                      <a:lnTo>
                        <a:pt x="11372" y="4598"/>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03" name="Google Shape;8303;p66"/>
                <p:cNvSpPr/>
                <p:nvPr/>
              </p:nvSpPr>
              <p:spPr>
                <a:xfrm>
                  <a:off x="4033436" y="3490599"/>
                  <a:ext cx="132824" cy="49290"/>
                </a:xfrm>
                <a:custGeom>
                  <a:avLst/>
                  <a:gdLst/>
                  <a:ahLst/>
                  <a:cxnLst/>
                  <a:rect l="l" t="t" r="r" b="b"/>
                  <a:pathLst>
                    <a:path w="16888" h="6267" fill="none" extrusionOk="0">
                      <a:moveTo>
                        <a:pt x="1" y="6267"/>
                      </a:moveTo>
                      <a:lnTo>
                        <a:pt x="16888"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04" name="Google Shape;8304;p66"/>
                <p:cNvSpPr/>
                <p:nvPr/>
              </p:nvSpPr>
              <p:spPr>
                <a:xfrm>
                  <a:off x="4166252" y="3490599"/>
                  <a:ext cx="73459" cy="95528"/>
                </a:xfrm>
                <a:custGeom>
                  <a:avLst/>
                  <a:gdLst/>
                  <a:ahLst/>
                  <a:cxnLst/>
                  <a:rect l="l" t="t" r="r" b="b"/>
                  <a:pathLst>
                    <a:path w="9340" h="12146" fill="none" extrusionOk="0">
                      <a:moveTo>
                        <a:pt x="1" y="0"/>
                      </a:moveTo>
                      <a:lnTo>
                        <a:pt x="9339" y="12146"/>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05" name="Google Shape;8305;p66"/>
                <p:cNvSpPr/>
                <p:nvPr/>
              </p:nvSpPr>
              <p:spPr>
                <a:xfrm>
                  <a:off x="4027726" y="3539882"/>
                  <a:ext cx="211985" cy="39970"/>
                </a:xfrm>
                <a:custGeom>
                  <a:avLst/>
                  <a:gdLst/>
                  <a:ahLst/>
                  <a:cxnLst/>
                  <a:rect l="l" t="t" r="r" b="b"/>
                  <a:pathLst>
                    <a:path w="26953" h="5082" fill="none" extrusionOk="0">
                      <a:moveTo>
                        <a:pt x="26952" y="5081"/>
                      </a:moveTo>
                      <a:lnTo>
                        <a:pt x="1"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06" name="Google Shape;8306;p66"/>
                <p:cNvSpPr/>
                <p:nvPr/>
              </p:nvSpPr>
              <p:spPr>
                <a:xfrm>
                  <a:off x="4027726" y="3539882"/>
                  <a:ext cx="99720" cy="174878"/>
                </a:xfrm>
                <a:custGeom>
                  <a:avLst/>
                  <a:gdLst/>
                  <a:ahLst/>
                  <a:cxnLst/>
                  <a:rect l="l" t="t" r="r" b="b"/>
                  <a:pathLst>
                    <a:path w="12679" h="22235" fill="none" extrusionOk="0">
                      <a:moveTo>
                        <a:pt x="1" y="1"/>
                      </a:moveTo>
                      <a:lnTo>
                        <a:pt x="12678" y="22234"/>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07" name="Google Shape;8307;p66"/>
                <p:cNvSpPr/>
                <p:nvPr/>
              </p:nvSpPr>
              <p:spPr>
                <a:xfrm>
                  <a:off x="4027726" y="3539882"/>
                  <a:ext cx="159754" cy="111707"/>
                </a:xfrm>
                <a:custGeom>
                  <a:avLst/>
                  <a:gdLst/>
                  <a:ahLst/>
                  <a:cxnLst/>
                  <a:rect l="l" t="t" r="r" b="b"/>
                  <a:pathLst>
                    <a:path w="20312" h="14203" fill="none" extrusionOk="0">
                      <a:moveTo>
                        <a:pt x="1" y="1"/>
                      </a:moveTo>
                      <a:lnTo>
                        <a:pt x="20311" y="14202"/>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08" name="Google Shape;8308;p66"/>
                <p:cNvSpPr/>
                <p:nvPr/>
              </p:nvSpPr>
              <p:spPr>
                <a:xfrm>
                  <a:off x="4006702" y="3641584"/>
                  <a:ext cx="120743" cy="73176"/>
                </a:xfrm>
                <a:custGeom>
                  <a:avLst/>
                  <a:gdLst/>
                  <a:ahLst/>
                  <a:cxnLst/>
                  <a:rect l="l" t="t" r="r" b="b"/>
                  <a:pathLst>
                    <a:path w="15352" h="9304" fill="none" extrusionOk="0">
                      <a:moveTo>
                        <a:pt x="0" y="1"/>
                      </a:moveTo>
                      <a:lnTo>
                        <a:pt x="15351" y="9303"/>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09" name="Google Shape;8309;p66"/>
                <p:cNvSpPr/>
                <p:nvPr/>
              </p:nvSpPr>
              <p:spPr>
                <a:xfrm>
                  <a:off x="4006702" y="3641584"/>
                  <a:ext cx="39773" cy="140249"/>
                </a:xfrm>
                <a:custGeom>
                  <a:avLst/>
                  <a:gdLst/>
                  <a:ahLst/>
                  <a:cxnLst/>
                  <a:rect l="l" t="t" r="r" b="b"/>
                  <a:pathLst>
                    <a:path w="5057" h="17832" fill="none" extrusionOk="0">
                      <a:moveTo>
                        <a:pt x="5057" y="17832"/>
                      </a:moveTo>
                      <a:lnTo>
                        <a:pt x="0"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10" name="Google Shape;8310;p66"/>
                <p:cNvSpPr/>
                <p:nvPr/>
              </p:nvSpPr>
              <p:spPr>
                <a:xfrm>
                  <a:off x="3996423" y="3784585"/>
                  <a:ext cx="51862" cy="10280"/>
                </a:xfrm>
                <a:custGeom>
                  <a:avLst/>
                  <a:gdLst/>
                  <a:ahLst/>
                  <a:cxnLst/>
                  <a:rect l="l" t="t" r="r" b="b"/>
                  <a:pathLst>
                    <a:path w="6594" h="1307" fill="none" extrusionOk="0">
                      <a:moveTo>
                        <a:pt x="1" y="1307"/>
                      </a:moveTo>
                      <a:lnTo>
                        <a:pt x="6594"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11" name="Google Shape;8311;p66"/>
                <p:cNvSpPr/>
                <p:nvPr/>
              </p:nvSpPr>
              <p:spPr>
                <a:xfrm>
                  <a:off x="4048277" y="3784585"/>
                  <a:ext cx="47583" cy="68890"/>
                </a:xfrm>
                <a:custGeom>
                  <a:avLst/>
                  <a:gdLst/>
                  <a:ahLst/>
                  <a:cxnLst/>
                  <a:rect l="l" t="t" r="r" b="b"/>
                  <a:pathLst>
                    <a:path w="6050" h="8759" fill="none" extrusionOk="0">
                      <a:moveTo>
                        <a:pt x="1" y="0"/>
                      </a:moveTo>
                      <a:lnTo>
                        <a:pt x="6049" y="8758"/>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12" name="Google Shape;8312;p66"/>
                <p:cNvSpPr/>
                <p:nvPr/>
              </p:nvSpPr>
              <p:spPr>
                <a:xfrm>
                  <a:off x="4095947" y="3788392"/>
                  <a:ext cx="10280" cy="64894"/>
                </a:xfrm>
                <a:custGeom>
                  <a:avLst/>
                  <a:gdLst/>
                  <a:ahLst/>
                  <a:cxnLst/>
                  <a:rect l="l" t="t" r="r" b="b"/>
                  <a:pathLst>
                    <a:path w="1307" h="8251" fill="none" extrusionOk="0">
                      <a:moveTo>
                        <a:pt x="0" y="8250"/>
                      </a:moveTo>
                      <a:lnTo>
                        <a:pt x="1307" y="0"/>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13" name="Google Shape;8313;p66"/>
                <p:cNvSpPr/>
                <p:nvPr/>
              </p:nvSpPr>
              <p:spPr>
                <a:xfrm>
                  <a:off x="4095852" y="3853467"/>
                  <a:ext cx="45672" cy="15895"/>
                </a:xfrm>
                <a:custGeom>
                  <a:avLst/>
                  <a:gdLst/>
                  <a:ahLst/>
                  <a:cxnLst/>
                  <a:rect l="l" t="t" r="r" b="b"/>
                  <a:pathLst>
                    <a:path w="5807" h="2021" fill="none" extrusionOk="0">
                      <a:moveTo>
                        <a:pt x="0" y="0"/>
                      </a:moveTo>
                      <a:lnTo>
                        <a:pt x="5807" y="202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14" name="Google Shape;8314;p66"/>
                <p:cNvSpPr/>
                <p:nvPr/>
              </p:nvSpPr>
              <p:spPr>
                <a:xfrm>
                  <a:off x="4138567" y="3868308"/>
                  <a:ext cx="16469" cy="101710"/>
                </a:xfrm>
                <a:custGeom>
                  <a:avLst/>
                  <a:gdLst/>
                  <a:ahLst/>
                  <a:cxnLst/>
                  <a:rect l="l" t="t" r="r" b="b"/>
                  <a:pathLst>
                    <a:path w="2094" h="12932" fill="none" extrusionOk="0">
                      <a:moveTo>
                        <a:pt x="1" y="1"/>
                      </a:moveTo>
                      <a:lnTo>
                        <a:pt x="2093" y="12932"/>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15" name="Google Shape;8315;p66"/>
                <p:cNvSpPr/>
                <p:nvPr/>
              </p:nvSpPr>
              <p:spPr>
                <a:xfrm>
                  <a:off x="3875601" y="3592876"/>
                  <a:ext cx="131110" cy="48716"/>
                </a:xfrm>
                <a:custGeom>
                  <a:avLst/>
                  <a:gdLst/>
                  <a:ahLst/>
                  <a:cxnLst/>
                  <a:rect l="l" t="t" r="r" b="b"/>
                  <a:pathLst>
                    <a:path w="16670" h="6194" fill="none" extrusionOk="0">
                      <a:moveTo>
                        <a:pt x="0" y="0"/>
                      </a:moveTo>
                      <a:lnTo>
                        <a:pt x="16669" y="6194"/>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16" name="Google Shape;8316;p66"/>
                <p:cNvSpPr/>
                <p:nvPr/>
              </p:nvSpPr>
              <p:spPr>
                <a:xfrm>
                  <a:off x="4164828" y="3394410"/>
                  <a:ext cx="26458" cy="93153"/>
                </a:xfrm>
                <a:custGeom>
                  <a:avLst/>
                  <a:gdLst/>
                  <a:ahLst/>
                  <a:cxnLst/>
                  <a:rect l="l" t="t" r="r" b="b"/>
                  <a:pathLst>
                    <a:path w="3364" h="11844" fill="none" extrusionOk="0">
                      <a:moveTo>
                        <a:pt x="0" y="11843"/>
                      </a:moveTo>
                      <a:lnTo>
                        <a:pt x="3363" y="1"/>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17" name="Google Shape;8317;p66"/>
                <p:cNvSpPr/>
                <p:nvPr/>
              </p:nvSpPr>
              <p:spPr>
                <a:xfrm>
                  <a:off x="4191278" y="3394410"/>
                  <a:ext cx="86586" cy="52719"/>
                </a:xfrm>
                <a:custGeom>
                  <a:avLst/>
                  <a:gdLst/>
                  <a:ahLst/>
                  <a:cxnLst/>
                  <a:rect l="l" t="t" r="r" b="b"/>
                  <a:pathLst>
                    <a:path w="11009" h="6703" fill="none" extrusionOk="0">
                      <a:moveTo>
                        <a:pt x="0" y="1"/>
                      </a:moveTo>
                      <a:lnTo>
                        <a:pt x="11008" y="6702"/>
                      </a:lnTo>
                    </a:path>
                  </a:pathLst>
                </a:custGeom>
                <a:ln>
                  <a:solidFill>
                    <a:schemeClr val="bg1">
                      <a:lumMod val="65000"/>
                    </a:schemeClr>
                  </a:solidFill>
                  <a:headEnd type="none" w="sm" len="sm"/>
                  <a:tailEnd type="none" w="sm" len="sm"/>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18" name="Google Shape;8318;p66"/>
              <p:cNvGrpSpPr/>
              <p:nvPr/>
            </p:nvGrpSpPr>
            <p:grpSpPr>
              <a:xfrm>
                <a:off x="4180904" y="4251758"/>
                <a:ext cx="37783" cy="32420"/>
                <a:chOff x="4180904" y="4251758"/>
                <a:chExt cx="37783" cy="32420"/>
              </a:xfrm>
            </p:grpSpPr>
            <p:sp>
              <p:nvSpPr>
                <p:cNvPr id="8319" name="Google Shape;8319;p66"/>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20" name="Google Shape;8320;p66"/>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21" name="Google Shape;8321;p66"/>
              <p:cNvGrpSpPr/>
              <p:nvPr/>
            </p:nvGrpSpPr>
            <p:grpSpPr>
              <a:xfrm>
                <a:off x="4201644" y="4081324"/>
                <a:ext cx="37783" cy="32364"/>
                <a:chOff x="4201644" y="4081324"/>
                <a:chExt cx="37783" cy="32364"/>
              </a:xfrm>
            </p:grpSpPr>
            <p:sp>
              <p:nvSpPr>
                <p:cNvPr id="8322" name="Google Shape;8322;p66"/>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23" name="Google Shape;8323;p66"/>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24" name="Google Shape;8324;p66"/>
              <p:cNvGrpSpPr/>
              <p:nvPr/>
            </p:nvGrpSpPr>
            <p:grpSpPr>
              <a:xfrm>
                <a:off x="4284416" y="3887428"/>
                <a:ext cx="37783" cy="32451"/>
                <a:chOff x="4284416" y="3887428"/>
                <a:chExt cx="37783" cy="32451"/>
              </a:xfrm>
            </p:grpSpPr>
            <p:sp>
              <p:nvSpPr>
                <p:cNvPr id="8325" name="Google Shape;8325;p66"/>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26" name="Google Shape;8326;p66"/>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27" name="Google Shape;8327;p66"/>
              <p:cNvGrpSpPr/>
              <p:nvPr/>
            </p:nvGrpSpPr>
            <p:grpSpPr>
              <a:xfrm>
                <a:off x="4223721" y="3860404"/>
                <a:ext cx="37870" cy="32364"/>
                <a:chOff x="4223721" y="3860404"/>
                <a:chExt cx="37870" cy="32364"/>
              </a:xfrm>
            </p:grpSpPr>
            <p:sp>
              <p:nvSpPr>
                <p:cNvPr id="8328" name="Google Shape;8328;p66"/>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29" name="Google Shape;8329;p66"/>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30" name="Google Shape;8330;p66"/>
              <p:cNvGrpSpPr/>
              <p:nvPr/>
            </p:nvGrpSpPr>
            <p:grpSpPr>
              <a:xfrm>
                <a:off x="4104889" y="3699242"/>
                <a:ext cx="37776" cy="32357"/>
                <a:chOff x="4104889" y="3699242"/>
                <a:chExt cx="37776" cy="32357"/>
              </a:xfrm>
            </p:grpSpPr>
            <p:sp>
              <p:nvSpPr>
                <p:cNvPr id="8331" name="Google Shape;8331;p66"/>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32" name="Google Shape;8332;p66"/>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33" name="Google Shape;8333;p66"/>
              <p:cNvGrpSpPr/>
              <p:nvPr/>
            </p:nvGrpSpPr>
            <p:grpSpPr>
              <a:xfrm>
                <a:off x="4143608" y="3475121"/>
                <a:ext cx="37878" cy="32420"/>
                <a:chOff x="4143608" y="3475121"/>
                <a:chExt cx="37878" cy="32420"/>
              </a:xfrm>
            </p:grpSpPr>
            <p:sp>
              <p:nvSpPr>
                <p:cNvPr id="8334" name="Google Shape;8334;p66"/>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35" name="Google Shape;8335;p66"/>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36" name="Google Shape;8336;p66"/>
              <p:cNvGrpSpPr/>
              <p:nvPr/>
            </p:nvGrpSpPr>
            <p:grpSpPr>
              <a:xfrm>
                <a:off x="4217248" y="3570893"/>
                <a:ext cx="37776" cy="32364"/>
                <a:chOff x="4217248" y="3570893"/>
                <a:chExt cx="37776" cy="32364"/>
              </a:xfrm>
            </p:grpSpPr>
            <p:sp>
              <p:nvSpPr>
                <p:cNvPr id="8337" name="Google Shape;8337;p66"/>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38" name="Google Shape;8338;p66"/>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39" name="Google Shape;8339;p66"/>
              <p:cNvGrpSpPr/>
              <p:nvPr/>
            </p:nvGrpSpPr>
            <p:grpSpPr>
              <a:xfrm>
                <a:off x="4255307" y="3431612"/>
                <a:ext cx="37776" cy="32451"/>
                <a:chOff x="4255307" y="3431612"/>
                <a:chExt cx="37776" cy="32451"/>
              </a:xfrm>
            </p:grpSpPr>
            <p:sp>
              <p:nvSpPr>
                <p:cNvPr id="8340" name="Google Shape;8340;p66"/>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41" name="Google Shape;8341;p66"/>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42" name="Google Shape;8342;p66"/>
              <p:cNvGrpSpPr/>
              <p:nvPr/>
            </p:nvGrpSpPr>
            <p:grpSpPr>
              <a:xfrm>
                <a:off x="3853052" y="3577398"/>
                <a:ext cx="37776" cy="32420"/>
                <a:chOff x="3853052" y="3577398"/>
                <a:chExt cx="37776" cy="32420"/>
              </a:xfrm>
            </p:grpSpPr>
            <p:sp>
              <p:nvSpPr>
                <p:cNvPr id="8343" name="Google Shape;8343;p66"/>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44" name="Google Shape;8344;p66"/>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45" name="Google Shape;8345;p66"/>
              <p:cNvGrpSpPr/>
              <p:nvPr/>
            </p:nvGrpSpPr>
            <p:grpSpPr>
              <a:xfrm>
                <a:off x="4039908" y="3412107"/>
                <a:ext cx="37776" cy="32357"/>
                <a:chOff x="4039908" y="3412107"/>
                <a:chExt cx="37776" cy="32357"/>
              </a:xfrm>
            </p:grpSpPr>
            <p:sp>
              <p:nvSpPr>
                <p:cNvPr id="8346" name="Google Shape;8346;p66"/>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47" name="Google Shape;8347;p66"/>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48" name="Google Shape;8348;p66"/>
              <p:cNvGrpSpPr/>
              <p:nvPr/>
            </p:nvGrpSpPr>
            <p:grpSpPr>
              <a:xfrm>
                <a:off x="4017360" y="3342061"/>
                <a:ext cx="37870" cy="32380"/>
                <a:chOff x="4017360" y="3342061"/>
                <a:chExt cx="37870" cy="32380"/>
              </a:xfrm>
            </p:grpSpPr>
            <p:sp>
              <p:nvSpPr>
                <p:cNvPr id="8349" name="Google Shape;8349;p66"/>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50" name="Google Shape;8350;p66"/>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8351" name="Google Shape;8351;p66"/>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52" name="Google Shape;8352;p66"/>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8353" name="Google Shape;8353;p66"/>
              <p:cNvGrpSpPr/>
              <p:nvPr/>
            </p:nvGrpSpPr>
            <p:grpSpPr>
              <a:xfrm>
                <a:off x="3750870" y="3418650"/>
                <a:ext cx="37776" cy="32380"/>
                <a:chOff x="3750870" y="3418650"/>
                <a:chExt cx="37776" cy="32380"/>
              </a:xfrm>
            </p:grpSpPr>
            <p:sp>
              <p:nvSpPr>
                <p:cNvPr id="8354" name="Google Shape;8354;p66"/>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55" name="Google Shape;8355;p66"/>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56" name="Google Shape;8356;p66"/>
              <p:cNvGrpSpPr/>
              <p:nvPr/>
            </p:nvGrpSpPr>
            <p:grpSpPr>
              <a:xfrm>
                <a:off x="3632509" y="3274438"/>
                <a:ext cx="37783" cy="32357"/>
                <a:chOff x="3632509" y="3274438"/>
                <a:chExt cx="37783" cy="32357"/>
              </a:xfrm>
            </p:grpSpPr>
            <p:sp>
              <p:nvSpPr>
                <p:cNvPr id="8357" name="Google Shape;8357;p66"/>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58" name="Google Shape;8358;p66"/>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59" name="Google Shape;8359;p66"/>
              <p:cNvGrpSpPr/>
              <p:nvPr/>
            </p:nvGrpSpPr>
            <p:grpSpPr>
              <a:xfrm>
                <a:off x="3906424" y="3297561"/>
                <a:ext cx="37776" cy="32451"/>
                <a:chOff x="3906424" y="3297561"/>
                <a:chExt cx="37776" cy="32451"/>
              </a:xfrm>
            </p:grpSpPr>
            <p:sp>
              <p:nvSpPr>
                <p:cNvPr id="8360" name="Google Shape;8360;p66"/>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61" name="Google Shape;8361;p66"/>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62" name="Google Shape;8362;p66"/>
              <p:cNvGrpSpPr/>
              <p:nvPr/>
            </p:nvGrpSpPr>
            <p:grpSpPr>
              <a:xfrm>
                <a:off x="3866084" y="3412107"/>
                <a:ext cx="37776" cy="32357"/>
                <a:chOff x="3866084" y="3412107"/>
                <a:chExt cx="37776" cy="32357"/>
              </a:xfrm>
            </p:grpSpPr>
            <p:sp>
              <p:nvSpPr>
                <p:cNvPr id="8363" name="Google Shape;8363;p66"/>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64" name="Google Shape;8364;p66"/>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65" name="Google Shape;8365;p66"/>
              <p:cNvGrpSpPr/>
              <p:nvPr/>
            </p:nvGrpSpPr>
            <p:grpSpPr>
              <a:xfrm>
                <a:off x="4023919" y="3766409"/>
                <a:ext cx="37783" cy="32357"/>
                <a:chOff x="4023919" y="3766409"/>
                <a:chExt cx="37783" cy="32357"/>
              </a:xfrm>
            </p:grpSpPr>
            <p:sp>
              <p:nvSpPr>
                <p:cNvPr id="8366" name="Google Shape;8366;p66"/>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67" name="Google Shape;8367;p66"/>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68" name="Google Shape;8368;p66"/>
              <p:cNvGrpSpPr/>
              <p:nvPr/>
            </p:nvGrpSpPr>
            <p:grpSpPr>
              <a:xfrm>
                <a:off x="3973882" y="3779449"/>
                <a:ext cx="37776" cy="32357"/>
                <a:chOff x="3973882" y="3779449"/>
                <a:chExt cx="37776" cy="32357"/>
              </a:xfrm>
            </p:grpSpPr>
            <p:sp>
              <p:nvSpPr>
                <p:cNvPr id="8369" name="Google Shape;8369;p66"/>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70" name="Google Shape;8370;p66"/>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71" name="Google Shape;8371;p66"/>
              <p:cNvGrpSpPr/>
              <p:nvPr/>
            </p:nvGrpSpPr>
            <p:grpSpPr>
              <a:xfrm>
                <a:off x="4073398" y="3838028"/>
                <a:ext cx="37776" cy="32380"/>
                <a:chOff x="4073398" y="3838028"/>
                <a:chExt cx="37776" cy="32380"/>
              </a:xfrm>
            </p:grpSpPr>
            <p:sp>
              <p:nvSpPr>
                <p:cNvPr id="8372" name="Google Shape;8372;p66"/>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73" name="Google Shape;8373;p66"/>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74" name="Google Shape;8374;p66"/>
              <p:cNvGrpSpPr/>
              <p:nvPr/>
            </p:nvGrpSpPr>
            <p:grpSpPr>
              <a:xfrm>
                <a:off x="4342672" y="4144496"/>
                <a:ext cx="37752" cy="32364"/>
                <a:chOff x="4342672" y="4144496"/>
                <a:chExt cx="37752" cy="32364"/>
              </a:xfrm>
            </p:grpSpPr>
            <p:sp>
              <p:nvSpPr>
                <p:cNvPr id="8375" name="Google Shape;8375;p66"/>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76" name="Google Shape;8376;p66"/>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77" name="Google Shape;8377;p66"/>
              <p:cNvGrpSpPr/>
              <p:nvPr/>
            </p:nvGrpSpPr>
            <p:grpSpPr>
              <a:xfrm>
                <a:off x="4406386" y="4056872"/>
                <a:ext cx="37783" cy="32364"/>
                <a:chOff x="4406386" y="4056872"/>
                <a:chExt cx="37783" cy="32364"/>
              </a:xfrm>
            </p:grpSpPr>
            <p:sp>
              <p:nvSpPr>
                <p:cNvPr id="8378" name="Google Shape;8378;p66"/>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79" name="Google Shape;8379;p66"/>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80" name="Google Shape;8380;p66"/>
              <p:cNvGrpSpPr/>
              <p:nvPr/>
            </p:nvGrpSpPr>
            <p:grpSpPr>
              <a:xfrm>
                <a:off x="4284416" y="4245254"/>
                <a:ext cx="37783" cy="32357"/>
                <a:chOff x="4284416" y="4245254"/>
                <a:chExt cx="37783" cy="32357"/>
              </a:xfrm>
            </p:grpSpPr>
            <p:sp>
              <p:nvSpPr>
                <p:cNvPr id="8381" name="Google Shape;8381;p66"/>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82" name="Google Shape;8382;p66"/>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83" name="Google Shape;8383;p66"/>
              <p:cNvGrpSpPr/>
              <p:nvPr/>
            </p:nvGrpSpPr>
            <p:grpSpPr>
              <a:xfrm>
                <a:off x="4219057" y="4331258"/>
                <a:ext cx="37776" cy="32364"/>
                <a:chOff x="4219057" y="4331258"/>
                <a:chExt cx="37776" cy="32364"/>
              </a:xfrm>
            </p:grpSpPr>
            <p:sp>
              <p:nvSpPr>
                <p:cNvPr id="8384" name="Google Shape;8384;p66"/>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85" name="Google Shape;8385;p66"/>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86" name="Google Shape;8386;p66"/>
              <p:cNvGrpSpPr/>
              <p:nvPr/>
            </p:nvGrpSpPr>
            <p:grpSpPr>
              <a:xfrm>
                <a:off x="4204122" y="4141688"/>
                <a:ext cx="33497" cy="28699"/>
                <a:chOff x="4204122" y="4141688"/>
                <a:chExt cx="33497" cy="28699"/>
              </a:xfrm>
            </p:grpSpPr>
            <p:sp>
              <p:nvSpPr>
                <p:cNvPr id="8387" name="Google Shape;8387;p66"/>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88" name="Google Shape;8388;p66"/>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89" name="Google Shape;8389;p66"/>
              <p:cNvGrpSpPr/>
              <p:nvPr/>
            </p:nvGrpSpPr>
            <p:grpSpPr>
              <a:xfrm>
                <a:off x="4301546" y="4003869"/>
                <a:ext cx="38916" cy="33324"/>
                <a:chOff x="4301546" y="4003869"/>
                <a:chExt cx="38916" cy="33324"/>
              </a:xfrm>
            </p:grpSpPr>
            <p:sp>
              <p:nvSpPr>
                <p:cNvPr id="8390" name="Google Shape;8390;p66"/>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91" name="Google Shape;8391;p66"/>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92" name="Google Shape;8392;p66"/>
              <p:cNvGrpSpPr/>
              <p:nvPr/>
            </p:nvGrpSpPr>
            <p:grpSpPr>
              <a:xfrm>
                <a:off x="4210681" y="3924669"/>
                <a:ext cx="36549" cy="31366"/>
                <a:chOff x="4210681" y="3924669"/>
                <a:chExt cx="36549" cy="31366"/>
              </a:xfrm>
            </p:grpSpPr>
            <p:sp>
              <p:nvSpPr>
                <p:cNvPr id="8393" name="Google Shape;8393;p66"/>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94" name="Google Shape;8394;p66"/>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95" name="Google Shape;8395;p66"/>
              <p:cNvGrpSpPr/>
              <p:nvPr/>
            </p:nvGrpSpPr>
            <p:grpSpPr>
              <a:xfrm>
                <a:off x="3987771" y="3628874"/>
                <a:ext cx="31499" cy="26993"/>
                <a:chOff x="3987771" y="3628874"/>
                <a:chExt cx="31499" cy="26993"/>
              </a:xfrm>
            </p:grpSpPr>
            <p:sp>
              <p:nvSpPr>
                <p:cNvPr id="8396" name="Google Shape;8396;p66"/>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397" name="Google Shape;8397;p66"/>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398" name="Google Shape;8398;p66"/>
              <p:cNvGrpSpPr/>
              <p:nvPr/>
            </p:nvGrpSpPr>
            <p:grpSpPr>
              <a:xfrm>
                <a:off x="4087382" y="3775674"/>
                <a:ext cx="31405" cy="26898"/>
                <a:chOff x="4087382" y="3775674"/>
                <a:chExt cx="31405" cy="26898"/>
              </a:xfrm>
            </p:grpSpPr>
            <p:sp>
              <p:nvSpPr>
                <p:cNvPr id="8399" name="Google Shape;8399;p66"/>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00" name="Google Shape;8400;p66"/>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01" name="Google Shape;8401;p66"/>
              <p:cNvGrpSpPr/>
              <p:nvPr/>
            </p:nvGrpSpPr>
            <p:grpSpPr>
              <a:xfrm>
                <a:off x="4118873" y="3856637"/>
                <a:ext cx="31405" cy="26906"/>
                <a:chOff x="4118873" y="3856637"/>
                <a:chExt cx="31405" cy="26906"/>
              </a:xfrm>
            </p:grpSpPr>
            <p:sp>
              <p:nvSpPr>
                <p:cNvPr id="8402" name="Google Shape;8402;p66"/>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03" name="Google Shape;8403;p66"/>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04" name="Google Shape;8404;p66"/>
              <p:cNvGrpSpPr/>
              <p:nvPr/>
            </p:nvGrpSpPr>
            <p:grpSpPr>
              <a:xfrm>
                <a:off x="4168541" y="3639523"/>
                <a:ext cx="31499" cy="26906"/>
                <a:chOff x="4168541" y="3639523"/>
                <a:chExt cx="31499" cy="26906"/>
              </a:xfrm>
            </p:grpSpPr>
            <p:sp>
              <p:nvSpPr>
                <p:cNvPr id="8405" name="Google Shape;8405;p66"/>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06" name="Google Shape;8406;p66"/>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07" name="Google Shape;8407;p66"/>
              <p:cNvGrpSpPr/>
              <p:nvPr/>
            </p:nvGrpSpPr>
            <p:grpSpPr>
              <a:xfrm>
                <a:off x="3965789" y="3393545"/>
                <a:ext cx="31405" cy="26945"/>
                <a:chOff x="3965789" y="3393545"/>
                <a:chExt cx="31405" cy="26945"/>
              </a:xfrm>
            </p:grpSpPr>
            <p:sp>
              <p:nvSpPr>
                <p:cNvPr id="8408" name="Google Shape;8408;p66"/>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09" name="Google Shape;8409;p66"/>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10" name="Google Shape;8410;p66"/>
              <p:cNvGrpSpPr/>
              <p:nvPr/>
            </p:nvGrpSpPr>
            <p:grpSpPr>
              <a:xfrm>
                <a:off x="3925166" y="3491008"/>
                <a:ext cx="31405" cy="27001"/>
                <a:chOff x="3925166" y="3491008"/>
                <a:chExt cx="31405" cy="27001"/>
              </a:xfrm>
            </p:grpSpPr>
            <p:sp>
              <p:nvSpPr>
                <p:cNvPr id="8411" name="Google Shape;8411;p66"/>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12" name="Google Shape;8412;p66"/>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13" name="Google Shape;8413;p66"/>
              <p:cNvGrpSpPr/>
              <p:nvPr/>
            </p:nvGrpSpPr>
            <p:grpSpPr>
              <a:xfrm>
                <a:off x="3682845" y="3340976"/>
                <a:ext cx="31397" cy="26898"/>
                <a:chOff x="3682845" y="3340976"/>
                <a:chExt cx="31397" cy="26898"/>
              </a:xfrm>
            </p:grpSpPr>
            <p:sp>
              <p:nvSpPr>
                <p:cNvPr id="8414" name="Google Shape;8414;p66"/>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15" name="Google Shape;8415;p66"/>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16" name="Google Shape;8416;p66"/>
              <p:cNvGrpSpPr/>
              <p:nvPr/>
            </p:nvGrpSpPr>
            <p:grpSpPr>
              <a:xfrm>
                <a:off x="3795393" y="3353725"/>
                <a:ext cx="31499" cy="26993"/>
                <a:chOff x="3795393" y="3353725"/>
                <a:chExt cx="31499" cy="26993"/>
              </a:xfrm>
            </p:grpSpPr>
            <p:sp>
              <p:nvSpPr>
                <p:cNvPr id="8417" name="Google Shape;8417;p66"/>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18" name="Google Shape;8418;p66"/>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19" name="Google Shape;8419;p66"/>
              <p:cNvGrpSpPr/>
              <p:nvPr/>
            </p:nvGrpSpPr>
            <p:grpSpPr>
              <a:xfrm>
                <a:off x="4176909" y="4363221"/>
                <a:ext cx="38924" cy="33316"/>
                <a:chOff x="4176909" y="4363221"/>
                <a:chExt cx="38924" cy="33316"/>
              </a:xfrm>
            </p:grpSpPr>
            <p:sp>
              <p:nvSpPr>
                <p:cNvPr id="8420" name="Google Shape;8420;p66"/>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21" name="Google Shape;8421;p66"/>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22" name="Google Shape;8422;p66"/>
              <p:cNvGrpSpPr/>
              <p:nvPr/>
            </p:nvGrpSpPr>
            <p:grpSpPr>
              <a:xfrm>
                <a:off x="4226191" y="4007660"/>
                <a:ext cx="33560" cy="28770"/>
                <a:chOff x="4226191" y="4007660"/>
                <a:chExt cx="33560" cy="28770"/>
              </a:xfrm>
            </p:grpSpPr>
            <p:sp>
              <p:nvSpPr>
                <p:cNvPr id="8423" name="Google Shape;8423;p66"/>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24" name="Google Shape;8424;p66"/>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25" name="Google Shape;8425;p66"/>
              <p:cNvGrpSpPr/>
              <p:nvPr/>
            </p:nvGrpSpPr>
            <p:grpSpPr>
              <a:xfrm>
                <a:off x="3597785" y="3377045"/>
                <a:ext cx="33591" cy="28699"/>
                <a:chOff x="3597785" y="3377045"/>
                <a:chExt cx="33591" cy="28699"/>
              </a:xfrm>
            </p:grpSpPr>
            <p:sp>
              <p:nvSpPr>
                <p:cNvPr id="8426" name="Google Shape;8426;p66"/>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27" name="Google Shape;8427;p66"/>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28" name="Google Shape;8428;p66"/>
              <p:cNvGrpSpPr/>
              <p:nvPr/>
            </p:nvGrpSpPr>
            <p:grpSpPr>
              <a:xfrm>
                <a:off x="3887870" y="3669796"/>
                <a:ext cx="33591" cy="28692"/>
                <a:chOff x="3887870" y="3669796"/>
                <a:chExt cx="33591" cy="28692"/>
              </a:xfrm>
            </p:grpSpPr>
            <p:sp>
              <p:nvSpPr>
                <p:cNvPr id="8429" name="Google Shape;8429;p66"/>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30" name="Google Shape;8430;p66"/>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31" name="Google Shape;8431;p66"/>
              <p:cNvGrpSpPr/>
              <p:nvPr/>
            </p:nvGrpSpPr>
            <p:grpSpPr>
              <a:xfrm>
                <a:off x="3818320" y="3481625"/>
                <a:ext cx="33497" cy="28770"/>
                <a:chOff x="3818320" y="3481625"/>
                <a:chExt cx="33497" cy="28770"/>
              </a:xfrm>
            </p:grpSpPr>
            <p:sp>
              <p:nvSpPr>
                <p:cNvPr id="8432" name="Google Shape;8432;p66"/>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33" name="Google Shape;8433;p66"/>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34" name="Google Shape;8434;p66"/>
              <p:cNvGrpSpPr/>
              <p:nvPr/>
            </p:nvGrpSpPr>
            <p:grpSpPr>
              <a:xfrm>
                <a:off x="4278139" y="4120948"/>
                <a:ext cx="37492" cy="32129"/>
                <a:chOff x="4278139" y="4120948"/>
                <a:chExt cx="37492" cy="32129"/>
              </a:xfrm>
            </p:grpSpPr>
            <p:sp>
              <p:nvSpPr>
                <p:cNvPr id="8435" name="Google Shape;8435;p66"/>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36" name="Google Shape;8436;p66"/>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37" name="Google Shape;8437;p66"/>
              <p:cNvGrpSpPr/>
              <p:nvPr/>
            </p:nvGrpSpPr>
            <p:grpSpPr>
              <a:xfrm>
                <a:off x="4419898" y="3977388"/>
                <a:ext cx="33497" cy="28692"/>
                <a:chOff x="4419898" y="3977388"/>
                <a:chExt cx="33497" cy="28692"/>
              </a:xfrm>
            </p:grpSpPr>
            <p:sp>
              <p:nvSpPr>
                <p:cNvPr id="8438" name="Google Shape;8438;p66"/>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39" name="Google Shape;8439;p66"/>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40" name="Google Shape;8440;p66"/>
              <p:cNvGrpSpPr/>
              <p:nvPr/>
            </p:nvGrpSpPr>
            <p:grpSpPr>
              <a:xfrm>
                <a:off x="4158930" y="4034684"/>
                <a:ext cx="33497" cy="28762"/>
                <a:chOff x="4158930" y="4034684"/>
                <a:chExt cx="33497" cy="28762"/>
              </a:xfrm>
            </p:grpSpPr>
            <p:sp>
              <p:nvSpPr>
                <p:cNvPr id="8441" name="Google Shape;8441;p66"/>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42" name="Google Shape;8442;p66"/>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43" name="Google Shape;8443;p66"/>
              <p:cNvGrpSpPr/>
              <p:nvPr/>
            </p:nvGrpSpPr>
            <p:grpSpPr>
              <a:xfrm>
                <a:off x="4134949" y="3957049"/>
                <a:ext cx="33497" cy="28770"/>
                <a:chOff x="4134949" y="3957049"/>
                <a:chExt cx="33497" cy="28770"/>
              </a:xfrm>
            </p:grpSpPr>
            <p:sp>
              <p:nvSpPr>
                <p:cNvPr id="8444" name="Google Shape;8444;p66"/>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45" name="Google Shape;8445;p66"/>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46" name="Google Shape;8446;p66"/>
              <p:cNvGrpSpPr/>
              <p:nvPr/>
            </p:nvGrpSpPr>
            <p:grpSpPr>
              <a:xfrm>
                <a:off x="4193653" y="4184403"/>
                <a:ext cx="43580" cy="37264"/>
                <a:chOff x="4193653" y="4184403"/>
                <a:chExt cx="43580" cy="37264"/>
              </a:xfrm>
            </p:grpSpPr>
            <p:sp>
              <p:nvSpPr>
                <p:cNvPr id="8447" name="Google Shape;8447;p66"/>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48" name="Google Shape;8448;p66"/>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49" name="Google Shape;8449;p66"/>
              <p:cNvGrpSpPr/>
              <p:nvPr/>
            </p:nvGrpSpPr>
            <p:grpSpPr>
              <a:xfrm>
                <a:off x="4343600" y="3943844"/>
                <a:ext cx="43580" cy="37312"/>
                <a:chOff x="4343600" y="3943844"/>
                <a:chExt cx="43580" cy="37312"/>
              </a:xfrm>
            </p:grpSpPr>
            <p:sp>
              <p:nvSpPr>
                <p:cNvPr id="8450" name="Google Shape;8450;p66"/>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51" name="Google Shape;8451;p66"/>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52" name="Google Shape;8452;p66"/>
              <p:cNvGrpSpPr/>
              <p:nvPr/>
            </p:nvGrpSpPr>
            <p:grpSpPr>
              <a:xfrm>
                <a:off x="4172339" y="3381693"/>
                <a:ext cx="31499" cy="27001"/>
                <a:chOff x="4172339" y="3381693"/>
                <a:chExt cx="31499" cy="27001"/>
              </a:xfrm>
            </p:grpSpPr>
            <p:sp>
              <p:nvSpPr>
                <p:cNvPr id="8453" name="Google Shape;8453;p66"/>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54" name="Google Shape;8454;p66"/>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8458"/>
        <p:cNvGrpSpPr/>
        <p:nvPr/>
      </p:nvGrpSpPr>
      <p:grpSpPr>
        <a:xfrm>
          <a:off x="0" y="0"/>
          <a:ext cx="0" cy="0"/>
          <a:chOff x="0" y="0"/>
          <a:chExt cx="0" cy="0"/>
        </a:xfrm>
      </p:grpSpPr>
      <p:grpSp>
        <p:nvGrpSpPr>
          <p:cNvPr id="8459" name="Google Shape;8459;p67"/>
          <p:cNvGrpSpPr/>
          <p:nvPr/>
        </p:nvGrpSpPr>
        <p:grpSpPr>
          <a:xfrm>
            <a:off x="2835497" y="4810545"/>
            <a:ext cx="1470520" cy="1013783"/>
            <a:chOff x="4967783" y="2151471"/>
            <a:chExt cx="3920691" cy="2702940"/>
          </a:xfrm>
        </p:grpSpPr>
        <p:grpSp>
          <p:nvGrpSpPr>
            <p:cNvPr id="8460" name="Google Shape;8460;p67"/>
            <p:cNvGrpSpPr/>
            <p:nvPr/>
          </p:nvGrpSpPr>
          <p:grpSpPr>
            <a:xfrm>
              <a:off x="5045709" y="2252109"/>
              <a:ext cx="3761071" cy="2501708"/>
              <a:chOff x="2691784" y="1805334"/>
              <a:chExt cx="3761071" cy="2501708"/>
            </a:xfrm>
          </p:grpSpPr>
          <p:sp>
            <p:nvSpPr>
              <p:cNvPr id="8461" name="Google Shape;8461;p67"/>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62" name="Google Shape;8462;p67"/>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63" name="Google Shape;8463;p67"/>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64" name="Google Shape;8464;p67"/>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65" name="Google Shape;8465;p67"/>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66" name="Google Shape;8466;p67"/>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67" name="Google Shape;8467;p67"/>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68" name="Google Shape;8468;p67"/>
            <p:cNvGrpSpPr/>
            <p:nvPr/>
          </p:nvGrpSpPr>
          <p:grpSpPr>
            <a:xfrm>
              <a:off x="4967783" y="2151471"/>
              <a:ext cx="3920691" cy="2702940"/>
              <a:chOff x="2613858" y="1704696"/>
              <a:chExt cx="3920691" cy="2702940"/>
            </a:xfrm>
          </p:grpSpPr>
          <p:sp>
            <p:nvSpPr>
              <p:cNvPr id="8469" name="Google Shape;8469;p67"/>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70" name="Google Shape;8470;p67"/>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71" name="Google Shape;8471;p67"/>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72" name="Google Shape;8472;p67"/>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73" name="Google Shape;8473;p67"/>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8474" name="Google Shape;8474;p67"/>
          <p:cNvGrpSpPr/>
          <p:nvPr/>
        </p:nvGrpSpPr>
        <p:grpSpPr>
          <a:xfrm>
            <a:off x="4707377" y="1994914"/>
            <a:ext cx="2082548" cy="944774"/>
            <a:chOff x="3530532" y="1496185"/>
            <a:chExt cx="1561911" cy="708581"/>
          </a:xfrm>
        </p:grpSpPr>
        <p:grpSp>
          <p:nvGrpSpPr>
            <p:cNvPr id="8475" name="Google Shape;8475;p67"/>
            <p:cNvGrpSpPr/>
            <p:nvPr/>
          </p:nvGrpSpPr>
          <p:grpSpPr>
            <a:xfrm>
              <a:off x="3720318" y="1857562"/>
              <a:ext cx="1372125" cy="54"/>
              <a:chOff x="3720318" y="1857562"/>
              <a:chExt cx="1372125" cy="54"/>
            </a:xfrm>
          </p:grpSpPr>
          <p:cxnSp>
            <p:nvCxnSpPr>
              <p:cNvPr id="8476" name="Google Shape;8476;p67"/>
              <p:cNvCxnSpPr>
                <a:endCxn id="8477" idx="2"/>
              </p:cNvCxnSpPr>
              <p:nvPr/>
            </p:nvCxnSpPr>
            <p:spPr>
              <a:xfrm>
                <a:off x="4440243" y="1857616"/>
                <a:ext cx="173400" cy="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8478" name="Google Shape;8478;p67"/>
              <p:cNvCxnSpPr/>
              <p:nvPr/>
            </p:nvCxnSpPr>
            <p:spPr>
              <a:xfrm>
                <a:off x="4074943" y="1857562"/>
                <a:ext cx="173400" cy="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8479" name="Google Shape;8479;p67"/>
              <p:cNvCxnSpPr/>
              <p:nvPr/>
            </p:nvCxnSpPr>
            <p:spPr>
              <a:xfrm>
                <a:off x="3720318" y="1857562"/>
                <a:ext cx="173400" cy="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8480" name="Google Shape;8480;p67"/>
              <p:cNvCxnSpPr>
                <a:stCxn id="8477" idx="6"/>
              </p:cNvCxnSpPr>
              <p:nvPr/>
            </p:nvCxnSpPr>
            <p:spPr>
              <a:xfrm>
                <a:off x="4801443" y="1857616"/>
                <a:ext cx="291000" cy="0"/>
              </a:xfrm>
              <a:prstGeom prst="straightConnector1">
                <a:avLst/>
              </a:prstGeom>
              <a:noFill/>
              <a:ln w="9525" cap="flat" cmpd="sng">
                <a:solidFill>
                  <a:schemeClr val="bg1">
                    <a:lumMod val="65000"/>
                  </a:schemeClr>
                </a:solidFill>
                <a:prstDash val="solid"/>
                <a:round/>
                <a:headEnd type="none" w="med" len="med"/>
                <a:tailEnd type="triangle" w="med" len="med"/>
              </a:ln>
            </p:spPr>
          </p:cxnSp>
        </p:grpSp>
        <p:grpSp>
          <p:nvGrpSpPr>
            <p:cNvPr id="8481" name="Google Shape;8481;p67"/>
            <p:cNvGrpSpPr/>
            <p:nvPr/>
          </p:nvGrpSpPr>
          <p:grpSpPr>
            <a:xfrm>
              <a:off x="3567462" y="1496185"/>
              <a:ext cx="286500" cy="272915"/>
              <a:chOff x="3567462" y="1496185"/>
              <a:chExt cx="286500" cy="272915"/>
            </a:xfrm>
          </p:grpSpPr>
          <p:cxnSp>
            <p:nvCxnSpPr>
              <p:cNvPr id="8482" name="Google Shape;8482;p67"/>
              <p:cNvCxnSpPr/>
              <p:nvPr/>
            </p:nvCxnSpPr>
            <p:spPr>
              <a:xfrm rot="10800000">
                <a:off x="3626625" y="1596000"/>
                <a:ext cx="0" cy="173100"/>
              </a:xfrm>
              <a:prstGeom prst="straightConnector1">
                <a:avLst/>
              </a:prstGeom>
              <a:noFill/>
              <a:ln w="9525" cap="flat" cmpd="sng">
                <a:solidFill>
                  <a:schemeClr val="bg1">
                    <a:lumMod val="65000"/>
                  </a:schemeClr>
                </a:solidFill>
                <a:prstDash val="solid"/>
                <a:round/>
                <a:headEnd type="none" w="med" len="med"/>
                <a:tailEnd type="none" w="med" len="med"/>
              </a:ln>
            </p:spPr>
          </p:cxnSp>
          <p:sp>
            <p:nvSpPr>
              <p:cNvPr id="8483" name="Google Shape;8483;p67"/>
              <p:cNvSpPr/>
              <p:nvPr/>
            </p:nvSpPr>
            <p:spPr>
              <a:xfrm>
                <a:off x="3567462" y="1496185"/>
                <a:ext cx="286500" cy="999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8484" name="Google Shape;8484;p67"/>
            <p:cNvSpPr/>
            <p:nvPr/>
          </p:nvSpPr>
          <p:spPr>
            <a:xfrm>
              <a:off x="3530532" y="1771972"/>
              <a:ext cx="187800" cy="1878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85" name="Google Shape;8485;p67"/>
            <p:cNvSpPr/>
            <p:nvPr/>
          </p:nvSpPr>
          <p:spPr>
            <a:xfrm>
              <a:off x="3891569" y="1779209"/>
              <a:ext cx="187800" cy="1878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8486" name="Google Shape;8486;p67"/>
            <p:cNvGrpSpPr/>
            <p:nvPr/>
          </p:nvGrpSpPr>
          <p:grpSpPr>
            <a:xfrm>
              <a:off x="3929014" y="1960574"/>
              <a:ext cx="286500" cy="242342"/>
              <a:chOff x="3929014" y="1960574"/>
              <a:chExt cx="286500" cy="242342"/>
            </a:xfrm>
          </p:grpSpPr>
          <p:cxnSp>
            <p:nvCxnSpPr>
              <p:cNvPr id="8487" name="Google Shape;8487;p67"/>
              <p:cNvCxnSpPr/>
              <p:nvPr/>
            </p:nvCxnSpPr>
            <p:spPr>
              <a:xfrm rot="10800000">
                <a:off x="3988400" y="1960574"/>
                <a:ext cx="0" cy="144300"/>
              </a:xfrm>
              <a:prstGeom prst="straightConnector1">
                <a:avLst/>
              </a:prstGeom>
              <a:noFill/>
              <a:ln w="9525" cap="flat" cmpd="sng">
                <a:solidFill>
                  <a:schemeClr val="bg1">
                    <a:lumMod val="65000"/>
                  </a:schemeClr>
                </a:solidFill>
                <a:prstDash val="solid"/>
                <a:round/>
                <a:headEnd type="none" w="med" len="med"/>
                <a:tailEnd type="none" w="med" len="med"/>
              </a:ln>
            </p:spPr>
          </p:cxnSp>
          <p:sp>
            <p:nvSpPr>
              <p:cNvPr id="8488" name="Google Shape;8488;p67"/>
              <p:cNvSpPr/>
              <p:nvPr/>
            </p:nvSpPr>
            <p:spPr>
              <a:xfrm>
                <a:off x="3929014" y="2103016"/>
                <a:ext cx="286500" cy="999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489" name="Google Shape;8489;p67"/>
            <p:cNvGrpSpPr/>
            <p:nvPr/>
          </p:nvGrpSpPr>
          <p:grpSpPr>
            <a:xfrm>
              <a:off x="4290828" y="1496185"/>
              <a:ext cx="286500" cy="272915"/>
              <a:chOff x="4290828" y="1496185"/>
              <a:chExt cx="286500" cy="272915"/>
            </a:xfrm>
          </p:grpSpPr>
          <p:cxnSp>
            <p:nvCxnSpPr>
              <p:cNvPr id="8490" name="Google Shape;8490;p67"/>
              <p:cNvCxnSpPr/>
              <p:nvPr/>
            </p:nvCxnSpPr>
            <p:spPr>
              <a:xfrm rot="10800000">
                <a:off x="4350000" y="1596000"/>
                <a:ext cx="0" cy="173100"/>
              </a:xfrm>
              <a:prstGeom prst="straightConnector1">
                <a:avLst/>
              </a:prstGeom>
              <a:noFill/>
              <a:ln w="9525" cap="flat" cmpd="sng">
                <a:solidFill>
                  <a:schemeClr val="bg1">
                    <a:lumMod val="65000"/>
                  </a:schemeClr>
                </a:solidFill>
                <a:prstDash val="solid"/>
                <a:round/>
                <a:headEnd type="none" w="med" len="med"/>
                <a:tailEnd type="none" w="med" len="med"/>
              </a:ln>
            </p:spPr>
          </p:cxnSp>
          <p:sp>
            <p:nvSpPr>
              <p:cNvPr id="8491" name="Google Shape;8491;p67"/>
              <p:cNvSpPr/>
              <p:nvPr/>
            </p:nvSpPr>
            <p:spPr>
              <a:xfrm>
                <a:off x="4290828" y="1496185"/>
                <a:ext cx="286500" cy="999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8492" name="Google Shape;8492;p67"/>
            <p:cNvSpPr/>
            <p:nvPr/>
          </p:nvSpPr>
          <p:spPr>
            <a:xfrm>
              <a:off x="4252606" y="1771972"/>
              <a:ext cx="187800" cy="1878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477" name="Google Shape;8477;p67"/>
            <p:cNvSpPr/>
            <p:nvPr/>
          </p:nvSpPr>
          <p:spPr>
            <a:xfrm>
              <a:off x="4613643" y="1763716"/>
              <a:ext cx="187800" cy="1878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8493" name="Google Shape;8493;p67"/>
            <p:cNvGrpSpPr/>
            <p:nvPr/>
          </p:nvGrpSpPr>
          <p:grpSpPr>
            <a:xfrm>
              <a:off x="4657726" y="1959674"/>
              <a:ext cx="286500" cy="245092"/>
              <a:chOff x="4657726" y="1959674"/>
              <a:chExt cx="286500" cy="245092"/>
            </a:xfrm>
          </p:grpSpPr>
          <p:cxnSp>
            <p:nvCxnSpPr>
              <p:cNvPr id="8494" name="Google Shape;8494;p67"/>
              <p:cNvCxnSpPr/>
              <p:nvPr/>
            </p:nvCxnSpPr>
            <p:spPr>
              <a:xfrm rot="10800000">
                <a:off x="4707475" y="1959674"/>
                <a:ext cx="0" cy="145200"/>
              </a:xfrm>
              <a:prstGeom prst="straightConnector1">
                <a:avLst/>
              </a:prstGeom>
              <a:noFill/>
              <a:ln w="9525" cap="flat" cmpd="sng">
                <a:solidFill>
                  <a:schemeClr val="bg1">
                    <a:lumMod val="65000"/>
                  </a:schemeClr>
                </a:solidFill>
                <a:prstDash val="solid"/>
                <a:round/>
                <a:headEnd type="none" w="med" len="med"/>
                <a:tailEnd type="none" w="med" len="med"/>
              </a:ln>
            </p:spPr>
          </p:cxnSp>
          <p:sp>
            <p:nvSpPr>
              <p:cNvPr id="8495" name="Google Shape;8495;p67"/>
              <p:cNvSpPr/>
              <p:nvPr/>
            </p:nvSpPr>
            <p:spPr>
              <a:xfrm>
                <a:off x="4657726" y="2104866"/>
                <a:ext cx="286500" cy="999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8496" name="Google Shape;8496;p67"/>
          <p:cNvGrpSpPr/>
          <p:nvPr/>
        </p:nvGrpSpPr>
        <p:grpSpPr>
          <a:xfrm>
            <a:off x="4984266" y="3151161"/>
            <a:ext cx="2836941" cy="505954"/>
            <a:chOff x="3738198" y="2358282"/>
            <a:chExt cx="2127705" cy="378649"/>
          </a:xfrm>
        </p:grpSpPr>
        <p:grpSp>
          <p:nvGrpSpPr>
            <p:cNvPr id="8497" name="Google Shape;8497;p67"/>
            <p:cNvGrpSpPr/>
            <p:nvPr/>
          </p:nvGrpSpPr>
          <p:grpSpPr>
            <a:xfrm>
              <a:off x="3738198" y="2553002"/>
              <a:ext cx="1145834" cy="116"/>
              <a:chOff x="3738198" y="2553002"/>
              <a:chExt cx="1145834" cy="116"/>
            </a:xfrm>
          </p:grpSpPr>
          <p:cxnSp>
            <p:nvCxnSpPr>
              <p:cNvPr id="8498" name="Google Shape;8498;p67"/>
              <p:cNvCxnSpPr/>
              <p:nvPr/>
            </p:nvCxnSpPr>
            <p:spPr>
              <a:xfrm>
                <a:off x="4195395" y="2553002"/>
                <a:ext cx="231600" cy="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8499" name="Google Shape;8499;p67"/>
              <p:cNvCxnSpPr/>
              <p:nvPr/>
            </p:nvCxnSpPr>
            <p:spPr>
              <a:xfrm>
                <a:off x="4652432" y="2553002"/>
                <a:ext cx="231600" cy="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8500" name="Google Shape;8500;p67"/>
              <p:cNvCxnSpPr>
                <a:stCxn id="8501" idx="6"/>
                <a:endCxn id="8502" idx="2"/>
              </p:cNvCxnSpPr>
              <p:nvPr/>
            </p:nvCxnSpPr>
            <p:spPr>
              <a:xfrm>
                <a:off x="3738198" y="2553118"/>
                <a:ext cx="231300" cy="0"/>
              </a:xfrm>
              <a:prstGeom prst="straightConnector1">
                <a:avLst/>
              </a:prstGeom>
              <a:noFill/>
              <a:ln w="9525" cap="flat" cmpd="sng">
                <a:solidFill>
                  <a:schemeClr val="bg1">
                    <a:lumMod val="65000"/>
                  </a:schemeClr>
                </a:solidFill>
                <a:prstDash val="solid"/>
                <a:round/>
                <a:headEnd type="none" w="med" len="med"/>
                <a:tailEnd type="none" w="med" len="med"/>
              </a:ln>
            </p:spPr>
          </p:cxnSp>
        </p:grpSp>
        <p:grpSp>
          <p:nvGrpSpPr>
            <p:cNvPr id="8503" name="Google Shape;8503;p67"/>
            <p:cNvGrpSpPr/>
            <p:nvPr/>
          </p:nvGrpSpPr>
          <p:grpSpPr>
            <a:xfrm>
              <a:off x="3969644" y="2440153"/>
              <a:ext cx="225900" cy="296778"/>
              <a:chOff x="3969644" y="2440153"/>
              <a:chExt cx="225900" cy="296778"/>
            </a:xfrm>
          </p:grpSpPr>
          <p:cxnSp>
            <p:nvCxnSpPr>
              <p:cNvPr id="8504" name="Google Shape;8504;p67"/>
              <p:cNvCxnSpPr/>
              <p:nvPr/>
            </p:nvCxnSpPr>
            <p:spPr>
              <a:xfrm>
                <a:off x="4082390" y="2637031"/>
                <a:ext cx="0" cy="99900"/>
              </a:xfrm>
              <a:prstGeom prst="straightConnector1">
                <a:avLst/>
              </a:prstGeom>
              <a:noFill/>
              <a:ln w="9525" cap="flat" cmpd="sng">
                <a:solidFill>
                  <a:schemeClr val="bg1">
                    <a:lumMod val="65000"/>
                  </a:schemeClr>
                </a:solidFill>
                <a:prstDash val="solid"/>
                <a:round/>
                <a:headEnd type="none" w="med" len="med"/>
                <a:tailEnd type="none" w="med" len="med"/>
              </a:ln>
            </p:spPr>
          </p:cxnSp>
          <p:sp>
            <p:nvSpPr>
              <p:cNvPr id="8502" name="Google Shape;8502;p67"/>
              <p:cNvSpPr/>
              <p:nvPr/>
            </p:nvSpPr>
            <p:spPr>
              <a:xfrm>
                <a:off x="3969644" y="2440153"/>
                <a:ext cx="225900" cy="2259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05" name="Google Shape;8505;p67"/>
              <p:cNvSpPr/>
              <p:nvPr/>
            </p:nvSpPr>
            <p:spPr>
              <a:xfrm>
                <a:off x="3998471" y="2468982"/>
                <a:ext cx="168300" cy="1683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506" name="Google Shape;8506;p67"/>
            <p:cNvGrpSpPr/>
            <p:nvPr/>
          </p:nvGrpSpPr>
          <p:grpSpPr>
            <a:xfrm>
              <a:off x="4426818" y="2358282"/>
              <a:ext cx="225600" cy="307471"/>
              <a:chOff x="4426818" y="2358282"/>
              <a:chExt cx="225600" cy="307471"/>
            </a:xfrm>
          </p:grpSpPr>
          <p:cxnSp>
            <p:nvCxnSpPr>
              <p:cNvPr id="8507" name="Google Shape;8507;p67"/>
              <p:cNvCxnSpPr>
                <a:stCxn id="8508" idx="0"/>
              </p:cNvCxnSpPr>
              <p:nvPr/>
            </p:nvCxnSpPr>
            <p:spPr>
              <a:xfrm rot="10800000">
                <a:off x="4539644" y="2358282"/>
                <a:ext cx="0" cy="110700"/>
              </a:xfrm>
              <a:prstGeom prst="straightConnector1">
                <a:avLst/>
              </a:prstGeom>
              <a:noFill/>
              <a:ln w="9525" cap="flat" cmpd="sng">
                <a:solidFill>
                  <a:schemeClr val="bg1">
                    <a:lumMod val="65000"/>
                  </a:schemeClr>
                </a:solidFill>
                <a:prstDash val="solid"/>
                <a:round/>
                <a:headEnd type="none" w="med" len="med"/>
                <a:tailEnd type="none" w="med" len="med"/>
              </a:ln>
            </p:spPr>
          </p:cxnSp>
          <p:sp>
            <p:nvSpPr>
              <p:cNvPr id="8509" name="Google Shape;8509;p67"/>
              <p:cNvSpPr/>
              <p:nvPr/>
            </p:nvSpPr>
            <p:spPr>
              <a:xfrm>
                <a:off x="4426818" y="2440153"/>
                <a:ext cx="225600" cy="2256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08" name="Google Shape;8508;p67"/>
              <p:cNvSpPr/>
              <p:nvPr/>
            </p:nvSpPr>
            <p:spPr>
              <a:xfrm>
                <a:off x="4455644" y="2468982"/>
                <a:ext cx="168000" cy="1680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510" name="Google Shape;8510;p67"/>
            <p:cNvGrpSpPr/>
            <p:nvPr/>
          </p:nvGrpSpPr>
          <p:grpSpPr>
            <a:xfrm>
              <a:off x="4883984" y="2440153"/>
              <a:ext cx="225600" cy="296478"/>
              <a:chOff x="4883984" y="2440153"/>
              <a:chExt cx="225600" cy="296478"/>
            </a:xfrm>
          </p:grpSpPr>
          <p:cxnSp>
            <p:nvCxnSpPr>
              <p:cNvPr id="8511" name="Google Shape;8511;p67"/>
              <p:cNvCxnSpPr/>
              <p:nvPr/>
            </p:nvCxnSpPr>
            <p:spPr>
              <a:xfrm>
                <a:off x="4996858" y="2637031"/>
                <a:ext cx="0" cy="99600"/>
              </a:xfrm>
              <a:prstGeom prst="straightConnector1">
                <a:avLst/>
              </a:prstGeom>
              <a:noFill/>
              <a:ln w="9525" cap="flat" cmpd="sng">
                <a:solidFill>
                  <a:schemeClr val="bg1">
                    <a:lumMod val="65000"/>
                  </a:schemeClr>
                </a:solidFill>
                <a:prstDash val="solid"/>
                <a:round/>
                <a:headEnd type="none" w="med" len="med"/>
                <a:tailEnd type="none" w="med" len="med"/>
              </a:ln>
            </p:spPr>
          </p:cxnSp>
          <p:sp>
            <p:nvSpPr>
              <p:cNvPr id="8512" name="Google Shape;8512;p67"/>
              <p:cNvSpPr/>
              <p:nvPr/>
            </p:nvSpPr>
            <p:spPr>
              <a:xfrm>
                <a:off x="4883984" y="2440153"/>
                <a:ext cx="225600" cy="2256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13" name="Google Shape;8513;p67"/>
              <p:cNvSpPr/>
              <p:nvPr/>
            </p:nvSpPr>
            <p:spPr>
              <a:xfrm>
                <a:off x="4912810" y="2468982"/>
                <a:ext cx="168000" cy="1680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514" name="Google Shape;8514;p67"/>
            <p:cNvGrpSpPr/>
            <p:nvPr/>
          </p:nvGrpSpPr>
          <p:grpSpPr>
            <a:xfrm>
              <a:off x="5073603" y="2358354"/>
              <a:ext cx="792300" cy="307628"/>
              <a:chOff x="2182679" y="2005014"/>
              <a:chExt cx="792300" cy="1080158"/>
            </a:xfrm>
          </p:grpSpPr>
          <p:cxnSp>
            <p:nvCxnSpPr>
              <p:cNvPr id="8515" name="Google Shape;8515;p67"/>
              <p:cNvCxnSpPr>
                <a:stCxn id="8516" idx="0"/>
              </p:cNvCxnSpPr>
              <p:nvPr/>
            </p:nvCxnSpPr>
            <p:spPr>
              <a:xfrm rot="10800000">
                <a:off x="2578961" y="2005014"/>
                <a:ext cx="0" cy="388800"/>
              </a:xfrm>
              <a:prstGeom prst="straightConnector1">
                <a:avLst/>
              </a:prstGeom>
              <a:noFill/>
              <a:ln w="9525" cap="flat" cmpd="sng">
                <a:solidFill>
                  <a:schemeClr val="bg1">
                    <a:lumMod val="65000"/>
                  </a:schemeClr>
                </a:solidFill>
                <a:prstDash val="solid"/>
                <a:round/>
                <a:headEnd type="none" w="med" len="med"/>
                <a:tailEnd type="none" w="med" len="med"/>
              </a:ln>
            </p:spPr>
          </p:cxnSp>
          <p:sp>
            <p:nvSpPr>
              <p:cNvPr id="8501" name="Google Shape;8501;p67"/>
              <p:cNvSpPr/>
              <p:nvPr/>
            </p:nvSpPr>
            <p:spPr>
              <a:xfrm>
                <a:off x="2182679" y="2292572"/>
                <a:ext cx="792300" cy="7926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16" name="Google Shape;8516;p67"/>
              <p:cNvSpPr/>
              <p:nvPr/>
            </p:nvSpPr>
            <p:spPr>
              <a:xfrm>
                <a:off x="2283911" y="2393814"/>
                <a:ext cx="590100" cy="5901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8517" name="Google Shape;8517;p67"/>
          <p:cNvGrpSpPr/>
          <p:nvPr/>
        </p:nvGrpSpPr>
        <p:grpSpPr>
          <a:xfrm>
            <a:off x="9163512" y="1576112"/>
            <a:ext cx="2079745" cy="963483"/>
            <a:chOff x="634175" y="2986275"/>
            <a:chExt cx="3147949" cy="1458344"/>
          </a:xfrm>
        </p:grpSpPr>
        <p:cxnSp>
          <p:nvCxnSpPr>
            <p:cNvPr id="8518" name="Google Shape;8518;p67"/>
            <p:cNvCxnSpPr>
              <a:stCxn id="8519" idx="4"/>
              <a:endCxn id="8520" idx="0"/>
            </p:cNvCxnSpPr>
            <p:nvPr/>
          </p:nvCxnSpPr>
          <p:spPr>
            <a:xfrm>
              <a:off x="929975" y="3577875"/>
              <a:ext cx="591300" cy="27510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8521" name="Google Shape;8521;p67"/>
            <p:cNvCxnSpPr>
              <a:stCxn id="8520" idx="0"/>
              <a:endCxn id="8522" idx="4"/>
            </p:cNvCxnSpPr>
            <p:nvPr/>
          </p:nvCxnSpPr>
          <p:spPr>
            <a:xfrm rot="10800000" flipH="1">
              <a:off x="1521366" y="3577919"/>
              <a:ext cx="686700" cy="27510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8523" name="Google Shape;8523;p67"/>
            <p:cNvCxnSpPr>
              <a:stCxn id="8522" idx="4"/>
              <a:endCxn id="8524" idx="0"/>
            </p:cNvCxnSpPr>
            <p:nvPr/>
          </p:nvCxnSpPr>
          <p:spPr>
            <a:xfrm>
              <a:off x="2208152" y="3577875"/>
              <a:ext cx="686700" cy="27510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8525" name="Google Shape;8525;p67"/>
            <p:cNvCxnSpPr>
              <a:stCxn id="8524" idx="0"/>
              <a:endCxn id="8526" idx="4"/>
            </p:cNvCxnSpPr>
            <p:nvPr/>
          </p:nvCxnSpPr>
          <p:spPr>
            <a:xfrm rot="10800000" flipH="1">
              <a:off x="2894933" y="3577918"/>
              <a:ext cx="591300" cy="275100"/>
            </a:xfrm>
            <a:prstGeom prst="straightConnector1">
              <a:avLst/>
            </a:prstGeom>
            <a:noFill/>
            <a:ln w="9525" cap="flat" cmpd="sng">
              <a:solidFill>
                <a:schemeClr val="bg1">
                  <a:lumMod val="65000"/>
                </a:schemeClr>
              </a:solidFill>
              <a:prstDash val="solid"/>
              <a:round/>
              <a:headEnd type="none" w="med" len="med"/>
              <a:tailEnd type="none" w="med" len="med"/>
            </a:ln>
          </p:spPr>
        </p:cxnSp>
        <p:sp>
          <p:nvSpPr>
            <p:cNvPr id="8526" name="Google Shape;8526;p67"/>
            <p:cNvSpPr/>
            <p:nvPr/>
          </p:nvSpPr>
          <p:spPr>
            <a:xfrm>
              <a:off x="3190524" y="2986275"/>
              <a:ext cx="591600" cy="5916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91433" tIns="45700" rIns="91433" bIns="45700" anchor="ctr" anchorCtr="0">
              <a:noAutofit/>
            </a:bodyPr>
            <a:lstStyle/>
            <a:p>
              <a:pPr algn="ctr"/>
              <a:endParaRPr sz="1867">
                <a:solidFill>
                  <a:schemeClr val="tx1">
                    <a:lumMod val="95000"/>
                    <a:lumOff val="5000"/>
                  </a:schemeClr>
                </a:solidFill>
                <a:latin typeface="Calibri"/>
                <a:ea typeface="Calibri"/>
                <a:cs typeface="Calibri"/>
                <a:sym typeface="Calibri"/>
              </a:endParaRPr>
            </a:p>
          </p:txBody>
        </p:sp>
        <p:sp>
          <p:nvSpPr>
            <p:cNvPr id="8522" name="Google Shape;8522;p67"/>
            <p:cNvSpPr/>
            <p:nvPr/>
          </p:nvSpPr>
          <p:spPr>
            <a:xfrm>
              <a:off x="1912352" y="2986275"/>
              <a:ext cx="591600" cy="5916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91433" tIns="45700" rIns="91433" bIns="45700" anchor="ctr" anchorCtr="0">
              <a:noAutofit/>
            </a:bodyPr>
            <a:lstStyle/>
            <a:p>
              <a:pPr algn="ctr"/>
              <a:endParaRPr sz="1867">
                <a:solidFill>
                  <a:schemeClr val="tx1">
                    <a:lumMod val="95000"/>
                    <a:lumOff val="5000"/>
                  </a:schemeClr>
                </a:solidFill>
                <a:latin typeface="Calibri"/>
                <a:ea typeface="Calibri"/>
                <a:cs typeface="Calibri"/>
                <a:sym typeface="Calibri"/>
              </a:endParaRPr>
            </a:p>
          </p:txBody>
        </p:sp>
        <p:sp>
          <p:nvSpPr>
            <p:cNvPr id="8519" name="Google Shape;8519;p67"/>
            <p:cNvSpPr/>
            <p:nvPr/>
          </p:nvSpPr>
          <p:spPr>
            <a:xfrm>
              <a:off x="634175" y="2986275"/>
              <a:ext cx="591600" cy="5916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91433" tIns="45700" rIns="91433" bIns="45700" anchor="ctr" anchorCtr="0">
              <a:noAutofit/>
            </a:bodyPr>
            <a:lstStyle/>
            <a:p>
              <a:pPr algn="ctr"/>
              <a:endParaRPr sz="1867">
                <a:solidFill>
                  <a:schemeClr val="tx1">
                    <a:lumMod val="95000"/>
                    <a:lumOff val="5000"/>
                  </a:schemeClr>
                </a:solidFill>
                <a:latin typeface="Calibri"/>
                <a:ea typeface="Calibri"/>
                <a:cs typeface="Calibri"/>
                <a:sym typeface="Calibri"/>
              </a:endParaRPr>
            </a:p>
          </p:txBody>
        </p:sp>
        <p:sp>
          <p:nvSpPr>
            <p:cNvPr id="8524" name="Google Shape;8524;p67"/>
            <p:cNvSpPr/>
            <p:nvPr/>
          </p:nvSpPr>
          <p:spPr>
            <a:xfrm>
              <a:off x="2599133" y="3853018"/>
              <a:ext cx="591600" cy="5916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91433" tIns="45700" rIns="91433" bIns="45700" anchor="ctr" anchorCtr="0">
              <a:noAutofit/>
            </a:bodyPr>
            <a:lstStyle/>
            <a:p>
              <a:pPr algn="ctr"/>
              <a:endParaRPr sz="1867">
                <a:solidFill>
                  <a:schemeClr val="tx1">
                    <a:lumMod val="95000"/>
                    <a:lumOff val="5000"/>
                  </a:schemeClr>
                </a:solidFill>
                <a:latin typeface="Calibri"/>
                <a:ea typeface="Calibri"/>
                <a:cs typeface="Calibri"/>
                <a:sym typeface="Calibri"/>
              </a:endParaRPr>
            </a:p>
          </p:txBody>
        </p:sp>
        <p:sp>
          <p:nvSpPr>
            <p:cNvPr id="8520" name="Google Shape;8520;p67"/>
            <p:cNvSpPr/>
            <p:nvPr/>
          </p:nvSpPr>
          <p:spPr>
            <a:xfrm>
              <a:off x="1225566" y="3853019"/>
              <a:ext cx="591600" cy="5916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91433" tIns="45700" rIns="91433" bIns="45700" anchor="ctr" anchorCtr="0">
              <a:noAutofit/>
            </a:bodyPr>
            <a:lstStyle/>
            <a:p>
              <a:pPr algn="ctr"/>
              <a:endParaRPr sz="1867">
                <a:solidFill>
                  <a:schemeClr val="tx1">
                    <a:lumMod val="95000"/>
                    <a:lumOff val="5000"/>
                  </a:schemeClr>
                </a:solidFill>
                <a:latin typeface="Calibri"/>
                <a:ea typeface="Calibri"/>
                <a:cs typeface="Calibri"/>
                <a:sym typeface="Calibri"/>
              </a:endParaRPr>
            </a:p>
          </p:txBody>
        </p:sp>
      </p:grpSp>
      <p:grpSp>
        <p:nvGrpSpPr>
          <p:cNvPr id="8527" name="Google Shape;8527;p67"/>
          <p:cNvGrpSpPr/>
          <p:nvPr/>
        </p:nvGrpSpPr>
        <p:grpSpPr>
          <a:xfrm>
            <a:off x="4701899" y="3855983"/>
            <a:ext cx="2094292" cy="392164"/>
            <a:chOff x="998425" y="1182125"/>
            <a:chExt cx="1065400" cy="199500"/>
          </a:xfrm>
        </p:grpSpPr>
        <p:sp>
          <p:nvSpPr>
            <p:cNvPr id="8528" name="Google Shape;8528;p6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29" name="Google Shape;8529;p6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30" name="Google Shape;8530;p6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31" name="Google Shape;8531;p6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32" name="Google Shape;8532;p6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533" name="Google Shape;8533;p67"/>
          <p:cNvGrpSpPr/>
          <p:nvPr/>
        </p:nvGrpSpPr>
        <p:grpSpPr>
          <a:xfrm>
            <a:off x="9159573" y="2679299"/>
            <a:ext cx="2087618" cy="488972"/>
            <a:chOff x="1247650" y="2075423"/>
            <a:chExt cx="6648477" cy="1557238"/>
          </a:xfrm>
        </p:grpSpPr>
        <p:sp>
          <p:nvSpPr>
            <p:cNvPr id="8534" name="Google Shape;8534;p6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35" name="Google Shape;8535;p6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36" name="Google Shape;8536;p6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37" name="Google Shape;8537;p6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38" name="Google Shape;8538;p6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39" name="Google Shape;8539;p6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chemeClr val="bg1">
                  <a:lumMod val="65000"/>
                </a:schemeClr>
              </a:solidFill>
              <a:prstDash val="solid"/>
              <a:miter lim="1300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540" name="Google Shape;8540;p67"/>
          <p:cNvGrpSpPr/>
          <p:nvPr/>
        </p:nvGrpSpPr>
        <p:grpSpPr>
          <a:xfrm>
            <a:off x="7058098" y="4211064"/>
            <a:ext cx="1630319" cy="884589"/>
            <a:chOff x="6796238" y="3158297"/>
            <a:chExt cx="1630319" cy="677257"/>
          </a:xfrm>
        </p:grpSpPr>
        <p:cxnSp>
          <p:nvCxnSpPr>
            <p:cNvPr id="8541" name="Google Shape;8541;p67"/>
            <p:cNvCxnSpPr/>
            <p:nvPr/>
          </p:nvCxnSpPr>
          <p:spPr>
            <a:xfrm>
              <a:off x="7012244" y="3664854"/>
              <a:ext cx="0" cy="170700"/>
            </a:xfrm>
            <a:prstGeom prst="straightConnector1">
              <a:avLst/>
            </a:prstGeom>
            <a:noFill/>
            <a:ln w="9525" cap="flat" cmpd="sng">
              <a:solidFill>
                <a:schemeClr val="bg1">
                  <a:lumMod val="65000"/>
                </a:schemeClr>
              </a:solidFill>
              <a:prstDash val="solid"/>
              <a:round/>
              <a:headEnd type="none" w="med" len="med"/>
              <a:tailEnd type="diamond" w="med" len="med"/>
            </a:ln>
          </p:spPr>
        </p:cxnSp>
        <p:cxnSp>
          <p:nvCxnSpPr>
            <p:cNvPr id="8542" name="Google Shape;8542;p67"/>
            <p:cNvCxnSpPr/>
            <p:nvPr/>
          </p:nvCxnSpPr>
          <p:spPr>
            <a:xfrm>
              <a:off x="7810957" y="3664854"/>
              <a:ext cx="0" cy="170700"/>
            </a:xfrm>
            <a:prstGeom prst="straightConnector1">
              <a:avLst/>
            </a:prstGeom>
            <a:noFill/>
            <a:ln w="9525" cap="flat" cmpd="sng">
              <a:solidFill>
                <a:schemeClr val="bg1">
                  <a:lumMod val="65000"/>
                </a:schemeClr>
              </a:solidFill>
              <a:prstDash val="solid"/>
              <a:round/>
              <a:headEnd type="none" w="med" len="med"/>
              <a:tailEnd type="diamond" w="med" len="med"/>
            </a:ln>
          </p:spPr>
        </p:cxnSp>
        <p:cxnSp>
          <p:nvCxnSpPr>
            <p:cNvPr id="8543" name="Google Shape;8543;p67"/>
            <p:cNvCxnSpPr/>
            <p:nvPr/>
          </p:nvCxnSpPr>
          <p:spPr>
            <a:xfrm rot="10800000">
              <a:off x="8196652" y="3170826"/>
              <a:ext cx="0" cy="169800"/>
            </a:xfrm>
            <a:prstGeom prst="straightConnector1">
              <a:avLst/>
            </a:prstGeom>
            <a:noFill/>
            <a:ln w="9525" cap="flat" cmpd="sng">
              <a:solidFill>
                <a:schemeClr val="bg1">
                  <a:lumMod val="65000"/>
                </a:schemeClr>
              </a:solidFill>
              <a:prstDash val="solid"/>
              <a:round/>
              <a:headEnd type="none" w="med" len="med"/>
              <a:tailEnd type="diamond" w="med" len="med"/>
            </a:ln>
          </p:spPr>
        </p:cxnSp>
        <p:cxnSp>
          <p:nvCxnSpPr>
            <p:cNvPr id="8544" name="Google Shape;8544;p67"/>
            <p:cNvCxnSpPr/>
            <p:nvPr/>
          </p:nvCxnSpPr>
          <p:spPr>
            <a:xfrm rot="10800000">
              <a:off x="7411601" y="3158297"/>
              <a:ext cx="0" cy="170700"/>
            </a:xfrm>
            <a:prstGeom prst="straightConnector1">
              <a:avLst/>
            </a:prstGeom>
            <a:noFill/>
            <a:ln w="9525" cap="flat" cmpd="sng">
              <a:solidFill>
                <a:schemeClr val="bg1">
                  <a:lumMod val="65000"/>
                </a:schemeClr>
              </a:solidFill>
              <a:prstDash val="solid"/>
              <a:round/>
              <a:headEnd type="none" w="med" len="med"/>
              <a:tailEnd type="diamond" w="med" len="med"/>
            </a:ln>
          </p:spPr>
        </p:cxnSp>
        <p:grpSp>
          <p:nvGrpSpPr>
            <p:cNvPr id="8545" name="Google Shape;8545;p67"/>
            <p:cNvGrpSpPr/>
            <p:nvPr/>
          </p:nvGrpSpPr>
          <p:grpSpPr>
            <a:xfrm>
              <a:off x="6796238" y="3311904"/>
              <a:ext cx="1630319" cy="377697"/>
              <a:chOff x="6796238" y="3311904"/>
              <a:chExt cx="1630319" cy="377697"/>
            </a:xfrm>
          </p:grpSpPr>
          <p:sp>
            <p:nvSpPr>
              <p:cNvPr id="8546" name="Google Shape;8546;p67"/>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47" name="Google Shape;8547;p67"/>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48" name="Google Shape;8548;p67"/>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8549" name="Google Shape;8549;p67"/>
          <p:cNvGrpSpPr/>
          <p:nvPr/>
        </p:nvGrpSpPr>
        <p:grpSpPr>
          <a:xfrm>
            <a:off x="7166841" y="1572910"/>
            <a:ext cx="1824809" cy="2125075"/>
            <a:chOff x="1839112" y="2209163"/>
            <a:chExt cx="1918159" cy="2233785"/>
          </a:xfrm>
        </p:grpSpPr>
        <p:sp>
          <p:nvSpPr>
            <p:cNvPr id="8550" name="Google Shape;8550;p67"/>
            <p:cNvSpPr/>
            <p:nvPr/>
          </p:nvSpPr>
          <p:spPr>
            <a:xfrm>
              <a:off x="1839112" y="2209163"/>
              <a:ext cx="575100" cy="575100"/>
            </a:xfrm>
            <a:prstGeom prst="flowChartConnector">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51" name="Google Shape;8551;p67"/>
            <p:cNvSpPr/>
            <p:nvPr/>
          </p:nvSpPr>
          <p:spPr>
            <a:xfrm>
              <a:off x="3182171" y="2209163"/>
              <a:ext cx="575100" cy="575100"/>
            </a:xfrm>
            <a:prstGeom prst="flowChartConnector">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52" name="Google Shape;8552;p67"/>
            <p:cNvSpPr/>
            <p:nvPr/>
          </p:nvSpPr>
          <p:spPr>
            <a:xfrm>
              <a:off x="3182171" y="3040766"/>
              <a:ext cx="575100" cy="575100"/>
            </a:xfrm>
            <a:prstGeom prst="flowChartConnector">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cxnSp>
          <p:nvCxnSpPr>
            <p:cNvPr id="8553" name="Google Shape;8553;p67"/>
            <p:cNvCxnSpPr>
              <a:stCxn id="8550" idx="6"/>
              <a:endCxn id="8551" idx="2"/>
            </p:cNvCxnSpPr>
            <p:nvPr/>
          </p:nvCxnSpPr>
          <p:spPr>
            <a:xfrm>
              <a:off x="2414212" y="2496713"/>
              <a:ext cx="768000" cy="600"/>
            </a:xfrm>
            <a:prstGeom prst="bentConnector3">
              <a:avLst>
                <a:gd name="adj1" fmla="val 50017"/>
              </a:avLst>
            </a:prstGeom>
            <a:noFill/>
            <a:ln w="9525" cap="flat" cmpd="sng">
              <a:solidFill>
                <a:schemeClr val="bg1">
                  <a:lumMod val="65000"/>
                </a:schemeClr>
              </a:solidFill>
              <a:prstDash val="solid"/>
              <a:round/>
              <a:headEnd type="none" w="med" len="med"/>
              <a:tailEnd type="none" w="med" len="med"/>
            </a:ln>
          </p:spPr>
        </p:cxnSp>
        <p:cxnSp>
          <p:nvCxnSpPr>
            <p:cNvPr id="8554" name="Google Shape;8554;p67"/>
            <p:cNvCxnSpPr>
              <a:stCxn id="8551" idx="4"/>
              <a:endCxn id="8555" idx="0"/>
            </p:cNvCxnSpPr>
            <p:nvPr/>
          </p:nvCxnSpPr>
          <p:spPr>
            <a:xfrm rot="5400000">
              <a:off x="2669921" y="2240963"/>
              <a:ext cx="256500" cy="1343100"/>
            </a:xfrm>
            <a:prstGeom prst="bentConnector3">
              <a:avLst>
                <a:gd name="adj1" fmla="val 50000"/>
              </a:avLst>
            </a:prstGeom>
            <a:noFill/>
            <a:ln w="9525" cap="flat" cmpd="sng">
              <a:solidFill>
                <a:schemeClr val="bg1">
                  <a:lumMod val="65000"/>
                </a:schemeClr>
              </a:solidFill>
              <a:prstDash val="solid"/>
              <a:round/>
              <a:headEnd type="none" w="med" len="med"/>
              <a:tailEnd type="none" w="med" len="med"/>
            </a:ln>
          </p:spPr>
        </p:cxnSp>
        <p:cxnSp>
          <p:nvCxnSpPr>
            <p:cNvPr id="8556" name="Google Shape;8556;p67"/>
            <p:cNvCxnSpPr>
              <a:stCxn id="8555" idx="6"/>
              <a:endCxn id="8552" idx="2"/>
            </p:cNvCxnSpPr>
            <p:nvPr/>
          </p:nvCxnSpPr>
          <p:spPr>
            <a:xfrm>
              <a:off x="2414212" y="3328316"/>
              <a:ext cx="768000" cy="600"/>
            </a:xfrm>
            <a:prstGeom prst="bentConnector3">
              <a:avLst>
                <a:gd name="adj1" fmla="val 50017"/>
              </a:avLst>
            </a:prstGeom>
            <a:noFill/>
            <a:ln w="9525" cap="flat" cmpd="sng">
              <a:solidFill>
                <a:schemeClr val="bg1">
                  <a:lumMod val="65000"/>
                </a:schemeClr>
              </a:solidFill>
              <a:prstDash val="solid"/>
              <a:round/>
              <a:headEnd type="none" w="med" len="med"/>
              <a:tailEnd type="none" w="med" len="med"/>
            </a:ln>
          </p:spPr>
        </p:cxnSp>
        <p:cxnSp>
          <p:nvCxnSpPr>
            <p:cNvPr id="8557" name="Google Shape;8557;p67"/>
            <p:cNvCxnSpPr>
              <a:stCxn id="8552" idx="4"/>
              <a:endCxn id="8558" idx="0"/>
            </p:cNvCxnSpPr>
            <p:nvPr/>
          </p:nvCxnSpPr>
          <p:spPr>
            <a:xfrm rot="5400000">
              <a:off x="2672171" y="3070316"/>
              <a:ext cx="252000" cy="1343100"/>
            </a:xfrm>
            <a:prstGeom prst="bentConnector3">
              <a:avLst>
                <a:gd name="adj1" fmla="val 49996"/>
              </a:avLst>
            </a:prstGeom>
            <a:noFill/>
            <a:ln w="9525" cap="flat" cmpd="sng">
              <a:solidFill>
                <a:schemeClr val="bg1">
                  <a:lumMod val="65000"/>
                </a:schemeClr>
              </a:solidFill>
              <a:prstDash val="solid"/>
              <a:round/>
              <a:headEnd type="none" w="med" len="med"/>
              <a:tailEnd type="none" w="med" len="med"/>
            </a:ln>
          </p:spPr>
        </p:cxnSp>
        <p:sp>
          <p:nvSpPr>
            <p:cNvPr id="8555" name="Google Shape;8555;p67"/>
            <p:cNvSpPr/>
            <p:nvPr/>
          </p:nvSpPr>
          <p:spPr>
            <a:xfrm>
              <a:off x="1839112" y="3040766"/>
              <a:ext cx="575100" cy="575100"/>
            </a:xfrm>
            <a:prstGeom prst="flowChartConnector">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58" name="Google Shape;8558;p67"/>
            <p:cNvSpPr/>
            <p:nvPr/>
          </p:nvSpPr>
          <p:spPr>
            <a:xfrm>
              <a:off x="1839112" y="3867848"/>
              <a:ext cx="575100" cy="575100"/>
            </a:xfrm>
            <a:prstGeom prst="flowChartConnector">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59" name="Google Shape;8559;p67"/>
            <p:cNvSpPr/>
            <p:nvPr/>
          </p:nvSpPr>
          <p:spPr>
            <a:xfrm>
              <a:off x="3182171" y="3867848"/>
              <a:ext cx="575100" cy="575100"/>
            </a:xfrm>
            <a:prstGeom prst="flowChartConnector">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cxnSp>
          <p:nvCxnSpPr>
            <p:cNvPr id="8560" name="Google Shape;8560;p67"/>
            <p:cNvCxnSpPr>
              <a:endCxn id="8559" idx="2"/>
            </p:cNvCxnSpPr>
            <p:nvPr/>
          </p:nvCxnSpPr>
          <p:spPr>
            <a:xfrm>
              <a:off x="2413871" y="4154498"/>
              <a:ext cx="768300" cy="900"/>
            </a:xfrm>
            <a:prstGeom prst="bentConnector3">
              <a:avLst>
                <a:gd name="adj1" fmla="val 50000"/>
              </a:avLst>
            </a:prstGeom>
            <a:noFill/>
            <a:ln w="9525" cap="flat" cmpd="sng">
              <a:solidFill>
                <a:schemeClr val="bg1">
                  <a:lumMod val="65000"/>
                </a:schemeClr>
              </a:solidFill>
              <a:prstDash val="solid"/>
              <a:round/>
              <a:headEnd type="none" w="med" len="med"/>
              <a:tailEnd type="none" w="med" len="med"/>
            </a:ln>
          </p:spPr>
        </p:cxnSp>
      </p:grpSp>
      <p:grpSp>
        <p:nvGrpSpPr>
          <p:cNvPr id="8561" name="Google Shape;8561;p67"/>
          <p:cNvGrpSpPr/>
          <p:nvPr/>
        </p:nvGrpSpPr>
        <p:grpSpPr>
          <a:xfrm>
            <a:off x="4676671" y="1581223"/>
            <a:ext cx="2183960" cy="206589"/>
            <a:chOff x="238125" y="2506075"/>
            <a:chExt cx="7115411" cy="673075"/>
          </a:xfrm>
        </p:grpSpPr>
        <p:sp>
          <p:nvSpPr>
            <p:cNvPr id="8562" name="Google Shape;8562;p6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63" name="Google Shape;8563;p6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64" name="Google Shape;8564;p6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65" name="Google Shape;8565;p6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66" name="Google Shape;8566;p6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567" name="Google Shape;8567;p67"/>
          <p:cNvGrpSpPr/>
          <p:nvPr/>
        </p:nvGrpSpPr>
        <p:grpSpPr>
          <a:xfrm>
            <a:off x="994914" y="2010019"/>
            <a:ext cx="3302341" cy="122324"/>
            <a:chOff x="1464850" y="436376"/>
            <a:chExt cx="6001362" cy="222300"/>
          </a:xfrm>
        </p:grpSpPr>
        <p:sp>
          <p:nvSpPr>
            <p:cNvPr id="8568" name="Google Shape;8568;p67"/>
            <p:cNvSpPr/>
            <p:nvPr/>
          </p:nvSpPr>
          <p:spPr>
            <a:xfrm>
              <a:off x="1464850" y="436376"/>
              <a:ext cx="222300" cy="222300"/>
            </a:xfrm>
            <a:prstGeom prst="diamond">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69" name="Google Shape;8569;p67"/>
            <p:cNvSpPr/>
            <p:nvPr/>
          </p:nvSpPr>
          <p:spPr>
            <a:xfrm>
              <a:off x="4410215" y="436376"/>
              <a:ext cx="222300" cy="222300"/>
            </a:xfrm>
            <a:prstGeom prst="diamond">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70" name="Google Shape;8570;p67"/>
            <p:cNvSpPr/>
            <p:nvPr/>
          </p:nvSpPr>
          <p:spPr>
            <a:xfrm>
              <a:off x="7243912" y="436376"/>
              <a:ext cx="222300" cy="222300"/>
            </a:xfrm>
            <a:prstGeom prst="diamond">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71" name="Google Shape;8571;p67"/>
            <p:cNvSpPr/>
            <p:nvPr/>
          </p:nvSpPr>
          <p:spPr>
            <a:xfrm>
              <a:off x="2920366" y="436376"/>
              <a:ext cx="222300" cy="222300"/>
            </a:xfrm>
            <a:prstGeom prst="diamond">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572" name="Google Shape;8572;p67"/>
            <p:cNvSpPr/>
            <p:nvPr/>
          </p:nvSpPr>
          <p:spPr>
            <a:xfrm>
              <a:off x="5831847" y="436376"/>
              <a:ext cx="222300" cy="222300"/>
            </a:xfrm>
            <a:prstGeom prst="diamond">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cxnSp>
          <p:nvCxnSpPr>
            <p:cNvPr id="8573" name="Google Shape;8573;p67"/>
            <p:cNvCxnSpPr/>
            <p:nvPr/>
          </p:nvCxnSpPr>
          <p:spPr>
            <a:xfrm>
              <a:off x="1798637" y="547513"/>
              <a:ext cx="988200" cy="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8574" name="Google Shape;8574;p67"/>
            <p:cNvCxnSpPr/>
            <p:nvPr/>
          </p:nvCxnSpPr>
          <p:spPr>
            <a:xfrm>
              <a:off x="3276248" y="547513"/>
              <a:ext cx="988200" cy="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8575" name="Google Shape;8575;p67"/>
            <p:cNvCxnSpPr/>
            <p:nvPr/>
          </p:nvCxnSpPr>
          <p:spPr>
            <a:xfrm>
              <a:off x="4753898" y="547513"/>
              <a:ext cx="988200" cy="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8576" name="Google Shape;8576;p67"/>
            <p:cNvCxnSpPr/>
            <p:nvPr/>
          </p:nvCxnSpPr>
          <p:spPr>
            <a:xfrm>
              <a:off x="6143961" y="547513"/>
              <a:ext cx="988200" cy="0"/>
            </a:xfrm>
            <a:prstGeom prst="straightConnector1">
              <a:avLst/>
            </a:prstGeom>
            <a:noFill/>
            <a:ln w="9525" cap="flat" cmpd="sng">
              <a:solidFill>
                <a:schemeClr val="bg1">
                  <a:lumMod val="65000"/>
                </a:schemeClr>
              </a:solidFill>
              <a:prstDash val="solid"/>
              <a:round/>
              <a:headEnd type="none" w="med" len="med"/>
              <a:tailEnd type="none" w="med" len="med"/>
            </a:ln>
          </p:spPr>
        </p:cxnSp>
      </p:grpSp>
      <p:grpSp>
        <p:nvGrpSpPr>
          <p:cNvPr id="8577" name="Google Shape;8577;p67"/>
          <p:cNvGrpSpPr/>
          <p:nvPr/>
        </p:nvGrpSpPr>
        <p:grpSpPr>
          <a:xfrm>
            <a:off x="976607" y="3657316"/>
            <a:ext cx="1936946" cy="869233"/>
            <a:chOff x="803162" y="2667727"/>
            <a:chExt cx="1411906" cy="633611"/>
          </a:xfrm>
        </p:grpSpPr>
        <p:cxnSp>
          <p:nvCxnSpPr>
            <p:cNvPr id="8578" name="Google Shape;8578;p67"/>
            <p:cNvCxnSpPr>
              <a:stCxn id="8579" idx="2"/>
              <a:endCxn id="8580" idx="0"/>
            </p:cNvCxnSpPr>
            <p:nvPr/>
          </p:nvCxnSpPr>
          <p:spPr>
            <a:xfrm rot="-5400000" flipH="1">
              <a:off x="1629114" y="2672827"/>
              <a:ext cx="129300" cy="369300"/>
            </a:xfrm>
            <a:prstGeom prst="bentConnector3">
              <a:avLst>
                <a:gd name="adj1" fmla="val 49963"/>
              </a:avLst>
            </a:prstGeom>
            <a:noFill/>
            <a:ln w="9525" cap="flat" cmpd="sng">
              <a:solidFill>
                <a:schemeClr val="bg1">
                  <a:lumMod val="65000"/>
                </a:schemeClr>
              </a:solidFill>
              <a:prstDash val="solid"/>
              <a:round/>
              <a:headEnd type="none" w="sm" len="sm"/>
              <a:tailEnd type="none" w="sm" len="sm"/>
            </a:ln>
          </p:spPr>
        </p:cxnSp>
        <p:cxnSp>
          <p:nvCxnSpPr>
            <p:cNvPr id="8581" name="Google Shape;8581;p67"/>
            <p:cNvCxnSpPr>
              <a:stCxn id="8582" idx="0"/>
              <a:endCxn id="8579" idx="2"/>
            </p:cNvCxnSpPr>
            <p:nvPr/>
          </p:nvCxnSpPr>
          <p:spPr>
            <a:xfrm rot="-5400000">
              <a:off x="1259830" y="2672682"/>
              <a:ext cx="129300" cy="369300"/>
            </a:xfrm>
            <a:prstGeom prst="bentConnector3">
              <a:avLst>
                <a:gd name="adj1" fmla="val 49963"/>
              </a:avLst>
            </a:prstGeom>
            <a:noFill/>
            <a:ln w="9525" cap="flat" cmpd="sng">
              <a:solidFill>
                <a:schemeClr val="bg1">
                  <a:lumMod val="65000"/>
                </a:schemeClr>
              </a:solidFill>
              <a:prstDash val="solid"/>
              <a:round/>
              <a:headEnd type="none" w="sm" len="sm"/>
              <a:tailEnd type="none" w="sm" len="sm"/>
            </a:ln>
          </p:spPr>
        </p:cxnSp>
        <p:cxnSp>
          <p:nvCxnSpPr>
            <p:cNvPr id="8583" name="Google Shape;8583;p67"/>
            <p:cNvCxnSpPr>
              <a:stCxn id="8582" idx="2"/>
              <a:endCxn id="8584" idx="0"/>
            </p:cNvCxnSpPr>
            <p:nvPr/>
          </p:nvCxnSpPr>
          <p:spPr>
            <a:xfrm rot="-5400000" flipH="1">
              <a:off x="1163380" y="3023532"/>
              <a:ext cx="129300" cy="176400"/>
            </a:xfrm>
            <a:prstGeom prst="bentConnector3">
              <a:avLst>
                <a:gd name="adj1" fmla="val 49963"/>
              </a:avLst>
            </a:prstGeom>
            <a:noFill/>
            <a:ln w="9525" cap="flat" cmpd="sng">
              <a:solidFill>
                <a:schemeClr val="bg1">
                  <a:lumMod val="65000"/>
                </a:schemeClr>
              </a:solidFill>
              <a:prstDash val="solid"/>
              <a:round/>
              <a:headEnd type="none" w="sm" len="sm"/>
              <a:tailEnd type="none" w="sm" len="sm"/>
            </a:ln>
          </p:spPr>
        </p:cxnSp>
        <p:cxnSp>
          <p:nvCxnSpPr>
            <p:cNvPr id="8585" name="Google Shape;8585;p67"/>
            <p:cNvCxnSpPr>
              <a:stCxn id="8586" idx="0"/>
              <a:endCxn id="8582" idx="2"/>
            </p:cNvCxnSpPr>
            <p:nvPr/>
          </p:nvCxnSpPr>
          <p:spPr>
            <a:xfrm rot="-5400000">
              <a:off x="987062" y="3023388"/>
              <a:ext cx="129300" cy="176400"/>
            </a:xfrm>
            <a:prstGeom prst="bentConnector3">
              <a:avLst>
                <a:gd name="adj1" fmla="val 49963"/>
              </a:avLst>
            </a:prstGeom>
            <a:noFill/>
            <a:ln w="9525" cap="flat" cmpd="sng">
              <a:solidFill>
                <a:schemeClr val="bg1">
                  <a:lumMod val="65000"/>
                </a:schemeClr>
              </a:solidFill>
              <a:prstDash val="solid"/>
              <a:round/>
              <a:headEnd type="none" w="sm" len="sm"/>
              <a:tailEnd type="none" w="sm" len="sm"/>
            </a:ln>
          </p:spPr>
        </p:cxnSp>
        <p:cxnSp>
          <p:nvCxnSpPr>
            <p:cNvPr id="8587" name="Google Shape;8587;p67"/>
            <p:cNvCxnSpPr>
              <a:stCxn id="8580" idx="2"/>
              <a:endCxn id="8588" idx="0"/>
            </p:cNvCxnSpPr>
            <p:nvPr/>
          </p:nvCxnSpPr>
          <p:spPr>
            <a:xfrm rot="-5400000" flipH="1">
              <a:off x="1901948" y="3023532"/>
              <a:ext cx="129300" cy="176400"/>
            </a:xfrm>
            <a:prstGeom prst="bentConnector3">
              <a:avLst>
                <a:gd name="adj1" fmla="val 49963"/>
              </a:avLst>
            </a:prstGeom>
            <a:noFill/>
            <a:ln w="9525" cap="flat" cmpd="sng">
              <a:solidFill>
                <a:schemeClr val="bg1">
                  <a:lumMod val="65000"/>
                </a:schemeClr>
              </a:solidFill>
              <a:prstDash val="solid"/>
              <a:round/>
              <a:headEnd type="none" w="sm" len="sm"/>
              <a:tailEnd type="none" w="sm" len="sm"/>
            </a:ln>
          </p:spPr>
        </p:cxnSp>
        <p:cxnSp>
          <p:nvCxnSpPr>
            <p:cNvPr id="8589" name="Google Shape;8589;p67"/>
            <p:cNvCxnSpPr>
              <a:stCxn id="8590" idx="0"/>
              <a:endCxn id="8580" idx="2"/>
            </p:cNvCxnSpPr>
            <p:nvPr/>
          </p:nvCxnSpPr>
          <p:spPr>
            <a:xfrm rot="-5400000">
              <a:off x="1725631" y="3023388"/>
              <a:ext cx="129300" cy="176400"/>
            </a:xfrm>
            <a:prstGeom prst="bentConnector3">
              <a:avLst>
                <a:gd name="adj1" fmla="val 49963"/>
              </a:avLst>
            </a:prstGeom>
            <a:noFill/>
            <a:ln w="9525" cap="flat" cmpd="sng">
              <a:solidFill>
                <a:schemeClr val="bg1">
                  <a:lumMod val="65000"/>
                </a:schemeClr>
              </a:solidFill>
              <a:prstDash val="solid"/>
              <a:round/>
              <a:headEnd type="none" w="sm" len="sm"/>
              <a:tailEnd type="none" w="sm" len="sm"/>
            </a:ln>
          </p:spPr>
        </p:cxnSp>
        <p:sp>
          <p:nvSpPr>
            <p:cNvPr id="8586" name="Google Shape;8586;p67"/>
            <p:cNvSpPr/>
            <p:nvPr/>
          </p:nvSpPr>
          <p:spPr>
            <a:xfrm>
              <a:off x="803162" y="3176238"/>
              <a:ext cx="320700" cy="125100"/>
            </a:xfrm>
            <a:prstGeom prst="roundRect">
              <a:avLst>
                <a:gd name="adj" fmla="val 50000"/>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pPr algn="ctr"/>
              <a:endParaRPr sz="2400">
                <a:solidFill>
                  <a:schemeClr val="tx1">
                    <a:lumMod val="95000"/>
                    <a:lumOff val="5000"/>
                  </a:schemeClr>
                </a:solidFill>
              </a:endParaRPr>
            </a:p>
          </p:txBody>
        </p:sp>
        <p:sp>
          <p:nvSpPr>
            <p:cNvPr id="8584" name="Google Shape;8584;p67"/>
            <p:cNvSpPr/>
            <p:nvPr/>
          </p:nvSpPr>
          <p:spPr>
            <a:xfrm>
              <a:off x="1155799" y="3176238"/>
              <a:ext cx="320700" cy="125100"/>
            </a:xfrm>
            <a:prstGeom prst="roundRect">
              <a:avLst>
                <a:gd name="adj" fmla="val 50000"/>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pPr algn="ctr"/>
              <a:endParaRPr sz="2400">
                <a:solidFill>
                  <a:schemeClr val="tx1">
                    <a:lumMod val="95000"/>
                    <a:lumOff val="5000"/>
                  </a:schemeClr>
                </a:solidFill>
              </a:endParaRPr>
            </a:p>
          </p:txBody>
        </p:sp>
        <p:sp>
          <p:nvSpPr>
            <p:cNvPr id="8590" name="Google Shape;8590;p67"/>
            <p:cNvSpPr/>
            <p:nvPr/>
          </p:nvSpPr>
          <p:spPr>
            <a:xfrm>
              <a:off x="1541731" y="3176238"/>
              <a:ext cx="320700" cy="125100"/>
            </a:xfrm>
            <a:prstGeom prst="roundRect">
              <a:avLst>
                <a:gd name="adj" fmla="val 50000"/>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pPr algn="ctr"/>
              <a:endParaRPr sz="2400">
                <a:solidFill>
                  <a:schemeClr val="tx1">
                    <a:lumMod val="95000"/>
                    <a:lumOff val="5000"/>
                  </a:schemeClr>
                </a:solidFill>
              </a:endParaRPr>
            </a:p>
          </p:txBody>
        </p:sp>
        <p:sp>
          <p:nvSpPr>
            <p:cNvPr id="8588" name="Google Shape;8588;p67"/>
            <p:cNvSpPr/>
            <p:nvPr/>
          </p:nvSpPr>
          <p:spPr>
            <a:xfrm>
              <a:off x="1894368" y="3176238"/>
              <a:ext cx="320700" cy="125100"/>
            </a:xfrm>
            <a:prstGeom prst="roundRect">
              <a:avLst>
                <a:gd name="adj" fmla="val 50000"/>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pPr algn="ctr"/>
              <a:endParaRPr sz="2400">
                <a:solidFill>
                  <a:schemeClr val="tx1">
                    <a:lumMod val="95000"/>
                    <a:lumOff val="5000"/>
                  </a:schemeClr>
                </a:solidFill>
              </a:endParaRPr>
            </a:p>
          </p:txBody>
        </p:sp>
        <p:sp>
          <p:nvSpPr>
            <p:cNvPr id="8580" name="Google Shape;8580;p67"/>
            <p:cNvSpPr/>
            <p:nvPr/>
          </p:nvSpPr>
          <p:spPr>
            <a:xfrm>
              <a:off x="1718048" y="2921982"/>
              <a:ext cx="320700" cy="125100"/>
            </a:xfrm>
            <a:prstGeom prst="roundRect">
              <a:avLst>
                <a:gd name="adj" fmla="val 50000"/>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pPr algn="ctr"/>
              <a:endParaRPr sz="2400">
                <a:solidFill>
                  <a:schemeClr val="tx1">
                    <a:lumMod val="95000"/>
                    <a:lumOff val="5000"/>
                  </a:schemeClr>
                </a:solidFill>
              </a:endParaRPr>
            </a:p>
          </p:txBody>
        </p:sp>
        <p:sp>
          <p:nvSpPr>
            <p:cNvPr id="8582" name="Google Shape;8582;p67"/>
            <p:cNvSpPr/>
            <p:nvPr/>
          </p:nvSpPr>
          <p:spPr>
            <a:xfrm>
              <a:off x="979480" y="2921982"/>
              <a:ext cx="320700" cy="125100"/>
            </a:xfrm>
            <a:prstGeom prst="roundRect">
              <a:avLst>
                <a:gd name="adj" fmla="val 50000"/>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pPr algn="ctr"/>
              <a:endParaRPr sz="2400">
                <a:solidFill>
                  <a:schemeClr val="tx1">
                    <a:lumMod val="95000"/>
                    <a:lumOff val="5000"/>
                  </a:schemeClr>
                </a:solidFill>
              </a:endParaRPr>
            </a:p>
          </p:txBody>
        </p:sp>
        <p:sp>
          <p:nvSpPr>
            <p:cNvPr id="8579" name="Google Shape;8579;p67"/>
            <p:cNvSpPr/>
            <p:nvPr/>
          </p:nvSpPr>
          <p:spPr>
            <a:xfrm>
              <a:off x="1348764" y="2667727"/>
              <a:ext cx="320700" cy="125100"/>
            </a:xfrm>
            <a:prstGeom prst="roundRect">
              <a:avLst>
                <a:gd name="adj" fmla="val 50000"/>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591" name="Google Shape;8591;p67"/>
          <p:cNvGrpSpPr/>
          <p:nvPr/>
        </p:nvGrpSpPr>
        <p:grpSpPr>
          <a:xfrm>
            <a:off x="-323585" y="1571350"/>
            <a:ext cx="4658256" cy="279078"/>
            <a:chOff x="-144595" y="1111966"/>
            <a:chExt cx="3395558" cy="203430"/>
          </a:xfrm>
        </p:grpSpPr>
        <p:grpSp>
          <p:nvGrpSpPr>
            <p:cNvPr id="8592" name="Google Shape;8592;p67"/>
            <p:cNvGrpSpPr/>
            <p:nvPr/>
          </p:nvGrpSpPr>
          <p:grpSpPr>
            <a:xfrm>
              <a:off x="1958180" y="1111966"/>
              <a:ext cx="588019" cy="121396"/>
              <a:chOff x="4808316" y="2800065"/>
              <a:chExt cx="1999386" cy="412910"/>
            </a:xfrm>
          </p:grpSpPr>
          <p:sp>
            <p:nvSpPr>
              <p:cNvPr id="8593" name="Google Shape;8593;p67"/>
              <p:cNvSpPr/>
              <p:nvPr/>
            </p:nvSpPr>
            <p:spPr>
              <a:xfrm>
                <a:off x="4849302" y="3079475"/>
                <a:ext cx="1958400" cy="1335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8594" name="Google Shape;8594;p67"/>
              <p:cNvGrpSpPr/>
              <p:nvPr/>
            </p:nvGrpSpPr>
            <p:grpSpPr>
              <a:xfrm>
                <a:off x="4808316" y="2800065"/>
                <a:ext cx="92400" cy="411825"/>
                <a:chOff x="845575" y="2563700"/>
                <a:chExt cx="92400" cy="411825"/>
              </a:xfrm>
            </p:grpSpPr>
            <p:cxnSp>
              <p:nvCxnSpPr>
                <p:cNvPr id="8595" name="Google Shape;8595;p67"/>
                <p:cNvCxnSpPr/>
                <p:nvPr/>
              </p:nvCxnSpPr>
              <p:spPr>
                <a:xfrm>
                  <a:off x="891775" y="2616125"/>
                  <a:ext cx="0" cy="359400"/>
                </a:xfrm>
                <a:prstGeom prst="straightConnector1">
                  <a:avLst/>
                </a:prstGeom>
                <a:noFill/>
                <a:ln w="9525" cap="flat" cmpd="sng">
                  <a:solidFill>
                    <a:schemeClr val="bg1">
                      <a:lumMod val="65000"/>
                    </a:schemeClr>
                  </a:solidFill>
                  <a:prstDash val="solid"/>
                  <a:round/>
                  <a:headEnd type="none" w="sm" len="sm"/>
                  <a:tailEnd type="none" w="sm" len="sm"/>
                </a:ln>
              </p:spPr>
            </p:cxnSp>
            <p:sp>
              <p:nvSpPr>
                <p:cNvPr id="8596" name="Google Shape;8596;p67"/>
                <p:cNvSpPr/>
                <p:nvPr/>
              </p:nvSpPr>
              <p:spPr>
                <a:xfrm>
                  <a:off x="845575" y="2563700"/>
                  <a:ext cx="92400" cy="92400"/>
                </a:xfrm>
                <a:prstGeom prst="ellipse">
                  <a:avLst/>
                </a:pr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cxnSp>
          <p:nvCxnSpPr>
            <p:cNvPr id="8597" name="Google Shape;8597;p67"/>
            <p:cNvCxnSpPr/>
            <p:nvPr/>
          </p:nvCxnSpPr>
          <p:spPr>
            <a:xfrm>
              <a:off x="3237251" y="1127387"/>
              <a:ext cx="0" cy="105600"/>
            </a:xfrm>
            <a:prstGeom prst="straightConnector1">
              <a:avLst/>
            </a:prstGeom>
            <a:noFill/>
            <a:ln w="9525" cap="flat" cmpd="sng">
              <a:solidFill>
                <a:schemeClr val="bg1">
                  <a:lumMod val="65000"/>
                </a:schemeClr>
              </a:solidFill>
              <a:prstDash val="solid"/>
              <a:round/>
              <a:headEnd type="none" w="sm" len="sm"/>
              <a:tailEnd type="none" w="sm" len="sm"/>
            </a:ln>
          </p:spPr>
        </p:cxnSp>
        <p:sp>
          <p:nvSpPr>
            <p:cNvPr id="8598" name="Google Shape;8598;p67"/>
            <p:cNvSpPr/>
            <p:nvPr/>
          </p:nvSpPr>
          <p:spPr>
            <a:xfrm>
              <a:off x="3223663" y="1111974"/>
              <a:ext cx="27300" cy="27300"/>
            </a:xfrm>
            <a:prstGeom prst="ellipse">
              <a:avLst/>
            </a:pr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8599" name="Google Shape;8599;p67"/>
            <p:cNvGrpSpPr/>
            <p:nvPr/>
          </p:nvGrpSpPr>
          <p:grpSpPr>
            <a:xfrm>
              <a:off x="818321" y="1111974"/>
              <a:ext cx="674132" cy="121545"/>
              <a:chOff x="818321" y="1111974"/>
              <a:chExt cx="674132" cy="121545"/>
            </a:xfrm>
          </p:grpSpPr>
          <p:grpSp>
            <p:nvGrpSpPr>
              <p:cNvPr id="8600" name="Google Shape;8600;p67"/>
              <p:cNvGrpSpPr/>
              <p:nvPr/>
            </p:nvGrpSpPr>
            <p:grpSpPr>
              <a:xfrm>
                <a:off x="1400053" y="1111974"/>
                <a:ext cx="92400" cy="121077"/>
                <a:chOff x="845575" y="2563700"/>
                <a:chExt cx="92400" cy="411825"/>
              </a:xfrm>
            </p:grpSpPr>
            <p:cxnSp>
              <p:nvCxnSpPr>
                <p:cNvPr id="8601" name="Google Shape;8601;p67"/>
                <p:cNvCxnSpPr/>
                <p:nvPr/>
              </p:nvCxnSpPr>
              <p:spPr>
                <a:xfrm>
                  <a:off x="891775" y="2616125"/>
                  <a:ext cx="0" cy="359400"/>
                </a:xfrm>
                <a:prstGeom prst="straightConnector1">
                  <a:avLst/>
                </a:prstGeom>
                <a:noFill/>
                <a:ln w="9525" cap="flat" cmpd="sng">
                  <a:solidFill>
                    <a:schemeClr val="bg1">
                      <a:lumMod val="65000"/>
                    </a:schemeClr>
                  </a:solidFill>
                  <a:prstDash val="solid"/>
                  <a:round/>
                  <a:headEnd type="none" w="sm" len="sm"/>
                  <a:tailEnd type="none" w="sm" len="sm"/>
                </a:ln>
              </p:spPr>
            </p:cxnSp>
            <p:sp>
              <p:nvSpPr>
                <p:cNvPr id="8602" name="Google Shape;8602;p67"/>
                <p:cNvSpPr/>
                <p:nvPr/>
              </p:nvSpPr>
              <p:spPr>
                <a:xfrm>
                  <a:off x="845575" y="2563700"/>
                  <a:ext cx="92400" cy="92400"/>
                </a:xfrm>
                <a:prstGeom prst="ellipse">
                  <a:avLst/>
                </a:pr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8603" name="Google Shape;8603;p67"/>
              <p:cNvSpPr/>
              <p:nvPr/>
            </p:nvSpPr>
            <p:spPr>
              <a:xfrm>
                <a:off x="818321" y="1194219"/>
                <a:ext cx="576000" cy="393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604" name="Google Shape;8604;p67"/>
            <p:cNvGrpSpPr/>
            <p:nvPr/>
          </p:nvGrpSpPr>
          <p:grpSpPr>
            <a:xfrm>
              <a:off x="-144595" y="1194219"/>
              <a:ext cx="2114845" cy="121177"/>
              <a:chOff x="-144595" y="1194219"/>
              <a:chExt cx="2114845" cy="121177"/>
            </a:xfrm>
          </p:grpSpPr>
          <p:grpSp>
            <p:nvGrpSpPr>
              <p:cNvPr id="8605" name="Google Shape;8605;p67"/>
              <p:cNvGrpSpPr/>
              <p:nvPr/>
            </p:nvGrpSpPr>
            <p:grpSpPr>
              <a:xfrm rot="10800000">
                <a:off x="-144595" y="1194319"/>
                <a:ext cx="92400" cy="121077"/>
                <a:chOff x="2070100" y="2563700"/>
                <a:chExt cx="92400" cy="411825"/>
              </a:xfrm>
            </p:grpSpPr>
            <p:cxnSp>
              <p:nvCxnSpPr>
                <p:cNvPr id="8606" name="Google Shape;8606;p67"/>
                <p:cNvCxnSpPr/>
                <p:nvPr/>
              </p:nvCxnSpPr>
              <p:spPr>
                <a:xfrm>
                  <a:off x="2116300" y="2616125"/>
                  <a:ext cx="0" cy="359400"/>
                </a:xfrm>
                <a:prstGeom prst="straightConnector1">
                  <a:avLst/>
                </a:prstGeom>
                <a:noFill/>
                <a:ln w="9525" cap="flat" cmpd="sng">
                  <a:solidFill>
                    <a:schemeClr val="bg1">
                      <a:lumMod val="65000"/>
                    </a:schemeClr>
                  </a:solidFill>
                  <a:prstDash val="solid"/>
                  <a:round/>
                  <a:headEnd type="none" w="sm" len="sm"/>
                  <a:tailEnd type="none" w="sm" len="sm"/>
                </a:ln>
              </p:spPr>
            </p:cxnSp>
            <p:sp>
              <p:nvSpPr>
                <p:cNvPr id="8607" name="Google Shape;8607;p67"/>
                <p:cNvSpPr/>
                <p:nvPr/>
              </p:nvSpPr>
              <p:spPr>
                <a:xfrm>
                  <a:off x="2070100" y="2563700"/>
                  <a:ext cx="92400" cy="92400"/>
                </a:xfrm>
                <a:prstGeom prst="ellipse">
                  <a:avLst/>
                </a:pr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8608" name="Google Shape;8608;p67"/>
              <p:cNvSpPr/>
              <p:nvPr/>
            </p:nvSpPr>
            <p:spPr>
              <a:xfrm>
                <a:off x="1394250" y="1194219"/>
                <a:ext cx="576000" cy="393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609" name="Google Shape;8609;p67"/>
            <p:cNvGrpSpPr/>
            <p:nvPr/>
          </p:nvGrpSpPr>
          <p:grpSpPr>
            <a:xfrm>
              <a:off x="1005574" y="1194219"/>
              <a:ext cx="2231433" cy="121177"/>
              <a:chOff x="1005574" y="1194219"/>
              <a:chExt cx="2231433" cy="121177"/>
            </a:xfrm>
          </p:grpSpPr>
          <p:grpSp>
            <p:nvGrpSpPr>
              <p:cNvPr id="8610" name="Google Shape;8610;p67"/>
              <p:cNvGrpSpPr/>
              <p:nvPr/>
            </p:nvGrpSpPr>
            <p:grpSpPr>
              <a:xfrm rot="10800000">
                <a:off x="1005574" y="1194319"/>
                <a:ext cx="92400" cy="121077"/>
                <a:chOff x="2070100" y="2563700"/>
                <a:chExt cx="92400" cy="411825"/>
              </a:xfrm>
            </p:grpSpPr>
            <p:cxnSp>
              <p:nvCxnSpPr>
                <p:cNvPr id="8611" name="Google Shape;8611;p67"/>
                <p:cNvCxnSpPr/>
                <p:nvPr/>
              </p:nvCxnSpPr>
              <p:spPr>
                <a:xfrm>
                  <a:off x="2116300" y="2616125"/>
                  <a:ext cx="0" cy="359400"/>
                </a:xfrm>
                <a:prstGeom prst="straightConnector1">
                  <a:avLst/>
                </a:prstGeom>
                <a:noFill/>
                <a:ln w="9525" cap="flat" cmpd="sng">
                  <a:solidFill>
                    <a:schemeClr val="bg1">
                      <a:lumMod val="65000"/>
                    </a:schemeClr>
                  </a:solidFill>
                  <a:prstDash val="solid"/>
                  <a:round/>
                  <a:headEnd type="none" w="sm" len="sm"/>
                  <a:tailEnd type="none" w="sm" len="sm"/>
                </a:ln>
              </p:spPr>
            </p:cxnSp>
            <p:sp>
              <p:nvSpPr>
                <p:cNvPr id="8612" name="Google Shape;8612;p67"/>
                <p:cNvSpPr/>
                <p:nvPr/>
              </p:nvSpPr>
              <p:spPr>
                <a:xfrm>
                  <a:off x="2070100" y="2563700"/>
                  <a:ext cx="92400" cy="92400"/>
                </a:xfrm>
                <a:prstGeom prst="ellipse">
                  <a:avLst/>
                </a:pr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8613" name="Google Shape;8613;p67"/>
              <p:cNvSpPr/>
              <p:nvPr/>
            </p:nvSpPr>
            <p:spPr>
              <a:xfrm>
                <a:off x="2546107" y="1194219"/>
                <a:ext cx="690900" cy="393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8614" name="Google Shape;8614;p67"/>
          <p:cNvGrpSpPr/>
          <p:nvPr/>
        </p:nvGrpSpPr>
        <p:grpSpPr>
          <a:xfrm>
            <a:off x="4700624" y="5166868"/>
            <a:ext cx="2090372" cy="655569"/>
            <a:chOff x="5194708" y="3484366"/>
            <a:chExt cx="3148148" cy="987304"/>
          </a:xfrm>
        </p:grpSpPr>
        <p:grpSp>
          <p:nvGrpSpPr>
            <p:cNvPr id="8615" name="Google Shape;8615;p67"/>
            <p:cNvGrpSpPr/>
            <p:nvPr/>
          </p:nvGrpSpPr>
          <p:grpSpPr>
            <a:xfrm>
              <a:off x="7531521" y="3484366"/>
              <a:ext cx="811335" cy="987304"/>
              <a:chOff x="3379425" y="1617275"/>
              <a:chExt cx="1090650" cy="1327200"/>
            </a:xfrm>
          </p:grpSpPr>
          <p:sp>
            <p:nvSpPr>
              <p:cNvPr id="8616" name="Google Shape;8616;p6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17" name="Google Shape;8617;p6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18" name="Google Shape;8618;p6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619" name="Google Shape;8619;p67"/>
            <p:cNvGrpSpPr/>
            <p:nvPr/>
          </p:nvGrpSpPr>
          <p:grpSpPr>
            <a:xfrm>
              <a:off x="6752546" y="3484366"/>
              <a:ext cx="811428" cy="987304"/>
              <a:chOff x="2332275" y="1617275"/>
              <a:chExt cx="1090775" cy="1327200"/>
            </a:xfrm>
          </p:grpSpPr>
          <p:sp>
            <p:nvSpPr>
              <p:cNvPr id="8620" name="Google Shape;8620;p6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21" name="Google Shape;8621;p6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22" name="Google Shape;8622;p6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623" name="Google Shape;8623;p67"/>
            <p:cNvGrpSpPr/>
            <p:nvPr/>
          </p:nvGrpSpPr>
          <p:grpSpPr>
            <a:xfrm>
              <a:off x="5973664" y="3484366"/>
              <a:ext cx="811335" cy="987304"/>
              <a:chOff x="1285250" y="1617275"/>
              <a:chExt cx="1090650" cy="1327200"/>
            </a:xfrm>
          </p:grpSpPr>
          <p:sp>
            <p:nvSpPr>
              <p:cNvPr id="8624" name="Google Shape;8624;p6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25" name="Google Shape;8625;p6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26" name="Google Shape;8626;p6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627" name="Google Shape;8627;p67"/>
            <p:cNvGrpSpPr/>
            <p:nvPr/>
          </p:nvGrpSpPr>
          <p:grpSpPr>
            <a:xfrm>
              <a:off x="5194708" y="3484366"/>
              <a:ext cx="811409" cy="987304"/>
              <a:chOff x="238125" y="1617275"/>
              <a:chExt cx="1090750" cy="1327200"/>
            </a:xfrm>
          </p:grpSpPr>
          <p:sp>
            <p:nvSpPr>
              <p:cNvPr id="8628" name="Google Shape;8628;p6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29" name="Google Shape;8629;p6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30" name="Google Shape;8630;p6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8631" name="Google Shape;8631;p67"/>
          <p:cNvGrpSpPr/>
          <p:nvPr/>
        </p:nvGrpSpPr>
        <p:grpSpPr>
          <a:xfrm>
            <a:off x="4648102" y="4474087"/>
            <a:ext cx="2155954" cy="461676"/>
            <a:chOff x="1808063" y="4294338"/>
            <a:chExt cx="3370782" cy="721817"/>
          </a:xfrm>
        </p:grpSpPr>
        <p:sp>
          <p:nvSpPr>
            <p:cNvPr id="8632" name="Google Shape;8632;p6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33" name="Google Shape;8633;p6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34" name="Google Shape;8634;p6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35" name="Google Shape;8635;p6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36" name="Google Shape;8636;p6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37" name="Google Shape;8637;p6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38" name="Google Shape;8638;p6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39" name="Google Shape;8639;p6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40" name="Google Shape;8640;p6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41" name="Google Shape;8641;p6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642" name="Google Shape;8642;p67"/>
          <p:cNvGrpSpPr/>
          <p:nvPr/>
        </p:nvGrpSpPr>
        <p:grpSpPr>
          <a:xfrm>
            <a:off x="1019048" y="4855448"/>
            <a:ext cx="1727838" cy="862115"/>
            <a:chOff x="834100" y="3642869"/>
            <a:chExt cx="1259483" cy="628426"/>
          </a:xfrm>
        </p:grpSpPr>
        <p:sp>
          <p:nvSpPr>
            <p:cNvPr id="8643" name="Google Shape;8643;p67"/>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44" name="Google Shape;8644;p67"/>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45" name="Google Shape;8645;p67"/>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46" name="Google Shape;8646;p67"/>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47" name="Google Shape;8647;p67"/>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48" name="Google Shape;8648;p67"/>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49" name="Google Shape;8649;p67"/>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50" name="Google Shape;8650;p67"/>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51" name="Google Shape;8651;p67"/>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52" name="Google Shape;8652;p67"/>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53" name="Google Shape;8653;p67"/>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54" name="Google Shape;8654;p67"/>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55" name="Google Shape;8655;p67"/>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56" name="Google Shape;8656;p67"/>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57" name="Google Shape;8657;p67"/>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58" name="Google Shape;8658;p67"/>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59" name="Google Shape;8659;p67"/>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60" name="Google Shape;8660;p67"/>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61" name="Google Shape;8661;p67"/>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62" name="Google Shape;8662;p67"/>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63" name="Google Shape;8663;p67"/>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64" name="Google Shape;8664;p67"/>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65" name="Google Shape;8665;p67"/>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66" name="Google Shape;8666;p67"/>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67" name="Google Shape;8667;p67"/>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8668" name="Google Shape;8668;p67"/>
            <p:cNvGrpSpPr/>
            <p:nvPr/>
          </p:nvGrpSpPr>
          <p:grpSpPr>
            <a:xfrm>
              <a:off x="1360364" y="3847835"/>
              <a:ext cx="208119" cy="224359"/>
              <a:chOff x="1360769" y="3847100"/>
              <a:chExt cx="208119" cy="224359"/>
            </a:xfrm>
          </p:grpSpPr>
          <p:sp>
            <p:nvSpPr>
              <p:cNvPr id="8669" name="Google Shape;8669;p67"/>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70" name="Google Shape;8670;p67"/>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71" name="Google Shape;8671;p67"/>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72" name="Google Shape;8672;p67"/>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73" name="Google Shape;8673;p67"/>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74" name="Google Shape;8674;p67"/>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75" name="Google Shape;8675;p67"/>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76" name="Google Shape;8676;p67"/>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77" name="Google Shape;8677;p67"/>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78" name="Google Shape;8678;p67"/>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79" name="Google Shape;8679;p67"/>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80" name="Google Shape;8680;p67"/>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81" name="Google Shape;8681;p67"/>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82" name="Google Shape;8682;p67"/>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83" name="Google Shape;8683;p67"/>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84" name="Google Shape;8684;p67"/>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85" name="Google Shape;8685;p67"/>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86" name="Google Shape;8686;p67"/>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87" name="Google Shape;8687;p67"/>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88" name="Google Shape;8688;p67"/>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chemeClr val="bg1">
                    <a:lumMod val="65000"/>
                  </a:schemeClr>
                </a:solidFill>
                <a:prstDash val="solid"/>
                <a:miter lim="364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8689" name="Google Shape;8689;p67"/>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90" name="Google Shape;8690;p67"/>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91" name="Google Shape;8691;p67"/>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92" name="Google Shape;8692;p67"/>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93" name="Google Shape;8693;p67"/>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94" name="Google Shape;8694;p67"/>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95" name="Google Shape;8695;p67"/>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96" name="Google Shape;8696;p67"/>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97" name="Google Shape;8697;p67"/>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98" name="Google Shape;8698;p67"/>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699" name="Google Shape;8699;p67"/>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00" name="Google Shape;8700;p67"/>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01" name="Google Shape;8701;p67"/>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02" name="Google Shape;8702;p67"/>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703" name="Google Shape;8703;p67"/>
          <p:cNvGrpSpPr/>
          <p:nvPr/>
        </p:nvGrpSpPr>
        <p:grpSpPr>
          <a:xfrm rot="5400000">
            <a:off x="7969866" y="4584718"/>
            <a:ext cx="218757" cy="1886555"/>
            <a:chOff x="4428249" y="1369375"/>
            <a:chExt cx="36905" cy="429569"/>
          </a:xfrm>
        </p:grpSpPr>
        <p:sp>
          <p:nvSpPr>
            <p:cNvPr id="8704" name="Google Shape;8704;p67"/>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05" name="Google Shape;8705;p67"/>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06" name="Google Shape;8706;p67"/>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07" name="Google Shape;8707;p67"/>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08" name="Google Shape;8708;p67"/>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09" name="Google Shape;8709;p67"/>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10" name="Google Shape;8710;p67"/>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11" name="Google Shape;8711;p67"/>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12" name="Google Shape;8712;p67"/>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13" name="Google Shape;8713;p67"/>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14" name="Google Shape;8714;p67"/>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15" name="Google Shape;8715;p67"/>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16" name="Google Shape;8716;p67"/>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17" name="Google Shape;8717;p67"/>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18" name="Google Shape;8718;p67"/>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19" name="Google Shape;8719;p67"/>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20" name="Google Shape;8720;p67"/>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21" name="Google Shape;8721;p67"/>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22" name="Google Shape;8722;p67"/>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23" name="Google Shape;8723;p67"/>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24" name="Google Shape;8724;p67"/>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25" name="Google Shape;8725;p67"/>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26" name="Google Shape;8726;p67"/>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27" name="Google Shape;8727;p67"/>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28" name="Google Shape;8728;p67"/>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29" name="Google Shape;8729;p67"/>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30" name="Google Shape;8730;p67"/>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31" name="Google Shape;8731;p67"/>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32" name="Google Shape;8732;p67"/>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33" name="Google Shape;8733;p67"/>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34" name="Google Shape;8734;p67"/>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35" name="Google Shape;8735;p67"/>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736" name="Google Shape;8736;p67"/>
          <p:cNvGrpSpPr/>
          <p:nvPr/>
        </p:nvGrpSpPr>
        <p:grpSpPr>
          <a:xfrm rot="10800000" flipH="1">
            <a:off x="7133107" y="759923"/>
            <a:ext cx="1892276" cy="102300"/>
            <a:chOff x="219558" y="4738465"/>
            <a:chExt cx="5852400" cy="102300"/>
          </a:xfrm>
        </p:grpSpPr>
        <p:cxnSp>
          <p:nvCxnSpPr>
            <p:cNvPr id="8737" name="Google Shape;8737;p67"/>
            <p:cNvCxnSpPr/>
            <p:nvPr/>
          </p:nvCxnSpPr>
          <p:spPr>
            <a:xfrm>
              <a:off x="219558" y="4789684"/>
              <a:ext cx="5852400" cy="0"/>
            </a:xfrm>
            <a:prstGeom prst="straightConnector1">
              <a:avLst/>
            </a:prstGeom>
            <a:noFill/>
            <a:ln w="9525" cap="flat" cmpd="sng">
              <a:solidFill>
                <a:schemeClr val="bg1">
                  <a:lumMod val="65000"/>
                </a:schemeClr>
              </a:solidFill>
              <a:prstDash val="solid"/>
              <a:round/>
              <a:headEnd type="oval" w="med" len="med"/>
              <a:tailEnd type="oval" w="med" len="med"/>
            </a:ln>
          </p:spPr>
        </p:cxnSp>
        <p:sp>
          <p:nvSpPr>
            <p:cNvPr id="8738" name="Google Shape;8738;p67"/>
            <p:cNvSpPr/>
            <p:nvPr/>
          </p:nvSpPr>
          <p:spPr>
            <a:xfrm>
              <a:off x="1200298" y="4738465"/>
              <a:ext cx="102300" cy="102300"/>
            </a:xfrm>
            <a:prstGeom prst="ellipse">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39" name="Google Shape;8739;p67"/>
            <p:cNvSpPr/>
            <p:nvPr/>
          </p:nvSpPr>
          <p:spPr>
            <a:xfrm>
              <a:off x="2175146" y="4738465"/>
              <a:ext cx="102300" cy="102300"/>
            </a:xfrm>
            <a:prstGeom prst="ellipse">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40" name="Google Shape;8740;p67"/>
            <p:cNvSpPr/>
            <p:nvPr/>
          </p:nvSpPr>
          <p:spPr>
            <a:xfrm>
              <a:off x="3040751" y="4738465"/>
              <a:ext cx="102300" cy="102300"/>
            </a:xfrm>
            <a:prstGeom prst="ellipse">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41" name="Google Shape;8741;p67"/>
            <p:cNvSpPr/>
            <p:nvPr/>
          </p:nvSpPr>
          <p:spPr>
            <a:xfrm>
              <a:off x="4028157" y="4738465"/>
              <a:ext cx="102300" cy="102300"/>
            </a:xfrm>
            <a:prstGeom prst="ellipse">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42" name="Google Shape;8742;p67"/>
            <p:cNvSpPr/>
            <p:nvPr/>
          </p:nvSpPr>
          <p:spPr>
            <a:xfrm>
              <a:off x="5040827" y="4738465"/>
              <a:ext cx="102300" cy="102300"/>
            </a:xfrm>
            <a:prstGeom prst="ellipse">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743" name="Google Shape;8743;p67"/>
          <p:cNvGrpSpPr/>
          <p:nvPr/>
        </p:nvGrpSpPr>
        <p:grpSpPr>
          <a:xfrm>
            <a:off x="7148199" y="3544074"/>
            <a:ext cx="1862092" cy="385016"/>
            <a:chOff x="5286284" y="2966544"/>
            <a:chExt cx="1396569" cy="385016"/>
          </a:xfrm>
        </p:grpSpPr>
        <p:cxnSp>
          <p:nvCxnSpPr>
            <p:cNvPr id="8744" name="Google Shape;8744;p67"/>
            <p:cNvCxnSpPr/>
            <p:nvPr/>
          </p:nvCxnSpPr>
          <p:spPr>
            <a:xfrm>
              <a:off x="5752056" y="3094781"/>
              <a:ext cx="470100" cy="0"/>
            </a:xfrm>
            <a:prstGeom prst="straightConnector1">
              <a:avLst/>
            </a:prstGeom>
            <a:noFill/>
            <a:ln w="9525" cap="flat" cmpd="sng">
              <a:solidFill>
                <a:schemeClr val="bg1">
                  <a:lumMod val="65000"/>
                </a:schemeClr>
              </a:solidFill>
              <a:prstDash val="solid"/>
              <a:round/>
              <a:headEnd type="oval" w="med" len="med"/>
              <a:tailEnd type="oval" w="med" len="med"/>
            </a:ln>
          </p:spPr>
        </p:cxnSp>
        <p:cxnSp>
          <p:nvCxnSpPr>
            <p:cNvPr id="8745" name="Google Shape;8745;p67"/>
            <p:cNvCxnSpPr/>
            <p:nvPr/>
          </p:nvCxnSpPr>
          <p:spPr>
            <a:xfrm>
              <a:off x="5980194" y="3351560"/>
              <a:ext cx="594300" cy="0"/>
            </a:xfrm>
            <a:prstGeom prst="straightConnector1">
              <a:avLst/>
            </a:prstGeom>
            <a:noFill/>
            <a:ln w="9525" cap="flat" cmpd="sng">
              <a:solidFill>
                <a:schemeClr val="bg1">
                  <a:lumMod val="65000"/>
                </a:schemeClr>
              </a:solidFill>
              <a:prstDash val="solid"/>
              <a:round/>
              <a:headEnd type="oval" w="med" len="med"/>
              <a:tailEnd type="oval" w="med" len="med"/>
            </a:ln>
          </p:spPr>
        </p:cxnSp>
        <p:grpSp>
          <p:nvGrpSpPr>
            <p:cNvPr id="8746" name="Google Shape;8746;p67"/>
            <p:cNvGrpSpPr/>
            <p:nvPr/>
          </p:nvGrpSpPr>
          <p:grpSpPr>
            <a:xfrm>
              <a:off x="5287688" y="3173364"/>
              <a:ext cx="1395165" cy="74100"/>
              <a:chOff x="5287688" y="3173364"/>
              <a:chExt cx="1395165" cy="74100"/>
            </a:xfrm>
          </p:grpSpPr>
          <p:cxnSp>
            <p:nvCxnSpPr>
              <p:cNvPr id="8747" name="Google Shape;8747;p67"/>
              <p:cNvCxnSpPr/>
              <p:nvPr/>
            </p:nvCxnSpPr>
            <p:spPr>
              <a:xfrm>
                <a:off x="6682853" y="3173540"/>
                <a:ext cx="0" cy="7380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8748" name="Google Shape;8748;p67"/>
              <p:cNvCxnSpPr/>
              <p:nvPr/>
            </p:nvCxnSpPr>
            <p:spPr>
              <a:xfrm>
                <a:off x="5287688" y="3210371"/>
                <a:ext cx="1394700" cy="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8749" name="Google Shape;8749;p67"/>
              <p:cNvCxnSpPr/>
              <p:nvPr/>
            </p:nvCxnSpPr>
            <p:spPr>
              <a:xfrm>
                <a:off x="5518476" y="3173364"/>
                <a:ext cx="0" cy="7410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8750" name="Google Shape;8750;p67"/>
              <p:cNvCxnSpPr/>
              <p:nvPr/>
            </p:nvCxnSpPr>
            <p:spPr>
              <a:xfrm>
                <a:off x="5287935" y="3173364"/>
                <a:ext cx="0" cy="7410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8751" name="Google Shape;8751;p67"/>
              <p:cNvCxnSpPr/>
              <p:nvPr/>
            </p:nvCxnSpPr>
            <p:spPr>
              <a:xfrm>
                <a:off x="5751239" y="3173364"/>
                <a:ext cx="0" cy="7410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8752" name="Google Shape;8752;p67"/>
              <p:cNvCxnSpPr/>
              <p:nvPr/>
            </p:nvCxnSpPr>
            <p:spPr>
              <a:xfrm>
                <a:off x="5982252" y="3173364"/>
                <a:ext cx="0" cy="7410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8753" name="Google Shape;8753;p67"/>
              <p:cNvCxnSpPr/>
              <p:nvPr/>
            </p:nvCxnSpPr>
            <p:spPr>
              <a:xfrm>
                <a:off x="6216184" y="3173364"/>
                <a:ext cx="0" cy="7410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8754" name="Google Shape;8754;p67"/>
              <p:cNvCxnSpPr/>
              <p:nvPr/>
            </p:nvCxnSpPr>
            <p:spPr>
              <a:xfrm>
                <a:off x="6449534" y="3173364"/>
                <a:ext cx="0" cy="74100"/>
              </a:xfrm>
              <a:prstGeom prst="straightConnector1">
                <a:avLst/>
              </a:prstGeom>
              <a:noFill/>
              <a:ln w="9525" cap="flat" cmpd="sng">
                <a:solidFill>
                  <a:schemeClr val="bg1">
                    <a:lumMod val="65000"/>
                  </a:schemeClr>
                </a:solidFill>
                <a:prstDash val="solid"/>
                <a:round/>
                <a:headEnd type="none" w="med" len="med"/>
                <a:tailEnd type="none" w="med" len="med"/>
              </a:ln>
            </p:spPr>
          </p:cxnSp>
        </p:grpSp>
        <p:cxnSp>
          <p:nvCxnSpPr>
            <p:cNvPr id="8755" name="Google Shape;8755;p67"/>
            <p:cNvCxnSpPr/>
            <p:nvPr/>
          </p:nvCxnSpPr>
          <p:spPr>
            <a:xfrm>
              <a:off x="5286284" y="2966544"/>
              <a:ext cx="468600" cy="0"/>
            </a:xfrm>
            <a:prstGeom prst="straightConnector1">
              <a:avLst/>
            </a:prstGeom>
            <a:noFill/>
            <a:ln w="9525" cap="flat" cmpd="sng">
              <a:solidFill>
                <a:schemeClr val="bg1">
                  <a:lumMod val="65000"/>
                </a:schemeClr>
              </a:solidFill>
              <a:prstDash val="solid"/>
              <a:round/>
              <a:headEnd type="oval" w="med" len="med"/>
              <a:tailEnd type="oval" w="med" len="med"/>
            </a:ln>
          </p:spPr>
        </p:cxnSp>
      </p:grpSp>
      <p:grpSp>
        <p:nvGrpSpPr>
          <p:cNvPr id="8756" name="Google Shape;8756;p67"/>
          <p:cNvGrpSpPr/>
          <p:nvPr/>
        </p:nvGrpSpPr>
        <p:grpSpPr>
          <a:xfrm>
            <a:off x="2729620" y="2424626"/>
            <a:ext cx="1576367" cy="882703"/>
            <a:chOff x="2029517" y="1732295"/>
            <a:chExt cx="1149067" cy="643432"/>
          </a:xfrm>
        </p:grpSpPr>
        <p:grpSp>
          <p:nvGrpSpPr>
            <p:cNvPr id="8757" name="Google Shape;8757;p67"/>
            <p:cNvGrpSpPr/>
            <p:nvPr/>
          </p:nvGrpSpPr>
          <p:grpSpPr>
            <a:xfrm>
              <a:off x="2708660" y="1746937"/>
              <a:ext cx="455426" cy="244429"/>
              <a:chOff x="2700693" y="1746937"/>
              <a:chExt cx="455426" cy="244429"/>
            </a:xfrm>
          </p:grpSpPr>
          <p:grpSp>
            <p:nvGrpSpPr>
              <p:cNvPr id="8758" name="Google Shape;8758;p67"/>
              <p:cNvGrpSpPr/>
              <p:nvPr/>
            </p:nvGrpSpPr>
            <p:grpSpPr>
              <a:xfrm>
                <a:off x="2905682" y="1782817"/>
                <a:ext cx="250437" cy="208549"/>
                <a:chOff x="2905682" y="1782817"/>
                <a:chExt cx="250437" cy="208549"/>
              </a:xfrm>
            </p:grpSpPr>
            <p:cxnSp>
              <p:nvCxnSpPr>
                <p:cNvPr id="8759" name="Google Shape;8759;p67"/>
                <p:cNvCxnSpPr/>
                <p:nvPr/>
              </p:nvCxnSpPr>
              <p:spPr>
                <a:xfrm rot="-5400000" flipH="1">
                  <a:off x="2905682" y="1782817"/>
                  <a:ext cx="175200" cy="175200"/>
                </a:xfrm>
                <a:prstGeom prst="bentConnector3">
                  <a:avLst>
                    <a:gd name="adj1" fmla="val 50000"/>
                  </a:avLst>
                </a:prstGeom>
                <a:noFill/>
                <a:ln w="9525" cap="flat" cmpd="sng">
                  <a:solidFill>
                    <a:schemeClr val="bg1">
                      <a:lumMod val="65000"/>
                    </a:schemeClr>
                  </a:solidFill>
                  <a:prstDash val="solid"/>
                  <a:round/>
                  <a:headEnd type="none" w="med" len="med"/>
                  <a:tailEnd type="none" w="med" len="med"/>
                </a:ln>
              </p:spPr>
            </p:cxnSp>
            <p:sp>
              <p:nvSpPr>
                <p:cNvPr id="8760" name="Google Shape;8760;p67"/>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761" name="Google Shape;8761;p67"/>
              <p:cNvGrpSpPr/>
              <p:nvPr/>
            </p:nvGrpSpPr>
            <p:grpSpPr>
              <a:xfrm>
                <a:off x="2700693" y="1746937"/>
                <a:ext cx="449966" cy="72374"/>
                <a:chOff x="2700693" y="1746937"/>
                <a:chExt cx="449966" cy="72374"/>
              </a:xfrm>
            </p:grpSpPr>
            <p:cxnSp>
              <p:nvCxnSpPr>
                <p:cNvPr id="8762" name="Google Shape;8762;p67"/>
                <p:cNvCxnSpPr/>
                <p:nvPr/>
              </p:nvCxnSpPr>
              <p:spPr>
                <a:xfrm>
                  <a:off x="2700693" y="1782453"/>
                  <a:ext cx="379800" cy="600"/>
                </a:xfrm>
                <a:prstGeom prst="bentConnector3">
                  <a:avLst>
                    <a:gd name="adj1" fmla="val 50000"/>
                  </a:avLst>
                </a:prstGeom>
                <a:noFill/>
                <a:ln w="9525" cap="flat" cmpd="sng">
                  <a:solidFill>
                    <a:schemeClr val="bg1">
                      <a:lumMod val="65000"/>
                    </a:schemeClr>
                  </a:solidFill>
                  <a:prstDash val="solid"/>
                  <a:round/>
                  <a:headEnd type="none" w="med" len="med"/>
                  <a:tailEnd type="none" w="med" len="med"/>
                </a:ln>
              </p:spPr>
            </p:cxnSp>
            <p:sp>
              <p:nvSpPr>
                <p:cNvPr id="8763" name="Google Shape;8763;p67"/>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8764" name="Google Shape;8764;p67"/>
            <p:cNvGrpSpPr/>
            <p:nvPr/>
          </p:nvGrpSpPr>
          <p:grpSpPr>
            <a:xfrm>
              <a:off x="2029517" y="1732295"/>
              <a:ext cx="1149067" cy="643432"/>
              <a:chOff x="2029517" y="1732295"/>
              <a:chExt cx="1149067" cy="643432"/>
            </a:xfrm>
          </p:grpSpPr>
          <p:grpSp>
            <p:nvGrpSpPr>
              <p:cNvPr id="8765" name="Google Shape;8765;p67"/>
              <p:cNvGrpSpPr/>
              <p:nvPr/>
            </p:nvGrpSpPr>
            <p:grpSpPr>
              <a:xfrm>
                <a:off x="2703618" y="2103152"/>
                <a:ext cx="474966" cy="260017"/>
                <a:chOff x="2703618" y="2103152"/>
                <a:chExt cx="474966" cy="260017"/>
              </a:xfrm>
            </p:grpSpPr>
            <p:grpSp>
              <p:nvGrpSpPr>
                <p:cNvPr id="8766" name="Google Shape;8766;p67"/>
                <p:cNvGrpSpPr/>
                <p:nvPr/>
              </p:nvGrpSpPr>
              <p:grpSpPr>
                <a:xfrm>
                  <a:off x="2703618" y="2290640"/>
                  <a:ext cx="450291" cy="72529"/>
                  <a:chOff x="2703618" y="2290640"/>
                  <a:chExt cx="450291" cy="72529"/>
                </a:xfrm>
              </p:grpSpPr>
              <p:cxnSp>
                <p:nvCxnSpPr>
                  <p:cNvPr id="8767" name="Google Shape;8767;p67"/>
                  <p:cNvCxnSpPr/>
                  <p:nvPr/>
                </p:nvCxnSpPr>
                <p:spPr>
                  <a:xfrm>
                    <a:off x="2703618" y="2326818"/>
                    <a:ext cx="379800" cy="600"/>
                  </a:xfrm>
                  <a:prstGeom prst="bentConnector3">
                    <a:avLst>
                      <a:gd name="adj1" fmla="val 50000"/>
                    </a:avLst>
                  </a:prstGeom>
                  <a:noFill/>
                  <a:ln w="9525" cap="flat" cmpd="sng">
                    <a:solidFill>
                      <a:schemeClr val="bg1">
                        <a:lumMod val="65000"/>
                      </a:schemeClr>
                    </a:solidFill>
                    <a:prstDash val="solid"/>
                    <a:round/>
                    <a:headEnd type="none" w="med" len="med"/>
                    <a:tailEnd type="none" w="med" len="med"/>
                  </a:ln>
                </p:spPr>
              </p:cxnSp>
              <p:sp>
                <p:nvSpPr>
                  <p:cNvPr id="8768" name="Google Shape;8768;p67"/>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769" name="Google Shape;8769;p67"/>
                <p:cNvGrpSpPr/>
                <p:nvPr/>
              </p:nvGrpSpPr>
              <p:grpSpPr>
                <a:xfrm>
                  <a:off x="2908607" y="2103152"/>
                  <a:ext cx="269977" cy="223538"/>
                  <a:chOff x="2908607" y="2103152"/>
                  <a:chExt cx="269977" cy="223538"/>
                </a:xfrm>
              </p:grpSpPr>
              <p:cxnSp>
                <p:nvCxnSpPr>
                  <p:cNvPr id="8770" name="Google Shape;8770;p67"/>
                  <p:cNvCxnSpPr/>
                  <p:nvPr/>
                </p:nvCxnSpPr>
                <p:spPr>
                  <a:xfrm rot="10800000" flipH="1">
                    <a:off x="2908607" y="2140990"/>
                    <a:ext cx="199800" cy="185700"/>
                  </a:xfrm>
                  <a:prstGeom prst="bentConnector3">
                    <a:avLst>
                      <a:gd name="adj1" fmla="val 50000"/>
                    </a:avLst>
                  </a:prstGeom>
                  <a:noFill/>
                  <a:ln w="9525" cap="flat" cmpd="sng">
                    <a:solidFill>
                      <a:schemeClr val="bg1">
                        <a:lumMod val="65000"/>
                      </a:schemeClr>
                    </a:solidFill>
                    <a:prstDash val="solid"/>
                    <a:round/>
                    <a:headEnd type="none" w="med" len="med"/>
                    <a:tailEnd type="none" w="med" len="med"/>
                  </a:ln>
                </p:spPr>
              </p:cxnSp>
              <p:sp>
                <p:nvSpPr>
                  <p:cNvPr id="8771" name="Google Shape;8771;p67"/>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8772" name="Google Shape;8772;p67"/>
              <p:cNvGrpSpPr/>
              <p:nvPr/>
            </p:nvGrpSpPr>
            <p:grpSpPr>
              <a:xfrm>
                <a:off x="2029517" y="1732295"/>
                <a:ext cx="685827" cy="643432"/>
                <a:chOff x="2029517" y="1732295"/>
                <a:chExt cx="685827" cy="643432"/>
              </a:xfrm>
            </p:grpSpPr>
            <p:sp>
              <p:nvSpPr>
                <p:cNvPr id="8773" name="Google Shape;8773;p67"/>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8774" name="Google Shape;8774;p67"/>
                <p:cNvGrpSpPr/>
                <p:nvPr/>
              </p:nvGrpSpPr>
              <p:grpSpPr>
                <a:xfrm>
                  <a:off x="2158948" y="1732295"/>
                  <a:ext cx="556396" cy="333108"/>
                  <a:chOff x="2158948" y="1732295"/>
                  <a:chExt cx="556396" cy="333108"/>
                </a:xfrm>
              </p:grpSpPr>
              <p:cxnSp>
                <p:nvCxnSpPr>
                  <p:cNvPr id="8775" name="Google Shape;8775;p67"/>
                  <p:cNvCxnSpPr/>
                  <p:nvPr/>
                </p:nvCxnSpPr>
                <p:spPr>
                  <a:xfrm rot="10800000" flipH="1">
                    <a:off x="2158948" y="1783103"/>
                    <a:ext cx="459000" cy="282300"/>
                  </a:xfrm>
                  <a:prstGeom prst="bentConnector3">
                    <a:avLst>
                      <a:gd name="adj1" fmla="val 50000"/>
                    </a:avLst>
                  </a:prstGeom>
                  <a:noFill/>
                  <a:ln w="9525" cap="flat" cmpd="sng">
                    <a:solidFill>
                      <a:schemeClr val="bg1">
                        <a:lumMod val="65000"/>
                      </a:schemeClr>
                    </a:solidFill>
                    <a:prstDash val="solid"/>
                    <a:round/>
                    <a:headEnd type="none" w="med" len="med"/>
                    <a:tailEnd type="none" w="med" len="med"/>
                  </a:ln>
                </p:spPr>
              </p:cxnSp>
              <p:sp>
                <p:nvSpPr>
                  <p:cNvPr id="8776" name="Google Shape;8776;p67"/>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777" name="Google Shape;8777;p67"/>
                <p:cNvGrpSpPr/>
                <p:nvPr/>
              </p:nvGrpSpPr>
              <p:grpSpPr>
                <a:xfrm>
                  <a:off x="2159908" y="2065057"/>
                  <a:ext cx="550885" cy="310670"/>
                  <a:chOff x="2159908" y="2065057"/>
                  <a:chExt cx="550885" cy="310670"/>
                </a:xfrm>
              </p:grpSpPr>
              <p:cxnSp>
                <p:nvCxnSpPr>
                  <p:cNvPr id="8778" name="Google Shape;8778;p67"/>
                  <p:cNvCxnSpPr/>
                  <p:nvPr/>
                </p:nvCxnSpPr>
                <p:spPr>
                  <a:xfrm>
                    <a:off x="2159908" y="2065057"/>
                    <a:ext cx="454500" cy="262200"/>
                  </a:xfrm>
                  <a:prstGeom prst="bentConnector3">
                    <a:avLst>
                      <a:gd name="adj1" fmla="val 50000"/>
                    </a:avLst>
                  </a:prstGeom>
                  <a:noFill/>
                  <a:ln w="9525" cap="flat" cmpd="sng">
                    <a:solidFill>
                      <a:schemeClr val="bg1">
                        <a:lumMod val="65000"/>
                      </a:schemeClr>
                    </a:solidFill>
                    <a:prstDash val="solid"/>
                    <a:round/>
                    <a:headEnd type="none" w="med" len="med"/>
                    <a:tailEnd type="none" w="med" len="med"/>
                  </a:ln>
                </p:spPr>
              </p:cxnSp>
              <p:sp>
                <p:nvSpPr>
                  <p:cNvPr id="8779" name="Google Shape;8779;p67"/>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grpSp>
      <p:grpSp>
        <p:nvGrpSpPr>
          <p:cNvPr id="8780" name="Google Shape;8780;p67"/>
          <p:cNvGrpSpPr/>
          <p:nvPr/>
        </p:nvGrpSpPr>
        <p:grpSpPr>
          <a:xfrm>
            <a:off x="976621" y="2354777"/>
            <a:ext cx="1283520" cy="1080076"/>
            <a:chOff x="732465" y="1766083"/>
            <a:chExt cx="962640" cy="810058"/>
          </a:xfrm>
        </p:grpSpPr>
        <p:grpSp>
          <p:nvGrpSpPr>
            <p:cNvPr id="8781" name="Google Shape;8781;p67"/>
            <p:cNvGrpSpPr/>
            <p:nvPr/>
          </p:nvGrpSpPr>
          <p:grpSpPr>
            <a:xfrm>
              <a:off x="732465" y="1908330"/>
              <a:ext cx="339371" cy="524755"/>
              <a:chOff x="844912" y="1819635"/>
              <a:chExt cx="329837" cy="510016"/>
            </a:xfrm>
          </p:grpSpPr>
          <p:sp>
            <p:nvSpPr>
              <p:cNvPr id="8782" name="Google Shape;8782;p67"/>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83" name="Google Shape;8783;p67"/>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chemeClr val="bg1">
                    <a:lumMod val="65000"/>
                  </a:schemeClr>
                </a:solidFill>
                <a:prstDash val="solid"/>
                <a:miter lim="3335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84" name="Google Shape;8784;p67"/>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chemeClr val="bg1">
                    <a:lumMod val="65000"/>
                  </a:schemeClr>
                </a:solidFill>
                <a:prstDash val="solid"/>
                <a:miter lim="3335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85" name="Google Shape;8785;p67"/>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86" name="Google Shape;8786;p67"/>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87" name="Google Shape;8787;p67"/>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788" name="Google Shape;8788;p67"/>
            <p:cNvGrpSpPr/>
            <p:nvPr/>
          </p:nvGrpSpPr>
          <p:grpSpPr>
            <a:xfrm>
              <a:off x="1184852" y="2256650"/>
              <a:ext cx="510253" cy="319491"/>
              <a:chOff x="1284601" y="2158168"/>
              <a:chExt cx="495923" cy="310517"/>
            </a:xfrm>
          </p:grpSpPr>
          <p:sp>
            <p:nvSpPr>
              <p:cNvPr id="8789" name="Google Shape;8789;p67"/>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8790" name="Google Shape;8790;p67"/>
              <p:cNvGrpSpPr/>
              <p:nvPr/>
            </p:nvGrpSpPr>
            <p:grpSpPr>
              <a:xfrm>
                <a:off x="1507666" y="2158168"/>
                <a:ext cx="272858" cy="310517"/>
                <a:chOff x="1507666" y="2158168"/>
                <a:chExt cx="272858" cy="310517"/>
              </a:xfrm>
            </p:grpSpPr>
            <p:grpSp>
              <p:nvGrpSpPr>
                <p:cNvPr id="8791" name="Google Shape;8791;p67"/>
                <p:cNvGrpSpPr/>
                <p:nvPr/>
              </p:nvGrpSpPr>
              <p:grpSpPr>
                <a:xfrm>
                  <a:off x="1507666" y="2176104"/>
                  <a:ext cx="166395" cy="273150"/>
                  <a:chOff x="1507666" y="2176104"/>
                  <a:chExt cx="166395" cy="273150"/>
                </a:xfrm>
              </p:grpSpPr>
              <p:sp>
                <p:nvSpPr>
                  <p:cNvPr id="8792" name="Google Shape;8792;p67"/>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chemeClr val="bg1">
                        <a:lumMod val="65000"/>
                      </a:schemeClr>
                    </a:solidFill>
                    <a:prstDash val="solid"/>
                    <a:miter lim="3335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93" name="Google Shape;8793;p67"/>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chemeClr val="bg1">
                        <a:lumMod val="65000"/>
                      </a:schemeClr>
                    </a:solidFill>
                    <a:prstDash val="solid"/>
                    <a:miter lim="3335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94" name="Google Shape;8794;p67"/>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chemeClr val="bg1">
                        <a:lumMod val="65000"/>
                      </a:schemeClr>
                    </a:solidFill>
                    <a:prstDash val="solid"/>
                    <a:miter lim="3335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95" name="Google Shape;8795;p67"/>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chemeClr val="bg1">
                        <a:lumMod val="65000"/>
                      </a:schemeClr>
                    </a:solidFill>
                    <a:prstDash val="solid"/>
                    <a:miter lim="3335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96" name="Google Shape;8796;p67"/>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97" name="Google Shape;8797;p67"/>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798" name="Google Shape;8798;p67"/>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8799" name="Google Shape;8799;p67"/>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00" name="Google Shape;8800;p67"/>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8801" name="Google Shape;8801;p67"/>
            <p:cNvGrpSpPr/>
            <p:nvPr/>
          </p:nvGrpSpPr>
          <p:grpSpPr>
            <a:xfrm>
              <a:off x="1184852" y="1766083"/>
              <a:ext cx="510253" cy="319491"/>
              <a:chOff x="1284601" y="1681380"/>
              <a:chExt cx="495923" cy="310517"/>
            </a:xfrm>
          </p:grpSpPr>
          <p:sp>
            <p:nvSpPr>
              <p:cNvPr id="8802" name="Google Shape;8802;p67"/>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8803" name="Google Shape;8803;p67"/>
              <p:cNvGrpSpPr/>
              <p:nvPr/>
            </p:nvGrpSpPr>
            <p:grpSpPr>
              <a:xfrm>
                <a:off x="1507666" y="1681380"/>
                <a:ext cx="272858" cy="310517"/>
                <a:chOff x="1507666" y="1681380"/>
                <a:chExt cx="272858" cy="310517"/>
              </a:xfrm>
            </p:grpSpPr>
            <p:grpSp>
              <p:nvGrpSpPr>
                <p:cNvPr id="8804" name="Google Shape;8804;p67"/>
                <p:cNvGrpSpPr/>
                <p:nvPr/>
              </p:nvGrpSpPr>
              <p:grpSpPr>
                <a:xfrm>
                  <a:off x="1507666" y="1700120"/>
                  <a:ext cx="166395" cy="272984"/>
                  <a:chOff x="1507666" y="1700120"/>
                  <a:chExt cx="166395" cy="272984"/>
                </a:xfrm>
              </p:grpSpPr>
              <p:sp>
                <p:nvSpPr>
                  <p:cNvPr id="8805" name="Google Shape;8805;p67"/>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chemeClr val="bg1">
                        <a:lumMod val="65000"/>
                      </a:schemeClr>
                    </a:solidFill>
                    <a:prstDash val="solid"/>
                    <a:miter lim="3335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06" name="Google Shape;8806;p67"/>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chemeClr val="bg1">
                        <a:lumMod val="65000"/>
                      </a:schemeClr>
                    </a:solidFill>
                    <a:prstDash val="solid"/>
                    <a:miter lim="3335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07" name="Google Shape;8807;p67"/>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chemeClr val="bg1">
                        <a:lumMod val="65000"/>
                      </a:schemeClr>
                    </a:solidFill>
                    <a:prstDash val="solid"/>
                    <a:miter lim="3335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08" name="Google Shape;8808;p67"/>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chemeClr val="bg1">
                        <a:lumMod val="65000"/>
                      </a:schemeClr>
                    </a:solidFill>
                    <a:prstDash val="solid"/>
                    <a:miter lim="33357"/>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09" name="Google Shape;8809;p67"/>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10" name="Google Shape;8810;p67"/>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11" name="Google Shape;8811;p67"/>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8812" name="Google Shape;8812;p67"/>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13" name="Google Shape;8813;p67"/>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grpSp>
        <p:nvGrpSpPr>
          <p:cNvPr id="8814" name="Google Shape;8814;p67"/>
          <p:cNvGrpSpPr/>
          <p:nvPr/>
        </p:nvGrpSpPr>
        <p:grpSpPr>
          <a:xfrm>
            <a:off x="9121862" y="3378023"/>
            <a:ext cx="2163023" cy="736592"/>
            <a:chOff x="6894650" y="2574740"/>
            <a:chExt cx="1445100" cy="492111"/>
          </a:xfrm>
        </p:grpSpPr>
        <p:sp>
          <p:nvSpPr>
            <p:cNvPr id="8815" name="Google Shape;8815;p67"/>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16" name="Google Shape;8816;p67"/>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17" name="Google Shape;8817;p67"/>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18" name="Google Shape;8818;p67"/>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19" name="Google Shape;8819;p67"/>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cxnSp>
          <p:nvCxnSpPr>
            <p:cNvPr id="8820" name="Google Shape;8820;p67"/>
            <p:cNvCxnSpPr/>
            <p:nvPr/>
          </p:nvCxnSpPr>
          <p:spPr>
            <a:xfrm>
              <a:off x="6894650" y="2821921"/>
              <a:ext cx="1445100" cy="0"/>
            </a:xfrm>
            <a:prstGeom prst="straightConnector1">
              <a:avLst/>
            </a:prstGeom>
            <a:noFill/>
            <a:ln w="9525" cap="flat" cmpd="sng">
              <a:solidFill>
                <a:schemeClr val="bg1">
                  <a:lumMod val="65000"/>
                </a:schemeClr>
              </a:solidFill>
              <a:prstDash val="solid"/>
              <a:round/>
              <a:headEnd type="none" w="med" len="med"/>
              <a:tailEnd type="none" w="med" len="med"/>
            </a:ln>
          </p:spPr>
        </p:cxnSp>
      </p:grpSp>
      <p:grpSp>
        <p:nvGrpSpPr>
          <p:cNvPr id="8821" name="Google Shape;8821;p67"/>
          <p:cNvGrpSpPr/>
          <p:nvPr/>
        </p:nvGrpSpPr>
        <p:grpSpPr>
          <a:xfrm>
            <a:off x="5443811" y="5210358"/>
            <a:ext cx="1377300" cy="634273"/>
            <a:chOff x="6953919" y="3907920"/>
            <a:chExt cx="1377300" cy="475705"/>
          </a:xfrm>
        </p:grpSpPr>
        <p:cxnSp>
          <p:nvCxnSpPr>
            <p:cNvPr id="8822" name="Google Shape;8822;p67"/>
            <p:cNvCxnSpPr/>
            <p:nvPr/>
          </p:nvCxnSpPr>
          <p:spPr>
            <a:xfrm rot="10800000">
              <a:off x="7118546" y="4100689"/>
              <a:ext cx="0" cy="185100"/>
            </a:xfrm>
            <a:prstGeom prst="straightConnector1">
              <a:avLst/>
            </a:prstGeom>
            <a:noFill/>
            <a:ln w="19050" cap="flat" cmpd="sng">
              <a:solidFill>
                <a:schemeClr val="bg1">
                  <a:lumMod val="65000"/>
                </a:schemeClr>
              </a:solidFill>
              <a:prstDash val="solid"/>
              <a:round/>
              <a:headEnd type="none" w="med" len="med"/>
              <a:tailEnd type="none" w="med" len="med"/>
            </a:ln>
          </p:spPr>
        </p:cxnSp>
        <p:cxnSp>
          <p:nvCxnSpPr>
            <p:cNvPr id="8823" name="Google Shape;8823;p67"/>
            <p:cNvCxnSpPr/>
            <p:nvPr/>
          </p:nvCxnSpPr>
          <p:spPr>
            <a:xfrm>
              <a:off x="7480500" y="4197025"/>
              <a:ext cx="0" cy="186600"/>
            </a:xfrm>
            <a:prstGeom prst="straightConnector1">
              <a:avLst/>
            </a:prstGeom>
            <a:noFill/>
            <a:ln w="19050" cap="flat" cmpd="sng">
              <a:solidFill>
                <a:schemeClr val="bg1">
                  <a:lumMod val="65000"/>
                </a:schemeClr>
              </a:solidFill>
              <a:prstDash val="solid"/>
              <a:round/>
              <a:headEnd type="none" w="med" len="med"/>
              <a:tailEnd type="none" w="med" len="med"/>
            </a:ln>
          </p:spPr>
        </p:cxnSp>
        <p:cxnSp>
          <p:nvCxnSpPr>
            <p:cNvPr id="8824" name="Google Shape;8824;p67"/>
            <p:cNvCxnSpPr/>
            <p:nvPr/>
          </p:nvCxnSpPr>
          <p:spPr>
            <a:xfrm rot="10800000">
              <a:off x="7848574" y="3907920"/>
              <a:ext cx="0" cy="185100"/>
            </a:xfrm>
            <a:prstGeom prst="straightConnector1">
              <a:avLst/>
            </a:prstGeom>
            <a:noFill/>
            <a:ln w="19050" cap="flat" cmpd="sng">
              <a:solidFill>
                <a:schemeClr val="bg1">
                  <a:lumMod val="65000"/>
                </a:schemeClr>
              </a:solidFill>
              <a:prstDash val="solid"/>
              <a:round/>
              <a:headEnd type="none" w="med" len="med"/>
              <a:tailEnd type="none" w="med" len="med"/>
            </a:ln>
          </p:spPr>
        </p:cxnSp>
        <p:cxnSp>
          <p:nvCxnSpPr>
            <p:cNvPr id="8825" name="Google Shape;8825;p67"/>
            <p:cNvCxnSpPr/>
            <p:nvPr/>
          </p:nvCxnSpPr>
          <p:spPr>
            <a:xfrm>
              <a:off x="8218032" y="3997243"/>
              <a:ext cx="0" cy="197100"/>
            </a:xfrm>
            <a:prstGeom prst="straightConnector1">
              <a:avLst/>
            </a:prstGeom>
            <a:noFill/>
            <a:ln w="19050" cap="flat" cmpd="sng">
              <a:solidFill>
                <a:schemeClr val="bg1">
                  <a:lumMod val="65000"/>
                </a:schemeClr>
              </a:solidFill>
              <a:prstDash val="solid"/>
              <a:round/>
              <a:headEnd type="none" w="med" len="med"/>
              <a:tailEnd type="none" w="med" len="med"/>
            </a:ln>
          </p:spPr>
        </p:cxnSp>
        <p:cxnSp>
          <p:nvCxnSpPr>
            <p:cNvPr id="8826" name="Google Shape;8826;p67"/>
            <p:cNvCxnSpPr/>
            <p:nvPr/>
          </p:nvCxnSpPr>
          <p:spPr>
            <a:xfrm flipH="1">
              <a:off x="6953919" y="3961822"/>
              <a:ext cx="1377300" cy="376800"/>
            </a:xfrm>
            <a:prstGeom prst="straightConnector1">
              <a:avLst/>
            </a:prstGeom>
            <a:noFill/>
            <a:ln w="19050" cap="flat" cmpd="sng">
              <a:solidFill>
                <a:schemeClr val="bg1">
                  <a:lumMod val="65000"/>
                </a:schemeClr>
              </a:solidFill>
              <a:prstDash val="solid"/>
              <a:round/>
              <a:headEnd type="none" w="med" len="med"/>
              <a:tailEnd type="none" w="med" len="med"/>
            </a:ln>
          </p:spPr>
        </p:cxnSp>
      </p:grpSp>
      <p:grpSp>
        <p:nvGrpSpPr>
          <p:cNvPr id="8827" name="Google Shape;8827;p67"/>
          <p:cNvGrpSpPr/>
          <p:nvPr/>
        </p:nvGrpSpPr>
        <p:grpSpPr>
          <a:xfrm>
            <a:off x="3152712" y="3558555"/>
            <a:ext cx="1115048" cy="1099373"/>
            <a:chOff x="2389399" y="2595741"/>
            <a:chExt cx="812796" cy="801369"/>
          </a:xfrm>
        </p:grpSpPr>
        <p:grpSp>
          <p:nvGrpSpPr>
            <p:cNvPr id="8828" name="Google Shape;8828;p67"/>
            <p:cNvGrpSpPr/>
            <p:nvPr/>
          </p:nvGrpSpPr>
          <p:grpSpPr>
            <a:xfrm>
              <a:off x="2492145" y="2881565"/>
              <a:ext cx="607299" cy="229751"/>
              <a:chOff x="2492145" y="2881565"/>
              <a:chExt cx="607299" cy="229751"/>
            </a:xfrm>
          </p:grpSpPr>
          <p:sp>
            <p:nvSpPr>
              <p:cNvPr id="8829" name="Google Shape;8829;p67"/>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30" name="Google Shape;8830;p67"/>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31" name="Google Shape;8831;p67"/>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832" name="Google Shape;8832;p67"/>
            <p:cNvGrpSpPr/>
            <p:nvPr/>
          </p:nvGrpSpPr>
          <p:grpSpPr>
            <a:xfrm>
              <a:off x="2389399" y="2595741"/>
              <a:ext cx="812796" cy="296825"/>
              <a:chOff x="2389399" y="2595741"/>
              <a:chExt cx="812796" cy="296825"/>
            </a:xfrm>
          </p:grpSpPr>
          <p:grpSp>
            <p:nvGrpSpPr>
              <p:cNvPr id="8833" name="Google Shape;8833;p67"/>
              <p:cNvGrpSpPr/>
              <p:nvPr/>
            </p:nvGrpSpPr>
            <p:grpSpPr>
              <a:xfrm>
                <a:off x="2389399" y="2595741"/>
                <a:ext cx="363638" cy="296825"/>
                <a:chOff x="2389399" y="2595741"/>
                <a:chExt cx="363638" cy="296825"/>
              </a:xfrm>
            </p:grpSpPr>
            <p:grpSp>
              <p:nvGrpSpPr>
                <p:cNvPr id="8834" name="Google Shape;8834;p67"/>
                <p:cNvGrpSpPr/>
                <p:nvPr/>
              </p:nvGrpSpPr>
              <p:grpSpPr>
                <a:xfrm>
                  <a:off x="2493852" y="2794333"/>
                  <a:ext cx="259185" cy="98233"/>
                  <a:chOff x="2493852" y="2794333"/>
                  <a:chExt cx="259185" cy="98233"/>
                </a:xfrm>
              </p:grpSpPr>
              <p:sp>
                <p:nvSpPr>
                  <p:cNvPr id="8835" name="Google Shape;8835;p67"/>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36" name="Google Shape;8836;p67"/>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37" name="Google Shape;8837;p67"/>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838" name="Google Shape;8838;p67"/>
                <p:cNvGrpSpPr/>
                <p:nvPr/>
              </p:nvGrpSpPr>
              <p:grpSpPr>
                <a:xfrm>
                  <a:off x="2389399" y="2595741"/>
                  <a:ext cx="224343" cy="182054"/>
                  <a:chOff x="2389399" y="2595741"/>
                  <a:chExt cx="224343" cy="182054"/>
                </a:xfrm>
              </p:grpSpPr>
              <p:sp>
                <p:nvSpPr>
                  <p:cNvPr id="8839" name="Google Shape;8839;p67"/>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40" name="Google Shape;8840;p67"/>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8841" name="Google Shape;8841;p67"/>
              <p:cNvGrpSpPr/>
              <p:nvPr/>
            </p:nvGrpSpPr>
            <p:grpSpPr>
              <a:xfrm>
                <a:off x="2683630" y="2595741"/>
                <a:ext cx="224334" cy="296825"/>
                <a:chOff x="2683630" y="2595741"/>
                <a:chExt cx="224334" cy="296825"/>
              </a:xfrm>
            </p:grpSpPr>
            <p:grpSp>
              <p:nvGrpSpPr>
                <p:cNvPr id="8842" name="Google Shape;8842;p67"/>
                <p:cNvGrpSpPr/>
                <p:nvPr/>
              </p:nvGrpSpPr>
              <p:grpSpPr>
                <a:xfrm>
                  <a:off x="2788083" y="2794333"/>
                  <a:ext cx="15356" cy="98233"/>
                  <a:chOff x="2788083" y="2794333"/>
                  <a:chExt cx="15356" cy="98233"/>
                </a:xfrm>
              </p:grpSpPr>
              <p:sp>
                <p:nvSpPr>
                  <p:cNvPr id="8843" name="Google Shape;8843;p67"/>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44" name="Google Shape;8844;p67"/>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45" name="Google Shape;8845;p67"/>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846" name="Google Shape;8846;p67"/>
                <p:cNvGrpSpPr/>
                <p:nvPr/>
              </p:nvGrpSpPr>
              <p:grpSpPr>
                <a:xfrm>
                  <a:off x="2683630" y="2595741"/>
                  <a:ext cx="224334" cy="182054"/>
                  <a:chOff x="2683630" y="2595741"/>
                  <a:chExt cx="224334" cy="182054"/>
                </a:xfrm>
              </p:grpSpPr>
              <p:sp>
                <p:nvSpPr>
                  <p:cNvPr id="8847" name="Google Shape;8847;p67"/>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48" name="Google Shape;8848;p67"/>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8849" name="Google Shape;8849;p67"/>
              <p:cNvGrpSpPr/>
              <p:nvPr/>
            </p:nvGrpSpPr>
            <p:grpSpPr>
              <a:xfrm>
                <a:off x="2838475" y="2595741"/>
                <a:ext cx="363720" cy="296825"/>
                <a:chOff x="2838475" y="2595741"/>
                <a:chExt cx="363720" cy="296825"/>
              </a:xfrm>
            </p:grpSpPr>
            <p:grpSp>
              <p:nvGrpSpPr>
                <p:cNvPr id="8850" name="Google Shape;8850;p67"/>
                <p:cNvGrpSpPr/>
                <p:nvPr/>
              </p:nvGrpSpPr>
              <p:grpSpPr>
                <a:xfrm>
                  <a:off x="2838475" y="2794333"/>
                  <a:ext cx="259186" cy="98233"/>
                  <a:chOff x="2838475" y="2794333"/>
                  <a:chExt cx="259186" cy="98233"/>
                </a:xfrm>
              </p:grpSpPr>
              <p:sp>
                <p:nvSpPr>
                  <p:cNvPr id="8851" name="Google Shape;8851;p67"/>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52" name="Google Shape;8852;p67"/>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53" name="Google Shape;8853;p67"/>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854" name="Google Shape;8854;p67"/>
                <p:cNvGrpSpPr/>
                <p:nvPr/>
              </p:nvGrpSpPr>
              <p:grpSpPr>
                <a:xfrm>
                  <a:off x="2977852" y="2595741"/>
                  <a:ext cx="224343" cy="182054"/>
                  <a:chOff x="2977852" y="2595741"/>
                  <a:chExt cx="224343" cy="182054"/>
                </a:xfrm>
              </p:grpSpPr>
              <p:sp>
                <p:nvSpPr>
                  <p:cNvPr id="8855" name="Google Shape;8855;p67"/>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56" name="Google Shape;8856;p67"/>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grpSp>
          <p:nvGrpSpPr>
            <p:cNvPr id="8857" name="Google Shape;8857;p67"/>
            <p:cNvGrpSpPr/>
            <p:nvPr/>
          </p:nvGrpSpPr>
          <p:grpSpPr>
            <a:xfrm>
              <a:off x="2389399" y="3100241"/>
              <a:ext cx="812796" cy="296869"/>
              <a:chOff x="2389399" y="3100241"/>
              <a:chExt cx="812796" cy="296869"/>
            </a:xfrm>
          </p:grpSpPr>
          <p:grpSp>
            <p:nvGrpSpPr>
              <p:cNvPr id="8858" name="Google Shape;8858;p67"/>
              <p:cNvGrpSpPr/>
              <p:nvPr/>
            </p:nvGrpSpPr>
            <p:grpSpPr>
              <a:xfrm>
                <a:off x="2683630" y="3100241"/>
                <a:ext cx="224334" cy="296869"/>
                <a:chOff x="2683630" y="3100241"/>
                <a:chExt cx="224334" cy="296869"/>
              </a:xfrm>
            </p:grpSpPr>
            <p:grpSp>
              <p:nvGrpSpPr>
                <p:cNvPr id="8859" name="Google Shape;8859;p67"/>
                <p:cNvGrpSpPr/>
                <p:nvPr/>
              </p:nvGrpSpPr>
              <p:grpSpPr>
                <a:xfrm>
                  <a:off x="2788083" y="3100241"/>
                  <a:ext cx="15356" cy="98236"/>
                  <a:chOff x="2788083" y="3100241"/>
                  <a:chExt cx="15356" cy="98236"/>
                </a:xfrm>
              </p:grpSpPr>
              <p:sp>
                <p:nvSpPr>
                  <p:cNvPr id="8860" name="Google Shape;8860;p67"/>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61" name="Google Shape;8861;p67"/>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62" name="Google Shape;8862;p67"/>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863" name="Google Shape;8863;p67"/>
                <p:cNvGrpSpPr/>
                <p:nvPr/>
              </p:nvGrpSpPr>
              <p:grpSpPr>
                <a:xfrm>
                  <a:off x="2683630" y="3215065"/>
                  <a:ext cx="224334" cy="182045"/>
                  <a:chOff x="2683630" y="3215065"/>
                  <a:chExt cx="224334" cy="182045"/>
                </a:xfrm>
              </p:grpSpPr>
              <p:sp>
                <p:nvSpPr>
                  <p:cNvPr id="8864" name="Google Shape;8864;p67"/>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65" name="Google Shape;8865;p67"/>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8866" name="Google Shape;8866;p67"/>
              <p:cNvGrpSpPr/>
              <p:nvPr/>
            </p:nvGrpSpPr>
            <p:grpSpPr>
              <a:xfrm>
                <a:off x="2389399" y="3100241"/>
                <a:ext cx="363638" cy="296869"/>
                <a:chOff x="2389399" y="3100241"/>
                <a:chExt cx="363638" cy="296869"/>
              </a:xfrm>
            </p:grpSpPr>
            <p:grpSp>
              <p:nvGrpSpPr>
                <p:cNvPr id="8867" name="Google Shape;8867;p67"/>
                <p:cNvGrpSpPr/>
                <p:nvPr/>
              </p:nvGrpSpPr>
              <p:grpSpPr>
                <a:xfrm>
                  <a:off x="2493852" y="3100241"/>
                  <a:ext cx="259185" cy="98236"/>
                  <a:chOff x="2493852" y="3100241"/>
                  <a:chExt cx="259185" cy="98236"/>
                </a:xfrm>
              </p:grpSpPr>
              <p:sp>
                <p:nvSpPr>
                  <p:cNvPr id="8868" name="Google Shape;8868;p67"/>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69" name="Google Shape;8869;p67"/>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70" name="Google Shape;8870;p67"/>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871" name="Google Shape;8871;p67"/>
                <p:cNvGrpSpPr/>
                <p:nvPr/>
              </p:nvGrpSpPr>
              <p:grpSpPr>
                <a:xfrm>
                  <a:off x="2389399" y="3215065"/>
                  <a:ext cx="224343" cy="182045"/>
                  <a:chOff x="2389399" y="3215065"/>
                  <a:chExt cx="224343" cy="182045"/>
                </a:xfrm>
              </p:grpSpPr>
              <p:sp>
                <p:nvSpPr>
                  <p:cNvPr id="8872" name="Google Shape;8872;p67"/>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73" name="Google Shape;8873;p67"/>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8874" name="Google Shape;8874;p67"/>
              <p:cNvGrpSpPr/>
              <p:nvPr/>
            </p:nvGrpSpPr>
            <p:grpSpPr>
              <a:xfrm>
                <a:off x="2838475" y="3100241"/>
                <a:ext cx="363720" cy="296869"/>
                <a:chOff x="2838475" y="3100241"/>
                <a:chExt cx="363720" cy="296869"/>
              </a:xfrm>
            </p:grpSpPr>
            <p:grpSp>
              <p:nvGrpSpPr>
                <p:cNvPr id="8875" name="Google Shape;8875;p67"/>
                <p:cNvGrpSpPr/>
                <p:nvPr/>
              </p:nvGrpSpPr>
              <p:grpSpPr>
                <a:xfrm>
                  <a:off x="2838475" y="3100241"/>
                  <a:ext cx="259186" cy="98236"/>
                  <a:chOff x="2838475" y="3100241"/>
                  <a:chExt cx="259186" cy="98236"/>
                </a:xfrm>
              </p:grpSpPr>
              <p:sp>
                <p:nvSpPr>
                  <p:cNvPr id="8876" name="Google Shape;8876;p67"/>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77" name="Google Shape;8877;p67"/>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78" name="Google Shape;8878;p67"/>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8879" name="Google Shape;8879;p67"/>
                <p:cNvGrpSpPr/>
                <p:nvPr/>
              </p:nvGrpSpPr>
              <p:grpSpPr>
                <a:xfrm>
                  <a:off x="2977852" y="3215065"/>
                  <a:ext cx="224343" cy="182045"/>
                  <a:chOff x="2977852" y="3215065"/>
                  <a:chExt cx="224343" cy="182045"/>
                </a:xfrm>
              </p:grpSpPr>
              <p:sp>
                <p:nvSpPr>
                  <p:cNvPr id="8880" name="Google Shape;8880;p67"/>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8881" name="Google Shape;8881;p67"/>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9048"/>
        <p:cNvGrpSpPr/>
        <p:nvPr/>
      </p:nvGrpSpPr>
      <p:grpSpPr>
        <a:xfrm>
          <a:off x="0" y="0"/>
          <a:ext cx="0" cy="0"/>
          <a:chOff x="0" y="0"/>
          <a:chExt cx="0" cy="0"/>
        </a:xfrm>
      </p:grpSpPr>
      <p:grpSp>
        <p:nvGrpSpPr>
          <p:cNvPr id="9049" name="Google Shape;9049;p69"/>
          <p:cNvGrpSpPr/>
          <p:nvPr/>
        </p:nvGrpSpPr>
        <p:grpSpPr>
          <a:xfrm>
            <a:off x="6419579" y="1588588"/>
            <a:ext cx="993908" cy="958436"/>
            <a:chOff x="4249973" y="1201876"/>
            <a:chExt cx="1958567" cy="1888668"/>
          </a:xfrm>
        </p:grpSpPr>
        <p:sp>
          <p:nvSpPr>
            <p:cNvPr id="9050" name="Google Shape;9050;p69"/>
            <p:cNvSpPr/>
            <p:nvPr/>
          </p:nvSpPr>
          <p:spPr>
            <a:xfrm>
              <a:off x="4468527" y="1411932"/>
              <a:ext cx="1528500" cy="1452600"/>
            </a:xfrm>
            <a:prstGeom prst="pentagon">
              <a:avLst>
                <a:gd name="hf" fmla="val 105146"/>
                <a:gd name="vf" fmla="val 110557"/>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nvGrpSpPr>
            <p:cNvPr id="9051" name="Google Shape;9051;p69"/>
            <p:cNvGrpSpPr/>
            <p:nvPr/>
          </p:nvGrpSpPr>
          <p:grpSpPr>
            <a:xfrm>
              <a:off x="5853086" y="1789143"/>
              <a:ext cx="355454" cy="1050296"/>
              <a:chOff x="5576108" y="2016725"/>
              <a:chExt cx="565200" cy="1670052"/>
            </a:xfrm>
          </p:grpSpPr>
          <p:sp>
            <p:nvSpPr>
              <p:cNvPr id="9052" name="Google Shape;9052;p69"/>
              <p:cNvSpPr/>
              <p:nvPr/>
            </p:nvSpPr>
            <p:spPr>
              <a:xfrm>
                <a:off x="5576108" y="2016725"/>
                <a:ext cx="565200" cy="5655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pPr algn="ctr"/>
                <a:endParaRPr sz="1600">
                  <a:solidFill>
                    <a:srgbClr val="FFFFFF"/>
                  </a:solidFill>
                  <a:latin typeface="Roboto Medium"/>
                  <a:ea typeface="Roboto Medium"/>
                  <a:cs typeface="Roboto Medium"/>
                  <a:sym typeface="Roboto Medium"/>
                </a:endParaRPr>
              </a:p>
            </p:txBody>
          </p:sp>
          <p:sp>
            <p:nvSpPr>
              <p:cNvPr id="9053" name="Google Shape;9053;p69"/>
              <p:cNvSpPr/>
              <p:nvPr/>
            </p:nvSpPr>
            <p:spPr>
              <a:xfrm rot="6479001">
                <a:off x="5275897" y="3050667"/>
                <a:ext cx="1119386" cy="152834"/>
              </a:xfrm>
              <a:prstGeom prst="rightArrow">
                <a:avLst>
                  <a:gd name="adj1" fmla="val 25514"/>
                  <a:gd name="adj2" fmla="val 64322"/>
                </a:avLst>
              </a:pr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054" name="Google Shape;9054;p69"/>
            <p:cNvGrpSpPr/>
            <p:nvPr/>
          </p:nvGrpSpPr>
          <p:grpSpPr>
            <a:xfrm>
              <a:off x="4869736" y="2691676"/>
              <a:ext cx="1013614" cy="398868"/>
              <a:chOff x="4012507" y="3451825"/>
              <a:chExt cx="1611726" cy="634231"/>
            </a:xfrm>
          </p:grpSpPr>
          <p:sp>
            <p:nvSpPr>
              <p:cNvPr id="9055" name="Google Shape;9055;p69"/>
              <p:cNvSpPr/>
              <p:nvPr/>
            </p:nvSpPr>
            <p:spPr>
              <a:xfrm>
                <a:off x="5059033" y="3451825"/>
                <a:ext cx="565200" cy="5655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pPr algn="ctr"/>
                <a:endParaRPr sz="1600">
                  <a:solidFill>
                    <a:srgbClr val="FFFFFF"/>
                  </a:solidFill>
                  <a:latin typeface="Roboto Medium"/>
                  <a:ea typeface="Roboto Medium"/>
                  <a:cs typeface="Roboto Medium"/>
                  <a:sym typeface="Roboto Medium"/>
                </a:endParaRPr>
              </a:p>
            </p:txBody>
          </p:sp>
          <p:sp>
            <p:nvSpPr>
              <p:cNvPr id="9056" name="Google Shape;9056;p69"/>
              <p:cNvSpPr/>
              <p:nvPr/>
            </p:nvSpPr>
            <p:spPr>
              <a:xfrm rot="10799079">
                <a:off x="4012507" y="3933353"/>
                <a:ext cx="1119600" cy="152703"/>
              </a:xfrm>
              <a:prstGeom prst="rightArrow">
                <a:avLst>
                  <a:gd name="adj1" fmla="val 25514"/>
                  <a:gd name="adj2" fmla="val 64322"/>
                </a:avLst>
              </a:pr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057" name="Google Shape;9057;p69"/>
            <p:cNvGrpSpPr/>
            <p:nvPr/>
          </p:nvGrpSpPr>
          <p:grpSpPr>
            <a:xfrm>
              <a:off x="4383308" y="2153485"/>
              <a:ext cx="545590" cy="893832"/>
              <a:chOff x="3239051" y="2596062"/>
              <a:chExt cx="867532" cy="1421263"/>
            </a:xfrm>
          </p:grpSpPr>
          <p:sp>
            <p:nvSpPr>
              <p:cNvPr id="9058" name="Google Shape;9058;p69"/>
              <p:cNvSpPr/>
              <p:nvPr/>
            </p:nvSpPr>
            <p:spPr>
              <a:xfrm>
                <a:off x="3541383" y="3451825"/>
                <a:ext cx="565200" cy="5655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pPr algn="ctr"/>
                <a:endParaRPr sz="1600">
                  <a:solidFill>
                    <a:srgbClr val="FFFFFF"/>
                  </a:solidFill>
                  <a:latin typeface="Roboto Medium"/>
                  <a:ea typeface="Roboto Medium"/>
                  <a:cs typeface="Roboto Medium"/>
                  <a:sym typeface="Roboto Medium"/>
                </a:endParaRPr>
              </a:p>
            </p:txBody>
          </p:sp>
          <p:sp>
            <p:nvSpPr>
              <p:cNvPr id="9059" name="Google Shape;9059;p69"/>
              <p:cNvSpPr/>
              <p:nvPr/>
            </p:nvSpPr>
            <p:spPr>
              <a:xfrm rot="-6478717">
                <a:off x="2755922" y="3079191"/>
                <a:ext cx="1119672" cy="153413"/>
              </a:xfrm>
              <a:prstGeom prst="rightArrow">
                <a:avLst>
                  <a:gd name="adj1" fmla="val 25514"/>
                  <a:gd name="adj2" fmla="val 64322"/>
                </a:avLst>
              </a:pr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060" name="Google Shape;9060;p69"/>
            <p:cNvGrpSpPr/>
            <p:nvPr/>
          </p:nvGrpSpPr>
          <p:grpSpPr>
            <a:xfrm>
              <a:off x="5054916" y="1201876"/>
              <a:ext cx="1038549" cy="405009"/>
              <a:chOff x="4306958" y="1082925"/>
              <a:chExt cx="1651375" cy="643995"/>
            </a:xfrm>
          </p:grpSpPr>
          <p:sp>
            <p:nvSpPr>
              <p:cNvPr id="9061" name="Google Shape;9061;p69"/>
              <p:cNvSpPr/>
              <p:nvPr/>
            </p:nvSpPr>
            <p:spPr>
              <a:xfrm>
                <a:off x="4306958" y="1082925"/>
                <a:ext cx="565200" cy="5655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pPr algn="ctr"/>
                <a:endParaRPr sz="1600">
                  <a:solidFill>
                    <a:srgbClr val="FFFFFF"/>
                  </a:solidFill>
                  <a:latin typeface="Roboto Medium"/>
                  <a:ea typeface="Roboto Medium"/>
                  <a:cs typeface="Roboto Medium"/>
                  <a:sym typeface="Roboto Medium"/>
                </a:endParaRPr>
              </a:p>
            </p:txBody>
          </p:sp>
          <p:sp>
            <p:nvSpPr>
              <p:cNvPr id="9062" name="Google Shape;9062;p69"/>
              <p:cNvSpPr/>
              <p:nvPr/>
            </p:nvSpPr>
            <p:spPr>
              <a:xfrm rot="2159678">
                <a:off x="4838902" y="1574444"/>
                <a:ext cx="1119431" cy="152476"/>
              </a:xfrm>
              <a:prstGeom prst="rightArrow">
                <a:avLst>
                  <a:gd name="adj1" fmla="val 25514"/>
                  <a:gd name="adj2" fmla="val 64322"/>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063" name="Google Shape;9063;p69"/>
            <p:cNvGrpSpPr/>
            <p:nvPr/>
          </p:nvGrpSpPr>
          <p:grpSpPr>
            <a:xfrm>
              <a:off x="4249973" y="1501279"/>
              <a:ext cx="838394" cy="643505"/>
              <a:chOff x="3027033" y="1559002"/>
              <a:chExt cx="1333113" cy="1023223"/>
            </a:xfrm>
          </p:grpSpPr>
          <p:sp>
            <p:nvSpPr>
              <p:cNvPr id="9064" name="Google Shape;9064;p69"/>
              <p:cNvSpPr/>
              <p:nvPr/>
            </p:nvSpPr>
            <p:spPr>
              <a:xfrm>
                <a:off x="3027033" y="2016725"/>
                <a:ext cx="565200" cy="5655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pPr algn="ctr"/>
                <a:endParaRPr sz="1600">
                  <a:solidFill>
                    <a:srgbClr val="FFFFFF"/>
                  </a:solidFill>
                  <a:latin typeface="Roboto Medium"/>
                  <a:ea typeface="Roboto Medium"/>
                  <a:cs typeface="Roboto Medium"/>
                  <a:sym typeface="Roboto Medium"/>
                </a:endParaRPr>
              </a:p>
            </p:txBody>
          </p:sp>
          <p:sp>
            <p:nvSpPr>
              <p:cNvPr id="9065" name="Google Shape;9065;p69"/>
              <p:cNvSpPr/>
              <p:nvPr/>
            </p:nvSpPr>
            <p:spPr>
              <a:xfrm rot="-2159137">
                <a:off x="3240473" y="1559002"/>
                <a:ext cx="1119673" cy="153273"/>
              </a:xfrm>
              <a:prstGeom prst="rightArrow">
                <a:avLst>
                  <a:gd name="adj1" fmla="val 25514"/>
                  <a:gd name="adj2" fmla="val 64322"/>
                </a:avLst>
              </a:pr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grpSp>
        <p:nvGrpSpPr>
          <p:cNvPr id="9066" name="Google Shape;9066;p69"/>
          <p:cNvGrpSpPr/>
          <p:nvPr/>
        </p:nvGrpSpPr>
        <p:grpSpPr>
          <a:xfrm>
            <a:off x="974744" y="2759853"/>
            <a:ext cx="1015689" cy="973195"/>
            <a:chOff x="2657744" y="2337745"/>
            <a:chExt cx="832987" cy="798137"/>
          </a:xfrm>
        </p:grpSpPr>
        <p:sp>
          <p:nvSpPr>
            <p:cNvPr id="9067" name="Google Shape;9067;p69"/>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068" name="Google Shape;9068;p69"/>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069" name="Google Shape;9069;p6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070" name="Google Shape;9070;p69"/>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071" name="Google Shape;9071;p6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072" name="Google Shape;9072;p6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073" name="Google Shape;9073;p69"/>
          <p:cNvGrpSpPr/>
          <p:nvPr/>
        </p:nvGrpSpPr>
        <p:grpSpPr>
          <a:xfrm>
            <a:off x="4322697" y="2764130"/>
            <a:ext cx="914092" cy="964781"/>
            <a:chOff x="3398134" y="2057755"/>
            <a:chExt cx="704087" cy="743130"/>
          </a:xfrm>
        </p:grpSpPr>
        <p:grpSp>
          <p:nvGrpSpPr>
            <p:cNvPr id="9074" name="Google Shape;9074;p69"/>
            <p:cNvGrpSpPr/>
            <p:nvPr/>
          </p:nvGrpSpPr>
          <p:grpSpPr>
            <a:xfrm>
              <a:off x="3398134" y="2290183"/>
              <a:ext cx="315300" cy="219900"/>
              <a:chOff x="3398134" y="2290183"/>
              <a:chExt cx="315300" cy="219900"/>
            </a:xfrm>
          </p:grpSpPr>
          <p:sp>
            <p:nvSpPr>
              <p:cNvPr id="9075" name="Google Shape;9075;p69"/>
              <p:cNvSpPr/>
              <p:nvPr/>
            </p:nvSpPr>
            <p:spPr>
              <a:xfrm>
                <a:off x="3493534" y="2290183"/>
                <a:ext cx="219900" cy="2199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91433" tIns="45700" rIns="91433" bIns="45700" anchor="ctr" anchorCtr="0">
                <a:noAutofit/>
              </a:bodyPr>
              <a:lstStyle/>
              <a:p>
                <a:pPr algn="ctr"/>
                <a:endParaRPr sz="1867">
                  <a:solidFill>
                    <a:srgbClr val="00C3B1"/>
                  </a:solidFill>
                  <a:latin typeface="Calibri"/>
                  <a:ea typeface="Calibri"/>
                  <a:cs typeface="Calibri"/>
                  <a:sym typeface="Calibri"/>
                </a:endParaRPr>
              </a:p>
            </p:txBody>
          </p:sp>
          <p:cxnSp>
            <p:nvCxnSpPr>
              <p:cNvPr id="9076" name="Google Shape;9076;p69"/>
              <p:cNvCxnSpPr>
                <a:stCxn id="9075" idx="2"/>
              </p:cNvCxnSpPr>
              <p:nvPr/>
            </p:nvCxnSpPr>
            <p:spPr>
              <a:xfrm rot="10800000">
                <a:off x="3398134" y="2400133"/>
                <a:ext cx="95400" cy="0"/>
              </a:xfrm>
              <a:prstGeom prst="straightConnector1">
                <a:avLst/>
              </a:prstGeom>
              <a:noFill/>
              <a:ln w="9525" cap="flat" cmpd="sng">
                <a:solidFill>
                  <a:schemeClr val="bg1">
                    <a:lumMod val="65000"/>
                  </a:schemeClr>
                </a:solidFill>
                <a:prstDash val="solid"/>
                <a:round/>
                <a:headEnd type="none" w="med" len="med"/>
                <a:tailEnd type="none" w="med" len="med"/>
              </a:ln>
            </p:spPr>
          </p:cxnSp>
        </p:grpSp>
        <p:grpSp>
          <p:nvGrpSpPr>
            <p:cNvPr id="9077" name="Google Shape;9077;p69"/>
            <p:cNvGrpSpPr/>
            <p:nvPr/>
          </p:nvGrpSpPr>
          <p:grpSpPr>
            <a:xfrm>
              <a:off x="3547823" y="2467358"/>
              <a:ext cx="219900" cy="333527"/>
              <a:chOff x="3547823" y="2467358"/>
              <a:chExt cx="219900" cy="333527"/>
            </a:xfrm>
          </p:grpSpPr>
          <p:sp>
            <p:nvSpPr>
              <p:cNvPr id="9078" name="Google Shape;9078;p69"/>
              <p:cNvSpPr/>
              <p:nvPr/>
            </p:nvSpPr>
            <p:spPr>
              <a:xfrm>
                <a:off x="3547823" y="2467358"/>
                <a:ext cx="219900" cy="2199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91433" tIns="45700" rIns="91433" bIns="45700" anchor="ctr" anchorCtr="0">
                <a:noAutofit/>
              </a:bodyPr>
              <a:lstStyle/>
              <a:p>
                <a:pPr algn="ctr"/>
                <a:endParaRPr sz="1867">
                  <a:solidFill>
                    <a:srgbClr val="00C3B1"/>
                  </a:solidFill>
                  <a:latin typeface="Calibri"/>
                  <a:ea typeface="Calibri"/>
                  <a:cs typeface="Calibri"/>
                  <a:sym typeface="Calibri"/>
                </a:endParaRPr>
              </a:p>
            </p:txBody>
          </p:sp>
          <p:cxnSp>
            <p:nvCxnSpPr>
              <p:cNvPr id="9079" name="Google Shape;9079;p69"/>
              <p:cNvCxnSpPr/>
              <p:nvPr/>
            </p:nvCxnSpPr>
            <p:spPr>
              <a:xfrm rot="10800000">
                <a:off x="3657701" y="2687185"/>
                <a:ext cx="0" cy="113700"/>
              </a:xfrm>
              <a:prstGeom prst="straightConnector1">
                <a:avLst/>
              </a:prstGeom>
              <a:noFill/>
              <a:ln w="9525" cap="flat" cmpd="sng">
                <a:solidFill>
                  <a:schemeClr val="bg1">
                    <a:lumMod val="65000"/>
                  </a:schemeClr>
                </a:solidFill>
                <a:prstDash val="solid"/>
                <a:round/>
                <a:headEnd type="none" w="med" len="med"/>
                <a:tailEnd type="none" w="med" len="med"/>
              </a:ln>
            </p:spPr>
          </p:cxnSp>
        </p:grpSp>
        <p:grpSp>
          <p:nvGrpSpPr>
            <p:cNvPr id="9080" name="Google Shape;9080;p69"/>
            <p:cNvGrpSpPr/>
            <p:nvPr/>
          </p:nvGrpSpPr>
          <p:grpSpPr>
            <a:xfrm>
              <a:off x="3734138" y="2467358"/>
              <a:ext cx="219900" cy="333527"/>
              <a:chOff x="3734138" y="2467358"/>
              <a:chExt cx="219900" cy="333527"/>
            </a:xfrm>
          </p:grpSpPr>
          <p:sp>
            <p:nvSpPr>
              <p:cNvPr id="9081" name="Google Shape;9081;p69"/>
              <p:cNvSpPr/>
              <p:nvPr/>
            </p:nvSpPr>
            <p:spPr>
              <a:xfrm>
                <a:off x="3734138" y="2467358"/>
                <a:ext cx="219900" cy="2199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91433" tIns="45700" rIns="91433" bIns="45700" anchor="ctr" anchorCtr="0">
                <a:noAutofit/>
              </a:bodyPr>
              <a:lstStyle/>
              <a:p>
                <a:pPr algn="ctr"/>
                <a:endParaRPr sz="1867">
                  <a:solidFill>
                    <a:srgbClr val="00C3B1"/>
                  </a:solidFill>
                  <a:latin typeface="Calibri"/>
                  <a:ea typeface="Calibri"/>
                  <a:cs typeface="Calibri"/>
                  <a:sym typeface="Calibri"/>
                </a:endParaRPr>
              </a:p>
            </p:txBody>
          </p:sp>
          <p:cxnSp>
            <p:nvCxnSpPr>
              <p:cNvPr id="9082" name="Google Shape;9082;p69"/>
              <p:cNvCxnSpPr/>
              <p:nvPr/>
            </p:nvCxnSpPr>
            <p:spPr>
              <a:xfrm rot="10800000">
                <a:off x="3844020" y="2687185"/>
                <a:ext cx="0" cy="113700"/>
              </a:xfrm>
              <a:prstGeom prst="straightConnector1">
                <a:avLst/>
              </a:prstGeom>
              <a:noFill/>
              <a:ln w="9525" cap="flat" cmpd="sng">
                <a:solidFill>
                  <a:schemeClr val="bg1">
                    <a:lumMod val="65000"/>
                  </a:schemeClr>
                </a:solidFill>
                <a:prstDash val="solid"/>
                <a:round/>
                <a:headEnd type="none" w="med" len="med"/>
                <a:tailEnd type="none" w="med" len="med"/>
              </a:ln>
            </p:spPr>
          </p:cxnSp>
        </p:grpSp>
        <p:grpSp>
          <p:nvGrpSpPr>
            <p:cNvPr id="9083" name="Google Shape;9083;p69"/>
            <p:cNvGrpSpPr/>
            <p:nvPr/>
          </p:nvGrpSpPr>
          <p:grpSpPr>
            <a:xfrm>
              <a:off x="3787560" y="2288011"/>
              <a:ext cx="314661" cy="219900"/>
              <a:chOff x="3787560" y="2288011"/>
              <a:chExt cx="314661" cy="219900"/>
            </a:xfrm>
          </p:grpSpPr>
          <p:sp>
            <p:nvSpPr>
              <p:cNvPr id="9084" name="Google Shape;9084;p69"/>
              <p:cNvSpPr/>
              <p:nvPr/>
            </p:nvSpPr>
            <p:spPr>
              <a:xfrm>
                <a:off x="3787560" y="2288011"/>
                <a:ext cx="219900" cy="2199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91433" tIns="45700" rIns="91433" bIns="45700" anchor="ctr" anchorCtr="0">
                <a:noAutofit/>
              </a:bodyPr>
              <a:lstStyle/>
              <a:p>
                <a:pPr algn="ctr"/>
                <a:endParaRPr sz="1867">
                  <a:solidFill>
                    <a:srgbClr val="00C3B1"/>
                  </a:solidFill>
                  <a:latin typeface="Calibri"/>
                  <a:ea typeface="Calibri"/>
                  <a:cs typeface="Calibri"/>
                  <a:sym typeface="Calibri"/>
                </a:endParaRPr>
              </a:p>
            </p:txBody>
          </p:sp>
          <p:cxnSp>
            <p:nvCxnSpPr>
              <p:cNvPr id="9085" name="Google Shape;9085;p69"/>
              <p:cNvCxnSpPr/>
              <p:nvPr/>
            </p:nvCxnSpPr>
            <p:spPr>
              <a:xfrm rot="10800000">
                <a:off x="4007421" y="2400064"/>
                <a:ext cx="94800" cy="0"/>
              </a:xfrm>
              <a:prstGeom prst="straightConnector1">
                <a:avLst/>
              </a:prstGeom>
              <a:noFill/>
              <a:ln w="9525" cap="flat" cmpd="sng">
                <a:solidFill>
                  <a:schemeClr val="bg1">
                    <a:lumMod val="65000"/>
                  </a:schemeClr>
                </a:solidFill>
                <a:prstDash val="solid"/>
                <a:round/>
                <a:headEnd type="none" w="med" len="med"/>
                <a:tailEnd type="none" w="med" len="med"/>
              </a:ln>
            </p:spPr>
          </p:cxnSp>
        </p:grpSp>
        <p:grpSp>
          <p:nvGrpSpPr>
            <p:cNvPr id="9086" name="Google Shape;9086;p69"/>
            <p:cNvGrpSpPr/>
            <p:nvPr/>
          </p:nvGrpSpPr>
          <p:grpSpPr>
            <a:xfrm>
              <a:off x="3637290" y="2057755"/>
              <a:ext cx="219900" cy="335499"/>
              <a:chOff x="3637290" y="2057755"/>
              <a:chExt cx="219900" cy="335499"/>
            </a:xfrm>
          </p:grpSpPr>
          <p:sp>
            <p:nvSpPr>
              <p:cNvPr id="9087" name="Google Shape;9087;p69"/>
              <p:cNvSpPr/>
              <p:nvPr/>
            </p:nvSpPr>
            <p:spPr>
              <a:xfrm>
                <a:off x="3637290" y="2173354"/>
                <a:ext cx="219900" cy="2199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91433" tIns="45700" rIns="91433" bIns="45700" anchor="ctr" anchorCtr="0">
                <a:noAutofit/>
              </a:bodyPr>
              <a:lstStyle/>
              <a:p>
                <a:pPr algn="ctr"/>
                <a:endParaRPr sz="1867">
                  <a:solidFill>
                    <a:srgbClr val="FFFFFF"/>
                  </a:solidFill>
                  <a:latin typeface="Calibri"/>
                  <a:ea typeface="Calibri"/>
                  <a:cs typeface="Calibri"/>
                  <a:sym typeface="Calibri"/>
                </a:endParaRPr>
              </a:p>
            </p:txBody>
          </p:sp>
          <p:cxnSp>
            <p:nvCxnSpPr>
              <p:cNvPr id="9088" name="Google Shape;9088;p69"/>
              <p:cNvCxnSpPr/>
              <p:nvPr/>
            </p:nvCxnSpPr>
            <p:spPr>
              <a:xfrm rot="10800000">
                <a:off x="3747169" y="2057755"/>
                <a:ext cx="0" cy="113700"/>
              </a:xfrm>
              <a:prstGeom prst="straightConnector1">
                <a:avLst/>
              </a:prstGeom>
              <a:noFill/>
              <a:ln w="9525" cap="flat" cmpd="sng">
                <a:solidFill>
                  <a:schemeClr val="bg1">
                    <a:lumMod val="65000"/>
                  </a:schemeClr>
                </a:solidFill>
                <a:prstDash val="solid"/>
                <a:round/>
                <a:headEnd type="none" w="med" len="med"/>
                <a:tailEnd type="none" w="med" len="med"/>
              </a:ln>
            </p:spPr>
          </p:cxnSp>
        </p:grpSp>
      </p:grpSp>
      <p:grpSp>
        <p:nvGrpSpPr>
          <p:cNvPr id="9089" name="Google Shape;9089;p69"/>
          <p:cNvGrpSpPr/>
          <p:nvPr/>
        </p:nvGrpSpPr>
        <p:grpSpPr>
          <a:xfrm>
            <a:off x="6556326" y="2773057"/>
            <a:ext cx="946871" cy="946871"/>
            <a:chOff x="5007123" y="2079403"/>
            <a:chExt cx="687600" cy="687600"/>
          </a:xfrm>
        </p:grpSpPr>
        <p:sp>
          <p:nvSpPr>
            <p:cNvPr id="9090" name="Google Shape;9090;p69"/>
            <p:cNvSpPr/>
            <p:nvPr/>
          </p:nvSpPr>
          <p:spPr>
            <a:xfrm>
              <a:off x="5007123" y="2079403"/>
              <a:ext cx="687600" cy="6876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091" name="Google Shape;9091;p69"/>
            <p:cNvSpPr/>
            <p:nvPr/>
          </p:nvSpPr>
          <p:spPr>
            <a:xfrm>
              <a:off x="5069448" y="2141702"/>
              <a:ext cx="563100" cy="5628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092" name="Google Shape;9092;p69"/>
            <p:cNvSpPr/>
            <p:nvPr/>
          </p:nvSpPr>
          <p:spPr>
            <a:xfrm>
              <a:off x="5146403" y="2218605"/>
              <a:ext cx="409200" cy="4092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093" name="Google Shape;9093;p69"/>
            <p:cNvSpPr/>
            <p:nvPr/>
          </p:nvSpPr>
          <p:spPr>
            <a:xfrm>
              <a:off x="5221891" y="2294066"/>
              <a:ext cx="258300" cy="2583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094" name="Google Shape;9094;p69"/>
          <p:cNvGrpSpPr/>
          <p:nvPr/>
        </p:nvGrpSpPr>
        <p:grpSpPr>
          <a:xfrm>
            <a:off x="7635575" y="2765733"/>
            <a:ext cx="961331" cy="961577"/>
            <a:chOff x="5797446" y="2063053"/>
            <a:chExt cx="698100" cy="698280"/>
          </a:xfrm>
        </p:grpSpPr>
        <p:sp>
          <p:nvSpPr>
            <p:cNvPr id="9095" name="Google Shape;9095;p69"/>
            <p:cNvSpPr/>
            <p:nvPr/>
          </p:nvSpPr>
          <p:spPr>
            <a:xfrm>
              <a:off x="5797446" y="2063053"/>
              <a:ext cx="698100" cy="6981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096" name="Google Shape;9096;p69"/>
            <p:cNvSpPr/>
            <p:nvPr/>
          </p:nvSpPr>
          <p:spPr>
            <a:xfrm>
              <a:off x="5872067" y="2212295"/>
              <a:ext cx="549000" cy="5490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097" name="Google Shape;9097;p69"/>
            <p:cNvSpPr/>
            <p:nvPr/>
          </p:nvSpPr>
          <p:spPr>
            <a:xfrm>
              <a:off x="5921353" y="2310867"/>
              <a:ext cx="450300" cy="4503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098" name="Google Shape;9098;p69"/>
            <p:cNvSpPr/>
            <p:nvPr/>
          </p:nvSpPr>
          <p:spPr>
            <a:xfrm>
              <a:off x="5967936" y="2404033"/>
              <a:ext cx="357300" cy="3573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099" name="Google Shape;9099;p69"/>
          <p:cNvGrpSpPr/>
          <p:nvPr/>
        </p:nvGrpSpPr>
        <p:grpSpPr>
          <a:xfrm>
            <a:off x="10895772" y="4959872"/>
            <a:ext cx="374113" cy="897552"/>
            <a:chOff x="8075075" y="3754290"/>
            <a:chExt cx="255612" cy="613194"/>
          </a:xfrm>
        </p:grpSpPr>
        <p:grpSp>
          <p:nvGrpSpPr>
            <p:cNvPr id="9100" name="Google Shape;9100;p69"/>
            <p:cNvGrpSpPr/>
            <p:nvPr/>
          </p:nvGrpSpPr>
          <p:grpSpPr>
            <a:xfrm>
              <a:off x="8075075" y="3754290"/>
              <a:ext cx="255612" cy="613194"/>
              <a:chOff x="8075075" y="3754290"/>
              <a:chExt cx="255612" cy="613194"/>
            </a:xfrm>
          </p:grpSpPr>
          <p:sp>
            <p:nvSpPr>
              <p:cNvPr id="9101" name="Google Shape;9101;p69"/>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102" name="Google Shape;9102;p69"/>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sp>
          <p:nvSpPr>
            <p:cNvPr id="9103" name="Google Shape;9103;p69"/>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104" name="Google Shape;9104;p69"/>
          <p:cNvGrpSpPr/>
          <p:nvPr/>
        </p:nvGrpSpPr>
        <p:grpSpPr>
          <a:xfrm>
            <a:off x="7051849" y="4944934"/>
            <a:ext cx="627136" cy="911660"/>
            <a:chOff x="1697726" y="3244179"/>
            <a:chExt cx="788124" cy="1146069"/>
          </a:xfrm>
        </p:grpSpPr>
        <p:sp>
          <p:nvSpPr>
            <p:cNvPr id="9105" name="Google Shape;9105;p6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106" name="Google Shape;9106;p6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sp>
        <p:nvSpPr>
          <p:cNvPr id="9107" name="Google Shape;9107;p69"/>
          <p:cNvSpPr/>
          <p:nvPr/>
        </p:nvSpPr>
        <p:spPr>
          <a:xfrm>
            <a:off x="10861801" y="4830271"/>
            <a:ext cx="272" cy="5"/>
          </a:xfrm>
          <a:custGeom>
            <a:avLst/>
            <a:gdLst/>
            <a:ahLst/>
            <a:cxnLst/>
            <a:rect l="l" t="t" r="r" b="b"/>
            <a:pathLst>
              <a:path w="48" h="1" extrusionOk="0">
                <a:moveTo>
                  <a:pt x="48" y="0"/>
                </a:moveTo>
                <a:lnTo>
                  <a:pt x="1" y="0"/>
                </a:lnTo>
                <a:close/>
              </a:path>
            </a:pathLst>
          </a:custGeom>
          <a:solidFill>
            <a:srgbClr val="FFFFFF"/>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9108" name="Google Shape;9108;p69"/>
          <p:cNvGrpSpPr/>
          <p:nvPr/>
        </p:nvGrpSpPr>
        <p:grpSpPr>
          <a:xfrm>
            <a:off x="7880050" y="4959870"/>
            <a:ext cx="391855" cy="391793"/>
            <a:chOff x="6134814" y="3754290"/>
            <a:chExt cx="293891" cy="293845"/>
          </a:xfrm>
        </p:grpSpPr>
        <p:sp>
          <p:nvSpPr>
            <p:cNvPr id="9109" name="Google Shape;9109;p69"/>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110" name="Google Shape;9110;p69"/>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111" name="Google Shape;9111;p69"/>
          <p:cNvGrpSpPr/>
          <p:nvPr/>
        </p:nvGrpSpPr>
        <p:grpSpPr>
          <a:xfrm>
            <a:off x="7880050" y="5464766"/>
            <a:ext cx="391855" cy="391855"/>
            <a:chOff x="6134814" y="4086186"/>
            <a:chExt cx="293891" cy="293891"/>
          </a:xfrm>
        </p:grpSpPr>
        <p:sp>
          <p:nvSpPr>
            <p:cNvPr id="9112" name="Google Shape;9112;p69"/>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113" name="Google Shape;9113;p69"/>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sp>
        <p:nvSpPr>
          <p:cNvPr id="9114" name="Google Shape;9114;p69"/>
          <p:cNvSpPr/>
          <p:nvPr/>
        </p:nvSpPr>
        <p:spPr>
          <a:xfrm>
            <a:off x="9264619" y="4958800"/>
            <a:ext cx="812924" cy="897533"/>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115" name="Google Shape;9115;p69"/>
          <p:cNvSpPr/>
          <p:nvPr/>
        </p:nvSpPr>
        <p:spPr>
          <a:xfrm rot="10800000">
            <a:off x="8472970" y="4955783"/>
            <a:ext cx="590585" cy="9008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nvGrpSpPr>
          <p:cNvPr id="9116" name="Google Shape;9116;p69"/>
          <p:cNvGrpSpPr/>
          <p:nvPr/>
        </p:nvGrpSpPr>
        <p:grpSpPr>
          <a:xfrm>
            <a:off x="10446685" y="3903021"/>
            <a:ext cx="830511" cy="829259"/>
            <a:chOff x="1187048" y="238125"/>
            <a:chExt cx="5256397" cy="5248476"/>
          </a:xfrm>
        </p:grpSpPr>
        <p:sp>
          <p:nvSpPr>
            <p:cNvPr id="9117" name="Google Shape;9117;p6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118" name="Google Shape;9118;p69"/>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119" name="Google Shape;9119;p69"/>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120" name="Google Shape;9120;p69"/>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121" name="Google Shape;9121;p69"/>
          <p:cNvGrpSpPr/>
          <p:nvPr/>
        </p:nvGrpSpPr>
        <p:grpSpPr>
          <a:xfrm>
            <a:off x="3056158" y="3915834"/>
            <a:ext cx="1747983" cy="816543"/>
            <a:chOff x="238125" y="1188750"/>
            <a:chExt cx="7140450" cy="3335550"/>
          </a:xfrm>
        </p:grpSpPr>
        <p:sp>
          <p:nvSpPr>
            <p:cNvPr id="9122" name="Google Shape;9122;p6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123" name="Google Shape;9123;p6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124" name="Google Shape;9124;p6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125" name="Google Shape;9125;p6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126" name="Google Shape;9126;p6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127" name="Google Shape;9127;p69"/>
          <p:cNvGrpSpPr/>
          <p:nvPr/>
        </p:nvGrpSpPr>
        <p:grpSpPr>
          <a:xfrm>
            <a:off x="8823987" y="3903240"/>
            <a:ext cx="1480399" cy="828936"/>
            <a:chOff x="238125" y="1335475"/>
            <a:chExt cx="5418735" cy="3034175"/>
          </a:xfrm>
        </p:grpSpPr>
        <p:sp>
          <p:nvSpPr>
            <p:cNvPr id="9128" name="Google Shape;9128;p6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129" name="Google Shape;9129;p6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130" name="Google Shape;9130;p6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131" name="Google Shape;9131;p69"/>
          <p:cNvGrpSpPr/>
          <p:nvPr/>
        </p:nvGrpSpPr>
        <p:grpSpPr>
          <a:xfrm>
            <a:off x="7247533" y="3899104"/>
            <a:ext cx="1432601" cy="836241"/>
            <a:chOff x="5359127" y="2910889"/>
            <a:chExt cx="1097723" cy="640831"/>
          </a:xfrm>
        </p:grpSpPr>
        <p:grpSp>
          <p:nvGrpSpPr>
            <p:cNvPr id="9132" name="Google Shape;9132;p69"/>
            <p:cNvGrpSpPr/>
            <p:nvPr/>
          </p:nvGrpSpPr>
          <p:grpSpPr>
            <a:xfrm>
              <a:off x="5929791" y="3263088"/>
              <a:ext cx="527060" cy="287097"/>
              <a:chOff x="5929791" y="3263088"/>
              <a:chExt cx="527060" cy="287097"/>
            </a:xfrm>
          </p:grpSpPr>
          <p:sp>
            <p:nvSpPr>
              <p:cNvPr id="9133" name="Google Shape;9133;p69"/>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0" tIns="0" rIns="0" bIns="0" anchor="t" anchorCtr="0">
                <a:noAutofit/>
              </a:bodyPr>
              <a:lstStyle/>
              <a:p>
                <a:endParaRPr sz="1200"/>
              </a:p>
            </p:txBody>
          </p:sp>
          <p:sp>
            <p:nvSpPr>
              <p:cNvPr id="9134" name="Google Shape;9134;p69"/>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chemeClr val="bg1">
                    <a:lumMod val="65000"/>
                  </a:schemeClr>
                </a:solidFill>
                <a:prstDash val="solid"/>
                <a:round/>
                <a:headEnd type="none" w="sm" len="sm"/>
                <a:tailEnd type="none" w="sm" len="sm"/>
              </a:ln>
            </p:spPr>
            <p:txBody>
              <a:bodyPr spcFirstLastPara="1" wrap="square" lIns="0" tIns="0" rIns="0" bIns="0" anchor="t" anchorCtr="0">
                <a:noAutofit/>
              </a:bodyPr>
              <a:lstStyle/>
              <a:p>
                <a:endParaRPr sz="1200"/>
              </a:p>
            </p:txBody>
          </p:sp>
        </p:grpSp>
        <p:grpSp>
          <p:nvGrpSpPr>
            <p:cNvPr id="9135" name="Google Shape;9135;p69"/>
            <p:cNvGrpSpPr/>
            <p:nvPr/>
          </p:nvGrpSpPr>
          <p:grpSpPr>
            <a:xfrm>
              <a:off x="5359127" y="3263089"/>
              <a:ext cx="526428" cy="288631"/>
              <a:chOff x="5359127" y="3263089"/>
              <a:chExt cx="526428" cy="288631"/>
            </a:xfrm>
          </p:grpSpPr>
          <p:sp>
            <p:nvSpPr>
              <p:cNvPr id="9136" name="Google Shape;9136;p69"/>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0" tIns="0" rIns="0" bIns="0" anchor="t" anchorCtr="0">
                <a:noAutofit/>
              </a:bodyPr>
              <a:lstStyle/>
              <a:p>
                <a:endParaRPr sz="1200"/>
              </a:p>
            </p:txBody>
          </p:sp>
          <p:sp>
            <p:nvSpPr>
              <p:cNvPr id="9137" name="Google Shape;9137;p69"/>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chemeClr val="bg1">
                    <a:lumMod val="65000"/>
                  </a:schemeClr>
                </a:solidFill>
                <a:prstDash val="solid"/>
                <a:round/>
                <a:headEnd type="none" w="sm" len="sm"/>
                <a:tailEnd type="none" w="sm" len="sm"/>
              </a:ln>
            </p:spPr>
            <p:txBody>
              <a:bodyPr spcFirstLastPara="1" wrap="square" lIns="0" tIns="0" rIns="0" bIns="0" anchor="t" anchorCtr="0">
                <a:noAutofit/>
              </a:bodyPr>
              <a:lstStyle/>
              <a:p>
                <a:endParaRPr sz="1200"/>
              </a:p>
            </p:txBody>
          </p:sp>
        </p:grpSp>
        <p:grpSp>
          <p:nvGrpSpPr>
            <p:cNvPr id="9138" name="Google Shape;9138;p69"/>
            <p:cNvGrpSpPr/>
            <p:nvPr/>
          </p:nvGrpSpPr>
          <p:grpSpPr>
            <a:xfrm>
              <a:off x="5551525" y="2910889"/>
              <a:ext cx="520901" cy="610283"/>
              <a:chOff x="5551525" y="2910889"/>
              <a:chExt cx="520901" cy="610283"/>
            </a:xfrm>
          </p:grpSpPr>
          <p:sp>
            <p:nvSpPr>
              <p:cNvPr id="9139" name="Google Shape;9139;p69"/>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0" tIns="0" rIns="0" bIns="0" anchor="t" anchorCtr="0">
                <a:noAutofit/>
              </a:bodyPr>
              <a:lstStyle/>
              <a:p>
                <a:endParaRPr sz="1200"/>
              </a:p>
            </p:txBody>
          </p:sp>
          <p:sp>
            <p:nvSpPr>
              <p:cNvPr id="9140" name="Google Shape;9140;p69"/>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chemeClr val="bg1">
                    <a:lumMod val="65000"/>
                  </a:schemeClr>
                </a:solidFill>
                <a:prstDash val="solid"/>
                <a:round/>
                <a:headEnd type="none" w="sm" len="sm"/>
                <a:tailEnd type="none" w="sm" len="sm"/>
              </a:ln>
            </p:spPr>
            <p:txBody>
              <a:bodyPr spcFirstLastPara="1" wrap="square" lIns="0" tIns="0" rIns="0" bIns="0" anchor="t" anchorCtr="0">
                <a:noAutofit/>
              </a:bodyPr>
              <a:lstStyle/>
              <a:p>
                <a:endParaRPr sz="1200"/>
              </a:p>
            </p:txBody>
          </p:sp>
        </p:grpSp>
        <p:grpSp>
          <p:nvGrpSpPr>
            <p:cNvPr id="9141" name="Google Shape;9141;p69"/>
            <p:cNvGrpSpPr/>
            <p:nvPr/>
          </p:nvGrpSpPr>
          <p:grpSpPr>
            <a:xfrm>
              <a:off x="5743962" y="2919100"/>
              <a:ext cx="623674" cy="284502"/>
              <a:chOff x="5743962" y="2919100"/>
              <a:chExt cx="623674" cy="284502"/>
            </a:xfrm>
          </p:grpSpPr>
          <p:sp>
            <p:nvSpPr>
              <p:cNvPr id="9142" name="Google Shape;9142;p69"/>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0" tIns="0" rIns="0" bIns="0" anchor="t" anchorCtr="0">
                <a:noAutofit/>
              </a:bodyPr>
              <a:lstStyle/>
              <a:p>
                <a:endParaRPr sz="1200"/>
              </a:p>
            </p:txBody>
          </p:sp>
          <p:sp>
            <p:nvSpPr>
              <p:cNvPr id="9143" name="Google Shape;9143;p69"/>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chemeClr val="bg1">
                    <a:lumMod val="65000"/>
                  </a:schemeClr>
                </a:solidFill>
                <a:prstDash val="solid"/>
                <a:round/>
                <a:headEnd type="none" w="sm" len="sm"/>
                <a:tailEnd type="none" w="sm" len="sm"/>
              </a:ln>
            </p:spPr>
            <p:txBody>
              <a:bodyPr spcFirstLastPara="1" wrap="square" lIns="0" tIns="0" rIns="0" bIns="0" anchor="t" anchorCtr="0">
                <a:noAutofit/>
              </a:bodyPr>
              <a:lstStyle/>
              <a:p>
                <a:endParaRPr sz="1200"/>
              </a:p>
            </p:txBody>
          </p:sp>
        </p:grpSp>
      </p:grpSp>
      <p:grpSp>
        <p:nvGrpSpPr>
          <p:cNvPr id="9144" name="Google Shape;9144;p69"/>
          <p:cNvGrpSpPr/>
          <p:nvPr/>
        </p:nvGrpSpPr>
        <p:grpSpPr>
          <a:xfrm>
            <a:off x="10115817" y="2766717"/>
            <a:ext cx="1166635" cy="959467"/>
            <a:chOff x="7608988" y="2093194"/>
            <a:chExt cx="817276" cy="672147"/>
          </a:xfrm>
        </p:grpSpPr>
        <p:cxnSp>
          <p:nvCxnSpPr>
            <p:cNvPr id="9145" name="Google Shape;9145;p69"/>
            <p:cNvCxnSpPr/>
            <p:nvPr/>
          </p:nvCxnSpPr>
          <p:spPr>
            <a:xfrm rot="5400000" flipH="1">
              <a:off x="7620257" y="2136491"/>
              <a:ext cx="129900" cy="111300"/>
            </a:xfrm>
            <a:prstGeom prst="bentConnector3">
              <a:avLst>
                <a:gd name="adj1" fmla="val 50000"/>
              </a:avLst>
            </a:prstGeom>
            <a:noFill/>
            <a:ln w="9525" cap="flat" cmpd="sng">
              <a:solidFill>
                <a:schemeClr val="bg1">
                  <a:lumMod val="65000"/>
                </a:schemeClr>
              </a:solidFill>
              <a:prstDash val="solid"/>
              <a:round/>
              <a:headEnd type="none" w="med" len="med"/>
              <a:tailEnd type="none" w="med" len="med"/>
            </a:ln>
          </p:spPr>
        </p:cxnSp>
        <p:cxnSp>
          <p:nvCxnSpPr>
            <p:cNvPr id="9146" name="Google Shape;9146;p69"/>
            <p:cNvCxnSpPr/>
            <p:nvPr/>
          </p:nvCxnSpPr>
          <p:spPr>
            <a:xfrm rot="-5400000">
              <a:off x="8285120" y="2136491"/>
              <a:ext cx="129900" cy="111300"/>
            </a:xfrm>
            <a:prstGeom prst="bentConnector3">
              <a:avLst>
                <a:gd name="adj1" fmla="val 50000"/>
              </a:avLst>
            </a:prstGeom>
            <a:noFill/>
            <a:ln w="9525" cap="flat" cmpd="sng">
              <a:solidFill>
                <a:schemeClr val="bg1">
                  <a:lumMod val="65000"/>
                </a:schemeClr>
              </a:solidFill>
              <a:prstDash val="solid"/>
              <a:round/>
              <a:headEnd type="none" w="med" len="med"/>
              <a:tailEnd type="none" w="med" len="med"/>
            </a:ln>
          </p:spPr>
        </p:cxnSp>
        <p:cxnSp>
          <p:nvCxnSpPr>
            <p:cNvPr id="9147" name="Google Shape;9147;p69"/>
            <p:cNvCxnSpPr/>
            <p:nvPr/>
          </p:nvCxnSpPr>
          <p:spPr>
            <a:xfrm rot="5400000">
              <a:off x="7620257" y="2644741"/>
              <a:ext cx="129900" cy="111300"/>
            </a:xfrm>
            <a:prstGeom prst="bentConnector3">
              <a:avLst>
                <a:gd name="adj1" fmla="val 50000"/>
              </a:avLst>
            </a:prstGeom>
            <a:noFill/>
            <a:ln w="9525" cap="flat" cmpd="sng">
              <a:solidFill>
                <a:schemeClr val="bg1">
                  <a:lumMod val="65000"/>
                </a:schemeClr>
              </a:solidFill>
              <a:prstDash val="solid"/>
              <a:round/>
              <a:headEnd type="none" w="med" len="med"/>
              <a:tailEnd type="none" w="med" len="med"/>
            </a:ln>
          </p:spPr>
        </p:cxnSp>
        <p:cxnSp>
          <p:nvCxnSpPr>
            <p:cNvPr id="9148" name="Google Shape;9148;p69"/>
            <p:cNvCxnSpPr/>
            <p:nvPr/>
          </p:nvCxnSpPr>
          <p:spPr>
            <a:xfrm rot="-5400000" flipH="1">
              <a:off x="8285120" y="2644741"/>
              <a:ext cx="129900" cy="111300"/>
            </a:xfrm>
            <a:prstGeom prst="bentConnector3">
              <a:avLst>
                <a:gd name="adj1" fmla="val 50000"/>
              </a:avLst>
            </a:prstGeom>
            <a:noFill/>
            <a:ln w="9525" cap="flat" cmpd="sng">
              <a:solidFill>
                <a:schemeClr val="bg1">
                  <a:lumMod val="65000"/>
                </a:schemeClr>
              </a:solidFill>
              <a:prstDash val="solid"/>
              <a:round/>
              <a:headEnd type="none" w="med" len="med"/>
              <a:tailEnd type="none" w="med" len="med"/>
            </a:ln>
          </p:spPr>
        </p:cxnSp>
        <p:cxnSp>
          <p:nvCxnSpPr>
            <p:cNvPr id="9149" name="Google Shape;9149;p69"/>
            <p:cNvCxnSpPr/>
            <p:nvPr/>
          </p:nvCxnSpPr>
          <p:spPr>
            <a:xfrm rot="10800000">
              <a:off x="7608988" y="2425132"/>
              <a:ext cx="83400" cy="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9150" name="Google Shape;9150;p69"/>
            <p:cNvCxnSpPr/>
            <p:nvPr/>
          </p:nvCxnSpPr>
          <p:spPr>
            <a:xfrm rot="10800000">
              <a:off x="8342865" y="2425132"/>
              <a:ext cx="83400" cy="0"/>
            </a:xfrm>
            <a:prstGeom prst="straightConnector1">
              <a:avLst/>
            </a:prstGeom>
            <a:noFill/>
            <a:ln w="9525" cap="flat" cmpd="sng">
              <a:solidFill>
                <a:schemeClr val="bg1">
                  <a:lumMod val="65000"/>
                </a:schemeClr>
              </a:solidFill>
              <a:prstDash val="solid"/>
              <a:round/>
              <a:headEnd type="none" w="med" len="med"/>
              <a:tailEnd type="none" w="med" len="med"/>
            </a:ln>
          </p:spPr>
        </p:cxnSp>
        <p:grpSp>
          <p:nvGrpSpPr>
            <p:cNvPr id="9151" name="Google Shape;9151;p69"/>
            <p:cNvGrpSpPr/>
            <p:nvPr/>
          </p:nvGrpSpPr>
          <p:grpSpPr>
            <a:xfrm>
              <a:off x="7721175" y="2093194"/>
              <a:ext cx="599587" cy="623846"/>
              <a:chOff x="7721175" y="2093194"/>
              <a:chExt cx="599587" cy="623846"/>
            </a:xfrm>
          </p:grpSpPr>
          <p:grpSp>
            <p:nvGrpSpPr>
              <p:cNvPr id="9152" name="Google Shape;9152;p69"/>
              <p:cNvGrpSpPr/>
              <p:nvPr/>
            </p:nvGrpSpPr>
            <p:grpSpPr>
              <a:xfrm>
                <a:off x="7721175" y="2093194"/>
                <a:ext cx="291605" cy="623846"/>
                <a:chOff x="9405575" y="2061418"/>
                <a:chExt cx="291605" cy="623846"/>
              </a:xfrm>
            </p:grpSpPr>
            <p:sp>
              <p:nvSpPr>
                <p:cNvPr id="9153" name="Google Shape;9153;p6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54" name="Google Shape;9154;p6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55" name="Google Shape;9155;p6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56" name="Google Shape;9156;p6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57" name="Google Shape;9157;p6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58" name="Google Shape;9158;p6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59" name="Google Shape;9159;p6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160" name="Google Shape;9160;p69"/>
              <p:cNvGrpSpPr/>
              <p:nvPr/>
            </p:nvGrpSpPr>
            <p:grpSpPr>
              <a:xfrm flipH="1">
                <a:off x="8029157" y="2093194"/>
                <a:ext cx="291605" cy="623846"/>
                <a:chOff x="9405575" y="2061418"/>
                <a:chExt cx="291605" cy="623846"/>
              </a:xfrm>
            </p:grpSpPr>
            <p:sp>
              <p:nvSpPr>
                <p:cNvPr id="9161" name="Google Shape;9161;p6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62" name="Google Shape;9162;p6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63" name="Google Shape;9163;p6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64" name="Google Shape;9164;p6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65" name="Google Shape;9165;p6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66" name="Google Shape;9166;p6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67" name="Google Shape;9167;p6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grpSp>
      <p:grpSp>
        <p:nvGrpSpPr>
          <p:cNvPr id="9168" name="Google Shape;9168;p69"/>
          <p:cNvGrpSpPr/>
          <p:nvPr/>
        </p:nvGrpSpPr>
        <p:grpSpPr>
          <a:xfrm>
            <a:off x="5375066" y="1588589"/>
            <a:ext cx="950076" cy="1047868"/>
            <a:chOff x="4206459" y="1191441"/>
            <a:chExt cx="712557" cy="785901"/>
          </a:xfrm>
        </p:grpSpPr>
        <p:sp>
          <p:nvSpPr>
            <p:cNvPr id="9169" name="Google Shape;9169;p69"/>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170" name="Google Shape;9170;p69"/>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171" name="Google Shape;9171;p69"/>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172" name="Google Shape;9172;p69"/>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nvGrpSpPr>
            <p:cNvPr id="9173" name="Google Shape;9173;p69"/>
            <p:cNvGrpSpPr/>
            <p:nvPr/>
          </p:nvGrpSpPr>
          <p:grpSpPr>
            <a:xfrm>
              <a:off x="4644280" y="1290523"/>
              <a:ext cx="143716" cy="29463"/>
              <a:chOff x="4644280" y="1290523"/>
              <a:chExt cx="143716" cy="29463"/>
            </a:xfrm>
          </p:grpSpPr>
          <p:sp>
            <p:nvSpPr>
              <p:cNvPr id="9174" name="Google Shape;9174;p69"/>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75" name="Google Shape;9175;p69"/>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76" name="Google Shape;9176;p69"/>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77" name="Google Shape;9177;p69"/>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178" name="Google Shape;9178;p69"/>
            <p:cNvGrpSpPr/>
            <p:nvPr/>
          </p:nvGrpSpPr>
          <p:grpSpPr>
            <a:xfrm>
              <a:off x="4356567" y="1191441"/>
              <a:ext cx="143690" cy="29488"/>
              <a:chOff x="4356567" y="1191441"/>
              <a:chExt cx="143690" cy="29488"/>
            </a:xfrm>
          </p:grpSpPr>
          <p:sp>
            <p:nvSpPr>
              <p:cNvPr id="9179" name="Google Shape;9179;p69"/>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80" name="Google Shape;9180;p69"/>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81" name="Google Shape;9181;p69"/>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82" name="Google Shape;9182;p69"/>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183" name="Google Shape;9183;p69"/>
            <p:cNvGrpSpPr/>
            <p:nvPr/>
          </p:nvGrpSpPr>
          <p:grpSpPr>
            <a:xfrm>
              <a:off x="4339009" y="1863727"/>
              <a:ext cx="143703" cy="29476"/>
              <a:chOff x="4339009" y="1863727"/>
              <a:chExt cx="143703" cy="29476"/>
            </a:xfrm>
          </p:grpSpPr>
          <p:sp>
            <p:nvSpPr>
              <p:cNvPr id="9184" name="Google Shape;9184;p69"/>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85" name="Google Shape;9185;p69"/>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86" name="Google Shape;9186;p69"/>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87" name="Google Shape;9187;p69"/>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188" name="Google Shape;9188;p69"/>
            <p:cNvGrpSpPr/>
            <p:nvPr/>
          </p:nvGrpSpPr>
          <p:grpSpPr>
            <a:xfrm>
              <a:off x="4206459" y="1607315"/>
              <a:ext cx="29539" cy="142899"/>
              <a:chOff x="4206459" y="1607315"/>
              <a:chExt cx="29539" cy="142899"/>
            </a:xfrm>
          </p:grpSpPr>
          <p:sp>
            <p:nvSpPr>
              <p:cNvPr id="9189" name="Google Shape;9189;p69"/>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90" name="Google Shape;9190;p69"/>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91" name="Google Shape;9191;p69"/>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92" name="Google Shape;9192;p69"/>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9193" name="Google Shape;9193;p69"/>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94" name="Google Shape;9194;p69"/>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95" name="Google Shape;9195;p69"/>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96" name="Google Shape;9196;p69"/>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9197" name="Google Shape;9197;p69"/>
            <p:cNvGrpSpPr/>
            <p:nvPr/>
          </p:nvGrpSpPr>
          <p:grpSpPr>
            <a:xfrm>
              <a:off x="4889463" y="1423737"/>
              <a:ext cx="29552" cy="142899"/>
              <a:chOff x="4889463" y="1423737"/>
              <a:chExt cx="29552" cy="142899"/>
            </a:xfrm>
          </p:grpSpPr>
          <p:sp>
            <p:nvSpPr>
              <p:cNvPr id="9198" name="Google Shape;9198;p69"/>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199" name="Google Shape;9199;p69"/>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200" name="Google Shape;9200;p69"/>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201" name="Google Shape;9201;p69"/>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202" name="Google Shape;9202;p69"/>
            <p:cNvGrpSpPr/>
            <p:nvPr/>
          </p:nvGrpSpPr>
          <p:grpSpPr>
            <a:xfrm>
              <a:off x="4771663" y="1876896"/>
              <a:ext cx="108651" cy="100447"/>
              <a:chOff x="4771663" y="1876896"/>
              <a:chExt cx="108651" cy="100447"/>
            </a:xfrm>
          </p:grpSpPr>
          <p:sp>
            <p:nvSpPr>
              <p:cNvPr id="9203" name="Google Shape;9203;p69"/>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204" name="Google Shape;9204;p69"/>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205" name="Google Shape;9205;p69"/>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206" name="Google Shape;9206;p69"/>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grpSp>
        <p:nvGrpSpPr>
          <p:cNvPr id="9207" name="Google Shape;9207;p69"/>
          <p:cNvGrpSpPr/>
          <p:nvPr/>
        </p:nvGrpSpPr>
        <p:grpSpPr>
          <a:xfrm>
            <a:off x="5369033" y="2766219"/>
            <a:ext cx="1055049" cy="960467"/>
            <a:chOff x="267375" y="1071875"/>
            <a:chExt cx="470500" cy="428550"/>
          </a:xfrm>
        </p:grpSpPr>
        <p:sp>
          <p:nvSpPr>
            <p:cNvPr id="9208" name="Google Shape;9208;p69"/>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09" name="Google Shape;9209;p69"/>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10" name="Google Shape;9210;p69"/>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11" name="Google Shape;9211;p69"/>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12" name="Google Shape;9212;p69"/>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13" name="Google Shape;9213;p69"/>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14" name="Google Shape;9214;p69"/>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15" name="Google Shape;9215;p69"/>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216" name="Google Shape;9216;p69"/>
          <p:cNvGrpSpPr/>
          <p:nvPr/>
        </p:nvGrpSpPr>
        <p:grpSpPr>
          <a:xfrm>
            <a:off x="969692" y="4959059"/>
            <a:ext cx="1877925" cy="897555"/>
            <a:chOff x="712664" y="3693287"/>
            <a:chExt cx="1460738" cy="698160"/>
          </a:xfrm>
        </p:grpSpPr>
        <p:grpSp>
          <p:nvGrpSpPr>
            <p:cNvPr id="9217" name="Google Shape;9217;p69"/>
            <p:cNvGrpSpPr/>
            <p:nvPr/>
          </p:nvGrpSpPr>
          <p:grpSpPr>
            <a:xfrm>
              <a:off x="1380079" y="4133090"/>
              <a:ext cx="234048" cy="258099"/>
              <a:chOff x="1380079" y="4133090"/>
              <a:chExt cx="234048" cy="258099"/>
            </a:xfrm>
          </p:grpSpPr>
          <p:sp>
            <p:nvSpPr>
              <p:cNvPr id="9218" name="Google Shape;9218;p69"/>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19" name="Google Shape;9219;p69"/>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220" name="Google Shape;9220;p69"/>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221" name="Google Shape;9221;p69"/>
            <p:cNvGrpSpPr/>
            <p:nvPr/>
          </p:nvGrpSpPr>
          <p:grpSpPr>
            <a:xfrm>
              <a:off x="884610" y="3864082"/>
              <a:ext cx="1118566" cy="527275"/>
              <a:chOff x="890961" y="3865463"/>
              <a:chExt cx="1115221" cy="525698"/>
            </a:xfrm>
          </p:grpSpPr>
          <p:sp>
            <p:nvSpPr>
              <p:cNvPr id="9222" name="Google Shape;9222;p69"/>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23" name="Google Shape;9223;p69"/>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24" name="Google Shape;9224;p69"/>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225" name="Google Shape;9225;p69"/>
            <p:cNvGrpSpPr/>
            <p:nvPr/>
          </p:nvGrpSpPr>
          <p:grpSpPr>
            <a:xfrm>
              <a:off x="712664" y="3693287"/>
              <a:ext cx="1460738" cy="698160"/>
              <a:chOff x="712664" y="3693025"/>
              <a:chExt cx="1460738" cy="698160"/>
            </a:xfrm>
          </p:grpSpPr>
          <p:sp>
            <p:nvSpPr>
              <p:cNvPr id="9226" name="Google Shape;9226;p69"/>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27" name="Google Shape;9227;p69"/>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28" name="Google Shape;9228;p69"/>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29" name="Google Shape;9229;p69"/>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30" name="Google Shape;9230;p69"/>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31" name="Google Shape;9231;p69"/>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grpSp>
        <p:nvGrpSpPr>
          <p:cNvPr id="9232" name="Google Shape;9232;p69"/>
          <p:cNvGrpSpPr/>
          <p:nvPr/>
        </p:nvGrpSpPr>
        <p:grpSpPr>
          <a:xfrm>
            <a:off x="4219981" y="1588589"/>
            <a:ext cx="1060647" cy="985108"/>
            <a:chOff x="3348603" y="1236445"/>
            <a:chExt cx="749256" cy="695894"/>
          </a:xfrm>
        </p:grpSpPr>
        <p:grpSp>
          <p:nvGrpSpPr>
            <p:cNvPr id="9233" name="Google Shape;9233;p69"/>
            <p:cNvGrpSpPr/>
            <p:nvPr/>
          </p:nvGrpSpPr>
          <p:grpSpPr>
            <a:xfrm>
              <a:off x="3583779" y="1236445"/>
              <a:ext cx="293795" cy="285811"/>
              <a:chOff x="3750225" y="1774000"/>
              <a:chExt cx="149575" cy="145525"/>
            </a:xfrm>
          </p:grpSpPr>
          <p:sp>
            <p:nvSpPr>
              <p:cNvPr id="9234" name="Google Shape;9234;p6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35" name="Google Shape;9235;p6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236" name="Google Shape;9236;p69"/>
            <p:cNvGrpSpPr/>
            <p:nvPr/>
          </p:nvGrpSpPr>
          <p:grpSpPr>
            <a:xfrm>
              <a:off x="3775534" y="1462599"/>
              <a:ext cx="322325" cy="285958"/>
              <a:chOff x="3847850" y="1889150"/>
              <a:chExt cx="164100" cy="145600"/>
            </a:xfrm>
          </p:grpSpPr>
          <p:sp>
            <p:nvSpPr>
              <p:cNvPr id="9237" name="Google Shape;9237;p6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38" name="Google Shape;9238;p6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239" name="Google Shape;9239;p69"/>
            <p:cNvGrpSpPr/>
            <p:nvPr/>
          </p:nvGrpSpPr>
          <p:grpSpPr>
            <a:xfrm>
              <a:off x="3545329" y="1646528"/>
              <a:ext cx="293746" cy="285811"/>
              <a:chOff x="3730650" y="1982800"/>
              <a:chExt cx="149550" cy="145525"/>
            </a:xfrm>
          </p:grpSpPr>
          <p:sp>
            <p:nvSpPr>
              <p:cNvPr id="9240" name="Google Shape;9240;p6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41" name="Google Shape;9241;p6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242" name="Google Shape;9242;p69"/>
            <p:cNvGrpSpPr/>
            <p:nvPr/>
          </p:nvGrpSpPr>
          <p:grpSpPr>
            <a:xfrm>
              <a:off x="3348603" y="1415046"/>
              <a:ext cx="294384" cy="284387"/>
              <a:chOff x="3630494" y="1864938"/>
              <a:chExt cx="149875" cy="144800"/>
            </a:xfrm>
          </p:grpSpPr>
          <p:sp>
            <p:nvSpPr>
              <p:cNvPr id="9243" name="Google Shape;9243;p69"/>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44" name="Google Shape;9244;p69"/>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grpSp>
        <p:nvGrpSpPr>
          <p:cNvPr id="9245" name="Google Shape;9245;p69"/>
          <p:cNvGrpSpPr/>
          <p:nvPr/>
        </p:nvGrpSpPr>
        <p:grpSpPr>
          <a:xfrm>
            <a:off x="3048683" y="4952450"/>
            <a:ext cx="1766565" cy="904111"/>
            <a:chOff x="2413923" y="3711366"/>
            <a:chExt cx="1374117" cy="703260"/>
          </a:xfrm>
        </p:grpSpPr>
        <p:grpSp>
          <p:nvGrpSpPr>
            <p:cNvPr id="9246" name="Google Shape;9246;p69"/>
            <p:cNvGrpSpPr/>
            <p:nvPr/>
          </p:nvGrpSpPr>
          <p:grpSpPr>
            <a:xfrm>
              <a:off x="2413923" y="3711366"/>
              <a:ext cx="1374117" cy="703260"/>
              <a:chOff x="2413923" y="3711366"/>
              <a:chExt cx="1374117" cy="703260"/>
            </a:xfrm>
          </p:grpSpPr>
          <p:sp>
            <p:nvSpPr>
              <p:cNvPr id="9247" name="Google Shape;9247;p69"/>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9248" name="Google Shape;9248;p69"/>
              <p:cNvGrpSpPr/>
              <p:nvPr/>
            </p:nvGrpSpPr>
            <p:grpSpPr>
              <a:xfrm>
                <a:off x="2600284" y="3808654"/>
                <a:ext cx="234506" cy="138009"/>
                <a:chOff x="2600284" y="3808654"/>
                <a:chExt cx="234506" cy="138009"/>
              </a:xfrm>
            </p:grpSpPr>
            <p:sp>
              <p:nvSpPr>
                <p:cNvPr id="9249" name="Google Shape;9249;p69"/>
                <p:cNvSpPr/>
                <p:nvPr/>
              </p:nvSpPr>
              <p:spPr>
                <a:xfrm>
                  <a:off x="2767890" y="3879764"/>
                  <a:ext cx="66900" cy="66900"/>
                </a:xfrm>
                <a:prstGeom prst="ellipse">
                  <a:avLst/>
                </a:prstGeom>
                <a:solidFill>
                  <a:srgbClr val="869FB2"/>
                </a:solidFill>
                <a:ln>
                  <a:solidFill>
                    <a:schemeClr val="bg1">
                      <a:lumMod val="65000"/>
                    </a:schemeClr>
                  </a:solidFill>
                </a:ln>
              </p:spPr>
              <p:txBody>
                <a:bodyPr spcFirstLastPara="1" wrap="square" lIns="121900" tIns="121900" rIns="121900" bIns="121900" anchor="ctr" anchorCtr="0">
                  <a:noAutofit/>
                </a:bodyPr>
                <a:lstStyle/>
                <a:p>
                  <a:endParaRPr sz="2400"/>
                </a:p>
              </p:txBody>
            </p:sp>
            <p:cxnSp>
              <p:nvCxnSpPr>
                <p:cNvPr id="9250" name="Google Shape;9250;p69"/>
                <p:cNvCxnSpPr/>
                <p:nvPr/>
              </p:nvCxnSpPr>
              <p:spPr>
                <a:xfrm rot="10800000">
                  <a:off x="2600284" y="3808654"/>
                  <a:ext cx="201000" cy="72300"/>
                </a:xfrm>
                <a:prstGeom prst="bentConnector3">
                  <a:avLst>
                    <a:gd name="adj1" fmla="val 50000"/>
                  </a:avLst>
                </a:prstGeom>
                <a:noFill/>
                <a:ln w="19050" cap="flat" cmpd="sng">
                  <a:solidFill>
                    <a:schemeClr val="bg1">
                      <a:lumMod val="65000"/>
                    </a:schemeClr>
                  </a:solidFill>
                  <a:prstDash val="solid"/>
                  <a:round/>
                  <a:headEnd type="none" w="med" len="med"/>
                  <a:tailEnd type="none" w="med" len="med"/>
                </a:ln>
              </p:spPr>
            </p:cxnSp>
          </p:grpSp>
          <p:grpSp>
            <p:nvGrpSpPr>
              <p:cNvPr id="9251" name="Google Shape;9251;p69"/>
              <p:cNvGrpSpPr/>
              <p:nvPr/>
            </p:nvGrpSpPr>
            <p:grpSpPr>
              <a:xfrm>
                <a:off x="3359659" y="3805664"/>
                <a:ext cx="232294" cy="141000"/>
                <a:chOff x="3359659" y="3805664"/>
                <a:chExt cx="232294" cy="141000"/>
              </a:xfrm>
            </p:grpSpPr>
            <p:sp>
              <p:nvSpPr>
                <p:cNvPr id="9252" name="Google Shape;9252;p69"/>
                <p:cNvSpPr/>
                <p:nvPr/>
              </p:nvSpPr>
              <p:spPr>
                <a:xfrm>
                  <a:off x="3359659" y="3879764"/>
                  <a:ext cx="66900" cy="66900"/>
                </a:xfrm>
                <a:prstGeom prst="ellipse">
                  <a:avLst/>
                </a:prstGeom>
                <a:solidFill>
                  <a:srgbClr val="869FB2"/>
                </a:solidFill>
                <a:ln>
                  <a:solidFill>
                    <a:schemeClr val="bg1">
                      <a:lumMod val="65000"/>
                    </a:schemeClr>
                  </a:solidFill>
                </a:ln>
              </p:spPr>
              <p:txBody>
                <a:bodyPr spcFirstLastPara="1" wrap="square" lIns="121900" tIns="121900" rIns="121900" bIns="121900" anchor="ctr" anchorCtr="0">
                  <a:noAutofit/>
                </a:bodyPr>
                <a:lstStyle/>
                <a:p>
                  <a:endParaRPr sz="2400"/>
                </a:p>
              </p:txBody>
            </p:sp>
            <p:cxnSp>
              <p:nvCxnSpPr>
                <p:cNvPr id="9253" name="Google Shape;9253;p69"/>
                <p:cNvCxnSpPr/>
                <p:nvPr/>
              </p:nvCxnSpPr>
              <p:spPr>
                <a:xfrm rot="10800000" flipH="1">
                  <a:off x="3393053" y="3805664"/>
                  <a:ext cx="198900" cy="78000"/>
                </a:xfrm>
                <a:prstGeom prst="bentConnector3">
                  <a:avLst>
                    <a:gd name="adj1" fmla="val 50000"/>
                  </a:avLst>
                </a:prstGeom>
                <a:noFill/>
                <a:ln w="19050" cap="flat" cmpd="sng">
                  <a:solidFill>
                    <a:schemeClr val="bg1">
                      <a:lumMod val="65000"/>
                    </a:schemeClr>
                  </a:solidFill>
                  <a:prstDash val="solid"/>
                  <a:round/>
                  <a:headEnd type="none" w="med" len="med"/>
                  <a:tailEnd type="none" w="med" len="med"/>
                </a:ln>
              </p:spPr>
            </p:cxnSp>
          </p:grpSp>
          <p:grpSp>
            <p:nvGrpSpPr>
              <p:cNvPr id="9254" name="Google Shape;9254;p69"/>
              <p:cNvGrpSpPr/>
              <p:nvPr/>
            </p:nvGrpSpPr>
            <p:grpSpPr>
              <a:xfrm>
                <a:off x="3067316" y="3711366"/>
                <a:ext cx="66900" cy="166809"/>
                <a:chOff x="3067316" y="3711366"/>
                <a:chExt cx="66900" cy="166809"/>
              </a:xfrm>
            </p:grpSpPr>
            <p:sp>
              <p:nvSpPr>
                <p:cNvPr id="9255" name="Google Shape;9255;p69"/>
                <p:cNvSpPr/>
                <p:nvPr/>
              </p:nvSpPr>
              <p:spPr>
                <a:xfrm>
                  <a:off x="3067316" y="3811276"/>
                  <a:ext cx="66900" cy="66900"/>
                </a:xfrm>
                <a:prstGeom prst="ellipse">
                  <a:avLst/>
                </a:prstGeom>
                <a:solidFill>
                  <a:srgbClr val="869FB2"/>
                </a:solidFill>
                <a:ln>
                  <a:solidFill>
                    <a:schemeClr val="bg1">
                      <a:lumMod val="65000"/>
                    </a:schemeClr>
                  </a:solidFill>
                </a:ln>
              </p:spPr>
              <p:txBody>
                <a:bodyPr spcFirstLastPara="1" wrap="square" lIns="121900" tIns="121900" rIns="121900" bIns="121900" anchor="ctr" anchorCtr="0">
                  <a:noAutofit/>
                </a:bodyPr>
                <a:lstStyle/>
                <a:p>
                  <a:endParaRPr sz="2400"/>
                </a:p>
              </p:txBody>
            </p:sp>
            <p:cxnSp>
              <p:nvCxnSpPr>
                <p:cNvPr id="9256" name="Google Shape;9256;p69"/>
                <p:cNvCxnSpPr/>
                <p:nvPr/>
              </p:nvCxnSpPr>
              <p:spPr>
                <a:xfrm rot="-5400000">
                  <a:off x="3050460" y="3761616"/>
                  <a:ext cx="101100" cy="600"/>
                </a:xfrm>
                <a:prstGeom prst="bentConnector3">
                  <a:avLst>
                    <a:gd name="adj1" fmla="val 50000"/>
                  </a:avLst>
                </a:prstGeom>
                <a:noFill/>
                <a:ln w="19050" cap="flat" cmpd="sng">
                  <a:solidFill>
                    <a:schemeClr val="bg1">
                      <a:lumMod val="65000"/>
                    </a:schemeClr>
                  </a:solidFill>
                  <a:prstDash val="solid"/>
                  <a:round/>
                  <a:headEnd type="none" w="med" len="med"/>
                  <a:tailEnd type="none" w="med" len="med"/>
                </a:ln>
              </p:spPr>
            </p:cxnSp>
          </p:grpSp>
          <p:grpSp>
            <p:nvGrpSpPr>
              <p:cNvPr id="9257" name="Google Shape;9257;p69"/>
              <p:cNvGrpSpPr/>
              <p:nvPr/>
            </p:nvGrpSpPr>
            <p:grpSpPr>
              <a:xfrm>
                <a:off x="2413923" y="4058666"/>
                <a:ext cx="224119" cy="66900"/>
                <a:chOff x="2413923" y="4058666"/>
                <a:chExt cx="224119" cy="66900"/>
              </a:xfrm>
            </p:grpSpPr>
            <p:sp>
              <p:nvSpPr>
                <p:cNvPr id="9258" name="Google Shape;9258;p69"/>
                <p:cNvSpPr/>
                <p:nvPr/>
              </p:nvSpPr>
              <p:spPr>
                <a:xfrm>
                  <a:off x="2571142" y="4058666"/>
                  <a:ext cx="66900" cy="66900"/>
                </a:xfrm>
                <a:prstGeom prst="ellipse">
                  <a:avLst/>
                </a:prstGeom>
                <a:solidFill>
                  <a:srgbClr val="869FB2"/>
                </a:solidFill>
                <a:ln>
                  <a:solidFill>
                    <a:schemeClr val="bg1">
                      <a:lumMod val="65000"/>
                    </a:schemeClr>
                  </a:solidFill>
                </a:ln>
              </p:spPr>
              <p:txBody>
                <a:bodyPr spcFirstLastPara="1" wrap="square" lIns="121900" tIns="121900" rIns="121900" bIns="121900" anchor="ctr" anchorCtr="0">
                  <a:noAutofit/>
                </a:bodyPr>
                <a:lstStyle/>
                <a:p>
                  <a:endParaRPr sz="2400"/>
                </a:p>
              </p:txBody>
            </p:sp>
            <p:cxnSp>
              <p:nvCxnSpPr>
                <p:cNvPr id="9259" name="Google Shape;9259;p69"/>
                <p:cNvCxnSpPr/>
                <p:nvPr/>
              </p:nvCxnSpPr>
              <p:spPr>
                <a:xfrm flipH="1">
                  <a:off x="2413923" y="4092060"/>
                  <a:ext cx="159600" cy="600"/>
                </a:xfrm>
                <a:prstGeom prst="bentConnector3">
                  <a:avLst>
                    <a:gd name="adj1" fmla="val 50000"/>
                  </a:avLst>
                </a:prstGeom>
                <a:noFill/>
                <a:ln w="19050" cap="flat" cmpd="sng">
                  <a:solidFill>
                    <a:schemeClr val="bg1">
                      <a:lumMod val="65000"/>
                    </a:schemeClr>
                  </a:solidFill>
                  <a:prstDash val="solid"/>
                  <a:round/>
                  <a:headEnd type="none" w="med" len="med"/>
                  <a:tailEnd type="none" w="med" len="med"/>
                </a:ln>
              </p:spPr>
            </p:cxnSp>
          </p:grpSp>
          <p:grpSp>
            <p:nvGrpSpPr>
              <p:cNvPr id="9260" name="Google Shape;9260;p69"/>
              <p:cNvGrpSpPr/>
              <p:nvPr/>
            </p:nvGrpSpPr>
            <p:grpSpPr>
              <a:xfrm>
                <a:off x="3564643" y="4058666"/>
                <a:ext cx="223397" cy="66900"/>
                <a:chOff x="3564643" y="4058666"/>
                <a:chExt cx="223397" cy="66900"/>
              </a:xfrm>
            </p:grpSpPr>
            <p:sp>
              <p:nvSpPr>
                <p:cNvPr id="9261" name="Google Shape;9261;p69"/>
                <p:cNvSpPr/>
                <p:nvPr/>
              </p:nvSpPr>
              <p:spPr>
                <a:xfrm>
                  <a:off x="3564643" y="4058666"/>
                  <a:ext cx="66900" cy="66900"/>
                </a:xfrm>
                <a:prstGeom prst="ellipse">
                  <a:avLst/>
                </a:prstGeom>
                <a:solidFill>
                  <a:srgbClr val="869FB2"/>
                </a:solidFill>
                <a:ln>
                  <a:solidFill>
                    <a:schemeClr val="bg1">
                      <a:lumMod val="65000"/>
                    </a:schemeClr>
                  </a:solidFill>
                </a:ln>
              </p:spPr>
              <p:txBody>
                <a:bodyPr spcFirstLastPara="1" wrap="square" lIns="121900" tIns="121900" rIns="121900" bIns="121900" anchor="ctr" anchorCtr="0">
                  <a:noAutofit/>
                </a:bodyPr>
                <a:lstStyle/>
                <a:p>
                  <a:endParaRPr sz="2400"/>
                </a:p>
              </p:txBody>
            </p:sp>
            <p:cxnSp>
              <p:nvCxnSpPr>
                <p:cNvPr id="9262" name="Google Shape;9262;p69"/>
                <p:cNvCxnSpPr/>
                <p:nvPr/>
              </p:nvCxnSpPr>
              <p:spPr>
                <a:xfrm>
                  <a:off x="3630240" y="4092060"/>
                  <a:ext cx="157800" cy="600"/>
                </a:xfrm>
                <a:prstGeom prst="bentConnector3">
                  <a:avLst>
                    <a:gd name="adj1" fmla="val 50000"/>
                  </a:avLst>
                </a:prstGeom>
                <a:noFill/>
                <a:ln w="19050" cap="flat" cmpd="sng">
                  <a:solidFill>
                    <a:schemeClr val="bg1">
                      <a:lumMod val="65000"/>
                    </a:schemeClr>
                  </a:solidFill>
                  <a:prstDash val="solid"/>
                  <a:round/>
                  <a:headEnd type="none" w="med" len="med"/>
                  <a:tailEnd type="none" w="med" len="med"/>
                </a:ln>
              </p:spPr>
            </p:cxnSp>
          </p:grpSp>
        </p:grpSp>
        <p:grpSp>
          <p:nvGrpSpPr>
            <p:cNvPr id="9263" name="Google Shape;9263;p69"/>
            <p:cNvGrpSpPr/>
            <p:nvPr/>
          </p:nvGrpSpPr>
          <p:grpSpPr>
            <a:xfrm>
              <a:off x="2633353" y="3965763"/>
              <a:ext cx="933975" cy="445687"/>
              <a:chOff x="2633353" y="3965763"/>
              <a:chExt cx="933975" cy="445687"/>
            </a:xfrm>
          </p:grpSpPr>
          <p:sp>
            <p:nvSpPr>
              <p:cNvPr id="9264" name="Google Shape;9264;p69"/>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265" name="Google Shape;9265;p69"/>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grpSp>
        <p:nvGrpSpPr>
          <p:cNvPr id="9266" name="Google Shape;9266;p69"/>
          <p:cNvGrpSpPr/>
          <p:nvPr/>
        </p:nvGrpSpPr>
        <p:grpSpPr>
          <a:xfrm>
            <a:off x="8547698" y="1675319"/>
            <a:ext cx="1507682" cy="741645"/>
            <a:chOff x="238125" y="999450"/>
            <a:chExt cx="7140700" cy="3708225"/>
          </a:xfrm>
        </p:grpSpPr>
        <p:sp>
          <p:nvSpPr>
            <p:cNvPr id="9267" name="Google Shape;9267;p6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68" name="Google Shape;9268;p6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69" name="Google Shape;9269;p6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70" name="Google Shape;9270;p6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71" name="Google Shape;9271;p69"/>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72" name="Google Shape;9272;p6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73" name="Google Shape;9273;p6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74" name="Google Shape;9274;p6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75" name="Google Shape;9275;p6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276" name="Google Shape;9276;p69"/>
          <p:cNvGrpSpPr/>
          <p:nvPr/>
        </p:nvGrpSpPr>
        <p:grpSpPr>
          <a:xfrm>
            <a:off x="5016312" y="4952506"/>
            <a:ext cx="1834472" cy="904175"/>
            <a:chOff x="3913765" y="3641905"/>
            <a:chExt cx="1522805" cy="750560"/>
          </a:xfrm>
        </p:grpSpPr>
        <p:grpSp>
          <p:nvGrpSpPr>
            <p:cNvPr id="9277" name="Google Shape;9277;p69"/>
            <p:cNvGrpSpPr/>
            <p:nvPr/>
          </p:nvGrpSpPr>
          <p:grpSpPr>
            <a:xfrm>
              <a:off x="3913765" y="3997002"/>
              <a:ext cx="1522805" cy="395463"/>
              <a:chOff x="3913765" y="3997002"/>
              <a:chExt cx="1522805" cy="395463"/>
            </a:xfrm>
          </p:grpSpPr>
          <p:grpSp>
            <p:nvGrpSpPr>
              <p:cNvPr id="9278" name="Google Shape;9278;p69"/>
              <p:cNvGrpSpPr/>
              <p:nvPr/>
            </p:nvGrpSpPr>
            <p:grpSpPr>
              <a:xfrm>
                <a:off x="3913765" y="4138659"/>
                <a:ext cx="507602" cy="253806"/>
                <a:chOff x="3913765" y="4138659"/>
                <a:chExt cx="507602" cy="253806"/>
              </a:xfrm>
            </p:grpSpPr>
            <p:sp>
              <p:nvSpPr>
                <p:cNvPr id="9279" name="Google Shape;9279;p69"/>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80" name="Google Shape;9280;p69"/>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chemeClr val="bg1">
                      <a:lumMod val="65000"/>
                    </a:schemeClr>
                  </a:solidFill>
                  <a:prstDash val="solid"/>
                  <a:miter lim="2676"/>
                  <a:headEnd type="none" w="sm" len="sm"/>
                  <a:tailEnd type="none" w="sm" len="sm"/>
                </a:ln>
              </p:spPr>
              <p:txBody>
                <a:bodyPr spcFirstLastPara="1" wrap="square" lIns="121900" tIns="121900" rIns="121900" bIns="121900" anchor="ctr" anchorCtr="0">
                  <a:noAutofit/>
                </a:bodyPr>
                <a:lstStyle/>
                <a:p>
                  <a:r>
                    <a:rPr lang="en" sz="2400"/>
                    <a:t>     </a:t>
                  </a:r>
                  <a:endParaRPr sz="2400"/>
                </a:p>
              </p:txBody>
            </p:sp>
          </p:grpSp>
          <p:grpSp>
            <p:nvGrpSpPr>
              <p:cNvPr id="9281" name="Google Shape;9281;p69"/>
              <p:cNvGrpSpPr/>
              <p:nvPr/>
            </p:nvGrpSpPr>
            <p:grpSpPr>
              <a:xfrm>
                <a:off x="4421361" y="3997002"/>
                <a:ext cx="507618" cy="395463"/>
                <a:chOff x="4421361" y="3997002"/>
                <a:chExt cx="507618" cy="395463"/>
              </a:xfrm>
            </p:grpSpPr>
            <p:sp>
              <p:nvSpPr>
                <p:cNvPr id="9282" name="Google Shape;9282;p69"/>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83" name="Google Shape;9283;p69"/>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chemeClr val="bg1">
                      <a:lumMod val="65000"/>
                    </a:schemeClr>
                  </a:solidFill>
                  <a:prstDash val="solid"/>
                  <a:miter lim="2676"/>
                  <a:headEnd type="none" w="sm" len="sm"/>
                  <a:tailEnd type="none" w="sm" len="sm"/>
                </a:ln>
              </p:spPr>
              <p:txBody>
                <a:bodyPr spcFirstLastPara="1" wrap="square" lIns="121900" tIns="121900" rIns="121900" bIns="121900" anchor="ctr" anchorCtr="0">
                  <a:noAutofit/>
                </a:bodyPr>
                <a:lstStyle/>
                <a:p>
                  <a:endParaRPr sz="2400"/>
                </a:p>
              </p:txBody>
            </p:sp>
          </p:grpSp>
          <p:grpSp>
            <p:nvGrpSpPr>
              <p:cNvPr id="9284" name="Google Shape;9284;p69"/>
              <p:cNvGrpSpPr/>
              <p:nvPr/>
            </p:nvGrpSpPr>
            <p:grpSpPr>
              <a:xfrm>
                <a:off x="4928973" y="4189418"/>
                <a:ext cx="507596" cy="203047"/>
                <a:chOff x="4928973" y="4189418"/>
                <a:chExt cx="507596" cy="203047"/>
              </a:xfrm>
            </p:grpSpPr>
            <p:sp>
              <p:nvSpPr>
                <p:cNvPr id="9285" name="Google Shape;9285;p69"/>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86" name="Google Shape;9286;p69"/>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chemeClr val="bg1">
                      <a:lumMod val="65000"/>
                    </a:schemeClr>
                  </a:solidFill>
                  <a:prstDash val="solid"/>
                  <a:miter lim="2676"/>
                  <a:headEnd type="none" w="sm" len="sm"/>
                  <a:tailEnd type="none" w="sm" len="sm"/>
                </a:ln>
              </p:spPr>
              <p:txBody>
                <a:bodyPr spcFirstLastPara="1" wrap="square" lIns="121900" tIns="121900" rIns="121900" bIns="121900" anchor="ctr" anchorCtr="0">
                  <a:noAutofit/>
                </a:bodyPr>
                <a:lstStyle/>
                <a:p>
                  <a:endParaRPr sz="2400"/>
                </a:p>
              </p:txBody>
            </p:sp>
          </p:grpSp>
        </p:grpSp>
        <p:grpSp>
          <p:nvGrpSpPr>
            <p:cNvPr id="9287" name="Google Shape;9287;p69"/>
            <p:cNvGrpSpPr/>
            <p:nvPr/>
          </p:nvGrpSpPr>
          <p:grpSpPr>
            <a:xfrm>
              <a:off x="4482186" y="3641905"/>
              <a:ext cx="397605" cy="349784"/>
              <a:chOff x="2906375" y="1159725"/>
              <a:chExt cx="1860575" cy="1636800"/>
            </a:xfrm>
          </p:grpSpPr>
          <p:sp>
            <p:nvSpPr>
              <p:cNvPr id="9288" name="Google Shape;9288;p69"/>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289" name="Google Shape;9289;p69"/>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chemeClr val="bg1">
                    <a:lumMod val="65000"/>
                  </a:schemeClr>
                </a:solidFill>
                <a:prstDash val="solid"/>
                <a:miter lim="2676"/>
                <a:headEnd type="none" w="sm" len="sm"/>
                <a:tailEnd type="none" w="sm" len="sm"/>
              </a:ln>
            </p:spPr>
            <p:txBody>
              <a:bodyPr spcFirstLastPara="1" wrap="square" lIns="121900" tIns="121900" rIns="121900" bIns="121900" anchor="ctr" anchorCtr="0">
                <a:noAutofit/>
              </a:bodyPr>
              <a:lstStyle/>
              <a:p>
                <a:endParaRPr sz="2400"/>
              </a:p>
            </p:txBody>
          </p:sp>
          <p:sp>
            <p:nvSpPr>
              <p:cNvPr id="9290" name="Google Shape;9290;p69"/>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chemeClr val="bg1">
                    <a:lumMod val="65000"/>
                  </a:schemeClr>
                </a:solidFill>
                <a:prstDash val="solid"/>
                <a:miter lim="2676"/>
                <a:headEnd type="none" w="sm" len="sm"/>
                <a:tailEnd type="none" w="sm" len="sm"/>
              </a:ln>
            </p:spPr>
            <p:txBody>
              <a:bodyPr spcFirstLastPara="1" wrap="square" lIns="121900" tIns="121900" rIns="121900" bIns="121900" anchor="ctr" anchorCtr="0">
                <a:noAutofit/>
              </a:bodyPr>
              <a:lstStyle/>
              <a:p>
                <a:endParaRPr sz="2400"/>
              </a:p>
            </p:txBody>
          </p:sp>
          <p:sp>
            <p:nvSpPr>
              <p:cNvPr id="9291" name="Google Shape;9291;p69"/>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chemeClr val="bg1">
                    <a:lumMod val="65000"/>
                  </a:schemeClr>
                </a:solidFill>
                <a:prstDash val="solid"/>
                <a:miter lim="2676"/>
                <a:headEnd type="none" w="sm" len="sm"/>
                <a:tailEnd type="none" w="sm" len="sm"/>
              </a:ln>
            </p:spPr>
            <p:txBody>
              <a:bodyPr spcFirstLastPara="1" wrap="square" lIns="121900" tIns="121900" rIns="121900" bIns="121900" anchor="ctr" anchorCtr="0">
                <a:noAutofit/>
              </a:bodyPr>
              <a:lstStyle/>
              <a:p>
                <a:endParaRPr sz="2400"/>
              </a:p>
            </p:txBody>
          </p:sp>
        </p:grpSp>
      </p:grpSp>
      <p:grpSp>
        <p:nvGrpSpPr>
          <p:cNvPr id="9292" name="Google Shape;9292;p69"/>
          <p:cNvGrpSpPr/>
          <p:nvPr/>
        </p:nvGrpSpPr>
        <p:grpSpPr>
          <a:xfrm>
            <a:off x="8729258" y="2765741"/>
            <a:ext cx="1254316" cy="961423"/>
            <a:chOff x="6599718" y="2068734"/>
            <a:chExt cx="940737" cy="721067"/>
          </a:xfrm>
        </p:grpSpPr>
        <p:sp>
          <p:nvSpPr>
            <p:cNvPr id="9293" name="Google Shape;9293;p69"/>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sp>
          <p:nvSpPr>
            <p:cNvPr id="9294" name="Google Shape;9294;p69"/>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sp>
          <p:nvSpPr>
            <p:cNvPr id="9295" name="Google Shape;9295;p69"/>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sp>
          <p:nvSpPr>
            <p:cNvPr id="9296" name="Google Shape;9296;p69"/>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sp>
          <p:nvSpPr>
            <p:cNvPr id="9297" name="Google Shape;9297;p69"/>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sp>
          <p:nvSpPr>
            <p:cNvPr id="9298" name="Google Shape;9298;p69"/>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grpSp>
          <p:nvGrpSpPr>
            <p:cNvPr id="9299" name="Google Shape;9299;p69"/>
            <p:cNvGrpSpPr/>
            <p:nvPr/>
          </p:nvGrpSpPr>
          <p:grpSpPr>
            <a:xfrm>
              <a:off x="6836957" y="2068734"/>
              <a:ext cx="461892" cy="721067"/>
              <a:chOff x="6836957" y="2068734"/>
              <a:chExt cx="461892" cy="721067"/>
            </a:xfrm>
          </p:grpSpPr>
          <p:sp>
            <p:nvSpPr>
              <p:cNvPr id="9300" name="Google Shape;9300;p69"/>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sp>
            <p:nvSpPr>
              <p:cNvPr id="9301" name="Google Shape;9301;p69"/>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sp>
            <p:nvSpPr>
              <p:cNvPr id="9302" name="Google Shape;9302;p69"/>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sp>
            <p:nvSpPr>
              <p:cNvPr id="9303" name="Google Shape;9303;p69"/>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sp>
            <p:nvSpPr>
              <p:cNvPr id="9304" name="Google Shape;9304;p69"/>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sp>
            <p:nvSpPr>
              <p:cNvPr id="9305" name="Google Shape;9305;p69"/>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grpSp>
            <p:nvGrpSpPr>
              <p:cNvPr id="9306" name="Google Shape;9306;p69"/>
              <p:cNvGrpSpPr/>
              <p:nvPr/>
            </p:nvGrpSpPr>
            <p:grpSpPr>
              <a:xfrm>
                <a:off x="6836957" y="2068734"/>
                <a:ext cx="461892" cy="721067"/>
                <a:chOff x="6836957" y="2068734"/>
                <a:chExt cx="461892" cy="721067"/>
              </a:xfrm>
            </p:grpSpPr>
            <p:sp>
              <p:nvSpPr>
                <p:cNvPr id="9307" name="Google Shape;9307;p69"/>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sp>
              <p:nvSpPr>
                <p:cNvPr id="9308" name="Google Shape;9308;p69"/>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sp>
              <p:nvSpPr>
                <p:cNvPr id="9309" name="Google Shape;9309;p69"/>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sp>
              <p:nvSpPr>
                <p:cNvPr id="9310" name="Google Shape;9310;p69"/>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sp>
              <p:nvSpPr>
                <p:cNvPr id="9311" name="Google Shape;9311;p69"/>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sp>
              <p:nvSpPr>
                <p:cNvPr id="9312" name="Google Shape;9312;p69"/>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sp>
              <p:nvSpPr>
                <p:cNvPr id="9313" name="Google Shape;9313;p69"/>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chemeClr val="bg1">
                      <a:lumMod val="65000"/>
                    </a:schemeClr>
                  </a:solidFill>
                  <a:prstDash val="solid"/>
                  <a:miter lim="12565"/>
                  <a:headEnd type="none" w="sm" len="sm"/>
                  <a:tailEnd type="none" w="sm" len="sm"/>
                </a:ln>
              </p:spPr>
              <p:txBody>
                <a:bodyPr spcFirstLastPara="1" wrap="square" lIns="121900" tIns="121900" rIns="121900" bIns="121900" anchor="ctr" anchorCtr="0">
                  <a:noAutofit/>
                </a:bodyPr>
                <a:lstStyle/>
                <a:p>
                  <a:endParaRPr sz="2400"/>
                </a:p>
              </p:txBody>
            </p:sp>
          </p:grpSp>
        </p:grpSp>
      </p:grpSp>
      <p:grpSp>
        <p:nvGrpSpPr>
          <p:cNvPr id="9314" name="Google Shape;9314;p69"/>
          <p:cNvGrpSpPr/>
          <p:nvPr/>
        </p:nvGrpSpPr>
        <p:grpSpPr>
          <a:xfrm>
            <a:off x="3240350" y="2771536"/>
            <a:ext cx="950103" cy="949832"/>
            <a:chOff x="2559249" y="2069323"/>
            <a:chExt cx="685566" cy="685634"/>
          </a:xfrm>
        </p:grpSpPr>
        <p:sp>
          <p:nvSpPr>
            <p:cNvPr id="9315" name="Google Shape;9315;p69"/>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16" name="Google Shape;9316;p69"/>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17" name="Google Shape;9317;p69"/>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18" name="Google Shape;9318;p69"/>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19" name="Google Shape;9319;p69"/>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20" name="Google Shape;9320;p69"/>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21" name="Google Shape;9321;p69"/>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22" name="Google Shape;9322;p69"/>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23" name="Google Shape;9323;p69"/>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24" name="Google Shape;9324;p69"/>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25" name="Google Shape;9325;p69"/>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26" name="Google Shape;9326;p69"/>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27" name="Google Shape;9327;p69"/>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328" name="Google Shape;9328;p69"/>
          <p:cNvGrpSpPr/>
          <p:nvPr/>
        </p:nvGrpSpPr>
        <p:grpSpPr>
          <a:xfrm>
            <a:off x="10150266" y="1588589"/>
            <a:ext cx="1127527" cy="949215"/>
            <a:chOff x="951975" y="315800"/>
            <a:chExt cx="5860325" cy="4933550"/>
          </a:xfrm>
        </p:grpSpPr>
        <p:sp>
          <p:nvSpPr>
            <p:cNvPr id="9329" name="Google Shape;9329;p69"/>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30" name="Google Shape;9330;p69"/>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31" name="Google Shape;9331;p69"/>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32" name="Google Shape;9332;p69"/>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chemeClr val="bg1">
                  <a:lumMod val="65000"/>
                </a:schemeClr>
              </a:solidFill>
              <a:prstDash val="solid"/>
              <a:miter lim="221980"/>
              <a:headEnd type="none" w="sm" len="sm"/>
              <a:tailEnd type="none" w="sm" len="sm"/>
            </a:ln>
          </p:spPr>
          <p:txBody>
            <a:bodyPr spcFirstLastPara="1" wrap="square" lIns="121900" tIns="121900" rIns="121900" bIns="121900" anchor="ctr" anchorCtr="0">
              <a:noAutofit/>
            </a:bodyPr>
            <a:lstStyle/>
            <a:p>
              <a:endParaRPr sz="2400"/>
            </a:p>
          </p:txBody>
        </p:sp>
        <p:sp>
          <p:nvSpPr>
            <p:cNvPr id="9333" name="Google Shape;9333;p69"/>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chemeClr val="bg1">
                  <a:lumMod val="65000"/>
                </a:schemeClr>
              </a:solidFill>
              <a:prstDash val="solid"/>
              <a:miter lim="221980"/>
              <a:headEnd type="none" w="sm" len="sm"/>
              <a:tailEnd type="none" w="sm" len="sm"/>
            </a:ln>
          </p:spPr>
          <p:txBody>
            <a:bodyPr spcFirstLastPara="1" wrap="square" lIns="121900" tIns="121900" rIns="121900" bIns="121900" anchor="ctr" anchorCtr="0">
              <a:noAutofit/>
            </a:bodyPr>
            <a:lstStyle/>
            <a:p>
              <a:endParaRPr sz="2400"/>
            </a:p>
          </p:txBody>
        </p:sp>
        <p:sp>
          <p:nvSpPr>
            <p:cNvPr id="9334" name="Google Shape;9334;p69"/>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chemeClr val="bg1">
                  <a:lumMod val="65000"/>
                </a:schemeClr>
              </a:solidFill>
              <a:prstDash val="solid"/>
              <a:miter lim="221980"/>
              <a:headEnd type="none" w="sm" len="sm"/>
              <a:tailEnd type="none" w="sm" len="sm"/>
            </a:ln>
          </p:spPr>
          <p:txBody>
            <a:bodyPr spcFirstLastPara="1" wrap="square" lIns="121900" tIns="121900" rIns="121900" bIns="121900" anchor="ctr" anchorCtr="0">
              <a:noAutofit/>
            </a:bodyPr>
            <a:lstStyle/>
            <a:p>
              <a:endParaRPr sz="2400"/>
            </a:p>
          </p:txBody>
        </p:sp>
        <p:sp>
          <p:nvSpPr>
            <p:cNvPr id="9335" name="Google Shape;9335;p69"/>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chemeClr val="bg1">
                  <a:lumMod val="65000"/>
                </a:schemeClr>
              </a:solidFill>
              <a:prstDash val="solid"/>
              <a:miter lim="221980"/>
              <a:headEnd type="none" w="sm" len="sm"/>
              <a:tailEnd type="none" w="sm" len="sm"/>
            </a:ln>
          </p:spPr>
          <p:txBody>
            <a:bodyPr spcFirstLastPara="1" wrap="square" lIns="121900" tIns="121900" rIns="121900" bIns="121900" anchor="ctr" anchorCtr="0">
              <a:noAutofit/>
            </a:bodyPr>
            <a:lstStyle/>
            <a:p>
              <a:endParaRPr sz="2400"/>
            </a:p>
          </p:txBody>
        </p:sp>
        <p:sp>
          <p:nvSpPr>
            <p:cNvPr id="9336" name="Google Shape;9336;p69"/>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337" name="Google Shape;9337;p69"/>
          <p:cNvGrpSpPr/>
          <p:nvPr/>
        </p:nvGrpSpPr>
        <p:grpSpPr>
          <a:xfrm>
            <a:off x="4946437" y="3903400"/>
            <a:ext cx="2157243" cy="828965"/>
            <a:chOff x="3862800" y="3038525"/>
            <a:chExt cx="1329006" cy="510698"/>
          </a:xfrm>
        </p:grpSpPr>
        <p:sp>
          <p:nvSpPr>
            <p:cNvPr id="9338" name="Google Shape;9338;p69"/>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39" name="Google Shape;9339;p69"/>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nvGrpSpPr>
            <p:cNvPr id="9340" name="Google Shape;9340;p69"/>
            <p:cNvGrpSpPr/>
            <p:nvPr/>
          </p:nvGrpSpPr>
          <p:grpSpPr>
            <a:xfrm>
              <a:off x="3967075" y="3040337"/>
              <a:ext cx="1019927" cy="402126"/>
              <a:chOff x="3967075" y="3040337"/>
              <a:chExt cx="1019927" cy="402126"/>
            </a:xfrm>
          </p:grpSpPr>
          <p:sp>
            <p:nvSpPr>
              <p:cNvPr id="9341" name="Google Shape;9341;p69"/>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chemeClr val="bg1">
                    <a:lumMod val="65000"/>
                  </a:schemeClr>
                </a:solidFill>
                <a:prstDash val="solid"/>
                <a:miter lim="163566"/>
                <a:headEnd type="none" w="sm" len="sm"/>
                <a:tailEnd type="none" w="sm" len="sm"/>
              </a:ln>
            </p:spPr>
            <p:txBody>
              <a:bodyPr spcFirstLastPara="1" wrap="square" lIns="121900" tIns="121900" rIns="121900" bIns="121900" anchor="ctr" anchorCtr="0">
                <a:noAutofit/>
              </a:bodyPr>
              <a:lstStyle/>
              <a:p>
                <a:endParaRPr sz="2400"/>
              </a:p>
            </p:txBody>
          </p:sp>
          <p:sp>
            <p:nvSpPr>
              <p:cNvPr id="9342" name="Google Shape;9342;p69"/>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chemeClr val="bg1">
                    <a:lumMod val="65000"/>
                  </a:schemeClr>
                </a:solidFill>
                <a:prstDash val="solid"/>
                <a:miter lim="163566"/>
                <a:headEnd type="none" w="sm" len="sm"/>
                <a:tailEnd type="none" w="sm" len="sm"/>
              </a:ln>
            </p:spPr>
            <p:txBody>
              <a:bodyPr spcFirstLastPara="1" wrap="square" lIns="121900" tIns="121900" rIns="121900" bIns="121900" anchor="ctr" anchorCtr="0">
                <a:noAutofit/>
              </a:bodyPr>
              <a:lstStyle/>
              <a:p>
                <a:endParaRPr sz="2400"/>
              </a:p>
            </p:txBody>
          </p:sp>
        </p:grpSp>
        <p:grpSp>
          <p:nvGrpSpPr>
            <p:cNvPr id="9343" name="Google Shape;9343;p69"/>
            <p:cNvGrpSpPr/>
            <p:nvPr/>
          </p:nvGrpSpPr>
          <p:grpSpPr>
            <a:xfrm>
              <a:off x="4186700" y="3040337"/>
              <a:ext cx="390475" cy="183289"/>
              <a:chOff x="4186700" y="3040337"/>
              <a:chExt cx="390475" cy="183289"/>
            </a:xfrm>
          </p:grpSpPr>
          <p:sp>
            <p:nvSpPr>
              <p:cNvPr id="9344" name="Google Shape;9344;p69"/>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chemeClr val="bg1">
                    <a:lumMod val="65000"/>
                  </a:schemeClr>
                </a:solidFill>
                <a:prstDash val="solid"/>
                <a:miter lim="163566"/>
                <a:headEnd type="none" w="sm" len="sm"/>
                <a:tailEnd type="none" w="sm" len="sm"/>
              </a:ln>
            </p:spPr>
            <p:txBody>
              <a:bodyPr spcFirstLastPara="1" wrap="square" lIns="121900" tIns="121900" rIns="121900" bIns="121900" anchor="ctr" anchorCtr="0">
                <a:noAutofit/>
              </a:bodyPr>
              <a:lstStyle/>
              <a:p>
                <a:endParaRPr sz="2400"/>
              </a:p>
            </p:txBody>
          </p:sp>
          <p:sp>
            <p:nvSpPr>
              <p:cNvPr id="9345" name="Google Shape;9345;p69"/>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chemeClr val="bg1">
                    <a:lumMod val="65000"/>
                  </a:schemeClr>
                </a:solidFill>
                <a:prstDash val="solid"/>
                <a:miter lim="163566"/>
                <a:headEnd type="none" w="sm" len="sm"/>
                <a:tailEnd type="none" w="sm" len="sm"/>
              </a:ln>
            </p:spPr>
            <p:txBody>
              <a:bodyPr spcFirstLastPara="1" wrap="square" lIns="121900" tIns="121900" rIns="121900" bIns="121900" anchor="ctr" anchorCtr="0">
                <a:noAutofit/>
              </a:bodyPr>
              <a:lstStyle/>
              <a:p>
                <a:endParaRPr sz="2400"/>
              </a:p>
            </p:txBody>
          </p:sp>
        </p:grpSp>
        <p:grpSp>
          <p:nvGrpSpPr>
            <p:cNvPr id="9346" name="Google Shape;9346;p69"/>
            <p:cNvGrpSpPr/>
            <p:nvPr/>
          </p:nvGrpSpPr>
          <p:grpSpPr>
            <a:xfrm>
              <a:off x="4073727" y="3040337"/>
              <a:ext cx="697794" cy="296263"/>
              <a:chOff x="4073727" y="3040337"/>
              <a:chExt cx="697794" cy="296263"/>
            </a:xfrm>
          </p:grpSpPr>
          <p:sp>
            <p:nvSpPr>
              <p:cNvPr id="9347" name="Google Shape;9347;p69"/>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chemeClr val="bg1">
                    <a:lumMod val="65000"/>
                  </a:schemeClr>
                </a:solidFill>
                <a:prstDash val="solid"/>
                <a:miter lim="163566"/>
                <a:headEnd type="none" w="sm" len="sm"/>
                <a:tailEnd type="none" w="sm" len="sm"/>
              </a:ln>
            </p:spPr>
            <p:txBody>
              <a:bodyPr spcFirstLastPara="1" wrap="square" lIns="121900" tIns="121900" rIns="121900" bIns="121900" anchor="ctr" anchorCtr="0">
                <a:noAutofit/>
              </a:bodyPr>
              <a:lstStyle/>
              <a:p>
                <a:endParaRPr sz="2400"/>
              </a:p>
            </p:txBody>
          </p:sp>
          <p:sp>
            <p:nvSpPr>
              <p:cNvPr id="9348" name="Google Shape;9348;p69"/>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chemeClr val="bg1">
                    <a:lumMod val="65000"/>
                  </a:schemeClr>
                </a:solidFill>
                <a:prstDash val="solid"/>
                <a:miter lim="163566"/>
                <a:headEnd type="none" w="sm" len="sm"/>
                <a:tailEnd type="none" w="sm" len="sm"/>
              </a:ln>
            </p:spPr>
            <p:txBody>
              <a:bodyPr spcFirstLastPara="1" wrap="square" lIns="121900" tIns="121900" rIns="121900" bIns="121900" anchor="ctr" anchorCtr="0">
                <a:noAutofit/>
              </a:bodyPr>
              <a:lstStyle/>
              <a:p>
                <a:endParaRPr sz="2400"/>
              </a:p>
            </p:txBody>
          </p:sp>
        </p:grpSp>
        <p:grpSp>
          <p:nvGrpSpPr>
            <p:cNvPr id="9349" name="Google Shape;9349;p69"/>
            <p:cNvGrpSpPr/>
            <p:nvPr/>
          </p:nvGrpSpPr>
          <p:grpSpPr>
            <a:xfrm>
              <a:off x="3862800" y="3038525"/>
              <a:ext cx="1329006" cy="510698"/>
              <a:chOff x="3862800" y="3038525"/>
              <a:chExt cx="1329006" cy="510698"/>
            </a:xfrm>
          </p:grpSpPr>
          <p:sp>
            <p:nvSpPr>
              <p:cNvPr id="9350" name="Google Shape;9350;p69"/>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chemeClr val="bg1">
                    <a:lumMod val="65000"/>
                  </a:schemeClr>
                </a:solidFill>
                <a:prstDash val="solid"/>
                <a:miter lim="163566"/>
                <a:headEnd type="none" w="sm" len="sm"/>
                <a:tailEnd type="none" w="sm" len="sm"/>
              </a:ln>
            </p:spPr>
            <p:txBody>
              <a:bodyPr spcFirstLastPara="1" wrap="square" lIns="121900" tIns="121900" rIns="121900" bIns="121900" anchor="ctr" anchorCtr="0">
                <a:noAutofit/>
              </a:bodyPr>
              <a:lstStyle/>
              <a:p>
                <a:endParaRPr sz="2400"/>
              </a:p>
            </p:txBody>
          </p:sp>
          <p:sp>
            <p:nvSpPr>
              <p:cNvPr id="9351" name="Google Shape;9351;p69"/>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chemeClr val="bg1">
                    <a:lumMod val="65000"/>
                  </a:schemeClr>
                </a:solidFill>
                <a:prstDash val="solid"/>
                <a:miter lim="163566"/>
                <a:headEnd type="none" w="sm" len="sm"/>
                <a:tailEnd type="none" w="sm" len="sm"/>
              </a:ln>
            </p:spPr>
            <p:txBody>
              <a:bodyPr spcFirstLastPara="1" wrap="square" lIns="121900" tIns="121900" rIns="121900" bIns="121900" anchor="ctr" anchorCtr="0">
                <a:noAutofit/>
              </a:bodyPr>
              <a:lstStyle/>
              <a:p>
                <a:endParaRPr sz="2400"/>
              </a:p>
            </p:txBody>
          </p:sp>
        </p:grpSp>
      </p:grpSp>
      <p:grpSp>
        <p:nvGrpSpPr>
          <p:cNvPr id="9352" name="Google Shape;9352;p69"/>
          <p:cNvGrpSpPr/>
          <p:nvPr/>
        </p:nvGrpSpPr>
        <p:grpSpPr>
          <a:xfrm>
            <a:off x="957534" y="1588588"/>
            <a:ext cx="1177607" cy="1033568"/>
            <a:chOff x="649648" y="271400"/>
            <a:chExt cx="6215377" cy="5455143"/>
          </a:xfrm>
        </p:grpSpPr>
        <p:sp>
          <p:nvSpPr>
            <p:cNvPr id="9353" name="Google Shape;9353;p69"/>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chemeClr val="bg1">
                  <a:lumMod val="65000"/>
                </a:schemeClr>
              </a:solidFill>
              <a:prstDash val="solid"/>
              <a:miter lim="221980"/>
              <a:headEnd type="none" w="sm" len="sm"/>
              <a:tailEnd type="none" w="sm" len="sm"/>
            </a:ln>
          </p:spPr>
          <p:txBody>
            <a:bodyPr spcFirstLastPara="1" wrap="square" lIns="121900" tIns="121900" rIns="121900" bIns="121900" anchor="ctr" anchorCtr="0">
              <a:noAutofit/>
            </a:bodyPr>
            <a:lstStyle/>
            <a:p>
              <a:endParaRPr sz="2400"/>
            </a:p>
          </p:txBody>
        </p:sp>
        <p:sp>
          <p:nvSpPr>
            <p:cNvPr id="9354" name="Google Shape;9354;p69"/>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chemeClr val="bg1">
                  <a:lumMod val="65000"/>
                </a:schemeClr>
              </a:solidFill>
              <a:prstDash val="solid"/>
              <a:miter lim="221980"/>
              <a:headEnd type="none" w="sm" len="sm"/>
              <a:tailEnd type="none" w="sm" len="sm"/>
            </a:ln>
          </p:spPr>
          <p:txBody>
            <a:bodyPr spcFirstLastPara="1" wrap="square" lIns="121900" tIns="121900" rIns="121900" bIns="121900" anchor="ctr" anchorCtr="0">
              <a:noAutofit/>
            </a:bodyPr>
            <a:lstStyle/>
            <a:p>
              <a:endParaRPr sz="2400"/>
            </a:p>
          </p:txBody>
        </p:sp>
        <p:sp>
          <p:nvSpPr>
            <p:cNvPr id="9355" name="Google Shape;9355;p69"/>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chemeClr val="bg1">
                  <a:lumMod val="65000"/>
                </a:schemeClr>
              </a:solidFill>
              <a:prstDash val="solid"/>
              <a:miter lim="221980"/>
              <a:headEnd type="none" w="sm" len="sm"/>
              <a:tailEnd type="none" w="sm" len="sm"/>
            </a:ln>
          </p:spPr>
          <p:txBody>
            <a:bodyPr spcFirstLastPara="1" wrap="square" lIns="121900" tIns="121900" rIns="121900" bIns="121900" anchor="ctr" anchorCtr="0">
              <a:noAutofit/>
            </a:bodyPr>
            <a:lstStyle/>
            <a:p>
              <a:endParaRPr sz="2400"/>
            </a:p>
          </p:txBody>
        </p:sp>
        <p:sp>
          <p:nvSpPr>
            <p:cNvPr id="9356" name="Google Shape;9356;p69"/>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chemeClr val="bg1">
                  <a:lumMod val="65000"/>
                </a:schemeClr>
              </a:solidFill>
              <a:prstDash val="solid"/>
              <a:miter lim="221980"/>
              <a:headEnd type="none" w="sm" len="sm"/>
              <a:tailEnd type="none" w="sm" len="sm"/>
            </a:ln>
          </p:spPr>
          <p:txBody>
            <a:bodyPr spcFirstLastPara="1" wrap="square" lIns="121900" tIns="121900" rIns="121900" bIns="121900" anchor="ctr" anchorCtr="0">
              <a:noAutofit/>
            </a:bodyPr>
            <a:lstStyle/>
            <a:p>
              <a:endParaRPr sz="2400"/>
            </a:p>
          </p:txBody>
        </p:sp>
        <p:sp>
          <p:nvSpPr>
            <p:cNvPr id="9357" name="Google Shape;9357;p69"/>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chemeClr val="bg1">
                  <a:lumMod val="65000"/>
                </a:schemeClr>
              </a:solidFill>
              <a:prstDash val="solid"/>
              <a:miter lim="221980"/>
              <a:headEnd type="none" w="sm" len="sm"/>
              <a:tailEnd type="none" w="sm" len="sm"/>
            </a:ln>
          </p:spPr>
          <p:txBody>
            <a:bodyPr spcFirstLastPara="1" wrap="square" lIns="121900" tIns="121900" rIns="121900" bIns="121900" anchor="ctr" anchorCtr="0">
              <a:noAutofit/>
            </a:bodyPr>
            <a:lstStyle/>
            <a:p>
              <a:endParaRPr sz="2400"/>
            </a:p>
          </p:txBody>
        </p:sp>
        <p:sp>
          <p:nvSpPr>
            <p:cNvPr id="9358" name="Google Shape;9358;p69"/>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chemeClr val="bg1">
                  <a:lumMod val="65000"/>
                </a:schemeClr>
              </a:solidFill>
              <a:prstDash val="solid"/>
              <a:miter lim="221980"/>
              <a:headEnd type="none" w="sm" len="sm"/>
              <a:tailEnd type="none" w="sm" len="sm"/>
            </a:ln>
          </p:spPr>
          <p:txBody>
            <a:bodyPr spcFirstLastPara="1" wrap="square" lIns="121900" tIns="121900" rIns="121900" bIns="121900" anchor="ctr" anchorCtr="0">
              <a:noAutofit/>
            </a:bodyPr>
            <a:lstStyle/>
            <a:p>
              <a:endParaRPr sz="2400"/>
            </a:p>
          </p:txBody>
        </p:sp>
        <p:sp>
          <p:nvSpPr>
            <p:cNvPr id="9359" name="Google Shape;9359;p69"/>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chemeClr val="bg1">
                  <a:lumMod val="65000"/>
                </a:schemeClr>
              </a:solidFill>
              <a:prstDash val="solid"/>
              <a:miter lim="221980"/>
              <a:headEnd type="none" w="sm" len="sm"/>
              <a:tailEnd type="none" w="sm" len="sm"/>
            </a:ln>
          </p:spPr>
          <p:txBody>
            <a:bodyPr spcFirstLastPara="1" wrap="square" lIns="121900" tIns="121900" rIns="121900" bIns="121900" anchor="ctr" anchorCtr="0">
              <a:noAutofit/>
            </a:bodyPr>
            <a:lstStyle/>
            <a:p>
              <a:endParaRPr sz="2400"/>
            </a:p>
          </p:txBody>
        </p:sp>
        <p:sp>
          <p:nvSpPr>
            <p:cNvPr id="9360" name="Google Shape;9360;p69"/>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chemeClr val="bg1">
                  <a:lumMod val="65000"/>
                </a:schemeClr>
              </a:solidFill>
              <a:prstDash val="solid"/>
              <a:miter lim="221980"/>
              <a:headEnd type="none" w="sm" len="sm"/>
              <a:tailEnd type="none" w="sm" len="sm"/>
            </a:ln>
          </p:spPr>
          <p:txBody>
            <a:bodyPr spcFirstLastPara="1" wrap="square" lIns="121900" tIns="121900" rIns="121900" bIns="121900" anchor="ctr" anchorCtr="0">
              <a:noAutofit/>
            </a:bodyPr>
            <a:lstStyle/>
            <a:p>
              <a:endParaRPr sz="2400"/>
            </a:p>
          </p:txBody>
        </p:sp>
        <p:sp>
          <p:nvSpPr>
            <p:cNvPr id="9361" name="Google Shape;9361;p69"/>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chemeClr val="bg1">
                  <a:lumMod val="65000"/>
                </a:schemeClr>
              </a:solidFill>
              <a:prstDash val="solid"/>
              <a:miter lim="221980"/>
              <a:headEnd type="none" w="sm" len="sm"/>
              <a:tailEnd type="none" w="sm" len="sm"/>
            </a:ln>
          </p:spPr>
          <p:txBody>
            <a:bodyPr spcFirstLastPara="1" wrap="square" lIns="121900" tIns="121900" rIns="121900" bIns="121900" anchor="ctr" anchorCtr="0">
              <a:noAutofit/>
            </a:bodyPr>
            <a:lstStyle/>
            <a:p>
              <a:endParaRPr sz="2400"/>
            </a:p>
          </p:txBody>
        </p:sp>
        <p:sp>
          <p:nvSpPr>
            <p:cNvPr id="9362" name="Google Shape;9362;p69"/>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chemeClr val="bg1">
                  <a:lumMod val="65000"/>
                </a:schemeClr>
              </a:solidFill>
              <a:prstDash val="solid"/>
              <a:miter lim="221980"/>
              <a:headEnd type="none" w="sm" len="sm"/>
              <a:tailEnd type="none" w="sm" len="sm"/>
            </a:ln>
          </p:spPr>
          <p:txBody>
            <a:bodyPr spcFirstLastPara="1" wrap="square" lIns="121900" tIns="121900" rIns="121900" bIns="121900" anchor="ctr" anchorCtr="0">
              <a:noAutofit/>
            </a:bodyPr>
            <a:lstStyle/>
            <a:p>
              <a:endParaRPr sz="2400"/>
            </a:p>
          </p:txBody>
        </p:sp>
        <p:sp>
          <p:nvSpPr>
            <p:cNvPr id="9363" name="Google Shape;9363;p69"/>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chemeClr val="bg1">
                  <a:lumMod val="65000"/>
                </a:schemeClr>
              </a:solidFill>
              <a:prstDash val="solid"/>
              <a:miter lim="221980"/>
              <a:headEnd type="none" w="sm" len="sm"/>
              <a:tailEnd type="none" w="sm" len="sm"/>
            </a:ln>
          </p:spPr>
          <p:txBody>
            <a:bodyPr spcFirstLastPara="1" wrap="square" lIns="121900" tIns="121900" rIns="121900" bIns="121900" anchor="ctr" anchorCtr="0">
              <a:noAutofit/>
            </a:bodyPr>
            <a:lstStyle/>
            <a:p>
              <a:endParaRPr sz="2400"/>
            </a:p>
          </p:txBody>
        </p:sp>
        <p:sp>
          <p:nvSpPr>
            <p:cNvPr id="9364" name="Google Shape;9364;p69"/>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chemeClr val="bg1">
                  <a:lumMod val="65000"/>
                </a:schemeClr>
              </a:solidFill>
              <a:prstDash val="solid"/>
              <a:miter lim="221980"/>
              <a:headEnd type="none" w="sm" len="sm"/>
              <a:tailEnd type="none" w="sm" len="sm"/>
            </a:ln>
          </p:spPr>
          <p:txBody>
            <a:bodyPr spcFirstLastPara="1" wrap="square" lIns="121900" tIns="121900" rIns="121900" bIns="121900" anchor="ctr" anchorCtr="0">
              <a:noAutofit/>
            </a:bodyPr>
            <a:lstStyle/>
            <a:p>
              <a:endParaRPr sz="2400"/>
            </a:p>
          </p:txBody>
        </p:sp>
      </p:grpSp>
      <p:grpSp>
        <p:nvGrpSpPr>
          <p:cNvPr id="9365" name="Google Shape;9365;p69"/>
          <p:cNvGrpSpPr/>
          <p:nvPr/>
        </p:nvGrpSpPr>
        <p:grpSpPr>
          <a:xfrm>
            <a:off x="3101936" y="1588590"/>
            <a:ext cx="1023605" cy="1050831"/>
            <a:chOff x="2499700" y="1135950"/>
            <a:chExt cx="732402" cy="751882"/>
          </a:xfrm>
        </p:grpSpPr>
        <p:grpSp>
          <p:nvGrpSpPr>
            <p:cNvPr id="9366" name="Google Shape;9366;p69"/>
            <p:cNvGrpSpPr/>
            <p:nvPr/>
          </p:nvGrpSpPr>
          <p:grpSpPr>
            <a:xfrm>
              <a:off x="2499700" y="1135950"/>
              <a:ext cx="732402" cy="694706"/>
              <a:chOff x="2499700" y="1135950"/>
              <a:chExt cx="732402" cy="694706"/>
            </a:xfrm>
          </p:grpSpPr>
          <p:sp>
            <p:nvSpPr>
              <p:cNvPr id="9367" name="Google Shape;9367;p69"/>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68" name="Google Shape;9368;p69"/>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69" name="Google Shape;9369;p69"/>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70" name="Google Shape;9370;p69"/>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71" name="Google Shape;9371;p69"/>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72" name="Google Shape;9372;p69"/>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73" name="Google Shape;9373;p69"/>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74" name="Google Shape;9374;p69"/>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75" name="Google Shape;9375;p69"/>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76" name="Google Shape;9376;p69"/>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77" name="Google Shape;9377;p69"/>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78" name="Google Shape;9378;p69"/>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79" name="Google Shape;9379;p69"/>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80" name="Google Shape;9380;p69"/>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81" name="Google Shape;9381;p69"/>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82" name="Google Shape;9382;p69"/>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83" name="Google Shape;9383;p69"/>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84" name="Google Shape;9384;p69"/>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85" name="Google Shape;9385;p69"/>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86" name="Google Shape;9386;p69"/>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87" name="Google Shape;9387;p69"/>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88" name="Google Shape;9388;p69"/>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89" name="Google Shape;9389;p69"/>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90" name="Google Shape;9390;p69"/>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91" name="Google Shape;9391;p69"/>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92" name="Google Shape;9392;p69"/>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393" name="Google Shape;9393;p69"/>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chemeClr val="bg1">
                    <a:lumMod val="65000"/>
                  </a:schemeClr>
                </a:solidFill>
                <a:prstDash val="solid"/>
                <a:miter lim="201878"/>
                <a:headEnd type="none" w="sm" len="sm"/>
                <a:tailEnd type="none" w="sm" len="sm"/>
              </a:ln>
            </p:spPr>
            <p:txBody>
              <a:bodyPr spcFirstLastPara="1" wrap="square" lIns="121900" tIns="121900" rIns="121900" bIns="121900" anchor="ctr" anchorCtr="0">
                <a:noAutofit/>
              </a:bodyPr>
              <a:lstStyle/>
              <a:p>
                <a:endParaRPr sz="2400"/>
              </a:p>
            </p:txBody>
          </p:sp>
        </p:grpSp>
        <p:grpSp>
          <p:nvGrpSpPr>
            <p:cNvPr id="9394" name="Google Shape;9394;p69"/>
            <p:cNvGrpSpPr/>
            <p:nvPr/>
          </p:nvGrpSpPr>
          <p:grpSpPr>
            <a:xfrm>
              <a:off x="2517909" y="1188726"/>
              <a:ext cx="702702" cy="699106"/>
              <a:chOff x="2517909" y="1188726"/>
              <a:chExt cx="702702" cy="699106"/>
            </a:xfrm>
          </p:grpSpPr>
          <p:sp>
            <p:nvSpPr>
              <p:cNvPr id="9395" name="Google Shape;9395;p69"/>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396" name="Google Shape;9396;p69"/>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397" name="Google Shape;9397;p69"/>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398" name="Google Shape;9398;p69"/>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399" name="Google Shape;9399;p69"/>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grpSp>
        <p:nvGrpSpPr>
          <p:cNvPr id="9400" name="Google Shape;9400;p69"/>
          <p:cNvGrpSpPr/>
          <p:nvPr/>
        </p:nvGrpSpPr>
        <p:grpSpPr>
          <a:xfrm>
            <a:off x="2229579" y="1588589"/>
            <a:ext cx="777919" cy="1160305"/>
            <a:chOff x="1716825" y="1121550"/>
            <a:chExt cx="622800" cy="928938"/>
          </a:xfrm>
        </p:grpSpPr>
        <p:grpSp>
          <p:nvGrpSpPr>
            <p:cNvPr id="9401" name="Google Shape;9401;p69"/>
            <p:cNvGrpSpPr/>
            <p:nvPr/>
          </p:nvGrpSpPr>
          <p:grpSpPr>
            <a:xfrm>
              <a:off x="1716825" y="1121550"/>
              <a:ext cx="622800" cy="928938"/>
              <a:chOff x="1716825" y="1121550"/>
              <a:chExt cx="622800" cy="928938"/>
            </a:xfrm>
          </p:grpSpPr>
          <p:cxnSp>
            <p:nvCxnSpPr>
              <p:cNvPr id="9402" name="Google Shape;9402;p69"/>
              <p:cNvCxnSpPr/>
              <p:nvPr/>
            </p:nvCxnSpPr>
            <p:spPr>
              <a:xfrm>
                <a:off x="1954750" y="1738188"/>
                <a:ext cx="0" cy="312300"/>
              </a:xfrm>
              <a:prstGeom prst="straightConnector1">
                <a:avLst/>
              </a:prstGeom>
              <a:noFill/>
              <a:ln w="9525" cap="flat" cmpd="sng">
                <a:solidFill>
                  <a:schemeClr val="bg1">
                    <a:lumMod val="65000"/>
                  </a:schemeClr>
                </a:solidFill>
                <a:prstDash val="solid"/>
                <a:round/>
                <a:headEnd type="none" w="med" len="med"/>
                <a:tailEnd type="none" w="med" len="med"/>
              </a:ln>
            </p:spPr>
          </p:cxnSp>
          <p:sp>
            <p:nvSpPr>
              <p:cNvPr id="9403" name="Google Shape;9403;p69"/>
              <p:cNvSpPr/>
              <p:nvPr/>
            </p:nvSpPr>
            <p:spPr>
              <a:xfrm>
                <a:off x="1716825" y="1121550"/>
                <a:ext cx="622800" cy="6228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404" name="Google Shape;9404;p69"/>
            <p:cNvGrpSpPr/>
            <p:nvPr/>
          </p:nvGrpSpPr>
          <p:grpSpPr>
            <a:xfrm>
              <a:off x="1768050" y="1172775"/>
              <a:ext cx="520200" cy="832000"/>
              <a:chOff x="1768050" y="1172775"/>
              <a:chExt cx="520200" cy="832000"/>
            </a:xfrm>
          </p:grpSpPr>
          <p:cxnSp>
            <p:nvCxnSpPr>
              <p:cNvPr id="9405" name="Google Shape;9405;p69"/>
              <p:cNvCxnSpPr/>
              <p:nvPr/>
            </p:nvCxnSpPr>
            <p:spPr>
              <a:xfrm>
                <a:off x="2003025" y="1692475"/>
                <a:ext cx="0" cy="312300"/>
              </a:xfrm>
              <a:prstGeom prst="straightConnector1">
                <a:avLst/>
              </a:prstGeom>
              <a:noFill/>
              <a:ln w="9525" cap="flat" cmpd="sng">
                <a:solidFill>
                  <a:schemeClr val="bg1">
                    <a:lumMod val="65000"/>
                  </a:schemeClr>
                </a:solidFill>
                <a:prstDash val="solid"/>
                <a:round/>
                <a:headEnd type="none" w="med" len="med"/>
                <a:tailEnd type="none" w="med" len="med"/>
              </a:ln>
            </p:spPr>
          </p:cxnSp>
          <p:sp>
            <p:nvSpPr>
              <p:cNvPr id="9406" name="Google Shape;9406;p69"/>
              <p:cNvSpPr/>
              <p:nvPr/>
            </p:nvSpPr>
            <p:spPr>
              <a:xfrm>
                <a:off x="1768050" y="1172775"/>
                <a:ext cx="520200" cy="5202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407" name="Google Shape;9407;p69"/>
            <p:cNvGrpSpPr/>
            <p:nvPr/>
          </p:nvGrpSpPr>
          <p:grpSpPr>
            <a:xfrm>
              <a:off x="1820100" y="1225475"/>
              <a:ext cx="416400" cy="729575"/>
              <a:chOff x="1820100" y="1225475"/>
              <a:chExt cx="416400" cy="729575"/>
            </a:xfrm>
          </p:grpSpPr>
          <p:cxnSp>
            <p:nvCxnSpPr>
              <p:cNvPr id="9408" name="Google Shape;9408;p69"/>
              <p:cNvCxnSpPr/>
              <p:nvPr/>
            </p:nvCxnSpPr>
            <p:spPr>
              <a:xfrm>
                <a:off x="2051300" y="1642750"/>
                <a:ext cx="0" cy="312300"/>
              </a:xfrm>
              <a:prstGeom prst="straightConnector1">
                <a:avLst/>
              </a:prstGeom>
              <a:noFill/>
              <a:ln w="9525" cap="flat" cmpd="sng">
                <a:solidFill>
                  <a:schemeClr val="bg1">
                    <a:lumMod val="65000"/>
                  </a:schemeClr>
                </a:solidFill>
                <a:prstDash val="solid"/>
                <a:round/>
                <a:headEnd type="none" w="med" len="med"/>
                <a:tailEnd type="none" w="med" len="med"/>
              </a:ln>
            </p:spPr>
          </p:cxnSp>
          <p:sp>
            <p:nvSpPr>
              <p:cNvPr id="9409" name="Google Shape;9409;p69"/>
              <p:cNvSpPr/>
              <p:nvPr/>
            </p:nvSpPr>
            <p:spPr>
              <a:xfrm>
                <a:off x="1820100" y="1225475"/>
                <a:ext cx="416400" cy="4164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410" name="Google Shape;9410;p69"/>
            <p:cNvGrpSpPr/>
            <p:nvPr/>
          </p:nvGrpSpPr>
          <p:grpSpPr>
            <a:xfrm>
              <a:off x="1874250" y="1278825"/>
              <a:ext cx="308100" cy="605275"/>
              <a:chOff x="1874250" y="1278825"/>
              <a:chExt cx="308100" cy="605275"/>
            </a:xfrm>
          </p:grpSpPr>
          <p:cxnSp>
            <p:nvCxnSpPr>
              <p:cNvPr id="9411" name="Google Shape;9411;p69"/>
              <p:cNvCxnSpPr/>
              <p:nvPr/>
            </p:nvCxnSpPr>
            <p:spPr>
              <a:xfrm>
                <a:off x="2099575" y="1571800"/>
                <a:ext cx="0" cy="312300"/>
              </a:xfrm>
              <a:prstGeom prst="straightConnector1">
                <a:avLst/>
              </a:prstGeom>
              <a:noFill/>
              <a:ln w="9525" cap="flat" cmpd="sng">
                <a:solidFill>
                  <a:schemeClr val="bg1">
                    <a:lumMod val="65000"/>
                  </a:schemeClr>
                </a:solidFill>
                <a:prstDash val="solid"/>
                <a:round/>
                <a:headEnd type="none" w="med" len="med"/>
                <a:tailEnd type="none" w="med" len="med"/>
              </a:ln>
            </p:spPr>
          </p:cxnSp>
          <p:sp>
            <p:nvSpPr>
              <p:cNvPr id="9412" name="Google Shape;9412;p69"/>
              <p:cNvSpPr/>
              <p:nvPr/>
            </p:nvSpPr>
            <p:spPr>
              <a:xfrm>
                <a:off x="1874250" y="1278825"/>
                <a:ext cx="308100" cy="3081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sp>
          <p:nvSpPr>
            <p:cNvPr id="9413" name="Google Shape;9413;p69"/>
            <p:cNvSpPr/>
            <p:nvPr/>
          </p:nvSpPr>
          <p:spPr>
            <a:xfrm>
              <a:off x="1920625" y="1326000"/>
              <a:ext cx="215400" cy="2154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414" name="Google Shape;9414;p69"/>
          <p:cNvGrpSpPr/>
          <p:nvPr/>
        </p:nvGrpSpPr>
        <p:grpSpPr>
          <a:xfrm>
            <a:off x="2122676" y="2770351"/>
            <a:ext cx="985429" cy="952203"/>
            <a:chOff x="4334725" y="1355875"/>
            <a:chExt cx="3106650" cy="3001900"/>
          </a:xfrm>
        </p:grpSpPr>
        <p:grpSp>
          <p:nvGrpSpPr>
            <p:cNvPr id="9415" name="Google Shape;9415;p69"/>
            <p:cNvGrpSpPr/>
            <p:nvPr/>
          </p:nvGrpSpPr>
          <p:grpSpPr>
            <a:xfrm>
              <a:off x="4516050" y="1724875"/>
              <a:ext cx="2693725" cy="2632900"/>
              <a:chOff x="4516050" y="1724875"/>
              <a:chExt cx="2693725" cy="2632900"/>
            </a:xfrm>
          </p:grpSpPr>
          <p:sp>
            <p:nvSpPr>
              <p:cNvPr id="9416" name="Google Shape;9416;p69"/>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17" name="Google Shape;9417;p69"/>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18" name="Google Shape;9418;p69"/>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419" name="Google Shape;9419;p69"/>
            <p:cNvGrpSpPr/>
            <p:nvPr/>
          </p:nvGrpSpPr>
          <p:grpSpPr>
            <a:xfrm>
              <a:off x="4334725" y="1355875"/>
              <a:ext cx="3106650" cy="2709650"/>
              <a:chOff x="4334725" y="1355875"/>
              <a:chExt cx="3106650" cy="2709650"/>
            </a:xfrm>
          </p:grpSpPr>
          <p:sp>
            <p:nvSpPr>
              <p:cNvPr id="9420" name="Google Shape;9420;p69"/>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chemeClr val="bg1">
                    <a:lumMod val="65000"/>
                  </a:schemeClr>
                </a:solidFill>
                <a:prstDash val="solid"/>
                <a:miter lim="2452"/>
                <a:headEnd type="none" w="sm" len="sm"/>
                <a:tailEnd type="none" w="sm" len="sm"/>
              </a:ln>
            </p:spPr>
            <p:txBody>
              <a:bodyPr spcFirstLastPara="1" wrap="square" lIns="121900" tIns="121900" rIns="121900" bIns="121900" anchor="ctr" anchorCtr="0">
                <a:noAutofit/>
              </a:bodyPr>
              <a:lstStyle/>
              <a:p>
                <a:endParaRPr sz="2400"/>
              </a:p>
            </p:txBody>
          </p:sp>
          <p:sp>
            <p:nvSpPr>
              <p:cNvPr id="9421" name="Google Shape;9421;p69"/>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chemeClr val="bg1">
                    <a:lumMod val="65000"/>
                  </a:schemeClr>
                </a:solidFill>
                <a:prstDash val="solid"/>
                <a:miter lim="2452"/>
                <a:headEnd type="none" w="sm" len="sm"/>
                <a:tailEnd type="none" w="sm" len="sm"/>
              </a:ln>
            </p:spPr>
            <p:txBody>
              <a:bodyPr spcFirstLastPara="1" wrap="square" lIns="121900" tIns="121900" rIns="121900" bIns="121900" anchor="ctr" anchorCtr="0">
                <a:noAutofit/>
              </a:bodyPr>
              <a:lstStyle/>
              <a:p>
                <a:endParaRPr sz="2400"/>
              </a:p>
            </p:txBody>
          </p:sp>
          <p:sp>
            <p:nvSpPr>
              <p:cNvPr id="9422" name="Google Shape;9422;p69"/>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chemeClr val="bg1">
                    <a:lumMod val="65000"/>
                  </a:schemeClr>
                </a:solidFill>
                <a:prstDash val="solid"/>
                <a:miter lim="2452"/>
                <a:headEnd type="none" w="sm" len="sm"/>
                <a:tailEnd type="none" w="sm" len="sm"/>
              </a:ln>
            </p:spPr>
            <p:txBody>
              <a:bodyPr spcFirstLastPara="1" wrap="square" lIns="121900" tIns="121900" rIns="121900" bIns="121900" anchor="ctr" anchorCtr="0">
                <a:noAutofit/>
              </a:bodyPr>
              <a:lstStyle/>
              <a:p>
                <a:endParaRPr sz="2400"/>
              </a:p>
            </p:txBody>
          </p:sp>
        </p:grpSp>
      </p:grpSp>
      <p:grpSp>
        <p:nvGrpSpPr>
          <p:cNvPr id="9423" name="Google Shape;9423;p69"/>
          <p:cNvGrpSpPr/>
          <p:nvPr/>
        </p:nvGrpSpPr>
        <p:grpSpPr>
          <a:xfrm>
            <a:off x="10278608" y="4944713"/>
            <a:ext cx="416099" cy="912231"/>
            <a:chOff x="7645573" y="3754300"/>
            <a:chExt cx="293855" cy="644170"/>
          </a:xfrm>
        </p:grpSpPr>
        <p:sp>
          <p:nvSpPr>
            <p:cNvPr id="9424" name="Google Shape;9424;p69"/>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25" name="Google Shape;9425;p69"/>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426" name="Google Shape;9426;p69"/>
          <p:cNvGrpSpPr/>
          <p:nvPr/>
        </p:nvGrpSpPr>
        <p:grpSpPr>
          <a:xfrm>
            <a:off x="7507926" y="1588589"/>
            <a:ext cx="945348" cy="985812"/>
            <a:chOff x="5830645" y="1256617"/>
            <a:chExt cx="530340" cy="553040"/>
          </a:xfrm>
        </p:grpSpPr>
        <p:grpSp>
          <p:nvGrpSpPr>
            <p:cNvPr id="9427" name="Google Shape;9427;p69"/>
            <p:cNvGrpSpPr/>
            <p:nvPr/>
          </p:nvGrpSpPr>
          <p:grpSpPr>
            <a:xfrm>
              <a:off x="5830645" y="1256617"/>
              <a:ext cx="259743" cy="269909"/>
              <a:chOff x="5830645" y="1256617"/>
              <a:chExt cx="259743" cy="269909"/>
            </a:xfrm>
          </p:grpSpPr>
          <p:sp>
            <p:nvSpPr>
              <p:cNvPr id="9428" name="Google Shape;9428;p69"/>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29" name="Google Shape;9429;p69"/>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430" name="Google Shape;9430;p69"/>
            <p:cNvGrpSpPr/>
            <p:nvPr/>
          </p:nvGrpSpPr>
          <p:grpSpPr>
            <a:xfrm>
              <a:off x="6101293" y="1256617"/>
              <a:ext cx="259692" cy="269909"/>
              <a:chOff x="6101293" y="1256617"/>
              <a:chExt cx="259692" cy="269909"/>
            </a:xfrm>
          </p:grpSpPr>
          <p:sp>
            <p:nvSpPr>
              <p:cNvPr id="9431" name="Google Shape;9431;p69"/>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32" name="Google Shape;9432;p69"/>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433" name="Google Shape;9433;p69"/>
            <p:cNvGrpSpPr/>
            <p:nvPr/>
          </p:nvGrpSpPr>
          <p:grpSpPr>
            <a:xfrm>
              <a:off x="5830645" y="1539749"/>
              <a:ext cx="259692" cy="269909"/>
              <a:chOff x="5830645" y="1539749"/>
              <a:chExt cx="259692" cy="269909"/>
            </a:xfrm>
          </p:grpSpPr>
          <p:sp>
            <p:nvSpPr>
              <p:cNvPr id="9434" name="Google Shape;9434;p69"/>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35" name="Google Shape;9435;p69"/>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436" name="Google Shape;9436;p69"/>
            <p:cNvGrpSpPr/>
            <p:nvPr/>
          </p:nvGrpSpPr>
          <p:grpSpPr>
            <a:xfrm>
              <a:off x="6101293" y="1539749"/>
              <a:ext cx="259692" cy="269909"/>
              <a:chOff x="6101293" y="1539749"/>
              <a:chExt cx="259692" cy="269909"/>
            </a:xfrm>
          </p:grpSpPr>
          <p:sp>
            <p:nvSpPr>
              <p:cNvPr id="9437" name="Google Shape;9437;p69"/>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38" name="Google Shape;9438;p69"/>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sp>
          <p:nvSpPr>
            <p:cNvPr id="9439" name="Google Shape;9439;p69"/>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440" name="Google Shape;9440;p69"/>
          <p:cNvGrpSpPr/>
          <p:nvPr/>
        </p:nvGrpSpPr>
        <p:grpSpPr>
          <a:xfrm>
            <a:off x="976585" y="3903409"/>
            <a:ext cx="1937273" cy="828480"/>
            <a:chOff x="732422" y="2990152"/>
            <a:chExt cx="1337773" cy="572102"/>
          </a:xfrm>
        </p:grpSpPr>
        <p:sp>
          <p:nvSpPr>
            <p:cNvPr id="9441" name="Google Shape;9441;p69"/>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42" name="Google Shape;9442;p69"/>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43" name="Google Shape;9443;p69"/>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44" name="Google Shape;9444;p69"/>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45" name="Google Shape;9445;p69"/>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46" name="Google Shape;9446;p69"/>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9450"/>
        <p:cNvGrpSpPr/>
        <p:nvPr/>
      </p:nvGrpSpPr>
      <p:grpSpPr>
        <a:xfrm>
          <a:off x="0" y="0"/>
          <a:ext cx="0" cy="0"/>
          <a:chOff x="0" y="0"/>
          <a:chExt cx="0" cy="0"/>
        </a:xfrm>
      </p:grpSpPr>
      <p:grpSp>
        <p:nvGrpSpPr>
          <p:cNvPr id="9451" name="Google Shape;9451;p70"/>
          <p:cNvGrpSpPr/>
          <p:nvPr/>
        </p:nvGrpSpPr>
        <p:grpSpPr>
          <a:xfrm>
            <a:off x="972318" y="1572887"/>
            <a:ext cx="2181489" cy="2034859"/>
            <a:chOff x="729238" y="1179665"/>
            <a:chExt cx="1636117" cy="1526144"/>
          </a:xfrm>
        </p:grpSpPr>
        <p:grpSp>
          <p:nvGrpSpPr>
            <p:cNvPr id="9452" name="Google Shape;9452;p70"/>
            <p:cNvGrpSpPr/>
            <p:nvPr/>
          </p:nvGrpSpPr>
          <p:grpSpPr>
            <a:xfrm>
              <a:off x="729238" y="1179665"/>
              <a:ext cx="80700" cy="1526144"/>
              <a:chOff x="729238" y="1179665"/>
              <a:chExt cx="80700" cy="1526144"/>
            </a:xfrm>
          </p:grpSpPr>
          <p:sp>
            <p:nvSpPr>
              <p:cNvPr id="9453" name="Google Shape;9453;p70"/>
              <p:cNvSpPr/>
              <p:nvPr/>
            </p:nvSpPr>
            <p:spPr>
              <a:xfrm>
                <a:off x="729238" y="1179665"/>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54" name="Google Shape;9454;p70"/>
              <p:cNvSpPr/>
              <p:nvPr/>
            </p:nvSpPr>
            <p:spPr>
              <a:xfrm>
                <a:off x="729238" y="1340360"/>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55" name="Google Shape;9455;p70"/>
              <p:cNvSpPr/>
              <p:nvPr/>
            </p:nvSpPr>
            <p:spPr>
              <a:xfrm>
                <a:off x="729238" y="1501056"/>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56" name="Google Shape;9456;p70"/>
              <p:cNvSpPr/>
              <p:nvPr/>
            </p:nvSpPr>
            <p:spPr>
              <a:xfrm>
                <a:off x="729238" y="1661752"/>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57" name="Google Shape;9457;p70"/>
              <p:cNvSpPr/>
              <p:nvPr/>
            </p:nvSpPr>
            <p:spPr>
              <a:xfrm>
                <a:off x="729238" y="1821630"/>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458" name="Google Shape;9458;p70"/>
              <p:cNvSpPr/>
              <p:nvPr/>
            </p:nvSpPr>
            <p:spPr>
              <a:xfrm>
                <a:off x="729238" y="1982326"/>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459" name="Google Shape;9459;p70"/>
              <p:cNvSpPr/>
              <p:nvPr/>
            </p:nvSpPr>
            <p:spPr>
              <a:xfrm>
                <a:off x="729238" y="2143022"/>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460" name="Google Shape;9460;p70"/>
              <p:cNvSpPr/>
              <p:nvPr/>
            </p:nvSpPr>
            <p:spPr>
              <a:xfrm>
                <a:off x="729238" y="2303717"/>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461" name="Google Shape;9461;p70"/>
              <p:cNvSpPr/>
              <p:nvPr/>
            </p:nvSpPr>
            <p:spPr>
              <a:xfrm>
                <a:off x="729238" y="2464413"/>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462" name="Google Shape;9462;p70"/>
              <p:cNvSpPr/>
              <p:nvPr/>
            </p:nvSpPr>
            <p:spPr>
              <a:xfrm>
                <a:off x="729238" y="2625109"/>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463" name="Google Shape;9463;p70"/>
            <p:cNvGrpSpPr/>
            <p:nvPr/>
          </p:nvGrpSpPr>
          <p:grpSpPr>
            <a:xfrm>
              <a:off x="903098" y="1179665"/>
              <a:ext cx="80700" cy="1526144"/>
              <a:chOff x="903098" y="1179665"/>
              <a:chExt cx="80700" cy="1526144"/>
            </a:xfrm>
          </p:grpSpPr>
          <p:sp>
            <p:nvSpPr>
              <p:cNvPr id="9464" name="Google Shape;9464;p70"/>
              <p:cNvSpPr/>
              <p:nvPr/>
            </p:nvSpPr>
            <p:spPr>
              <a:xfrm>
                <a:off x="903098" y="1179665"/>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65" name="Google Shape;9465;p70"/>
              <p:cNvSpPr/>
              <p:nvPr/>
            </p:nvSpPr>
            <p:spPr>
              <a:xfrm>
                <a:off x="903098" y="1340360"/>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66" name="Google Shape;9466;p70"/>
              <p:cNvSpPr/>
              <p:nvPr/>
            </p:nvSpPr>
            <p:spPr>
              <a:xfrm>
                <a:off x="903098" y="1501056"/>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67" name="Google Shape;9467;p70"/>
              <p:cNvSpPr/>
              <p:nvPr/>
            </p:nvSpPr>
            <p:spPr>
              <a:xfrm>
                <a:off x="903098" y="1661752"/>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68" name="Google Shape;9468;p70"/>
              <p:cNvSpPr/>
              <p:nvPr/>
            </p:nvSpPr>
            <p:spPr>
              <a:xfrm>
                <a:off x="903098" y="1821630"/>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69" name="Google Shape;9469;p70"/>
              <p:cNvSpPr/>
              <p:nvPr/>
            </p:nvSpPr>
            <p:spPr>
              <a:xfrm>
                <a:off x="903098" y="1982326"/>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70" name="Google Shape;9470;p70"/>
              <p:cNvSpPr/>
              <p:nvPr/>
            </p:nvSpPr>
            <p:spPr>
              <a:xfrm>
                <a:off x="903098" y="2143022"/>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471" name="Google Shape;9471;p70"/>
              <p:cNvSpPr/>
              <p:nvPr/>
            </p:nvSpPr>
            <p:spPr>
              <a:xfrm>
                <a:off x="903098" y="2303717"/>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472" name="Google Shape;9472;p70"/>
              <p:cNvSpPr/>
              <p:nvPr/>
            </p:nvSpPr>
            <p:spPr>
              <a:xfrm>
                <a:off x="903098" y="2464413"/>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473" name="Google Shape;9473;p70"/>
              <p:cNvSpPr/>
              <p:nvPr/>
            </p:nvSpPr>
            <p:spPr>
              <a:xfrm>
                <a:off x="903098" y="2625109"/>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474" name="Google Shape;9474;p70"/>
            <p:cNvGrpSpPr/>
            <p:nvPr/>
          </p:nvGrpSpPr>
          <p:grpSpPr>
            <a:xfrm>
              <a:off x="1076958" y="1179665"/>
              <a:ext cx="80700" cy="1526144"/>
              <a:chOff x="1076958" y="1179665"/>
              <a:chExt cx="80700" cy="1526144"/>
            </a:xfrm>
          </p:grpSpPr>
          <p:sp>
            <p:nvSpPr>
              <p:cNvPr id="9475" name="Google Shape;9475;p70"/>
              <p:cNvSpPr/>
              <p:nvPr/>
            </p:nvSpPr>
            <p:spPr>
              <a:xfrm>
                <a:off x="1076958" y="1179665"/>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76" name="Google Shape;9476;p70"/>
              <p:cNvSpPr/>
              <p:nvPr/>
            </p:nvSpPr>
            <p:spPr>
              <a:xfrm>
                <a:off x="1076958" y="1340360"/>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77" name="Google Shape;9477;p70"/>
              <p:cNvSpPr/>
              <p:nvPr/>
            </p:nvSpPr>
            <p:spPr>
              <a:xfrm>
                <a:off x="1076958" y="1501056"/>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78" name="Google Shape;9478;p70"/>
              <p:cNvSpPr/>
              <p:nvPr/>
            </p:nvSpPr>
            <p:spPr>
              <a:xfrm>
                <a:off x="1076958" y="1661752"/>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79" name="Google Shape;9479;p70"/>
              <p:cNvSpPr/>
              <p:nvPr/>
            </p:nvSpPr>
            <p:spPr>
              <a:xfrm>
                <a:off x="1076958" y="1821630"/>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80" name="Google Shape;9480;p70"/>
              <p:cNvSpPr/>
              <p:nvPr/>
            </p:nvSpPr>
            <p:spPr>
              <a:xfrm>
                <a:off x="1076958" y="1982326"/>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81" name="Google Shape;9481;p70"/>
              <p:cNvSpPr/>
              <p:nvPr/>
            </p:nvSpPr>
            <p:spPr>
              <a:xfrm>
                <a:off x="1076958" y="2143022"/>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82" name="Google Shape;9482;p70"/>
              <p:cNvSpPr/>
              <p:nvPr/>
            </p:nvSpPr>
            <p:spPr>
              <a:xfrm>
                <a:off x="1076958" y="2303717"/>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483" name="Google Shape;9483;p70"/>
              <p:cNvSpPr/>
              <p:nvPr/>
            </p:nvSpPr>
            <p:spPr>
              <a:xfrm>
                <a:off x="1076958" y="2464413"/>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484" name="Google Shape;9484;p70"/>
              <p:cNvSpPr/>
              <p:nvPr/>
            </p:nvSpPr>
            <p:spPr>
              <a:xfrm>
                <a:off x="1076958" y="2625109"/>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485" name="Google Shape;9485;p70"/>
            <p:cNvGrpSpPr/>
            <p:nvPr/>
          </p:nvGrpSpPr>
          <p:grpSpPr>
            <a:xfrm>
              <a:off x="1247707" y="1179665"/>
              <a:ext cx="80700" cy="1526144"/>
              <a:chOff x="1247707" y="1179665"/>
              <a:chExt cx="80700" cy="1526144"/>
            </a:xfrm>
          </p:grpSpPr>
          <p:sp>
            <p:nvSpPr>
              <p:cNvPr id="9486" name="Google Shape;9486;p70"/>
              <p:cNvSpPr/>
              <p:nvPr/>
            </p:nvSpPr>
            <p:spPr>
              <a:xfrm>
                <a:off x="1247707" y="1179665"/>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87" name="Google Shape;9487;p70"/>
              <p:cNvSpPr/>
              <p:nvPr/>
            </p:nvSpPr>
            <p:spPr>
              <a:xfrm>
                <a:off x="1247707" y="1340360"/>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88" name="Google Shape;9488;p70"/>
              <p:cNvSpPr/>
              <p:nvPr/>
            </p:nvSpPr>
            <p:spPr>
              <a:xfrm>
                <a:off x="1247707" y="1501056"/>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89" name="Google Shape;9489;p70"/>
              <p:cNvSpPr/>
              <p:nvPr/>
            </p:nvSpPr>
            <p:spPr>
              <a:xfrm>
                <a:off x="1247707" y="1661752"/>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490" name="Google Shape;9490;p70"/>
              <p:cNvSpPr/>
              <p:nvPr/>
            </p:nvSpPr>
            <p:spPr>
              <a:xfrm>
                <a:off x="1247707" y="1821630"/>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491" name="Google Shape;9491;p70"/>
              <p:cNvSpPr/>
              <p:nvPr/>
            </p:nvSpPr>
            <p:spPr>
              <a:xfrm>
                <a:off x="1247707" y="1982326"/>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492" name="Google Shape;9492;p70"/>
              <p:cNvSpPr/>
              <p:nvPr/>
            </p:nvSpPr>
            <p:spPr>
              <a:xfrm>
                <a:off x="1247707" y="2143022"/>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493" name="Google Shape;9493;p70"/>
              <p:cNvSpPr/>
              <p:nvPr/>
            </p:nvSpPr>
            <p:spPr>
              <a:xfrm>
                <a:off x="1247707" y="2303717"/>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494" name="Google Shape;9494;p70"/>
              <p:cNvSpPr/>
              <p:nvPr/>
            </p:nvSpPr>
            <p:spPr>
              <a:xfrm>
                <a:off x="1247707" y="2464413"/>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495" name="Google Shape;9495;p70"/>
              <p:cNvSpPr/>
              <p:nvPr/>
            </p:nvSpPr>
            <p:spPr>
              <a:xfrm>
                <a:off x="1247707" y="2625109"/>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496" name="Google Shape;9496;p70"/>
            <p:cNvGrpSpPr/>
            <p:nvPr/>
          </p:nvGrpSpPr>
          <p:grpSpPr>
            <a:xfrm>
              <a:off x="1421567" y="1179665"/>
              <a:ext cx="80700" cy="1526144"/>
              <a:chOff x="1421567" y="1179665"/>
              <a:chExt cx="80700" cy="1526144"/>
            </a:xfrm>
          </p:grpSpPr>
          <p:sp>
            <p:nvSpPr>
              <p:cNvPr id="9497" name="Google Shape;9497;p70"/>
              <p:cNvSpPr/>
              <p:nvPr/>
            </p:nvSpPr>
            <p:spPr>
              <a:xfrm>
                <a:off x="1421567" y="1179665"/>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98" name="Google Shape;9498;p70"/>
              <p:cNvSpPr/>
              <p:nvPr/>
            </p:nvSpPr>
            <p:spPr>
              <a:xfrm>
                <a:off x="1421567" y="1340360"/>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499" name="Google Shape;9499;p70"/>
              <p:cNvSpPr/>
              <p:nvPr/>
            </p:nvSpPr>
            <p:spPr>
              <a:xfrm>
                <a:off x="1421567" y="1501056"/>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00" name="Google Shape;9500;p70"/>
              <p:cNvSpPr/>
              <p:nvPr/>
            </p:nvSpPr>
            <p:spPr>
              <a:xfrm>
                <a:off x="1421567" y="1661752"/>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01" name="Google Shape;9501;p70"/>
              <p:cNvSpPr/>
              <p:nvPr/>
            </p:nvSpPr>
            <p:spPr>
              <a:xfrm>
                <a:off x="1421567" y="1821630"/>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02" name="Google Shape;9502;p70"/>
              <p:cNvSpPr/>
              <p:nvPr/>
            </p:nvSpPr>
            <p:spPr>
              <a:xfrm>
                <a:off x="1421567" y="1982326"/>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03" name="Google Shape;9503;p70"/>
              <p:cNvSpPr/>
              <p:nvPr/>
            </p:nvSpPr>
            <p:spPr>
              <a:xfrm>
                <a:off x="1421567" y="2143022"/>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04" name="Google Shape;9504;p70"/>
              <p:cNvSpPr/>
              <p:nvPr/>
            </p:nvSpPr>
            <p:spPr>
              <a:xfrm>
                <a:off x="1421567" y="2303717"/>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05" name="Google Shape;9505;p70"/>
              <p:cNvSpPr/>
              <p:nvPr/>
            </p:nvSpPr>
            <p:spPr>
              <a:xfrm>
                <a:off x="1421567" y="2464413"/>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06" name="Google Shape;9506;p70"/>
              <p:cNvSpPr/>
              <p:nvPr/>
            </p:nvSpPr>
            <p:spPr>
              <a:xfrm>
                <a:off x="1421567" y="2625109"/>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507" name="Google Shape;9507;p70"/>
            <p:cNvGrpSpPr/>
            <p:nvPr/>
          </p:nvGrpSpPr>
          <p:grpSpPr>
            <a:xfrm>
              <a:off x="1592327" y="1179665"/>
              <a:ext cx="80700" cy="1526144"/>
              <a:chOff x="1592327" y="1179665"/>
              <a:chExt cx="80700" cy="1526144"/>
            </a:xfrm>
          </p:grpSpPr>
          <p:sp>
            <p:nvSpPr>
              <p:cNvPr id="9508" name="Google Shape;9508;p70"/>
              <p:cNvSpPr/>
              <p:nvPr/>
            </p:nvSpPr>
            <p:spPr>
              <a:xfrm>
                <a:off x="1592327" y="1179665"/>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09" name="Google Shape;9509;p70"/>
              <p:cNvSpPr/>
              <p:nvPr/>
            </p:nvSpPr>
            <p:spPr>
              <a:xfrm>
                <a:off x="1592327" y="1340360"/>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10" name="Google Shape;9510;p70"/>
              <p:cNvSpPr/>
              <p:nvPr/>
            </p:nvSpPr>
            <p:spPr>
              <a:xfrm>
                <a:off x="1592327" y="1501056"/>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11" name="Google Shape;9511;p70"/>
              <p:cNvSpPr/>
              <p:nvPr/>
            </p:nvSpPr>
            <p:spPr>
              <a:xfrm>
                <a:off x="1592327" y="1661752"/>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12" name="Google Shape;9512;p70"/>
              <p:cNvSpPr/>
              <p:nvPr/>
            </p:nvSpPr>
            <p:spPr>
              <a:xfrm>
                <a:off x="1592327" y="1821630"/>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13" name="Google Shape;9513;p70"/>
              <p:cNvSpPr/>
              <p:nvPr/>
            </p:nvSpPr>
            <p:spPr>
              <a:xfrm>
                <a:off x="1592327" y="1982326"/>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14" name="Google Shape;9514;p70"/>
              <p:cNvSpPr/>
              <p:nvPr/>
            </p:nvSpPr>
            <p:spPr>
              <a:xfrm>
                <a:off x="1592327" y="2143022"/>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15" name="Google Shape;9515;p70"/>
              <p:cNvSpPr/>
              <p:nvPr/>
            </p:nvSpPr>
            <p:spPr>
              <a:xfrm>
                <a:off x="1592327" y="2303717"/>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16" name="Google Shape;9516;p70"/>
              <p:cNvSpPr/>
              <p:nvPr/>
            </p:nvSpPr>
            <p:spPr>
              <a:xfrm>
                <a:off x="1592327" y="2464413"/>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17" name="Google Shape;9517;p70"/>
              <p:cNvSpPr/>
              <p:nvPr/>
            </p:nvSpPr>
            <p:spPr>
              <a:xfrm>
                <a:off x="1592327" y="2625109"/>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518" name="Google Shape;9518;p70"/>
            <p:cNvGrpSpPr/>
            <p:nvPr/>
          </p:nvGrpSpPr>
          <p:grpSpPr>
            <a:xfrm>
              <a:off x="1766187" y="1179665"/>
              <a:ext cx="80700" cy="1526144"/>
              <a:chOff x="1766187" y="1179665"/>
              <a:chExt cx="80700" cy="1526144"/>
            </a:xfrm>
          </p:grpSpPr>
          <p:sp>
            <p:nvSpPr>
              <p:cNvPr id="9519" name="Google Shape;9519;p70"/>
              <p:cNvSpPr/>
              <p:nvPr/>
            </p:nvSpPr>
            <p:spPr>
              <a:xfrm>
                <a:off x="1766187" y="1179665"/>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20" name="Google Shape;9520;p70"/>
              <p:cNvSpPr/>
              <p:nvPr/>
            </p:nvSpPr>
            <p:spPr>
              <a:xfrm>
                <a:off x="1766187" y="1340360"/>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21" name="Google Shape;9521;p70"/>
              <p:cNvSpPr/>
              <p:nvPr/>
            </p:nvSpPr>
            <p:spPr>
              <a:xfrm>
                <a:off x="1766187" y="1501056"/>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22" name="Google Shape;9522;p70"/>
              <p:cNvSpPr/>
              <p:nvPr/>
            </p:nvSpPr>
            <p:spPr>
              <a:xfrm>
                <a:off x="1766187" y="1661752"/>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23" name="Google Shape;9523;p70"/>
              <p:cNvSpPr/>
              <p:nvPr/>
            </p:nvSpPr>
            <p:spPr>
              <a:xfrm>
                <a:off x="1766187" y="1821630"/>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24" name="Google Shape;9524;p70"/>
              <p:cNvSpPr/>
              <p:nvPr/>
            </p:nvSpPr>
            <p:spPr>
              <a:xfrm>
                <a:off x="1766187" y="1982326"/>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25" name="Google Shape;9525;p70"/>
              <p:cNvSpPr/>
              <p:nvPr/>
            </p:nvSpPr>
            <p:spPr>
              <a:xfrm>
                <a:off x="1766187" y="2143022"/>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26" name="Google Shape;9526;p70"/>
              <p:cNvSpPr/>
              <p:nvPr/>
            </p:nvSpPr>
            <p:spPr>
              <a:xfrm>
                <a:off x="1766187" y="2303717"/>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27" name="Google Shape;9527;p70"/>
              <p:cNvSpPr/>
              <p:nvPr/>
            </p:nvSpPr>
            <p:spPr>
              <a:xfrm>
                <a:off x="1766187" y="2464413"/>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28" name="Google Shape;9528;p70"/>
              <p:cNvSpPr/>
              <p:nvPr/>
            </p:nvSpPr>
            <p:spPr>
              <a:xfrm>
                <a:off x="1766187" y="2625109"/>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529" name="Google Shape;9529;p70"/>
            <p:cNvGrpSpPr/>
            <p:nvPr/>
          </p:nvGrpSpPr>
          <p:grpSpPr>
            <a:xfrm>
              <a:off x="1936935" y="1179665"/>
              <a:ext cx="80700" cy="1526144"/>
              <a:chOff x="1936935" y="1179665"/>
              <a:chExt cx="80700" cy="1526144"/>
            </a:xfrm>
          </p:grpSpPr>
          <p:sp>
            <p:nvSpPr>
              <p:cNvPr id="9530" name="Google Shape;9530;p70"/>
              <p:cNvSpPr/>
              <p:nvPr/>
            </p:nvSpPr>
            <p:spPr>
              <a:xfrm>
                <a:off x="1936935" y="1179665"/>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31" name="Google Shape;9531;p70"/>
              <p:cNvSpPr/>
              <p:nvPr/>
            </p:nvSpPr>
            <p:spPr>
              <a:xfrm>
                <a:off x="1936935" y="1340360"/>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32" name="Google Shape;9532;p70"/>
              <p:cNvSpPr/>
              <p:nvPr/>
            </p:nvSpPr>
            <p:spPr>
              <a:xfrm>
                <a:off x="1936935" y="1501056"/>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33" name="Google Shape;9533;p70"/>
              <p:cNvSpPr/>
              <p:nvPr/>
            </p:nvSpPr>
            <p:spPr>
              <a:xfrm>
                <a:off x="1936935" y="1661752"/>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34" name="Google Shape;9534;p70"/>
              <p:cNvSpPr/>
              <p:nvPr/>
            </p:nvSpPr>
            <p:spPr>
              <a:xfrm>
                <a:off x="1936935" y="1821630"/>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35" name="Google Shape;9535;p70"/>
              <p:cNvSpPr/>
              <p:nvPr/>
            </p:nvSpPr>
            <p:spPr>
              <a:xfrm>
                <a:off x="1936935" y="1982326"/>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36" name="Google Shape;9536;p70"/>
              <p:cNvSpPr/>
              <p:nvPr/>
            </p:nvSpPr>
            <p:spPr>
              <a:xfrm>
                <a:off x="1936935" y="2143022"/>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37" name="Google Shape;9537;p70"/>
              <p:cNvSpPr/>
              <p:nvPr/>
            </p:nvSpPr>
            <p:spPr>
              <a:xfrm>
                <a:off x="1936935" y="2303717"/>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38" name="Google Shape;9538;p70"/>
              <p:cNvSpPr/>
              <p:nvPr/>
            </p:nvSpPr>
            <p:spPr>
              <a:xfrm>
                <a:off x="1936935" y="2464413"/>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39" name="Google Shape;9539;p70"/>
              <p:cNvSpPr/>
              <p:nvPr/>
            </p:nvSpPr>
            <p:spPr>
              <a:xfrm>
                <a:off x="1936935" y="2625109"/>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540" name="Google Shape;9540;p70"/>
            <p:cNvGrpSpPr/>
            <p:nvPr/>
          </p:nvGrpSpPr>
          <p:grpSpPr>
            <a:xfrm>
              <a:off x="2110795" y="1179665"/>
              <a:ext cx="80700" cy="1526144"/>
              <a:chOff x="2110795" y="1179665"/>
              <a:chExt cx="80700" cy="1526144"/>
            </a:xfrm>
          </p:grpSpPr>
          <p:sp>
            <p:nvSpPr>
              <p:cNvPr id="9541" name="Google Shape;9541;p70"/>
              <p:cNvSpPr/>
              <p:nvPr/>
            </p:nvSpPr>
            <p:spPr>
              <a:xfrm>
                <a:off x="2110795" y="1179665"/>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42" name="Google Shape;9542;p70"/>
              <p:cNvSpPr/>
              <p:nvPr/>
            </p:nvSpPr>
            <p:spPr>
              <a:xfrm>
                <a:off x="2110795" y="1340360"/>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43" name="Google Shape;9543;p70"/>
              <p:cNvSpPr/>
              <p:nvPr/>
            </p:nvSpPr>
            <p:spPr>
              <a:xfrm>
                <a:off x="2110795" y="1501056"/>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44" name="Google Shape;9544;p70"/>
              <p:cNvSpPr/>
              <p:nvPr/>
            </p:nvSpPr>
            <p:spPr>
              <a:xfrm>
                <a:off x="2110795" y="1661752"/>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45" name="Google Shape;9545;p70"/>
              <p:cNvSpPr/>
              <p:nvPr/>
            </p:nvSpPr>
            <p:spPr>
              <a:xfrm>
                <a:off x="2110795" y="1821630"/>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46" name="Google Shape;9546;p70"/>
              <p:cNvSpPr/>
              <p:nvPr/>
            </p:nvSpPr>
            <p:spPr>
              <a:xfrm>
                <a:off x="2110795" y="1982326"/>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47" name="Google Shape;9547;p70"/>
              <p:cNvSpPr/>
              <p:nvPr/>
            </p:nvSpPr>
            <p:spPr>
              <a:xfrm>
                <a:off x="2110795" y="2143022"/>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48" name="Google Shape;9548;p70"/>
              <p:cNvSpPr/>
              <p:nvPr/>
            </p:nvSpPr>
            <p:spPr>
              <a:xfrm>
                <a:off x="2110795" y="2303717"/>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49" name="Google Shape;9549;p70"/>
              <p:cNvSpPr/>
              <p:nvPr/>
            </p:nvSpPr>
            <p:spPr>
              <a:xfrm>
                <a:off x="2110795" y="2464413"/>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50" name="Google Shape;9550;p70"/>
              <p:cNvSpPr/>
              <p:nvPr/>
            </p:nvSpPr>
            <p:spPr>
              <a:xfrm>
                <a:off x="2110795" y="2625109"/>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551" name="Google Shape;9551;p70"/>
            <p:cNvGrpSpPr/>
            <p:nvPr/>
          </p:nvGrpSpPr>
          <p:grpSpPr>
            <a:xfrm>
              <a:off x="2284655" y="1179665"/>
              <a:ext cx="80700" cy="1526144"/>
              <a:chOff x="2284655" y="1179665"/>
              <a:chExt cx="80700" cy="1526144"/>
            </a:xfrm>
          </p:grpSpPr>
          <p:sp>
            <p:nvSpPr>
              <p:cNvPr id="9552" name="Google Shape;9552;p70"/>
              <p:cNvSpPr/>
              <p:nvPr/>
            </p:nvSpPr>
            <p:spPr>
              <a:xfrm>
                <a:off x="2284655" y="1179665"/>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53" name="Google Shape;9553;p70"/>
              <p:cNvSpPr/>
              <p:nvPr/>
            </p:nvSpPr>
            <p:spPr>
              <a:xfrm>
                <a:off x="2284655" y="1340360"/>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54" name="Google Shape;9554;p70"/>
              <p:cNvSpPr/>
              <p:nvPr/>
            </p:nvSpPr>
            <p:spPr>
              <a:xfrm>
                <a:off x="2284655" y="1501056"/>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55" name="Google Shape;9555;p70"/>
              <p:cNvSpPr/>
              <p:nvPr/>
            </p:nvSpPr>
            <p:spPr>
              <a:xfrm>
                <a:off x="2284655" y="1661752"/>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56" name="Google Shape;9556;p70"/>
              <p:cNvSpPr/>
              <p:nvPr/>
            </p:nvSpPr>
            <p:spPr>
              <a:xfrm>
                <a:off x="2284655" y="1821630"/>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57" name="Google Shape;9557;p70"/>
              <p:cNvSpPr/>
              <p:nvPr/>
            </p:nvSpPr>
            <p:spPr>
              <a:xfrm>
                <a:off x="2284655" y="1982326"/>
                <a:ext cx="80700" cy="807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58" name="Google Shape;9558;p70"/>
              <p:cNvSpPr/>
              <p:nvPr/>
            </p:nvSpPr>
            <p:spPr>
              <a:xfrm>
                <a:off x="2284655" y="2143022"/>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59" name="Google Shape;9559;p70"/>
              <p:cNvSpPr/>
              <p:nvPr/>
            </p:nvSpPr>
            <p:spPr>
              <a:xfrm>
                <a:off x="2284655" y="2303717"/>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60" name="Google Shape;9560;p70"/>
              <p:cNvSpPr/>
              <p:nvPr/>
            </p:nvSpPr>
            <p:spPr>
              <a:xfrm>
                <a:off x="2284655" y="2464413"/>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61" name="Google Shape;9561;p70"/>
              <p:cNvSpPr/>
              <p:nvPr/>
            </p:nvSpPr>
            <p:spPr>
              <a:xfrm>
                <a:off x="2284655" y="2625109"/>
                <a:ext cx="80700" cy="80700"/>
              </a:xfrm>
              <a:prstGeom prst="rect">
                <a:avLst/>
              </a:prstGeom>
              <a:solidFill>
                <a:srgbClr val="657E93"/>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grpSp>
        <p:nvGrpSpPr>
          <p:cNvPr id="9562" name="Google Shape;9562;p70"/>
          <p:cNvGrpSpPr/>
          <p:nvPr/>
        </p:nvGrpSpPr>
        <p:grpSpPr>
          <a:xfrm>
            <a:off x="3498539" y="1598405"/>
            <a:ext cx="1818997" cy="1469511"/>
            <a:chOff x="2623904" y="1198803"/>
            <a:chExt cx="1364248" cy="1102133"/>
          </a:xfrm>
        </p:grpSpPr>
        <p:grpSp>
          <p:nvGrpSpPr>
            <p:cNvPr id="9563" name="Google Shape;9563;p70"/>
            <p:cNvGrpSpPr/>
            <p:nvPr/>
          </p:nvGrpSpPr>
          <p:grpSpPr>
            <a:xfrm>
              <a:off x="2623907" y="1198803"/>
              <a:ext cx="1364245" cy="273000"/>
              <a:chOff x="2623907" y="1198803"/>
              <a:chExt cx="1364245" cy="273000"/>
            </a:xfrm>
          </p:grpSpPr>
          <p:sp>
            <p:nvSpPr>
              <p:cNvPr id="9564" name="Google Shape;9564;p70"/>
              <p:cNvSpPr/>
              <p:nvPr/>
            </p:nvSpPr>
            <p:spPr>
              <a:xfrm>
                <a:off x="3715152" y="1198803"/>
                <a:ext cx="273000" cy="273000"/>
              </a:xfrm>
              <a:prstGeom prst="diamond">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65" name="Google Shape;9565;p70"/>
              <p:cNvSpPr/>
              <p:nvPr/>
            </p:nvSpPr>
            <p:spPr>
              <a:xfrm>
                <a:off x="2623907" y="1198803"/>
                <a:ext cx="273000" cy="273000"/>
              </a:xfrm>
              <a:prstGeom prst="diamond">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66" name="Google Shape;9566;p70"/>
              <p:cNvSpPr/>
              <p:nvPr/>
            </p:nvSpPr>
            <p:spPr>
              <a:xfrm>
                <a:off x="2896718" y="1198803"/>
                <a:ext cx="273000" cy="273000"/>
              </a:xfrm>
              <a:prstGeom prst="diamond">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67" name="Google Shape;9567;p70"/>
              <p:cNvSpPr/>
              <p:nvPr/>
            </p:nvSpPr>
            <p:spPr>
              <a:xfrm>
                <a:off x="3169529" y="1198803"/>
                <a:ext cx="273000" cy="273000"/>
              </a:xfrm>
              <a:prstGeom prst="diamond">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68" name="Google Shape;9568;p70"/>
              <p:cNvSpPr/>
              <p:nvPr/>
            </p:nvSpPr>
            <p:spPr>
              <a:xfrm>
                <a:off x="3442341" y="1198803"/>
                <a:ext cx="273000" cy="273000"/>
              </a:xfrm>
              <a:prstGeom prst="diamond">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569" name="Google Shape;9569;p70"/>
            <p:cNvGrpSpPr/>
            <p:nvPr/>
          </p:nvGrpSpPr>
          <p:grpSpPr>
            <a:xfrm>
              <a:off x="2623904" y="1476964"/>
              <a:ext cx="1364245" cy="273000"/>
              <a:chOff x="2623904" y="1476964"/>
              <a:chExt cx="1364245" cy="273000"/>
            </a:xfrm>
          </p:grpSpPr>
          <p:sp>
            <p:nvSpPr>
              <p:cNvPr id="9570" name="Google Shape;9570;p70"/>
              <p:cNvSpPr/>
              <p:nvPr/>
            </p:nvSpPr>
            <p:spPr>
              <a:xfrm>
                <a:off x="3169527" y="1476964"/>
                <a:ext cx="273000" cy="273000"/>
              </a:xfrm>
              <a:prstGeom prst="diamond">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71" name="Google Shape;9571;p70"/>
              <p:cNvSpPr/>
              <p:nvPr/>
            </p:nvSpPr>
            <p:spPr>
              <a:xfrm>
                <a:off x="3442338" y="1476964"/>
                <a:ext cx="273000" cy="273000"/>
              </a:xfrm>
              <a:prstGeom prst="diamond">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72" name="Google Shape;9572;p70"/>
              <p:cNvSpPr/>
              <p:nvPr/>
            </p:nvSpPr>
            <p:spPr>
              <a:xfrm>
                <a:off x="3715149" y="1476964"/>
                <a:ext cx="273000" cy="273000"/>
              </a:xfrm>
              <a:prstGeom prst="diamond">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73" name="Google Shape;9573;p70"/>
              <p:cNvSpPr/>
              <p:nvPr/>
            </p:nvSpPr>
            <p:spPr>
              <a:xfrm>
                <a:off x="2623904" y="1476964"/>
                <a:ext cx="273000" cy="273000"/>
              </a:xfrm>
              <a:prstGeom prst="diamond">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74" name="Google Shape;9574;p70"/>
              <p:cNvSpPr/>
              <p:nvPr/>
            </p:nvSpPr>
            <p:spPr>
              <a:xfrm>
                <a:off x="2896716" y="1476964"/>
                <a:ext cx="273000" cy="273000"/>
              </a:xfrm>
              <a:prstGeom prst="diamond">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575" name="Google Shape;9575;p70"/>
            <p:cNvGrpSpPr/>
            <p:nvPr/>
          </p:nvGrpSpPr>
          <p:grpSpPr>
            <a:xfrm>
              <a:off x="2623907" y="1749775"/>
              <a:ext cx="1364245" cy="273000"/>
              <a:chOff x="2623907" y="1749775"/>
              <a:chExt cx="1364245" cy="273000"/>
            </a:xfrm>
          </p:grpSpPr>
          <p:sp>
            <p:nvSpPr>
              <p:cNvPr id="9576" name="Google Shape;9576;p70"/>
              <p:cNvSpPr/>
              <p:nvPr/>
            </p:nvSpPr>
            <p:spPr>
              <a:xfrm>
                <a:off x="3442341" y="1749775"/>
                <a:ext cx="273000" cy="273000"/>
              </a:xfrm>
              <a:prstGeom prst="diamond">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77" name="Google Shape;9577;p70"/>
              <p:cNvSpPr/>
              <p:nvPr/>
            </p:nvSpPr>
            <p:spPr>
              <a:xfrm>
                <a:off x="3715152" y="1749775"/>
                <a:ext cx="273000" cy="273000"/>
              </a:xfrm>
              <a:prstGeom prst="diamond">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78" name="Google Shape;9578;p70"/>
              <p:cNvSpPr/>
              <p:nvPr/>
            </p:nvSpPr>
            <p:spPr>
              <a:xfrm>
                <a:off x="2623907" y="1749775"/>
                <a:ext cx="273000" cy="273000"/>
              </a:xfrm>
              <a:prstGeom prst="diamond">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79" name="Google Shape;9579;p70"/>
              <p:cNvSpPr/>
              <p:nvPr/>
            </p:nvSpPr>
            <p:spPr>
              <a:xfrm>
                <a:off x="2896718" y="1749775"/>
                <a:ext cx="273000" cy="273000"/>
              </a:xfrm>
              <a:prstGeom prst="diamond">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80" name="Google Shape;9580;p70"/>
              <p:cNvSpPr/>
              <p:nvPr/>
            </p:nvSpPr>
            <p:spPr>
              <a:xfrm>
                <a:off x="3169529" y="1749775"/>
                <a:ext cx="273000" cy="273000"/>
              </a:xfrm>
              <a:prstGeom prst="diamond">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581" name="Google Shape;9581;p70"/>
            <p:cNvGrpSpPr/>
            <p:nvPr/>
          </p:nvGrpSpPr>
          <p:grpSpPr>
            <a:xfrm>
              <a:off x="2623904" y="2027936"/>
              <a:ext cx="1364245" cy="273000"/>
              <a:chOff x="2623904" y="2027936"/>
              <a:chExt cx="1364245" cy="273000"/>
            </a:xfrm>
          </p:grpSpPr>
          <p:sp>
            <p:nvSpPr>
              <p:cNvPr id="9582" name="Google Shape;9582;p70"/>
              <p:cNvSpPr/>
              <p:nvPr/>
            </p:nvSpPr>
            <p:spPr>
              <a:xfrm>
                <a:off x="2623904" y="2027936"/>
                <a:ext cx="273000" cy="273000"/>
              </a:xfrm>
              <a:prstGeom prst="diamond">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83" name="Google Shape;9583;p70"/>
              <p:cNvSpPr/>
              <p:nvPr/>
            </p:nvSpPr>
            <p:spPr>
              <a:xfrm>
                <a:off x="2896716" y="2027936"/>
                <a:ext cx="273000" cy="273000"/>
              </a:xfrm>
              <a:prstGeom prst="diamond">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84" name="Google Shape;9584;p70"/>
              <p:cNvSpPr/>
              <p:nvPr/>
            </p:nvSpPr>
            <p:spPr>
              <a:xfrm>
                <a:off x="3169527" y="2027936"/>
                <a:ext cx="273000" cy="273000"/>
              </a:xfrm>
              <a:prstGeom prst="diamond">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85" name="Google Shape;9585;p70"/>
              <p:cNvSpPr/>
              <p:nvPr/>
            </p:nvSpPr>
            <p:spPr>
              <a:xfrm>
                <a:off x="3442338" y="2027936"/>
                <a:ext cx="273000" cy="273000"/>
              </a:xfrm>
              <a:prstGeom prst="diamond">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586" name="Google Shape;9586;p70"/>
              <p:cNvSpPr/>
              <p:nvPr/>
            </p:nvSpPr>
            <p:spPr>
              <a:xfrm>
                <a:off x="3715149" y="2027936"/>
                <a:ext cx="273000" cy="273000"/>
              </a:xfrm>
              <a:prstGeom prst="diamond">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grpSp>
        <p:nvGrpSpPr>
          <p:cNvPr id="9587" name="Google Shape;9587;p70"/>
          <p:cNvGrpSpPr/>
          <p:nvPr/>
        </p:nvGrpSpPr>
        <p:grpSpPr>
          <a:xfrm>
            <a:off x="3484487" y="3543982"/>
            <a:ext cx="1850055" cy="212165"/>
            <a:chOff x="3200660" y="2180272"/>
            <a:chExt cx="2563824" cy="378237"/>
          </a:xfrm>
        </p:grpSpPr>
        <p:sp>
          <p:nvSpPr>
            <p:cNvPr id="9588" name="Google Shape;9588;p7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89" name="Google Shape;9589;p7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90" name="Google Shape;9590;p7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91" name="Google Shape;9591;p7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92" name="Google Shape;9592;p7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93" name="Google Shape;9593;p7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94" name="Google Shape;9594;p7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95" name="Google Shape;9595;p7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96" name="Google Shape;9596;p7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97" name="Google Shape;9597;p7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98" name="Google Shape;9598;p7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599" name="Google Shape;9599;p7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00" name="Google Shape;9600;p7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01" name="Google Shape;9601;p7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02" name="Google Shape;9602;p7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03" name="Google Shape;9603;p7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04" name="Google Shape;9604;p7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05" name="Google Shape;9605;p7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606" name="Google Shape;9606;p70"/>
          <p:cNvGrpSpPr/>
          <p:nvPr/>
        </p:nvGrpSpPr>
        <p:grpSpPr>
          <a:xfrm>
            <a:off x="3479853" y="3914416"/>
            <a:ext cx="1854003" cy="212833"/>
            <a:chOff x="3530150" y="2790075"/>
            <a:chExt cx="1962600" cy="225300"/>
          </a:xfrm>
        </p:grpSpPr>
        <p:sp>
          <p:nvSpPr>
            <p:cNvPr id="9607" name="Google Shape;9607;p70"/>
            <p:cNvSpPr/>
            <p:nvPr/>
          </p:nvSpPr>
          <p:spPr>
            <a:xfrm>
              <a:off x="3530150" y="2790075"/>
              <a:ext cx="1962600" cy="2253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08" name="Google Shape;9608;p70"/>
            <p:cNvSpPr/>
            <p:nvPr/>
          </p:nvSpPr>
          <p:spPr>
            <a:xfrm>
              <a:off x="3535069" y="2794464"/>
              <a:ext cx="1104900" cy="216900"/>
            </a:xfrm>
            <a:prstGeom prst="rect">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609" name="Google Shape;9609;p70"/>
          <p:cNvGrpSpPr/>
          <p:nvPr/>
        </p:nvGrpSpPr>
        <p:grpSpPr>
          <a:xfrm>
            <a:off x="3480725" y="4285517"/>
            <a:ext cx="1882172" cy="205015"/>
            <a:chOff x="3558802" y="4011427"/>
            <a:chExt cx="1866000" cy="111300"/>
          </a:xfrm>
        </p:grpSpPr>
        <p:sp>
          <p:nvSpPr>
            <p:cNvPr id="9610" name="Google Shape;9610;p70"/>
            <p:cNvSpPr/>
            <p:nvPr/>
          </p:nvSpPr>
          <p:spPr>
            <a:xfrm rot="5400000" flipH="1">
              <a:off x="4436152" y="3134077"/>
              <a:ext cx="111300" cy="1866000"/>
            </a:xfrm>
            <a:prstGeom prst="round2SameRect">
              <a:avLst>
                <a:gd name="adj1" fmla="val 50000"/>
                <a:gd name="adj2" fmla="val 50000"/>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11" name="Google Shape;9611;p70"/>
            <p:cNvSpPr/>
            <p:nvPr/>
          </p:nvSpPr>
          <p:spPr>
            <a:xfrm rot="5400000" flipH="1">
              <a:off x="4162472" y="3415277"/>
              <a:ext cx="104700" cy="1304700"/>
            </a:xfrm>
            <a:prstGeom prst="round2SameRect">
              <a:avLst>
                <a:gd name="adj1" fmla="val 50000"/>
                <a:gd name="adj2" fmla="val 50000"/>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612" name="Google Shape;9612;p70"/>
          <p:cNvGrpSpPr/>
          <p:nvPr/>
        </p:nvGrpSpPr>
        <p:grpSpPr>
          <a:xfrm>
            <a:off x="3480314" y="3226049"/>
            <a:ext cx="1844671" cy="159665"/>
            <a:chOff x="3465975" y="2270276"/>
            <a:chExt cx="1986364" cy="171929"/>
          </a:xfrm>
        </p:grpSpPr>
        <p:sp>
          <p:nvSpPr>
            <p:cNvPr id="9613" name="Google Shape;9613;p70"/>
            <p:cNvSpPr/>
            <p:nvPr/>
          </p:nvSpPr>
          <p:spPr>
            <a:xfrm rot="-5400000">
              <a:off x="3725184" y="2270305"/>
              <a:ext cx="171900" cy="171900"/>
            </a:xfrm>
            <a:prstGeom prst="ellipse">
              <a:avLst/>
            </a:prstGeom>
            <a:solidFill>
              <a:srgbClr val="5F7D95"/>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14" name="Google Shape;9614;p70"/>
            <p:cNvSpPr/>
            <p:nvPr/>
          </p:nvSpPr>
          <p:spPr>
            <a:xfrm rot="-5400000">
              <a:off x="3984394" y="2270305"/>
              <a:ext cx="171900" cy="171900"/>
            </a:xfrm>
            <a:prstGeom prst="ellipse">
              <a:avLst/>
            </a:prstGeom>
            <a:solidFill>
              <a:srgbClr val="5F7D95"/>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15" name="Google Shape;9615;p70"/>
            <p:cNvSpPr/>
            <p:nvPr/>
          </p:nvSpPr>
          <p:spPr>
            <a:xfrm rot="-5400000">
              <a:off x="4243603" y="2270305"/>
              <a:ext cx="171900" cy="1719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16" name="Google Shape;9616;p70"/>
            <p:cNvSpPr/>
            <p:nvPr/>
          </p:nvSpPr>
          <p:spPr>
            <a:xfrm rot="-5400000">
              <a:off x="4502812" y="2270305"/>
              <a:ext cx="171900" cy="1719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17" name="Google Shape;9617;p70"/>
            <p:cNvSpPr/>
            <p:nvPr/>
          </p:nvSpPr>
          <p:spPr>
            <a:xfrm rot="-5400000">
              <a:off x="4762021" y="2270305"/>
              <a:ext cx="171900" cy="1719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18" name="Google Shape;9618;p70"/>
            <p:cNvSpPr/>
            <p:nvPr/>
          </p:nvSpPr>
          <p:spPr>
            <a:xfrm rot="-5400000">
              <a:off x="3465975" y="2270305"/>
              <a:ext cx="171900" cy="171900"/>
            </a:xfrm>
            <a:prstGeom prst="ellipse">
              <a:avLst/>
            </a:prstGeom>
            <a:solidFill>
              <a:srgbClr val="5F7D95"/>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19" name="Google Shape;9619;p70"/>
            <p:cNvSpPr/>
            <p:nvPr/>
          </p:nvSpPr>
          <p:spPr>
            <a:xfrm rot="-5400000">
              <a:off x="5021230" y="2270276"/>
              <a:ext cx="171900" cy="1719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20" name="Google Shape;9620;p70"/>
            <p:cNvSpPr/>
            <p:nvPr/>
          </p:nvSpPr>
          <p:spPr>
            <a:xfrm rot="-5400000">
              <a:off x="5280440" y="2270276"/>
              <a:ext cx="171900" cy="171900"/>
            </a:xfrm>
            <a:prstGeom prst="ellipse">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621" name="Google Shape;9621;p70"/>
          <p:cNvGrpSpPr/>
          <p:nvPr/>
        </p:nvGrpSpPr>
        <p:grpSpPr>
          <a:xfrm>
            <a:off x="3494992" y="5044250"/>
            <a:ext cx="1826041" cy="260613"/>
            <a:chOff x="723300" y="4253549"/>
            <a:chExt cx="2276482" cy="324900"/>
          </a:xfrm>
        </p:grpSpPr>
        <p:sp>
          <p:nvSpPr>
            <p:cNvPr id="9622" name="Google Shape;9622;p70"/>
            <p:cNvSpPr/>
            <p:nvPr/>
          </p:nvSpPr>
          <p:spPr>
            <a:xfrm>
              <a:off x="723300" y="4253549"/>
              <a:ext cx="341700" cy="324900"/>
            </a:xfrm>
            <a:prstGeom prst="star5">
              <a:avLst>
                <a:gd name="adj" fmla="val 19098"/>
                <a:gd name="hf" fmla="val 105146"/>
                <a:gd name="vf" fmla="val 110557"/>
              </a:avLst>
            </a:pr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623" name="Google Shape;9623;p70"/>
            <p:cNvSpPr/>
            <p:nvPr/>
          </p:nvSpPr>
          <p:spPr>
            <a:xfrm>
              <a:off x="1206995" y="4253549"/>
              <a:ext cx="341700" cy="324900"/>
            </a:xfrm>
            <a:prstGeom prst="star5">
              <a:avLst>
                <a:gd name="adj" fmla="val 19098"/>
                <a:gd name="hf" fmla="val 105146"/>
                <a:gd name="vf" fmla="val 110557"/>
              </a:avLst>
            </a:pr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624" name="Google Shape;9624;p70"/>
            <p:cNvSpPr/>
            <p:nvPr/>
          </p:nvSpPr>
          <p:spPr>
            <a:xfrm>
              <a:off x="1690691" y="4253549"/>
              <a:ext cx="341700" cy="324900"/>
            </a:xfrm>
            <a:prstGeom prst="star5">
              <a:avLst>
                <a:gd name="adj" fmla="val 19098"/>
                <a:gd name="hf" fmla="val 105146"/>
                <a:gd name="vf" fmla="val 110557"/>
              </a:avLst>
            </a:pr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625" name="Google Shape;9625;p70"/>
            <p:cNvSpPr/>
            <p:nvPr/>
          </p:nvSpPr>
          <p:spPr>
            <a:xfrm>
              <a:off x="2174386" y="4253549"/>
              <a:ext cx="341700" cy="324900"/>
            </a:xfrm>
            <a:prstGeom prst="star5">
              <a:avLst>
                <a:gd name="adj" fmla="val 19098"/>
                <a:gd name="hf" fmla="val 105146"/>
                <a:gd name="vf" fmla="val 110557"/>
              </a:avLst>
            </a:pr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626" name="Google Shape;9626;p70"/>
            <p:cNvSpPr/>
            <p:nvPr/>
          </p:nvSpPr>
          <p:spPr>
            <a:xfrm>
              <a:off x="2658082" y="4253549"/>
              <a:ext cx="341700" cy="324900"/>
            </a:xfrm>
            <a:prstGeom prst="star5">
              <a:avLst>
                <a:gd name="adj" fmla="val 19098"/>
                <a:gd name="hf" fmla="val 105146"/>
                <a:gd name="vf" fmla="val 110557"/>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627" name="Google Shape;9627;p70"/>
          <p:cNvGrpSpPr/>
          <p:nvPr/>
        </p:nvGrpSpPr>
        <p:grpSpPr>
          <a:xfrm>
            <a:off x="3481071" y="4645823"/>
            <a:ext cx="1852088" cy="240159"/>
            <a:chOff x="705948" y="3788465"/>
            <a:chExt cx="2308953" cy="299400"/>
          </a:xfrm>
        </p:grpSpPr>
        <p:sp>
          <p:nvSpPr>
            <p:cNvPr id="9628" name="Google Shape;9628;p70"/>
            <p:cNvSpPr/>
            <p:nvPr/>
          </p:nvSpPr>
          <p:spPr>
            <a:xfrm>
              <a:off x="705948" y="3788465"/>
              <a:ext cx="335400" cy="299400"/>
            </a:xfrm>
            <a:prstGeom prst="heart">
              <a:avLst/>
            </a:pr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629" name="Google Shape;9629;p70"/>
            <p:cNvSpPr/>
            <p:nvPr/>
          </p:nvSpPr>
          <p:spPr>
            <a:xfrm>
              <a:off x="1209923" y="3788465"/>
              <a:ext cx="335400" cy="299400"/>
            </a:xfrm>
            <a:prstGeom prst="heart">
              <a:avLst/>
            </a:pr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630" name="Google Shape;9630;p70"/>
            <p:cNvSpPr/>
            <p:nvPr/>
          </p:nvSpPr>
          <p:spPr>
            <a:xfrm>
              <a:off x="1713905" y="3788465"/>
              <a:ext cx="335400" cy="299400"/>
            </a:xfrm>
            <a:prstGeom prst="heart">
              <a:avLst/>
            </a:prstGeom>
            <a:solidFill>
              <a:srgbClr val="869FB1"/>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631" name="Google Shape;9631;p70"/>
            <p:cNvSpPr/>
            <p:nvPr/>
          </p:nvSpPr>
          <p:spPr>
            <a:xfrm>
              <a:off x="2189639" y="3788465"/>
              <a:ext cx="335400" cy="299400"/>
            </a:xfrm>
            <a:prstGeom prst="hear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32" name="Google Shape;9632;p70"/>
            <p:cNvSpPr/>
            <p:nvPr/>
          </p:nvSpPr>
          <p:spPr>
            <a:xfrm>
              <a:off x="2679500" y="3788465"/>
              <a:ext cx="335400" cy="299400"/>
            </a:xfrm>
            <a:prstGeom prst="hear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633" name="Google Shape;9633;p70"/>
          <p:cNvGrpSpPr/>
          <p:nvPr/>
        </p:nvGrpSpPr>
        <p:grpSpPr>
          <a:xfrm>
            <a:off x="3544989" y="5463129"/>
            <a:ext cx="1739479" cy="392099"/>
            <a:chOff x="2658741" y="4097347"/>
            <a:chExt cx="1304609" cy="294074"/>
          </a:xfrm>
        </p:grpSpPr>
        <p:grpSp>
          <p:nvGrpSpPr>
            <p:cNvPr id="9634" name="Google Shape;9634;p70"/>
            <p:cNvGrpSpPr/>
            <p:nvPr/>
          </p:nvGrpSpPr>
          <p:grpSpPr>
            <a:xfrm>
              <a:off x="2658741" y="4097347"/>
              <a:ext cx="118572" cy="294074"/>
              <a:chOff x="3343310" y="4475555"/>
              <a:chExt cx="127717" cy="316753"/>
            </a:xfrm>
          </p:grpSpPr>
          <p:sp>
            <p:nvSpPr>
              <p:cNvPr id="9635" name="Google Shape;9635;p7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636" name="Google Shape;9636;p7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637" name="Google Shape;9637;p70"/>
            <p:cNvGrpSpPr/>
            <p:nvPr/>
          </p:nvGrpSpPr>
          <p:grpSpPr>
            <a:xfrm>
              <a:off x="3815519" y="4098388"/>
              <a:ext cx="147831" cy="291991"/>
              <a:chOff x="3527539" y="4476677"/>
              <a:chExt cx="159232" cy="314510"/>
            </a:xfrm>
          </p:grpSpPr>
          <p:sp>
            <p:nvSpPr>
              <p:cNvPr id="9638" name="Google Shape;9638;p7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39" name="Google Shape;9639;p7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640" name="Google Shape;9640;p70"/>
            <p:cNvGrpSpPr/>
            <p:nvPr/>
          </p:nvGrpSpPr>
          <p:grpSpPr>
            <a:xfrm>
              <a:off x="3511696" y="4098388"/>
              <a:ext cx="147831" cy="291991"/>
              <a:chOff x="3527539" y="4476677"/>
              <a:chExt cx="159232" cy="314510"/>
            </a:xfrm>
          </p:grpSpPr>
          <p:sp>
            <p:nvSpPr>
              <p:cNvPr id="9641" name="Google Shape;9641;p7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42" name="Google Shape;9642;p7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643" name="Google Shape;9643;p70"/>
            <p:cNvGrpSpPr/>
            <p:nvPr/>
          </p:nvGrpSpPr>
          <p:grpSpPr>
            <a:xfrm>
              <a:off x="3207874" y="4098388"/>
              <a:ext cx="147831" cy="291991"/>
              <a:chOff x="3527539" y="4476677"/>
              <a:chExt cx="159232" cy="314510"/>
            </a:xfrm>
          </p:grpSpPr>
          <p:sp>
            <p:nvSpPr>
              <p:cNvPr id="9644" name="Google Shape;9644;p7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645" name="Google Shape;9645;p7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9646" name="Google Shape;9646;p70"/>
            <p:cNvGrpSpPr/>
            <p:nvPr/>
          </p:nvGrpSpPr>
          <p:grpSpPr>
            <a:xfrm>
              <a:off x="2933305" y="4097347"/>
              <a:ext cx="118572" cy="294074"/>
              <a:chOff x="3343310" y="4475555"/>
              <a:chExt cx="127717" cy="316753"/>
            </a:xfrm>
          </p:grpSpPr>
          <p:sp>
            <p:nvSpPr>
              <p:cNvPr id="9647" name="Google Shape;9647;p7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648" name="Google Shape;9648;p7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grpSp>
        <p:nvGrpSpPr>
          <p:cNvPr id="9649" name="Google Shape;9649;p70"/>
          <p:cNvGrpSpPr/>
          <p:nvPr/>
        </p:nvGrpSpPr>
        <p:grpSpPr>
          <a:xfrm>
            <a:off x="5703429" y="2080466"/>
            <a:ext cx="1911761" cy="191500"/>
            <a:chOff x="4273350" y="2080469"/>
            <a:chExt cx="1433821" cy="191500"/>
          </a:xfrm>
        </p:grpSpPr>
        <p:grpSp>
          <p:nvGrpSpPr>
            <p:cNvPr id="9650" name="Google Shape;9650;p70"/>
            <p:cNvGrpSpPr/>
            <p:nvPr/>
          </p:nvGrpSpPr>
          <p:grpSpPr>
            <a:xfrm>
              <a:off x="4273350" y="2080469"/>
              <a:ext cx="1433821" cy="0"/>
              <a:chOff x="5224975" y="2962250"/>
              <a:chExt cx="1544400" cy="0"/>
            </a:xfrm>
          </p:grpSpPr>
          <p:cxnSp>
            <p:nvCxnSpPr>
              <p:cNvPr id="9651" name="Google Shape;9651;p70"/>
              <p:cNvCxnSpPr/>
              <p:nvPr/>
            </p:nvCxnSpPr>
            <p:spPr>
              <a:xfrm>
                <a:off x="5224975" y="2962250"/>
                <a:ext cx="1544400" cy="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9652" name="Google Shape;9652;p70"/>
              <p:cNvCxnSpPr/>
              <p:nvPr/>
            </p:nvCxnSpPr>
            <p:spPr>
              <a:xfrm>
                <a:off x="5225150" y="2962250"/>
                <a:ext cx="453300" cy="0"/>
              </a:xfrm>
              <a:prstGeom prst="straightConnector1">
                <a:avLst/>
              </a:prstGeom>
              <a:noFill/>
              <a:ln w="9525" cap="flat" cmpd="sng">
                <a:solidFill>
                  <a:schemeClr val="bg1">
                    <a:lumMod val="65000"/>
                  </a:schemeClr>
                </a:solidFill>
                <a:prstDash val="solid"/>
                <a:round/>
                <a:headEnd type="none" w="med" len="med"/>
                <a:tailEnd type="oval" w="med" len="med"/>
              </a:ln>
            </p:spPr>
          </p:cxnSp>
        </p:grpSp>
        <p:grpSp>
          <p:nvGrpSpPr>
            <p:cNvPr id="9653" name="Google Shape;9653;p70"/>
            <p:cNvGrpSpPr/>
            <p:nvPr/>
          </p:nvGrpSpPr>
          <p:grpSpPr>
            <a:xfrm>
              <a:off x="4273350" y="2271969"/>
              <a:ext cx="1433821" cy="0"/>
              <a:chOff x="5224975" y="2962250"/>
              <a:chExt cx="1544400" cy="0"/>
            </a:xfrm>
          </p:grpSpPr>
          <p:cxnSp>
            <p:nvCxnSpPr>
              <p:cNvPr id="9654" name="Google Shape;9654;p70"/>
              <p:cNvCxnSpPr/>
              <p:nvPr/>
            </p:nvCxnSpPr>
            <p:spPr>
              <a:xfrm>
                <a:off x="5224975" y="2962250"/>
                <a:ext cx="1544400" cy="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9655" name="Google Shape;9655;p70"/>
              <p:cNvCxnSpPr/>
              <p:nvPr/>
            </p:nvCxnSpPr>
            <p:spPr>
              <a:xfrm>
                <a:off x="5225150" y="2962250"/>
                <a:ext cx="998700" cy="0"/>
              </a:xfrm>
              <a:prstGeom prst="straightConnector1">
                <a:avLst/>
              </a:prstGeom>
              <a:noFill/>
              <a:ln w="9525" cap="flat" cmpd="sng">
                <a:solidFill>
                  <a:schemeClr val="bg1">
                    <a:lumMod val="65000"/>
                  </a:schemeClr>
                </a:solidFill>
                <a:prstDash val="solid"/>
                <a:round/>
                <a:headEnd type="none" w="med" len="med"/>
                <a:tailEnd type="oval" w="med" len="med"/>
              </a:ln>
            </p:spPr>
          </p:cxnSp>
        </p:grpSp>
      </p:grpSp>
      <p:grpSp>
        <p:nvGrpSpPr>
          <p:cNvPr id="9656" name="Google Shape;9656;p70"/>
          <p:cNvGrpSpPr/>
          <p:nvPr/>
        </p:nvGrpSpPr>
        <p:grpSpPr>
          <a:xfrm>
            <a:off x="5705502" y="1577382"/>
            <a:ext cx="1907615" cy="991185"/>
            <a:chOff x="5159450" y="1919950"/>
            <a:chExt cx="1541050" cy="862500"/>
          </a:xfrm>
        </p:grpSpPr>
        <p:sp>
          <p:nvSpPr>
            <p:cNvPr id="9657" name="Google Shape;9657;p7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chemeClr val="bg1">
                  <a:lumMod val="65000"/>
                </a:schemeClr>
              </a:solidFill>
              <a:prstDash val="solid"/>
              <a:round/>
              <a:headEnd type="oval" w="med" len="med"/>
              <a:tailEnd type="oval" w="med" len="med"/>
            </a:ln>
          </p:spPr>
          <p:txBody>
            <a:bodyPr/>
            <a:lstStyle/>
            <a:p>
              <a:endParaRPr lang="en-IN" sz="2400"/>
            </a:p>
          </p:txBody>
        </p:sp>
        <p:grpSp>
          <p:nvGrpSpPr>
            <p:cNvPr id="9658" name="Google Shape;9658;p70"/>
            <p:cNvGrpSpPr/>
            <p:nvPr/>
          </p:nvGrpSpPr>
          <p:grpSpPr>
            <a:xfrm>
              <a:off x="5159450" y="1919950"/>
              <a:ext cx="1541050" cy="862500"/>
              <a:chOff x="5159450" y="1919950"/>
              <a:chExt cx="1541050" cy="862500"/>
            </a:xfrm>
          </p:grpSpPr>
          <p:cxnSp>
            <p:nvCxnSpPr>
              <p:cNvPr id="9659" name="Google Shape;9659;p70"/>
              <p:cNvCxnSpPr/>
              <p:nvPr/>
            </p:nvCxnSpPr>
            <p:spPr>
              <a:xfrm>
                <a:off x="5159450" y="1919950"/>
                <a:ext cx="0" cy="862500"/>
              </a:xfrm>
              <a:prstGeom prst="straightConnector1">
                <a:avLst/>
              </a:prstGeom>
              <a:noFill/>
              <a:ln w="9525" cap="flat" cmpd="sng">
                <a:solidFill>
                  <a:schemeClr val="bg1">
                    <a:lumMod val="65000"/>
                  </a:schemeClr>
                </a:solidFill>
                <a:prstDash val="solid"/>
                <a:round/>
                <a:headEnd type="none" w="med" len="med"/>
                <a:tailEnd type="none" w="med" len="med"/>
              </a:ln>
            </p:spPr>
          </p:cxnSp>
          <p:cxnSp>
            <p:nvCxnSpPr>
              <p:cNvPr id="9660" name="Google Shape;9660;p70"/>
              <p:cNvCxnSpPr/>
              <p:nvPr/>
            </p:nvCxnSpPr>
            <p:spPr>
              <a:xfrm>
                <a:off x="5161200" y="2778975"/>
                <a:ext cx="1539300" cy="0"/>
              </a:xfrm>
              <a:prstGeom prst="straightConnector1">
                <a:avLst/>
              </a:prstGeom>
              <a:noFill/>
              <a:ln w="9525" cap="flat" cmpd="sng">
                <a:solidFill>
                  <a:schemeClr val="bg1">
                    <a:lumMod val="65000"/>
                  </a:schemeClr>
                </a:solidFill>
                <a:prstDash val="solid"/>
                <a:round/>
                <a:headEnd type="none" w="med" len="med"/>
                <a:tailEnd type="none" w="med" len="med"/>
              </a:ln>
            </p:spPr>
          </p:cxnSp>
        </p:grpSp>
      </p:grpSp>
      <p:grpSp>
        <p:nvGrpSpPr>
          <p:cNvPr id="9661" name="Google Shape;9661;p70"/>
          <p:cNvGrpSpPr/>
          <p:nvPr/>
        </p:nvGrpSpPr>
        <p:grpSpPr>
          <a:xfrm>
            <a:off x="5692319" y="3208486"/>
            <a:ext cx="1933979" cy="1402783"/>
            <a:chOff x="5230575" y="1554475"/>
            <a:chExt cx="2137150" cy="1550150"/>
          </a:xfrm>
        </p:grpSpPr>
        <p:sp>
          <p:nvSpPr>
            <p:cNvPr id="9662" name="Google Shape;9662;p70"/>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63" name="Google Shape;9663;p70"/>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64" name="Google Shape;9664;p70"/>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65" name="Google Shape;9665;p70"/>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66" name="Google Shape;9666;p70"/>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67" name="Google Shape;9667;p70"/>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68" name="Google Shape;9668;p70"/>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69" name="Google Shape;9669;p70"/>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70" name="Google Shape;9670;p70"/>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71" name="Google Shape;9671;p70"/>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72" name="Google Shape;9672;p70"/>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73" name="Google Shape;9673;p70"/>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74" name="Google Shape;9674;p70"/>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chemeClr val="bg1">
                  <a:lumMod val="65000"/>
                </a:schemeClr>
              </a:solidFill>
              <a:prstDash val="solid"/>
              <a:miter lim="2997"/>
              <a:headEnd type="none" w="sm" len="sm"/>
              <a:tailEnd type="none" w="sm" len="sm"/>
            </a:ln>
          </p:spPr>
          <p:txBody>
            <a:bodyPr spcFirstLastPara="1" wrap="square" lIns="121900" tIns="121900" rIns="121900" bIns="121900" anchor="ctr" anchorCtr="0">
              <a:noAutofit/>
            </a:bodyPr>
            <a:lstStyle/>
            <a:p>
              <a:endParaRPr sz="2400"/>
            </a:p>
          </p:txBody>
        </p:sp>
      </p:grpSp>
      <p:grpSp>
        <p:nvGrpSpPr>
          <p:cNvPr id="9675" name="Google Shape;9675;p70"/>
          <p:cNvGrpSpPr/>
          <p:nvPr/>
        </p:nvGrpSpPr>
        <p:grpSpPr>
          <a:xfrm rot="10800000">
            <a:off x="5714387" y="4664737"/>
            <a:ext cx="1889844" cy="1183928"/>
            <a:chOff x="5645403" y="2920021"/>
            <a:chExt cx="2650800" cy="2180614"/>
          </a:xfrm>
        </p:grpSpPr>
        <p:sp>
          <p:nvSpPr>
            <p:cNvPr id="9676" name="Google Shape;9676;p70"/>
            <p:cNvSpPr/>
            <p:nvPr/>
          </p:nvSpPr>
          <p:spPr>
            <a:xfrm>
              <a:off x="5772903" y="2920021"/>
              <a:ext cx="2523300" cy="4692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9677" name="Google Shape;9677;p70"/>
            <p:cNvCxnSpPr>
              <a:stCxn id="9676" idx="1"/>
            </p:cNvCxnSpPr>
            <p:nvPr/>
          </p:nvCxnSpPr>
          <p:spPr>
            <a:xfrm rot="10800000">
              <a:off x="5645403" y="3154021"/>
              <a:ext cx="127500" cy="600"/>
            </a:xfrm>
            <a:prstGeom prst="straightConnector1">
              <a:avLst/>
            </a:prstGeom>
            <a:noFill/>
            <a:ln w="9525" cap="flat" cmpd="sng">
              <a:solidFill>
                <a:schemeClr val="bg1">
                  <a:lumMod val="65000"/>
                </a:schemeClr>
              </a:solidFill>
              <a:prstDash val="solid"/>
              <a:round/>
              <a:headEnd type="none" w="med" len="med"/>
              <a:tailEnd type="none" w="med" len="med"/>
            </a:ln>
          </p:spPr>
        </p:cxnSp>
        <p:sp>
          <p:nvSpPr>
            <p:cNvPr id="9678" name="Google Shape;9678;p70"/>
            <p:cNvSpPr/>
            <p:nvPr/>
          </p:nvSpPr>
          <p:spPr>
            <a:xfrm>
              <a:off x="6010040" y="3500932"/>
              <a:ext cx="2049000" cy="4692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9679" name="Google Shape;9679;p70"/>
            <p:cNvCxnSpPr>
              <a:endCxn id="9678" idx="3"/>
            </p:cNvCxnSpPr>
            <p:nvPr/>
          </p:nvCxnSpPr>
          <p:spPr>
            <a:xfrm rot="10800000">
              <a:off x="8059040" y="3735533"/>
              <a:ext cx="135300" cy="0"/>
            </a:xfrm>
            <a:prstGeom prst="straightConnector1">
              <a:avLst/>
            </a:prstGeom>
            <a:noFill/>
            <a:ln w="9525" cap="flat" cmpd="sng">
              <a:solidFill>
                <a:schemeClr val="bg1">
                  <a:lumMod val="65000"/>
                </a:schemeClr>
              </a:solidFill>
              <a:prstDash val="solid"/>
              <a:round/>
              <a:headEnd type="none" w="med" len="med"/>
              <a:tailEnd type="none" w="med" len="med"/>
            </a:ln>
          </p:spPr>
        </p:cxnSp>
        <p:sp>
          <p:nvSpPr>
            <p:cNvPr id="9680" name="Google Shape;9680;p70"/>
            <p:cNvSpPr/>
            <p:nvPr/>
          </p:nvSpPr>
          <p:spPr>
            <a:xfrm>
              <a:off x="6299123" y="4066183"/>
              <a:ext cx="1470600" cy="4692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9681" name="Google Shape;9681;p70"/>
            <p:cNvCxnSpPr>
              <a:stCxn id="9680" idx="1"/>
            </p:cNvCxnSpPr>
            <p:nvPr/>
          </p:nvCxnSpPr>
          <p:spPr>
            <a:xfrm rot="10800000">
              <a:off x="6175222" y="4300183"/>
              <a:ext cx="123900" cy="600"/>
            </a:xfrm>
            <a:prstGeom prst="straightConnector1">
              <a:avLst/>
            </a:prstGeom>
            <a:noFill/>
            <a:ln w="9525" cap="flat" cmpd="sng">
              <a:solidFill>
                <a:schemeClr val="bg1">
                  <a:lumMod val="65000"/>
                </a:schemeClr>
              </a:solidFill>
              <a:prstDash val="solid"/>
              <a:round/>
              <a:headEnd type="none" w="med" len="med"/>
              <a:tailEnd type="none" w="med" len="med"/>
            </a:ln>
          </p:spPr>
        </p:cxnSp>
        <p:sp>
          <p:nvSpPr>
            <p:cNvPr id="9682" name="Google Shape;9682;p70"/>
            <p:cNvSpPr/>
            <p:nvPr/>
          </p:nvSpPr>
          <p:spPr>
            <a:xfrm>
              <a:off x="6629161" y="4631435"/>
              <a:ext cx="810600" cy="469200"/>
            </a:xfrm>
            <a:prstGeom prst="rect">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9683" name="Google Shape;9683;p70"/>
            <p:cNvCxnSpPr>
              <a:endCxn id="9682" idx="3"/>
            </p:cNvCxnSpPr>
            <p:nvPr/>
          </p:nvCxnSpPr>
          <p:spPr>
            <a:xfrm flipH="1">
              <a:off x="7439761" y="4864535"/>
              <a:ext cx="104400" cy="1500"/>
            </a:xfrm>
            <a:prstGeom prst="straightConnector1">
              <a:avLst/>
            </a:prstGeom>
            <a:noFill/>
            <a:ln w="9525" cap="flat" cmpd="sng">
              <a:solidFill>
                <a:schemeClr val="bg1">
                  <a:lumMod val="65000"/>
                </a:schemeClr>
              </a:solidFill>
              <a:prstDash val="solid"/>
              <a:round/>
              <a:headEnd type="none" w="med" len="med"/>
              <a:tailEnd type="none" w="med" len="med"/>
            </a:ln>
          </p:spPr>
        </p:cxnSp>
      </p:grpSp>
      <p:grpSp>
        <p:nvGrpSpPr>
          <p:cNvPr id="9684" name="Google Shape;9684;p70"/>
          <p:cNvGrpSpPr/>
          <p:nvPr/>
        </p:nvGrpSpPr>
        <p:grpSpPr>
          <a:xfrm>
            <a:off x="9848201" y="3202545"/>
            <a:ext cx="1428991" cy="1362105"/>
            <a:chOff x="7189833" y="2022667"/>
            <a:chExt cx="1251159" cy="1192597"/>
          </a:xfrm>
        </p:grpSpPr>
        <p:sp>
          <p:nvSpPr>
            <p:cNvPr id="9685" name="Google Shape;9685;p70"/>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86" name="Google Shape;9686;p70"/>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87" name="Google Shape;9687;p70"/>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88" name="Google Shape;9688;p70"/>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689" name="Google Shape;9689;p70"/>
          <p:cNvGrpSpPr/>
          <p:nvPr/>
        </p:nvGrpSpPr>
        <p:grpSpPr>
          <a:xfrm>
            <a:off x="892396" y="3771087"/>
            <a:ext cx="2275464" cy="2081116"/>
            <a:chOff x="669298" y="2828315"/>
            <a:chExt cx="1706601" cy="1560837"/>
          </a:xfrm>
        </p:grpSpPr>
        <p:grpSp>
          <p:nvGrpSpPr>
            <p:cNvPr id="9690" name="Google Shape;9690;p70"/>
            <p:cNvGrpSpPr/>
            <p:nvPr/>
          </p:nvGrpSpPr>
          <p:grpSpPr>
            <a:xfrm>
              <a:off x="819108" y="2882499"/>
              <a:ext cx="103104" cy="1426185"/>
              <a:chOff x="4674013" y="3100904"/>
              <a:chExt cx="122758" cy="1698043"/>
            </a:xfrm>
          </p:grpSpPr>
          <p:sp>
            <p:nvSpPr>
              <p:cNvPr id="9691" name="Google Shape;9691;p7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92" name="Google Shape;9692;p7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93" name="Google Shape;9693;p7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94" name="Google Shape;9694;p7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95" name="Google Shape;9695;p7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96" name="Google Shape;9696;p7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697" name="Google Shape;9697;p7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698" name="Google Shape;9698;p70"/>
            <p:cNvGrpSpPr/>
            <p:nvPr/>
          </p:nvGrpSpPr>
          <p:grpSpPr>
            <a:xfrm>
              <a:off x="1062475" y="2882499"/>
              <a:ext cx="103104" cy="1426185"/>
              <a:chOff x="4940438" y="3100904"/>
              <a:chExt cx="122758" cy="1698043"/>
            </a:xfrm>
          </p:grpSpPr>
          <p:sp>
            <p:nvSpPr>
              <p:cNvPr id="9699" name="Google Shape;9699;p7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00" name="Google Shape;9700;p7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01" name="Google Shape;9701;p7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02" name="Google Shape;9702;p7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03" name="Google Shape;9703;p7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04" name="Google Shape;9704;p7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05" name="Google Shape;9705;p7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706" name="Google Shape;9706;p70"/>
            <p:cNvGrpSpPr/>
            <p:nvPr/>
          </p:nvGrpSpPr>
          <p:grpSpPr>
            <a:xfrm>
              <a:off x="1299324" y="2882499"/>
              <a:ext cx="103104" cy="1426185"/>
              <a:chOff x="5206863" y="3100904"/>
              <a:chExt cx="122758" cy="1698043"/>
            </a:xfrm>
          </p:grpSpPr>
          <p:sp>
            <p:nvSpPr>
              <p:cNvPr id="9707" name="Google Shape;9707;p7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08" name="Google Shape;9708;p7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09" name="Google Shape;9709;p7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10" name="Google Shape;9710;p7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11" name="Google Shape;9711;p7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12" name="Google Shape;9712;p7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13" name="Google Shape;9713;p7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714" name="Google Shape;9714;p70"/>
            <p:cNvGrpSpPr/>
            <p:nvPr/>
          </p:nvGrpSpPr>
          <p:grpSpPr>
            <a:xfrm>
              <a:off x="1786057" y="2882499"/>
              <a:ext cx="103104" cy="1426185"/>
              <a:chOff x="6006138" y="3143629"/>
              <a:chExt cx="122758" cy="1698043"/>
            </a:xfrm>
          </p:grpSpPr>
          <p:sp>
            <p:nvSpPr>
              <p:cNvPr id="9715" name="Google Shape;9715;p7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16" name="Google Shape;9716;p7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17" name="Google Shape;9717;p7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18" name="Google Shape;9718;p7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19" name="Google Shape;9719;p7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20" name="Google Shape;9720;p7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21" name="Google Shape;9721;p7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722" name="Google Shape;9722;p70"/>
            <p:cNvGrpSpPr/>
            <p:nvPr/>
          </p:nvGrpSpPr>
          <p:grpSpPr>
            <a:xfrm>
              <a:off x="2029422" y="2882499"/>
              <a:ext cx="103104" cy="1426185"/>
              <a:chOff x="6805413" y="3100904"/>
              <a:chExt cx="122758" cy="1698043"/>
            </a:xfrm>
          </p:grpSpPr>
          <p:sp>
            <p:nvSpPr>
              <p:cNvPr id="9723" name="Google Shape;9723;p7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24" name="Google Shape;9724;p7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25" name="Google Shape;9725;p7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26" name="Google Shape;9726;p7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27" name="Google Shape;9727;p7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28" name="Google Shape;9728;p7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29" name="Google Shape;9729;p7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730" name="Google Shape;9730;p70"/>
            <p:cNvGrpSpPr/>
            <p:nvPr/>
          </p:nvGrpSpPr>
          <p:grpSpPr>
            <a:xfrm>
              <a:off x="669298" y="2828315"/>
              <a:ext cx="1571100" cy="1560837"/>
              <a:chOff x="734799" y="2782450"/>
              <a:chExt cx="1571100" cy="1577400"/>
            </a:xfrm>
          </p:grpSpPr>
          <p:cxnSp>
            <p:nvCxnSpPr>
              <p:cNvPr id="9731" name="Google Shape;9731;p70"/>
              <p:cNvCxnSpPr/>
              <p:nvPr/>
            </p:nvCxnSpPr>
            <p:spPr>
              <a:xfrm>
                <a:off x="743025" y="2782450"/>
                <a:ext cx="0" cy="1577400"/>
              </a:xfrm>
              <a:prstGeom prst="straightConnector1">
                <a:avLst/>
              </a:prstGeom>
              <a:noFill/>
              <a:ln w="19050" cap="flat" cmpd="sng">
                <a:solidFill>
                  <a:schemeClr val="bg1">
                    <a:lumMod val="65000"/>
                  </a:schemeClr>
                </a:solidFill>
                <a:prstDash val="solid"/>
                <a:round/>
                <a:headEnd type="none" w="med" len="med"/>
                <a:tailEnd type="none" w="med" len="med"/>
              </a:ln>
            </p:spPr>
          </p:cxnSp>
          <p:cxnSp>
            <p:nvCxnSpPr>
              <p:cNvPr id="9732" name="Google Shape;9732;p70"/>
              <p:cNvCxnSpPr/>
              <p:nvPr/>
            </p:nvCxnSpPr>
            <p:spPr>
              <a:xfrm rot="10800000">
                <a:off x="734799" y="4359850"/>
                <a:ext cx="1571100" cy="0"/>
              </a:xfrm>
              <a:prstGeom prst="straightConnector1">
                <a:avLst/>
              </a:prstGeom>
              <a:noFill/>
              <a:ln w="19050" cap="flat" cmpd="sng">
                <a:solidFill>
                  <a:schemeClr val="bg1">
                    <a:lumMod val="65000"/>
                  </a:schemeClr>
                </a:solidFill>
                <a:prstDash val="solid"/>
                <a:round/>
                <a:headEnd type="none" w="med" len="med"/>
                <a:tailEnd type="none" w="med" len="med"/>
              </a:ln>
            </p:spPr>
          </p:cxnSp>
        </p:grpSp>
        <p:grpSp>
          <p:nvGrpSpPr>
            <p:cNvPr id="9733" name="Google Shape;9733;p70"/>
            <p:cNvGrpSpPr/>
            <p:nvPr/>
          </p:nvGrpSpPr>
          <p:grpSpPr>
            <a:xfrm>
              <a:off x="2272795" y="2882499"/>
              <a:ext cx="103104" cy="1426185"/>
              <a:chOff x="5206863" y="3100904"/>
              <a:chExt cx="122758" cy="1698043"/>
            </a:xfrm>
          </p:grpSpPr>
          <p:sp>
            <p:nvSpPr>
              <p:cNvPr id="9734" name="Google Shape;9734;p7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35" name="Google Shape;9735;p7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36" name="Google Shape;9736;p7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37" name="Google Shape;9737;p7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38" name="Google Shape;9738;p7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39" name="Google Shape;9739;p7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40" name="Google Shape;9740;p7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741" name="Google Shape;9741;p70"/>
            <p:cNvGrpSpPr/>
            <p:nvPr/>
          </p:nvGrpSpPr>
          <p:grpSpPr>
            <a:xfrm>
              <a:off x="1542694" y="2882499"/>
              <a:ext cx="103104" cy="1426185"/>
              <a:chOff x="6006138" y="3143629"/>
              <a:chExt cx="122758" cy="1698043"/>
            </a:xfrm>
          </p:grpSpPr>
          <p:sp>
            <p:nvSpPr>
              <p:cNvPr id="9742" name="Google Shape;9742;p7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43" name="Google Shape;9743;p7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44" name="Google Shape;9744;p7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745" name="Google Shape;9745;p7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746" name="Google Shape;9746;p7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747" name="Google Shape;9747;p7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9748" name="Google Shape;9748;p7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grpSp>
        <p:nvGrpSpPr>
          <p:cNvPr id="9749" name="Google Shape;9749;p70"/>
          <p:cNvGrpSpPr/>
          <p:nvPr/>
        </p:nvGrpSpPr>
        <p:grpSpPr>
          <a:xfrm>
            <a:off x="7914667" y="3207850"/>
            <a:ext cx="1664724" cy="1367092"/>
            <a:chOff x="5183758" y="1210600"/>
            <a:chExt cx="3605380" cy="2960783"/>
          </a:xfrm>
        </p:grpSpPr>
        <p:sp>
          <p:nvSpPr>
            <p:cNvPr id="9750" name="Google Shape;9750;p7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51" name="Google Shape;9751;p7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52" name="Google Shape;9752;p7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53" name="Google Shape;9753;p7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9754" name="Google Shape;9754;p70"/>
            <p:cNvCxnSpPr/>
            <p:nvPr/>
          </p:nvCxnSpPr>
          <p:spPr>
            <a:xfrm>
              <a:off x="5183758" y="2382654"/>
              <a:ext cx="922800" cy="0"/>
            </a:xfrm>
            <a:prstGeom prst="straightConnector1">
              <a:avLst/>
            </a:prstGeom>
            <a:noFill/>
            <a:ln w="9525" cap="flat" cmpd="sng">
              <a:solidFill>
                <a:schemeClr val="bg1">
                  <a:lumMod val="65000"/>
                </a:schemeClr>
              </a:solidFill>
              <a:prstDash val="solid"/>
              <a:round/>
              <a:headEnd type="oval" w="med" len="med"/>
              <a:tailEnd type="none" w="med" len="med"/>
            </a:ln>
          </p:spPr>
        </p:cxnSp>
        <p:cxnSp>
          <p:nvCxnSpPr>
            <p:cNvPr id="9755" name="Google Shape;9755;p70"/>
            <p:cNvCxnSpPr/>
            <p:nvPr/>
          </p:nvCxnSpPr>
          <p:spPr>
            <a:xfrm rot="10800000">
              <a:off x="8225195" y="1765431"/>
              <a:ext cx="559200" cy="0"/>
            </a:xfrm>
            <a:prstGeom prst="straightConnector1">
              <a:avLst/>
            </a:prstGeom>
            <a:noFill/>
            <a:ln w="9525" cap="flat" cmpd="sng">
              <a:solidFill>
                <a:schemeClr val="bg1">
                  <a:lumMod val="65000"/>
                </a:schemeClr>
              </a:solidFill>
              <a:prstDash val="solid"/>
              <a:round/>
              <a:headEnd type="oval" w="med" len="med"/>
              <a:tailEnd type="none" w="med" len="med"/>
            </a:ln>
          </p:spPr>
        </p:cxnSp>
        <p:cxnSp>
          <p:nvCxnSpPr>
            <p:cNvPr id="9756" name="Google Shape;9756;p70"/>
            <p:cNvCxnSpPr/>
            <p:nvPr/>
          </p:nvCxnSpPr>
          <p:spPr>
            <a:xfrm rot="10800000">
              <a:off x="7504838" y="2943528"/>
              <a:ext cx="1284300" cy="0"/>
            </a:xfrm>
            <a:prstGeom prst="straightConnector1">
              <a:avLst/>
            </a:prstGeom>
            <a:noFill/>
            <a:ln w="9525" cap="flat" cmpd="sng">
              <a:solidFill>
                <a:schemeClr val="bg1">
                  <a:lumMod val="65000"/>
                </a:schemeClr>
              </a:solidFill>
              <a:prstDash val="solid"/>
              <a:round/>
              <a:headEnd type="oval" w="med" len="med"/>
              <a:tailEnd type="none" w="med" len="med"/>
            </a:ln>
          </p:spPr>
        </p:cxnSp>
        <p:cxnSp>
          <p:nvCxnSpPr>
            <p:cNvPr id="9757" name="Google Shape;9757;p70"/>
            <p:cNvCxnSpPr/>
            <p:nvPr/>
          </p:nvCxnSpPr>
          <p:spPr>
            <a:xfrm>
              <a:off x="5759284" y="3630350"/>
              <a:ext cx="922800" cy="0"/>
            </a:xfrm>
            <a:prstGeom prst="straightConnector1">
              <a:avLst/>
            </a:prstGeom>
            <a:noFill/>
            <a:ln w="9525" cap="flat" cmpd="sng">
              <a:solidFill>
                <a:schemeClr val="bg1">
                  <a:lumMod val="65000"/>
                </a:schemeClr>
              </a:solidFill>
              <a:prstDash val="solid"/>
              <a:round/>
              <a:headEnd type="oval" w="med" len="med"/>
              <a:tailEnd type="none" w="med" len="med"/>
            </a:ln>
          </p:spPr>
        </p:cxnSp>
        <p:sp>
          <p:nvSpPr>
            <p:cNvPr id="9758" name="Google Shape;9758;p70"/>
            <p:cNvSpPr/>
            <p:nvPr/>
          </p:nvSpPr>
          <p:spPr>
            <a:xfrm>
              <a:off x="6601902" y="3746583"/>
              <a:ext cx="566400" cy="424800"/>
            </a:xfrm>
            <a:prstGeom prst="downArrow">
              <a:avLst>
                <a:gd name="adj1" fmla="val 50000"/>
                <a:gd name="adj2" fmla="val 50000"/>
              </a:avLst>
            </a:pr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759" name="Google Shape;9759;p70"/>
          <p:cNvGrpSpPr/>
          <p:nvPr/>
        </p:nvGrpSpPr>
        <p:grpSpPr>
          <a:xfrm>
            <a:off x="7724083" y="4725605"/>
            <a:ext cx="3553108" cy="1124587"/>
            <a:chOff x="5916567" y="1099697"/>
            <a:chExt cx="2556683" cy="809211"/>
          </a:xfrm>
        </p:grpSpPr>
        <p:sp>
          <p:nvSpPr>
            <p:cNvPr id="9760" name="Google Shape;9760;p70"/>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61" name="Google Shape;9761;p70"/>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62" name="Google Shape;9762;p70"/>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63" name="Google Shape;9763;p70"/>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64" name="Google Shape;9764;p70"/>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65" name="Google Shape;9765;p70"/>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66" name="Google Shape;9766;p70"/>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67" name="Google Shape;9767;p70"/>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768" name="Google Shape;9768;p70"/>
          <p:cNvGrpSpPr/>
          <p:nvPr/>
        </p:nvGrpSpPr>
        <p:grpSpPr>
          <a:xfrm>
            <a:off x="7867470" y="1590751"/>
            <a:ext cx="1733135" cy="1364451"/>
            <a:chOff x="5900602" y="1193063"/>
            <a:chExt cx="1299851" cy="1023338"/>
          </a:xfrm>
        </p:grpSpPr>
        <p:grpSp>
          <p:nvGrpSpPr>
            <p:cNvPr id="9769" name="Google Shape;9769;p70"/>
            <p:cNvGrpSpPr/>
            <p:nvPr/>
          </p:nvGrpSpPr>
          <p:grpSpPr>
            <a:xfrm>
              <a:off x="6743564" y="1193063"/>
              <a:ext cx="456889" cy="700379"/>
              <a:chOff x="6743564" y="1193063"/>
              <a:chExt cx="456889" cy="700379"/>
            </a:xfrm>
          </p:grpSpPr>
          <p:grpSp>
            <p:nvGrpSpPr>
              <p:cNvPr id="9770" name="Google Shape;9770;p70"/>
              <p:cNvGrpSpPr/>
              <p:nvPr/>
            </p:nvGrpSpPr>
            <p:grpSpPr>
              <a:xfrm>
                <a:off x="6743564" y="1690731"/>
                <a:ext cx="214402" cy="202710"/>
                <a:chOff x="6743564" y="1690731"/>
                <a:chExt cx="214402" cy="202710"/>
              </a:xfrm>
            </p:grpSpPr>
            <p:sp>
              <p:nvSpPr>
                <p:cNvPr id="9771" name="Google Shape;9771;p70"/>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72" name="Google Shape;9772;p70"/>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773" name="Google Shape;9773;p70"/>
              <p:cNvGrpSpPr/>
              <p:nvPr/>
            </p:nvGrpSpPr>
            <p:grpSpPr>
              <a:xfrm>
                <a:off x="6915505" y="1193063"/>
                <a:ext cx="284947" cy="589637"/>
                <a:chOff x="6915505" y="1193063"/>
                <a:chExt cx="284947" cy="589637"/>
              </a:xfrm>
            </p:grpSpPr>
            <p:sp>
              <p:nvSpPr>
                <p:cNvPr id="9774" name="Google Shape;9774;p70"/>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9775" name="Google Shape;9775;p70"/>
                <p:cNvCxnSpPr/>
                <p:nvPr/>
              </p:nvCxnSpPr>
              <p:spPr>
                <a:xfrm rot="10800000">
                  <a:off x="6938275" y="1279600"/>
                  <a:ext cx="0" cy="503100"/>
                </a:xfrm>
                <a:prstGeom prst="straightConnector1">
                  <a:avLst/>
                </a:prstGeom>
                <a:noFill/>
                <a:ln w="9525" cap="flat" cmpd="sng">
                  <a:solidFill>
                    <a:schemeClr val="bg1">
                      <a:lumMod val="65000"/>
                    </a:schemeClr>
                  </a:solidFill>
                  <a:prstDash val="solid"/>
                  <a:round/>
                  <a:headEnd type="none" w="med" len="med"/>
                  <a:tailEnd type="oval" w="med" len="med"/>
                </a:ln>
              </p:spPr>
            </p:cxnSp>
          </p:grpSp>
        </p:grpSp>
        <p:grpSp>
          <p:nvGrpSpPr>
            <p:cNvPr id="9776" name="Google Shape;9776;p70"/>
            <p:cNvGrpSpPr/>
            <p:nvPr/>
          </p:nvGrpSpPr>
          <p:grpSpPr>
            <a:xfrm>
              <a:off x="6520337" y="1193063"/>
              <a:ext cx="341815" cy="801589"/>
              <a:chOff x="6520337" y="1193063"/>
              <a:chExt cx="341815" cy="801589"/>
            </a:xfrm>
          </p:grpSpPr>
          <p:grpSp>
            <p:nvGrpSpPr>
              <p:cNvPr id="9777" name="Google Shape;9777;p70"/>
              <p:cNvGrpSpPr/>
              <p:nvPr/>
            </p:nvGrpSpPr>
            <p:grpSpPr>
              <a:xfrm>
                <a:off x="6520337" y="1589527"/>
                <a:ext cx="213950" cy="405125"/>
                <a:chOff x="6520337" y="1589527"/>
                <a:chExt cx="213950" cy="405125"/>
              </a:xfrm>
            </p:grpSpPr>
            <p:sp>
              <p:nvSpPr>
                <p:cNvPr id="9778" name="Google Shape;9778;p70"/>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79" name="Google Shape;9779;p70"/>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780" name="Google Shape;9780;p70"/>
              <p:cNvGrpSpPr/>
              <p:nvPr/>
            </p:nvGrpSpPr>
            <p:grpSpPr>
              <a:xfrm>
                <a:off x="6577204" y="1193063"/>
                <a:ext cx="284947" cy="453562"/>
                <a:chOff x="6577204" y="1193063"/>
                <a:chExt cx="284947" cy="453562"/>
              </a:xfrm>
            </p:grpSpPr>
            <p:sp>
              <p:nvSpPr>
                <p:cNvPr id="9781" name="Google Shape;9781;p70"/>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9782" name="Google Shape;9782;p70"/>
                <p:cNvCxnSpPr/>
                <p:nvPr/>
              </p:nvCxnSpPr>
              <p:spPr>
                <a:xfrm rot="10800000">
                  <a:off x="6677825" y="1279425"/>
                  <a:ext cx="0" cy="367200"/>
                </a:xfrm>
                <a:prstGeom prst="straightConnector1">
                  <a:avLst/>
                </a:prstGeom>
                <a:noFill/>
                <a:ln w="9525" cap="flat" cmpd="sng">
                  <a:solidFill>
                    <a:schemeClr val="bg1">
                      <a:lumMod val="65000"/>
                    </a:schemeClr>
                  </a:solidFill>
                  <a:prstDash val="solid"/>
                  <a:round/>
                  <a:headEnd type="none" w="med" len="med"/>
                  <a:tailEnd type="oval" w="med" len="med"/>
                </a:ln>
              </p:spPr>
            </p:cxnSp>
          </p:grpSp>
        </p:grpSp>
        <p:grpSp>
          <p:nvGrpSpPr>
            <p:cNvPr id="9783" name="Google Shape;9783;p70"/>
            <p:cNvGrpSpPr/>
            <p:nvPr/>
          </p:nvGrpSpPr>
          <p:grpSpPr>
            <a:xfrm>
              <a:off x="6238903" y="1193063"/>
              <a:ext cx="300475" cy="901782"/>
              <a:chOff x="6238903" y="1193063"/>
              <a:chExt cx="300475" cy="901782"/>
            </a:xfrm>
          </p:grpSpPr>
          <p:grpSp>
            <p:nvGrpSpPr>
              <p:cNvPr id="9784" name="Google Shape;9784;p70"/>
              <p:cNvGrpSpPr/>
              <p:nvPr/>
            </p:nvGrpSpPr>
            <p:grpSpPr>
              <a:xfrm>
                <a:off x="6290865" y="1489315"/>
                <a:ext cx="248514" cy="605530"/>
                <a:chOff x="6290865" y="1489315"/>
                <a:chExt cx="248514" cy="605530"/>
              </a:xfrm>
            </p:grpSpPr>
            <p:sp>
              <p:nvSpPr>
                <p:cNvPr id="9785" name="Google Shape;9785;p70"/>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86" name="Google Shape;9786;p70"/>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787" name="Google Shape;9787;p70"/>
              <p:cNvGrpSpPr/>
              <p:nvPr/>
            </p:nvGrpSpPr>
            <p:grpSpPr>
              <a:xfrm>
                <a:off x="6238903" y="1193063"/>
                <a:ext cx="284947" cy="327512"/>
                <a:chOff x="6238903" y="1193063"/>
                <a:chExt cx="284947" cy="327512"/>
              </a:xfrm>
            </p:grpSpPr>
            <p:sp>
              <p:nvSpPr>
                <p:cNvPr id="9788" name="Google Shape;9788;p70"/>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9789" name="Google Shape;9789;p70"/>
                <p:cNvCxnSpPr/>
                <p:nvPr/>
              </p:nvCxnSpPr>
              <p:spPr>
                <a:xfrm rot="10800000">
                  <a:off x="6431250" y="1279375"/>
                  <a:ext cx="0" cy="241200"/>
                </a:xfrm>
                <a:prstGeom prst="straightConnector1">
                  <a:avLst/>
                </a:prstGeom>
                <a:noFill/>
                <a:ln w="9525" cap="flat" cmpd="sng">
                  <a:solidFill>
                    <a:schemeClr val="bg1">
                      <a:lumMod val="65000"/>
                    </a:schemeClr>
                  </a:solidFill>
                  <a:prstDash val="solid"/>
                  <a:round/>
                  <a:headEnd type="none" w="med" len="med"/>
                  <a:tailEnd type="oval" w="med" len="med"/>
                </a:ln>
              </p:spPr>
            </p:cxnSp>
          </p:grpSp>
        </p:grpSp>
        <p:grpSp>
          <p:nvGrpSpPr>
            <p:cNvPr id="9790" name="Google Shape;9790;p70"/>
            <p:cNvGrpSpPr/>
            <p:nvPr/>
          </p:nvGrpSpPr>
          <p:grpSpPr>
            <a:xfrm>
              <a:off x="5900602" y="1193063"/>
              <a:ext cx="444345" cy="1023338"/>
              <a:chOff x="5900602" y="1193063"/>
              <a:chExt cx="444345" cy="1023338"/>
            </a:xfrm>
          </p:grpSpPr>
          <p:grpSp>
            <p:nvGrpSpPr>
              <p:cNvPr id="9791" name="Google Shape;9791;p70"/>
              <p:cNvGrpSpPr/>
              <p:nvPr/>
            </p:nvGrpSpPr>
            <p:grpSpPr>
              <a:xfrm>
                <a:off x="6046501" y="1367785"/>
                <a:ext cx="298446" cy="848616"/>
                <a:chOff x="6046501" y="1367785"/>
                <a:chExt cx="298446" cy="848616"/>
              </a:xfrm>
            </p:grpSpPr>
            <p:sp>
              <p:nvSpPr>
                <p:cNvPr id="9792" name="Google Shape;9792;p70"/>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9793" name="Google Shape;9793;p70"/>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grpSp>
            <p:nvGrpSpPr>
              <p:cNvPr id="9794" name="Google Shape;9794;p70"/>
              <p:cNvGrpSpPr/>
              <p:nvPr/>
            </p:nvGrpSpPr>
            <p:grpSpPr>
              <a:xfrm>
                <a:off x="5900602" y="1193063"/>
                <a:ext cx="284947" cy="182312"/>
                <a:chOff x="5900602" y="1193063"/>
                <a:chExt cx="284947" cy="182312"/>
              </a:xfrm>
            </p:grpSpPr>
            <p:sp>
              <p:nvSpPr>
                <p:cNvPr id="9795" name="Google Shape;9795;p70"/>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9796" name="Google Shape;9796;p70"/>
                <p:cNvCxnSpPr/>
                <p:nvPr/>
              </p:nvCxnSpPr>
              <p:spPr>
                <a:xfrm rot="10800000">
                  <a:off x="6156950" y="1279675"/>
                  <a:ext cx="0" cy="95700"/>
                </a:xfrm>
                <a:prstGeom prst="straightConnector1">
                  <a:avLst/>
                </a:prstGeom>
                <a:noFill/>
                <a:ln w="9525" cap="flat" cmpd="sng">
                  <a:solidFill>
                    <a:schemeClr val="bg1">
                      <a:lumMod val="65000"/>
                    </a:schemeClr>
                  </a:solidFill>
                  <a:prstDash val="solid"/>
                  <a:round/>
                  <a:headEnd type="none" w="med" len="med"/>
                  <a:tailEnd type="oval" w="med" len="med"/>
                </a:ln>
              </p:spPr>
            </p:cxnSp>
          </p:grpSp>
        </p:grpSp>
      </p:grpSp>
      <p:grpSp>
        <p:nvGrpSpPr>
          <p:cNvPr id="9797" name="Google Shape;9797;p70"/>
          <p:cNvGrpSpPr/>
          <p:nvPr/>
        </p:nvGrpSpPr>
        <p:grpSpPr>
          <a:xfrm>
            <a:off x="9651313" y="1590945"/>
            <a:ext cx="1625884" cy="1401820"/>
            <a:chOff x="7287122" y="1165658"/>
            <a:chExt cx="1219413" cy="1051365"/>
          </a:xfrm>
        </p:grpSpPr>
        <p:grpSp>
          <p:nvGrpSpPr>
            <p:cNvPr id="9798" name="Google Shape;9798;p70"/>
            <p:cNvGrpSpPr/>
            <p:nvPr/>
          </p:nvGrpSpPr>
          <p:grpSpPr>
            <a:xfrm>
              <a:off x="7287122" y="1969723"/>
              <a:ext cx="1219413" cy="247300"/>
              <a:chOff x="7287122" y="1969723"/>
              <a:chExt cx="1219413" cy="247300"/>
            </a:xfrm>
          </p:grpSpPr>
          <p:sp>
            <p:nvSpPr>
              <p:cNvPr id="9799" name="Google Shape;9799;p70"/>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nvGrpSpPr>
              <p:cNvPr id="9800" name="Google Shape;9800;p70"/>
              <p:cNvGrpSpPr/>
              <p:nvPr/>
            </p:nvGrpSpPr>
            <p:grpSpPr>
              <a:xfrm>
                <a:off x="7287122" y="2063892"/>
                <a:ext cx="1151753" cy="73428"/>
                <a:chOff x="7287122" y="2063892"/>
                <a:chExt cx="1151753" cy="73428"/>
              </a:xfrm>
            </p:grpSpPr>
            <p:sp>
              <p:nvSpPr>
                <p:cNvPr id="9801" name="Google Shape;9801;p70"/>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9802" name="Google Shape;9802;p70"/>
                <p:cNvCxnSpPr/>
                <p:nvPr/>
              </p:nvCxnSpPr>
              <p:spPr>
                <a:xfrm rot="10800000">
                  <a:off x="7818475" y="2100600"/>
                  <a:ext cx="620400" cy="0"/>
                </a:xfrm>
                <a:prstGeom prst="straightConnector1">
                  <a:avLst/>
                </a:prstGeom>
                <a:noFill/>
                <a:ln w="9525" cap="flat" cmpd="sng">
                  <a:solidFill>
                    <a:schemeClr val="bg1">
                      <a:lumMod val="65000"/>
                    </a:schemeClr>
                  </a:solidFill>
                  <a:prstDash val="solid"/>
                  <a:round/>
                  <a:headEnd type="none" w="med" len="med"/>
                  <a:tailEnd type="oval" w="med" len="med"/>
                </a:ln>
              </p:spPr>
            </p:cxnSp>
          </p:grpSp>
        </p:grpSp>
        <p:grpSp>
          <p:nvGrpSpPr>
            <p:cNvPr id="9803" name="Google Shape;9803;p70"/>
            <p:cNvGrpSpPr/>
            <p:nvPr/>
          </p:nvGrpSpPr>
          <p:grpSpPr>
            <a:xfrm>
              <a:off x="7287122" y="1712201"/>
              <a:ext cx="1219403" cy="246767"/>
              <a:chOff x="7287122" y="1712201"/>
              <a:chExt cx="1219403" cy="246767"/>
            </a:xfrm>
          </p:grpSpPr>
          <p:sp>
            <p:nvSpPr>
              <p:cNvPr id="9804" name="Google Shape;9804;p70"/>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nvGrpSpPr>
              <p:cNvPr id="9805" name="Google Shape;9805;p70"/>
              <p:cNvGrpSpPr/>
              <p:nvPr/>
            </p:nvGrpSpPr>
            <p:grpSpPr>
              <a:xfrm>
                <a:off x="7287122" y="1842861"/>
                <a:ext cx="1005303" cy="73419"/>
                <a:chOff x="7287122" y="1842861"/>
                <a:chExt cx="1005303" cy="73419"/>
              </a:xfrm>
            </p:grpSpPr>
            <p:sp>
              <p:nvSpPr>
                <p:cNvPr id="9806" name="Google Shape;9806;p7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9807" name="Google Shape;9807;p70"/>
                <p:cNvCxnSpPr/>
                <p:nvPr/>
              </p:nvCxnSpPr>
              <p:spPr>
                <a:xfrm rot="10800000">
                  <a:off x="7818425" y="1879575"/>
                  <a:ext cx="474000" cy="0"/>
                </a:xfrm>
                <a:prstGeom prst="straightConnector1">
                  <a:avLst/>
                </a:prstGeom>
                <a:noFill/>
                <a:ln w="9525" cap="flat" cmpd="sng">
                  <a:solidFill>
                    <a:schemeClr val="bg1">
                      <a:lumMod val="65000"/>
                    </a:schemeClr>
                  </a:solidFill>
                  <a:prstDash val="solid"/>
                  <a:round/>
                  <a:headEnd type="none" w="med" len="med"/>
                  <a:tailEnd type="oval" w="med" len="med"/>
                </a:ln>
              </p:spPr>
            </p:cxnSp>
          </p:grpSp>
        </p:grpSp>
        <p:grpSp>
          <p:nvGrpSpPr>
            <p:cNvPr id="9808" name="Google Shape;9808;p70"/>
            <p:cNvGrpSpPr/>
            <p:nvPr/>
          </p:nvGrpSpPr>
          <p:grpSpPr>
            <a:xfrm>
              <a:off x="7287122" y="1447520"/>
              <a:ext cx="1219403" cy="286667"/>
              <a:chOff x="7287122" y="1447520"/>
              <a:chExt cx="1219403" cy="286667"/>
            </a:xfrm>
          </p:grpSpPr>
          <p:sp>
            <p:nvSpPr>
              <p:cNvPr id="9809" name="Google Shape;9809;p70"/>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nvGrpSpPr>
              <p:cNvPr id="9810" name="Google Shape;9810;p70"/>
              <p:cNvGrpSpPr/>
              <p:nvPr/>
            </p:nvGrpSpPr>
            <p:grpSpPr>
              <a:xfrm>
                <a:off x="7287122" y="1581977"/>
                <a:ext cx="852803" cy="73428"/>
                <a:chOff x="7287122" y="1581977"/>
                <a:chExt cx="852803" cy="73428"/>
              </a:xfrm>
            </p:grpSpPr>
            <p:sp>
              <p:nvSpPr>
                <p:cNvPr id="9811" name="Google Shape;9811;p70"/>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9812" name="Google Shape;9812;p70"/>
                <p:cNvCxnSpPr/>
                <p:nvPr/>
              </p:nvCxnSpPr>
              <p:spPr>
                <a:xfrm rot="10800000">
                  <a:off x="7818325" y="1618700"/>
                  <a:ext cx="321600" cy="0"/>
                </a:xfrm>
                <a:prstGeom prst="straightConnector1">
                  <a:avLst/>
                </a:prstGeom>
                <a:noFill/>
                <a:ln w="9525" cap="flat" cmpd="sng">
                  <a:solidFill>
                    <a:schemeClr val="bg1">
                      <a:lumMod val="65000"/>
                    </a:schemeClr>
                  </a:solidFill>
                  <a:prstDash val="solid"/>
                  <a:round/>
                  <a:headEnd type="none" w="med" len="med"/>
                  <a:tailEnd type="oval" w="med" len="med"/>
                </a:ln>
              </p:spPr>
            </p:cxnSp>
          </p:grpSp>
        </p:grpSp>
        <p:grpSp>
          <p:nvGrpSpPr>
            <p:cNvPr id="9813" name="Google Shape;9813;p70"/>
            <p:cNvGrpSpPr/>
            <p:nvPr/>
          </p:nvGrpSpPr>
          <p:grpSpPr>
            <a:xfrm>
              <a:off x="7287122" y="1165658"/>
              <a:ext cx="1219403" cy="344253"/>
              <a:chOff x="7287122" y="1165658"/>
              <a:chExt cx="1219403" cy="344253"/>
            </a:xfrm>
          </p:grpSpPr>
          <p:sp>
            <p:nvSpPr>
              <p:cNvPr id="9814" name="Google Shape;9814;p70"/>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grpSp>
            <p:nvGrpSpPr>
              <p:cNvPr id="9815" name="Google Shape;9815;p70"/>
              <p:cNvGrpSpPr/>
              <p:nvPr/>
            </p:nvGrpSpPr>
            <p:grpSpPr>
              <a:xfrm>
                <a:off x="7287122" y="1341025"/>
                <a:ext cx="695703" cy="73419"/>
                <a:chOff x="7287122" y="1341025"/>
                <a:chExt cx="695703" cy="73419"/>
              </a:xfrm>
            </p:grpSpPr>
            <p:sp>
              <p:nvSpPr>
                <p:cNvPr id="9816" name="Google Shape;9816;p70"/>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chemeClr val="bg1">
                      <a:lumMod val="65000"/>
                    </a:schemeClr>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cxnSp>
              <p:nvCxnSpPr>
                <p:cNvPr id="9817" name="Google Shape;9817;p70"/>
                <p:cNvCxnSpPr/>
                <p:nvPr/>
              </p:nvCxnSpPr>
              <p:spPr>
                <a:xfrm rot="10800000">
                  <a:off x="7818425" y="1377750"/>
                  <a:ext cx="164400" cy="0"/>
                </a:xfrm>
                <a:prstGeom prst="straightConnector1">
                  <a:avLst/>
                </a:prstGeom>
                <a:noFill/>
                <a:ln w="9525" cap="flat" cmpd="sng">
                  <a:solidFill>
                    <a:schemeClr val="bg1">
                      <a:lumMod val="65000"/>
                    </a:schemeClr>
                  </a:solidFill>
                  <a:prstDash val="solid"/>
                  <a:round/>
                  <a:headEnd type="none" w="med" len="med"/>
                  <a:tailEnd type="oval" w="med" len="med"/>
                </a:ln>
              </p:spPr>
            </p:cxnSp>
          </p:grpSp>
        </p:gr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9821"/>
        <p:cNvGrpSpPr/>
        <p:nvPr/>
      </p:nvGrpSpPr>
      <p:grpSpPr>
        <a:xfrm>
          <a:off x="0" y="0"/>
          <a:ext cx="0" cy="0"/>
          <a:chOff x="0" y="0"/>
          <a:chExt cx="0" cy="0"/>
        </a:xfrm>
      </p:grpSpPr>
      <p:sp>
        <p:nvSpPr>
          <p:cNvPr id="9822" name="Google Shape;9822;p71"/>
          <p:cNvSpPr txBox="1">
            <a:spLocks noGrp="1"/>
          </p:cNvSpPr>
          <p:nvPr>
            <p:ph type="title" idx="4294967295"/>
          </p:nvPr>
        </p:nvSpPr>
        <p:spPr>
          <a:xfrm>
            <a:off x="720363" y="288862"/>
            <a:ext cx="9396400" cy="643200"/>
          </a:xfrm>
          <a:prstGeom prst="rect">
            <a:avLst/>
          </a:prstGeom>
          <a:ln>
            <a:solidFill>
              <a:schemeClr val="bg1">
                <a:lumMod val="65000"/>
              </a:schemeClr>
            </a:solidFill>
          </a:ln>
        </p:spPr>
        <p:txBody>
          <a:bodyPr spcFirstLastPara="1" vert="horz" wrap="square" lIns="121900" tIns="121900" rIns="121900" bIns="121900" rtlCol="0" anchor="t" anchorCtr="0">
            <a:noAutofit/>
          </a:bodyPr>
          <a:lstStyle/>
          <a:p>
            <a:pPr algn="ctr">
              <a:spcBef>
                <a:spcPts val="0"/>
              </a:spcBef>
              <a:buClr>
                <a:srgbClr val="000000"/>
              </a:buClr>
              <a:buSzPts val="1100"/>
            </a:pPr>
            <a:r>
              <a:rPr lang="en">
                <a:solidFill>
                  <a:schemeClr val="tx1">
                    <a:lumMod val="95000"/>
                    <a:lumOff val="5000"/>
                  </a:schemeClr>
                </a:solidFill>
                <a:latin typeface="Arial"/>
                <a:ea typeface="Arial"/>
                <a:cs typeface="Arial"/>
                <a:sym typeface="Arial"/>
              </a:rPr>
              <a:t>...and our sets of editable icons</a:t>
            </a:r>
            <a:endParaRPr>
              <a:solidFill>
                <a:schemeClr val="tx1">
                  <a:lumMod val="95000"/>
                  <a:lumOff val="5000"/>
                </a:schemeClr>
              </a:solidFill>
              <a:latin typeface="Arial"/>
              <a:ea typeface="Arial"/>
              <a:cs typeface="Arial"/>
              <a:sym typeface="Arial"/>
            </a:endParaRPr>
          </a:p>
        </p:txBody>
      </p:sp>
      <p:grpSp>
        <p:nvGrpSpPr>
          <p:cNvPr id="9824" name="Google Shape;9824;p71"/>
          <p:cNvGrpSpPr/>
          <p:nvPr/>
        </p:nvGrpSpPr>
        <p:grpSpPr>
          <a:xfrm>
            <a:off x="1127807" y="3076978"/>
            <a:ext cx="453557" cy="398637"/>
            <a:chOff x="892750" y="267400"/>
            <a:chExt cx="483125" cy="424625"/>
          </a:xfrm>
        </p:grpSpPr>
        <p:sp>
          <p:nvSpPr>
            <p:cNvPr id="9825" name="Google Shape;9825;p71"/>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26" name="Google Shape;9826;p71"/>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27" name="Google Shape;9827;p71"/>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828" name="Google Shape;9828;p71"/>
          <p:cNvGrpSpPr/>
          <p:nvPr/>
        </p:nvGrpSpPr>
        <p:grpSpPr>
          <a:xfrm>
            <a:off x="1712386" y="3049495"/>
            <a:ext cx="398661" cy="453605"/>
            <a:chOff x="1516475" y="238075"/>
            <a:chExt cx="424650" cy="483175"/>
          </a:xfrm>
        </p:grpSpPr>
        <p:sp>
          <p:nvSpPr>
            <p:cNvPr id="9829" name="Google Shape;9829;p71"/>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30" name="Google Shape;9830;p71"/>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831" name="Google Shape;9831;p71"/>
          <p:cNvGrpSpPr/>
          <p:nvPr/>
        </p:nvGrpSpPr>
        <p:grpSpPr>
          <a:xfrm>
            <a:off x="2236507" y="3156694"/>
            <a:ext cx="455317" cy="239207"/>
            <a:chOff x="2080675" y="352325"/>
            <a:chExt cx="485000" cy="254800"/>
          </a:xfrm>
        </p:grpSpPr>
        <p:sp>
          <p:nvSpPr>
            <p:cNvPr id="9832" name="Google Shape;9832;p71"/>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33" name="Google Shape;9833;p71"/>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834" name="Google Shape;9834;p71"/>
          <p:cNvGrpSpPr/>
          <p:nvPr/>
        </p:nvGrpSpPr>
        <p:grpSpPr>
          <a:xfrm>
            <a:off x="2835412" y="3049518"/>
            <a:ext cx="398661" cy="453557"/>
            <a:chOff x="2705375" y="238125"/>
            <a:chExt cx="424650" cy="483125"/>
          </a:xfrm>
        </p:grpSpPr>
        <p:sp>
          <p:nvSpPr>
            <p:cNvPr id="9835" name="Google Shape;9835;p71"/>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36" name="Google Shape;9836;p71"/>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37" name="Google Shape;9837;p71"/>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38" name="Google Shape;9838;p71"/>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839" name="Google Shape;9839;p71"/>
          <p:cNvGrpSpPr/>
          <p:nvPr/>
        </p:nvGrpSpPr>
        <p:grpSpPr>
          <a:xfrm>
            <a:off x="3390267" y="3049941"/>
            <a:ext cx="401548" cy="452713"/>
            <a:chOff x="3299850" y="238575"/>
            <a:chExt cx="427725" cy="482225"/>
          </a:xfrm>
        </p:grpSpPr>
        <p:sp>
          <p:nvSpPr>
            <p:cNvPr id="9840" name="Google Shape;9840;p71"/>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41" name="Google Shape;9841;p71"/>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42" name="Google Shape;9842;p71"/>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43" name="Google Shape;9843;p71"/>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44" name="Google Shape;9844;p71"/>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845" name="Google Shape;9845;p71"/>
          <p:cNvGrpSpPr/>
          <p:nvPr/>
        </p:nvGrpSpPr>
        <p:grpSpPr>
          <a:xfrm>
            <a:off x="3906163" y="3049518"/>
            <a:ext cx="469940" cy="453557"/>
            <a:chOff x="3857225" y="238125"/>
            <a:chExt cx="500575" cy="483125"/>
          </a:xfrm>
        </p:grpSpPr>
        <p:sp>
          <p:nvSpPr>
            <p:cNvPr id="9846" name="Google Shape;9846;p71"/>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47" name="Google Shape;9847;p71"/>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48" name="Google Shape;9848;p71"/>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49" name="Google Shape;9849;p71"/>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50" name="Google Shape;9850;p71"/>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51" name="Google Shape;9851;p71"/>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52" name="Google Shape;9852;p71"/>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9853" name="Google Shape;9853;p71"/>
          <p:cNvSpPr/>
          <p:nvPr/>
        </p:nvSpPr>
        <p:spPr>
          <a:xfrm>
            <a:off x="4462795" y="3049513"/>
            <a:ext cx="469940" cy="453488"/>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9854" name="Google Shape;9854;p71"/>
          <p:cNvGrpSpPr/>
          <p:nvPr/>
        </p:nvGrpSpPr>
        <p:grpSpPr>
          <a:xfrm>
            <a:off x="5035198" y="3049553"/>
            <a:ext cx="453581" cy="453488"/>
            <a:chOff x="5053900" y="238200"/>
            <a:chExt cx="483150" cy="483050"/>
          </a:xfrm>
        </p:grpSpPr>
        <p:sp>
          <p:nvSpPr>
            <p:cNvPr id="9855" name="Google Shape;9855;p71"/>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56" name="Google Shape;9856;p71"/>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57" name="Google Shape;9857;p71"/>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58" name="Google Shape;9858;p71"/>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859" name="Google Shape;9859;p71"/>
          <p:cNvGrpSpPr/>
          <p:nvPr/>
        </p:nvGrpSpPr>
        <p:grpSpPr>
          <a:xfrm>
            <a:off x="5587131" y="3049518"/>
            <a:ext cx="453557" cy="453557"/>
            <a:chOff x="5648375" y="238125"/>
            <a:chExt cx="483125" cy="483125"/>
          </a:xfrm>
        </p:grpSpPr>
        <p:sp>
          <p:nvSpPr>
            <p:cNvPr id="9860" name="Google Shape;9860;p71"/>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61" name="Google Shape;9861;p71"/>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62" name="Google Shape;9862;p71"/>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63" name="Google Shape;9863;p71"/>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64" name="Google Shape;9864;p71"/>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65" name="Google Shape;9865;p71"/>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66" name="Google Shape;9866;p71"/>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67" name="Google Shape;9867;p71"/>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68" name="Google Shape;9868;p71"/>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69" name="Google Shape;9869;p71"/>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870" name="Google Shape;9870;p71"/>
          <p:cNvGrpSpPr/>
          <p:nvPr/>
        </p:nvGrpSpPr>
        <p:grpSpPr>
          <a:xfrm>
            <a:off x="6142714" y="3049518"/>
            <a:ext cx="453557" cy="453557"/>
            <a:chOff x="6242825" y="238125"/>
            <a:chExt cx="483125" cy="483125"/>
          </a:xfrm>
        </p:grpSpPr>
        <p:sp>
          <p:nvSpPr>
            <p:cNvPr id="9871" name="Google Shape;9871;p71"/>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72" name="Google Shape;9872;p71"/>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73" name="Google Shape;9873;p71"/>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874" name="Google Shape;9874;p71"/>
          <p:cNvGrpSpPr/>
          <p:nvPr/>
        </p:nvGrpSpPr>
        <p:grpSpPr>
          <a:xfrm>
            <a:off x="1125541" y="3636483"/>
            <a:ext cx="458088" cy="398591"/>
            <a:chOff x="889275" y="861850"/>
            <a:chExt cx="487950" cy="424575"/>
          </a:xfrm>
        </p:grpSpPr>
        <p:sp>
          <p:nvSpPr>
            <p:cNvPr id="9875" name="Google Shape;9875;p71"/>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76" name="Google Shape;9876;p71"/>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77" name="Google Shape;9877;p71"/>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78" name="Google Shape;9878;p71"/>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9879" name="Google Shape;9879;p71"/>
          <p:cNvSpPr/>
          <p:nvPr/>
        </p:nvSpPr>
        <p:spPr>
          <a:xfrm>
            <a:off x="1709500" y="3608838"/>
            <a:ext cx="403965" cy="453605"/>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80" name="Google Shape;9880;p71"/>
          <p:cNvSpPr/>
          <p:nvPr/>
        </p:nvSpPr>
        <p:spPr>
          <a:xfrm>
            <a:off x="2236175" y="3608838"/>
            <a:ext cx="455341" cy="453605"/>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9881" name="Google Shape;9881;p71"/>
          <p:cNvGrpSpPr/>
          <p:nvPr/>
        </p:nvGrpSpPr>
        <p:grpSpPr>
          <a:xfrm>
            <a:off x="2807964" y="3608999"/>
            <a:ext cx="453557" cy="453557"/>
            <a:chOff x="2676100" y="832575"/>
            <a:chExt cx="483125" cy="483125"/>
          </a:xfrm>
        </p:grpSpPr>
        <p:sp>
          <p:nvSpPr>
            <p:cNvPr id="9882" name="Google Shape;9882;p71"/>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83" name="Google Shape;9883;p71"/>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84" name="Google Shape;9884;p71"/>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885" name="Google Shape;9885;p71"/>
          <p:cNvGrpSpPr/>
          <p:nvPr/>
        </p:nvGrpSpPr>
        <p:grpSpPr>
          <a:xfrm>
            <a:off x="3356636" y="3608999"/>
            <a:ext cx="468813" cy="453557"/>
            <a:chOff x="3270550" y="832575"/>
            <a:chExt cx="499375" cy="483125"/>
          </a:xfrm>
        </p:grpSpPr>
        <p:sp>
          <p:nvSpPr>
            <p:cNvPr id="9886" name="Google Shape;9886;p71"/>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87" name="Google Shape;9887;p71"/>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88" name="Google Shape;9888;p71"/>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889" name="Google Shape;9889;p71"/>
          <p:cNvGrpSpPr/>
          <p:nvPr/>
        </p:nvGrpSpPr>
        <p:grpSpPr>
          <a:xfrm>
            <a:off x="3914342" y="3623175"/>
            <a:ext cx="453581" cy="425205"/>
            <a:chOff x="3865000" y="847675"/>
            <a:chExt cx="483150" cy="452925"/>
          </a:xfrm>
        </p:grpSpPr>
        <p:sp>
          <p:nvSpPr>
            <p:cNvPr id="9890" name="Google Shape;9890;p71"/>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91" name="Google Shape;9891;p71"/>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92" name="Google Shape;9892;p71"/>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93" name="Google Shape;9893;p71"/>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894" name="Google Shape;9894;p71"/>
          <p:cNvGrpSpPr/>
          <p:nvPr/>
        </p:nvGrpSpPr>
        <p:grpSpPr>
          <a:xfrm>
            <a:off x="4468585" y="3636400"/>
            <a:ext cx="459731" cy="398755"/>
            <a:chOff x="4452900" y="861750"/>
            <a:chExt cx="489700" cy="424750"/>
          </a:xfrm>
        </p:grpSpPr>
        <p:sp>
          <p:nvSpPr>
            <p:cNvPr id="9895" name="Google Shape;9895;p71"/>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96" name="Google Shape;9896;p71"/>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897" name="Google Shape;9897;p71"/>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898" name="Google Shape;9898;p71"/>
          <p:cNvGrpSpPr/>
          <p:nvPr/>
        </p:nvGrpSpPr>
        <p:grpSpPr>
          <a:xfrm>
            <a:off x="5024895" y="3609011"/>
            <a:ext cx="474188" cy="453535"/>
            <a:chOff x="5049750" y="832600"/>
            <a:chExt cx="505100" cy="483100"/>
          </a:xfrm>
        </p:grpSpPr>
        <p:sp>
          <p:nvSpPr>
            <p:cNvPr id="9899" name="Google Shape;9899;p71"/>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00" name="Google Shape;9900;p71"/>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9901" name="Google Shape;9901;p71"/>
          <p:cNvSpPr/>
          <p:nvPr/>
        </p:nvSpPr>
        <p:spPr>
          <a:xfrm>
            <a:off x="5585240" y="3641702"/>
            <a:ext cx="455600" cy="387865"/>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9902" name="Google Shape;9902;p71"/>
          <p:cNvGrpSpPr/>
          <p:nvPr/>
        </p:nvGrpSpPr>
        <p:grpSpPr>
          <a:xfrm>
            <a:off x="6170162" y="3608999"/>
            <a:ext cx="398661" cy="453557"/>
            <a:chOff x="6272100" y="832575"/>
            <a:chExt cx="424650" cy="483125"/>
          </a:xfrm>
        </p:grpSpPr>
        <p:sp>
          <p:nvSpPr>
            <p:cNvPr id="9903" name="Google Shape;9903;p71"/>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04" name="Google Shape;9904;p71"/>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905" name="Google Shape;9905;p71"/>
          <p:cNvGrpSpPr/>
          <p:nvPr/>
        </p:nvGrpSpPr>
        <p:grpSpPr>
          <a:xfrm>
            <a:off x="1127771" y="4167731"/>
            <a:ext cx="453628" cy="453581"/>
            <a:chOff x="893650" y="1428000"/>
            <a:chExt cx="483200" cy="483150"/>
          </a:xfrm>
        </p:grpSpPr>
        <p:sp>
          <p:nvSpPr>
            <p:cNvPr id="9906" name="Google Shape;9906;p71"/>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07" name="Google Shape;9907;p71"/>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08" name="Google Shape;9908;p71"/>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09" name="Google Shape;9909;p71"/>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9910" name="Google Shape;9910;p71"/>
          <p:cNvSpPr/>
          <p:nvPr/>
        </p:nvSpPr>
        <p:spPr>
          <a:xfrm>
            <a:off x="1684708" y="4248099"/>
            <a:ext cx="453557" cy="292343"/>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11" name="Google Shape;9911;p71"/>
          <p:cNvSpPr/>
          <p:nvPr/>
        </p:nvSpPr>
        <p:spPr>
          <a:xfrm>
            <a:off x="2228102" y="4167530"/>
            <a:ext cx="471489" cy="453511"/>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9912" name="Google Shape;9912;p71"/>
          <p:cNvGrpSpPr/>
          <p:nvPr/>
        </p:nvGrpSpPr>
        <p:grpSpPr>
          <a:xfrm>
            <a:off x="2799529" y="4195285"/>
            <a:ext cx="470433" cy="398473"/>
            <a:chOff x="2676100" y="1456375"/>
            <a:chExt cx="501100" cy="424450"/>
          </a:xfrm>
        </p:grpSpPr>
        <p:sp>
          <p:nvSpPr>
            <p:cNvPr id="9913" name="Google Shape;9913;p71"/>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14" name="Google Shape;9914;p71"/>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15" name="Google Shape;9915;p71"/>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916" name="Google Shape;9916;p71"/>
          <p:cNvGrpSpPr/>
          <p:nvPr/>
        </p:nvGrpSpPr>
        <p:grpSpPr>
          <a:xfrm>
            <a:off x="3364227" y="4167742"/>
            <a:ext cx="453628" cy="453557"/>
            <a:chOff x="3270475" y="1427025"/>
            <a:chExt cx="483200" cy="483125"/>
          </a:xfrm>
        </p:grpSpPr>
        <p:sp>
          <p:nvSpPr>
            <p:cNvPr id="9917" name="Google Shape;9917;p71"/>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18" name="Google Shape;9918;p71"/>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19" name="Google Shape;9919;p71"/>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920" name="Google Shape;9920;p71"/>
          <p:cNvGrpSpPr/>
          <p:nvPr/>
        </p:nvGrpSpPr>
        <p:grpSpPr>
          <a:xfrm>
            <a:off x="3912111" y="4167707"/>
            <a:ext cx="458040" cy="453628"/>
            <a:chOff x="3860250" y="1427025"/>
            <a:chExt cx="487900" cy="483200"/>
          </a:xfrm>
        </p:grpSpPr>
        <p:sp>
          <p:nvSpPr>
            <p:cNvPr id="9921" name="Google Shape;9921;p71"/>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22" name="Google Shape;9922;p71"/>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23" name="Google Shape;9923;p71"/>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9924" name="Google Shape;9924;p71"/>
          <p:cNvSpPr/>
          <p:nvPr/>
        </p:nvSpPr>
        <p:spPr>
          <a:xfrm>
            <a:off x="4470938" y="4167506"/>
            <a:ext cx="453652" cy="45355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25" name="Google Shape;9925;p71"/>
          <p:cNvSpPr/>
          <p:nvPr/>
        </p:nvSpPr>
        <p:spPr>
          <a:xfrm>
            <a:off x="5032189" y="4167494"/>
            <a:ext cx="458040" cy="453581"/>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9926" name="Google Shape;9926;p71"/>
          <p:cNvGrpSpPr/>
          <p:nvPr/>
        </p:nvGrpSpPr>
        <p:grpSpPr>
          <a:xfrm>
            <a:off x="5587097" y="4167742"/>
            <a:ext cx="453628" cy="453557"/>
            <a:chOff x="5648375" y="1427025"/>
            <a:chExt cx="483200" cy="483125"/>
          </a:xfrm>
        </p:grpSpPr>
        <p:sp>
          <p:nvSpPr>
            <p:cNvPr id="9927" name="Google Shape;9927;p71"/>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28" name="Google Shape;9928;p71"/>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929" name="Google Shape;9929;p71"/>
          <p:cNvGrpSpPr/>
          <p:nvPr/>
        </p:nvGrpSpPr>
        <p:grpSpPr>
          <a:xfrm>
            <a:off x="6139744" y="4167719"/>
            <a:ext cx="459496" cy="453605"/>
            <a:chOff x="6238300" y="1426975"/>
            <a:chExt cx="489450" cy="483175"/>
          </a:xfrm>
        </p:grpSpPr>
        <p:sp>
          <p:nvSpPr>
            <p:cNvPr id="9930" name="Google Shape;9930;p71"/>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31" name="Google Shape;9931;p71"/>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32" name="Google Shape;9932;p71"/>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9933" name="Google Shape;9933;p71"/>
          <p:cNvSpPr/>
          <p:nvPr/>
        </p:nvSpPr>
        <p:spPr>
          <a:xfrm>
            <a:off x="1153916" y="4727032"/>
            <a:ext cx="401056" cy="451633"/>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9934" name="Google Shape;9934;p71"/>
          <p:cNvGrpSpPr/>
          <p:nvPr/>
        </p:nvGrpSpPr>
        <p:grpSpPr>
          <a:xfrm>
            <a:off x="1684938" y="4726392"/>
            <a:ext cx="453557" cy="453581"/>
            <a:chOff x="1487200" y="2021475"/>
            <a:chExt cx="483125" cy="483150"/>
          </a:xfrm>
        </p:grpSpPr>
        <p:sp>
          <p:nvSpPr>
            <p:cNvPr id="9935" name="Google Shape;9935;p71"/>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36" name="Google Shape;9936;p71"/>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37" name="Google Shape;9937;p71"/>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38" name="Google Shape;9938;p71"/>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939" name="Google Shape;9939;p71"/>
          <p:cNvGrpSpPr/>
          <p:nvPr/>
        </p:nvGrpSpPr>
        <p:grpSpPr>
          <a:xfrm>
            <a:off x="2237387" y="4753864"/>
            <a:ext cx="453557" cy="398637"/>
            <a:chOff x="2081650" y="2050750"/>
            <a:chExt cx="483125" cy="424625"/>
          </a:xfrm>
        </p:grpSpPr>
        <p:sp>
          <p:nvSpPr>
            <p:cNvPr id="9940" name="Google Shape;9940;p71"/>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41" name="Google Shape;9941;p71"/>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42" name="Google Shape;9942;p71"/>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43" name="Google Shape;9943;p71"/>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44" name="Google Shape;9944;p71"/>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45" name="Google Shape;9945;p71"/>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946" name="Google Shape;9946;p71"/>
          <p:cNvGrpSpPr/>
          <p:nvPr/>
        </p:nvGrpSpPr>
        <p:grpSpPr>
          <a:xfrm>
            <a:off x="2807964" y="4784961"/>
            <a:ext cx="453557" cy="336443"/>
            <a:chOff x="2676100" y="2083800"/>
            <a:chExt cx="483125" cy="358375"/>
          </a:xfrm>
        </p:grpSpPr>
        <p:sp>
          <p:nvSpPr>
            <p:cNvPr id="9947" name="Google Shape;9947;p71"/>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48" name="Google Shape;9948;p71"/>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949" name="Google Shape;9949;p71"/>
          <p:cNvGrpSpPr/>
          <p:nvPr/>
        </p:nvGrpSpPr>
        <p:grpSpPr>
          <a:xfrm>
            <a:off x="3375317" y="4739688"/>
            <a:ext cx="431449" cy="426989"/>
            <a:chOff x="3282325" y="2035675"/>
            <a:chExt cx="459575" cy="454825"/>
          </a:xfrm>
        </p:grpSpPr>
        <p:sp>
          <p:nvSpPr>
            <p:cNvPr id="9950" name="Google Shape;9950;p71"/>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51" name="Google Shape;9951;p71"/>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52" name="Google Shape;9952;p71"/>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53" name="Google Shape;9953;p71"/>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9954" name="Google Shape;9954;p71"/>
          <p:cNvSpPr/>
          <p:nvPr/>
        </p:nvSpPr>
        <p:spPr>
          <a:xfrm>
            <a:off x="3920245" y="4741722"/>
            <a:ext cx="440579" cy="422249"/>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55" name="Google Shape;9955;p71"/>
          <p:cNvSpPr/>
          <p:nvPr/>
        </p:nvSpPr>
        <p:spPr>
          <a:xfrm>
            <a:off x="4497585" y="4726058"/>
            <a:ext cx="400351" cy="453581"/>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9956" name="Google Shape;9956;p71"/>
          <p:cNvGrpSpPr/>
          <p:nvPr/>
        </p:nvGrpSpPr>
        <p:grpSpPr>
          <a:xfrm>
            <a:off x="5034916" y="4726404"/>
            <a:ext cx="454144" cy="453557"/>
            <a:chOff x="5053900" y="2021500"/>
            <a:chExt cx="483750" cy="483125"/>
          </a:xfrm>
        </p:grpSpPr>
        <p:sp>
          <p:nvSpPr>
            <p:cNvPr id="9957" name="Google Shape;9957;p71"/>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58" name="Google Shape;9958;p71"/>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59" name="Google Shape;9959;p71"/>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60" name="Google Shape;9960;p71"/>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61" name="Google Shape;9961;p71"/>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62" name="Google Shape;9962;p71"/>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63" name="Google Shape;9963;p71"/>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64" name="Google Shape;9964;p71"/>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9965" name="Google Shape;9965;p71"/>
          <p:cNvSpPr/>
          <p:nvPr/>
        </p:nvSpPr>
        <p:spPr>
          <a:xfrm>
            <a:off x="5666034" y="4726187"/>
            <a:ext cx="293985" cy="453323"/>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9966" name="Google Shape;9966;p71"/>
          <p:cNvGrpSpPr/>
          <p:nvPr/>
        </p:nvGrpSpPr>
        <p:grpSpPr>
          <a:xfrm>
            <a:off x="6135049" y="4730629"/>
            <a:ext cx="468884" cy="445108"/>
            <a:chOff x="6222125" y="2025975"/>
            <a:chExt cx="499450" cy="474125"/>
          </a:xfrm>
        </p:grpSpPr>
        <p:sp>
          <p:nvSpPr>
            <p:cNvPr id="9967" name="Google Shape;9967;p71"/>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68" name="Google Shape;9968;p71"/>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69" name="Google Shape;9969;p71"/>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970" name="Google Shape;9970;p71"/>
          <p:cNvGrpSpPr/>
          <p:nvPr/>
        </p:nvGrpSpPr>
        <p:grpSpPr>
          <a:xfrm>
            <a:off x="6745131" y="3152722"/>
            <a:ext cx="447339" cy="247937"/>
            <a:chOff x="896050" y="2725450"/>
            <a:chExt cx="476500" cy="264100"/>
          </a:xfrm>
        </p:grpSpPr>
        <p:sp>
          <p:nvSpPr>
            <p:cNvPr id="9971" name="Google Shape;9971;p71"/>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72" name="Google Shape;9972;p71"/>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73" name="Google Shape;9973;p71"/>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974" name="Google Shape;9974;p71"/>
          <p:cNvGrpSpPr/>
          <p:nvPr/>
        </p:nvGrpSpPr>
        <p:grpSpPr>
          <a:xfrm>
            <a:off x="7319451" y="3049900"/>
            <a:ext cx="453557" cy="453581"/>
            <a:chOff x="1487200" y="2615925"/>
            <a:chExt cx="483125" cy="483150"/>
          </a:xfrm>
        </p:grpSpPr>
        <p:sp>
          <p:nvSpPr>
            <p:cNvPr id="9975" name="Google Shape;9975;p71"/>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76" name="Google Shape;9976;p71"/>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77" name="Google Shape;9977;p71"/>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978" name="Google Shape;9978;p71"/>
          <p:cNvGrpSpPr/>
          <p:nvPr/>
        </p:nvGrpSpPr>
        <p:grpSpPr>
          <a:xfrm>
            <a:off x="7852716" y="3049900"/>
            <a:ext cx="471419" cy="453581"/>
            <a:chOff x="2077575" y="2615925"/>
            <a:chExt cx="502150" cy="483150"/>
          </a:xfrm>
        </p:grpSpPr>
        <p:sp>
          <p:nvSpPr>
            <p:cNvPr id="9979" name="Google Shape;9979;p71"/>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80" name="Google Shape;9980;p71"/>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81" name="Google Shape;9981;p71"/>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82" name="Google Shape;9982;p71"/>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983" name="Google Shape;9983;p71"/>
          <p:cNvGrpSpPr/>
          <p:nvPr/>
        </p:nvGrpSpPr>
        <p:grpSpPr>
          <a:xfrm>
            <a:off x="8417768" y="3071269"/>
            <a:ext cx="446048" cy="410843"/>
            <a:chOff x="2680100" y="2638725"/>
            <a:chExt cx="475125" cy="437625"/>
          </a:xfrm>
        </p:grpSpPr>
        <p:sp>
          <p:nvSpPr>
            <p:cNvPr id="9984" name="Google Shape;9984;p71"/>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85" name="Google Shape;9985;p71"/>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86" name="Google Shape;9986;p71"/>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87" name="Google Shape;9987;p71"/>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988" name="Google Shape;9988;p71"/>
          <p:cNvGrpSpPr/>
          <p:nvPr/>
        </p:nvGrpSpPr>
        <p:grpSpPr>
          <a:xfrm>
            <a:off x="9038621" y="3049900"/>
            <a:ext cx="318911" cy="453581"/>
            <a:chOff x="3342275" y="2615925"/>
            <a:chExt cx="339700" cy="483150"/>
          </a:xfrm>
        </p:grpSpPr>
        <p:sp>
          <p:nvSpPr>
            <p:cNvPr id="9989" name="Google Shape;9989;p71"/>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90" name="Google Shape;9990;p71"/>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9991" name="Google Shape;9991;p71"/>
          <p:cNvSpPr/>
          <p:nvPr/>
        </p:nvSpPr>
        <p:spPr>
          <a:xfrm>
            <a:off x="9562950" y="3049467"/>
            <a:ext cx="372069" cy="453581"/>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92" name="Google Shape;9992;p71"/>
          <p:cNvSpPr/>
          <p:nvPr/>
        </p:nvSpPr>
        <p:spPr>
          <a:xfrm>
            <a:off x="10086995" y="3063640"/>
            <a:ext cx="453581" cy="425229"/>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93" name="Google Shape;9993;p71"/>
          <p:cNvSpPr/>
          <p:nvPr/>
        </p:nvSpPr>
        <p:spPr>
          <a:xfrm>
            <a:off x="10653468" y="3063640"/>
            <a:ext cx="453581" cy="425229"/>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9994" name="Google Shape;9994;p71"/>
          <p:cNvGrpSpPr/>
          <p:nvPr/>
        </p:nvGrpSpPr>
        <p:grpSpPr>
          <a:xfrm>
            <a:off x="8554461" y="5275236"/>
            <a:ext cx="452643" cy="452361"/>
            <a:chOff x="5648900" y="2616600"/>
            <a:chExt cx="482150" cy="481850"/>
          </a:xfrm>
        </p:grpSpPr>
        <p:sp>
          <p:nvSpPr>
            <p:cNvPr id="9995" name="Google Shape;9995;p71"/>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96" name="Google Shape;9996;p71"/>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9997" name="Google Shape;9997;p71"/>
          <p:cNvGrpSpPr/>
          <p:nvPr/>
        </p:nvGrpSpPr>
        <p:grpSpPr>
          <a:xfrm>
            <a:off x="6313507" y="5284189"/>
            <a:ext cx="434168" cy="434259"/>
            <a:chOff x="6242825" y="2615925"/>
            <a:chExt cx="483125" cy="483225"/>
          </a:xfrm>
        </p:grpSpPr>
        <p:sp>
          <p:nvSpPr>
            <p:cNvPr id="9998" name="Google Shape;9998;p71"/>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9999" name="Google Shape;9999;p71"/>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00" name="Google Shape;10000;p71"/>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01" name="Google Shape;10001;p71"/>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02" name="Google Shape;10002;p71"/>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003" name="Google Shape;10003;p71"/>
          <p:cNvSpPr/>
          <p:nvPr/>
        </p:nvSpPr>
        <p:spPr>
          <a:xfrm>
            <a:off x="6738013" y="3621522"/>
            <a:ext cx="461303" cy="428233"/>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10004" name="Google Shape;10004;p71"/>
          <p:cNvGrpSpPr/>
          <p:nvPr/>
        </p:nvGrpSpPr>
        <p:grpSpPr>
          <a:xfrm>
            <a:off x="7318173" y="3609382"/>
            <a:ext cx="456116" cy="453581"/>
            <a:chOff x="1487200" y="3210375"/>
            <a:chExt cx="485850" cy="483150"/>
          </a:xfrm>
        </p:grpSpPr>
        <p:sp>
          <p:nvSpPr>
            <p:cNvPr id="10005" name="Google Shape;10005;p71"/>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06" name="Google Shape;10006;p71"/>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07" name="Google Shape;10007;p71"/>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008" name="Google Shape;10008;p71"/>
          <p:cNvSpPr/>
          <p:nvPr/>
        </p:nvSpPr>
        <p:spPr>
          <a:xfrm>
            <a:off x="7861326" y="3653000"/>
            <a:ext cx="453557" cy="365264"/>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09" name="Google Shape;10009;p71"/>
          <p:cNvSpPr/>
          <p:nvPr/>
        </p:nvSpPr>
        <p:spPr>
          <a:xfrm>
            <a:off x="8413566" y="3699052"/>
            <a:ext cx="453628" cy="273144"/>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10010" name="Google Shape;10010;p71"/>
          <p:cNvGrpSpPr/>
          <p:nvPr/>
        </p:nvGrpSpPr>
        <p:grpSpPr>
          <a:xfrm>
            <a:off x="8970651" y="3609370"/>
            <a:ext cx="454848" cy="453605"/>
            <a:chOff x="3269875" y="3210400"/>
            <a:chExt cx="484500" cy="483175"/>
          </a:xfrm>
        </p:grpSpPr>
        <p:sp>
          <p:nvSpPr>
            <p:cNvPr id="10011" name="Google Shape;10011;p71"/>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12" name="Google Shape;10012;p71"/>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013" name="Google Shape;10013;p71"/>
          <p:cNvGrpSpPr/>
          <p:nvPr/>
        </p:nvGrpSpPr>
        <p:grpSpPr>
          <a:xfrm>
            <a:off x="9636109" y="3608889"/>
            <a:ext cx="226955" cy="454567"/>
            <a:chOff x="3985700" y="3210375"/>
            <a:chExt cx="241750" cy="484200"/>
          </a:xfrm>
        </p:grpSpPr>
        <p:sp>
          <p:nvSpPr>
            <p:cNvPr id="10014" name="Google Shape;10014;p71"/>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15" name="Google Shape;10015;p71"/>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016" name="Google Shape;10016;p71"/>
          <p:cNvGrpSpPr/>
          <p:nvPr/>
        </p:nvGrpSpPr>
        <p:grpSpPr>
          <a:xfrm>
            <a:off x="10088469" y="3610238"/>
            <a:ext cx="452009" cy="451868"/>
            <a:chOff x="4460225" y="3211300"/>
            <a:chExt cx="481475" cy="481325"/>
          </a:xfrm>
        </p:grpSpPr>
        <p:sp>
          <p:nvSpPr>
            <p:cNvPr id="10017" name="Google Shape;10017;p71"/>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18" name="Google Shape;10018;p71"/>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019" name="Google Shape;10019;p71"/>
          <p:cNvSpPr/>
          <p:nvPr/>
        </p:nvSpPr>
        <p:spPr>
          <a:xfrm>
            <a:off x="10653468" y="3635273"/>
            <a:ext cx="453581" cy="400727"/>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10020" name="Google Shape;10020;p71"/>
          <p:cNvGrpSpPr/>
          <p:nvPr/>
        </p:nvGrpSpPr>
        <p:grpSpPr>
          <a:xfrm>
            <a:off x="9146251" y="5314342"/>
            <a:ext cx="456045" cy="374205"/>
            <a:chOff x="5647000" y="3252650"/>
            <a:chExt cx="485775" cy="398600"/>
          </a:xfrm>
        </p:grpSpPr>
        <p:sp>
          <p:nvSpPr>
            <p:cNvPr id="10021" name="Google Shape;10021;p71"/>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22" name="Google Shape;10022;p71"/>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23" name="Google Shape;10023;p71"/>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24" name="Google Shape;10024;p71"/>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25" name="Google Shape;10025;p71"/>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026" name="Google Shape;10026;p71"/>
          <p:cNvGrpSpPr/>
          <p:nvPr/>
        </p:nvGrpSpPr>
        <p:grpSpPr>
          <a:xfrm>
            <a:off x="6886838" y="5322357"/>
            <a:ext cx="435381" cy="357939"/>
            <a:chOff x="6242450" y="3252800"/>
            <a:chExt cx="484475" cy="398300"/>
          </a:xfrm>
        </p:grpSpPr>
        <p:sp>
          <p:nvSpPr>
            <p:cNvPr id="10027" name="Google Shape;10027;p71"/>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28" name="Google Shape;10028;p71"/>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29" name="Google Shape;10029;p71"/>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030" name="Google Shape;10030;p71"/>
          <p:cNvGrpSpPr/>
          <p:nvPr/>
        </p:nvGrpSpPr>
        <p:grpSpPr>
          <a:xfrm>
            <a:off x="6769482" y="4168136"/>
            <a:ext cx="398637" cy="453557"/>
            <a:chOff x="922025" y="3804850"/>
            <a:chExt cx="424625" cy="483125"/>
          </a:xfrm>
        </p:grpSpPr>
        <p:sp>
          <p:nvSpPr>
            <p:cNvPr id="10031" name="Google Shape;10031;p71"/>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32" name="Google Shape;10032;p71"/>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033" name="Google Shape;10033;p71"/>
          <p:cNvSpPr/>
          <p:nvPr/>
        </p:nvSpPr>
        <p:spPr>
          <a:xfrm>
            <a:off x="7313802" y="4166672"/>
            <a:ext cx="464401" cy="455224"/>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10034" name="Google Shape;10034;p71"/>
          <p:cNvGrpSpPr/>
          <p:nvPr/>
        </p:nvGrpSpPr>
        <p:grpSpPr>
          <a:xfrm>
            <a:off x="7879789" y="4168136"/>
            <a:ext cx="417273" cy="453557"/>
            <a:chOff x="2100300" y="3804850"/>
            <a:chExt cx="444475" cy="483125"/>
          </a:xfrm>
        </p:grpSpPr>
        <p:sp>
          <p:nvSpPr>
            <p:cNvPr id="10035" name="Google Shape;10035;p71"/>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36" name="Google Shape;10036;p71"/>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037" name="Google Shape;10037;p71"/>
          <p:cNvGrpSpPr/>
          <p:nvPr/>
        </p:nvGrpSpPr>
        <p:grpSpPr>
          <a:xfrm>
            <a:off x="8444618" y="4168136"/>
            <a:ext cx="392348" cy="453557"/>
            <a:chOff x="2708700" y="3804850"/>
            <a:chExt cx="417925" cy="483125"/>
          </a:xfrm>
        </p:grpSpPr>
        <p:sp>
          <p:nvSpPr>
            <p:cNvPr id="10038" name="Google Shape;10038;p71"/>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39" name="Google Shape;10039;p71"/>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40" name="Google Shape;10040;p71"/>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41" name="Google Shape;10041;p71"/>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042" name="Google Shape;10042;p71"/>
          <p:cNvSpPr/>
          <p:nvPr/>
        </p:nvSpPr>
        <p:spPr>
          <a:xfrm>
            <a:off x="8970792" y="4221559"/>
            <a:ext cx="453557" cy="345432"/>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43" name="Google Shape;10043;p71"/>
          <p:cNvSpPr/>
          <p:nvPr/>
        </p:nvSpPr>
        <p:spPr>
          <a:xfrm>
            <a:off x="9539742" y="4167494"/>
            <a:ext cx="418493" cy="453581"/>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10044" name="Google Shape;10044;p71"/>
          <p:cNvGrpSpPr/>
          <p:nvPr/>
        </p:nvGrpSpPr>
        <p:grpSpPr>
          <a:xfrm>
            <a:off x="10093785" y="4169837"/>
            <a:ext cx="441377" cy="450155"/>
            <a:chOff x="4467450" y="3808475"/>
            <a:chExt cx="470150" cy="479500"/>
          </a:xfrm>
        </p:grpSpPr>
        <p:sp>
          <p:nvSpPr>
            <p:cNvPr id="10045" name="Google Shape;10045;p71"/>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46" name="Google Shape;10046;p71"/>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47" name="Google Shape;10047;p71"/>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48" name="Google Shape;10048;p71"/>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049" name="Google Shape;10049;p71"/>
          <p:cNvGrpSpPr/>
          <p:nvPr/>
        </p:nvGrpSpPr>
        <p:grpSpPr>
          <a:xfrm>
            <a:off x="10654247" y="4168136"/>
            <a:ext cx="453581" cy="453557"/>
            <a:chOff x="5053900" y="3804850"/>
            <a:chExt cx="483150" cy="483125"/>
          </a:xfrm>
        </p:grpSpPr>
        <p:sp>
          <p:nvSpPr>
            <p:cNvPr id="10050" name="Google Shape;10050;p71"/>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51" name="Google Shape;10051;p71"/>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52" name="Google Shape;10052;p71"/>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53" name="Google Shape;10053;p71"/>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054" name="Google Shape;10054;p71"/>
          <p:cNvGrpSpPr/>
          <p:nvPr/>
        </p:nvGrpSpPr>
        <p:grpSpPr>
          <a:xfrm>
            <a:off x="9741442" y="5274695"/>
            <a:ext cx="453557" cy="453557"/>
            <a:chOff x="5648375" y="3804850"/>
            <a:chExt cx="483125" cy="483125"/>
          </a:xfrm>
        </p:grpSpPr>
        <p:sp>
          <p:nvSpPr>
            <p:cNvPr id="10055" name="Google Shape;10055;p71"/>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56" name="Google Shape;10056;p71"/>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57" name="Google Shape;10057;p71"/>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58" name="Google Shape;10058;p71"/>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059" name="Google Shape;10059;p71"/>
          <p:cNvGrpSpPr/>
          <p:nvPr/>
        </p:nvGrpSpPr>
        <p:grpSpPr>
          <a:xfrm>
            <a:off x="7461382" y="5291038"/>
            <a:ext cx="374564" cy="420599"/>
            <a:chOff x="6276025" y="3812400"/>
            <a:chExt cx="416800" cy="468025"/>
          </a:xfrm>
        </p:grpSpPr>
        <p:sp>
          <p:nvSpPr>
            <p:cNvPr id="10060" name="Google Shape;10060;p71"/>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61" name="Google Shape;10061;p71"/>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62" name="Google Shape;10062;p71"/>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63" name="Google Shape;10063;p71"/>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064" name="Google Shape;10064;p71"/>
          <p:cNvGrpSpPr/>
          <p:nvPr/>
        </p:nvGrpSpPr>
        <p:grpSpPr>
          <a:xfrm>
            <a:off x="6740391" y="4726786"/>
            <a:ext cx="456820" cy="453581"/>
            <a:chOff x="890400" y="4399350"/>
            <a:chExt cx="486600" cy="483150"/>
          </a:xfrm>
        </p:grpSpPr>
        <p:sp>
          <p:nvSpPr>
            <p:cNvPr id="10065" name="Google Shape;10065;p71"/>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66" name="Google Shape;10066;p71"/>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67" name="Google Shape;10067;p71"/>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068" name="Google Shape;10068;p71"/>
          <p:cNvGrpSpPr/>
          <p:nvPr/>
        </p:nvGrpSpPr>
        <p:grpSpPr>
          <a:xfrm>
            <a:off x="7319451" y="4747158"/>
            <a:ext cx="453557" cy="412837"/>
            <a:chOff x="1487200" y="4421025"/>
            <a:chExt cx="483125" cy="439750"/>
          </a:xfrm>
        </p:grpSpPr>
        <p:sp>
          <p:nvSpPr>
            <p:cNvPr id="10069" name="Google Shape;10069;p71"/>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70" name="Google Shape;10070;p71"/>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71" name="Google Shape;10071;p71"/>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72" name="Google Shape;10072;p71"/>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073" name="Google Shape;10073;p71"/>
          <p:cNvGrpSpPr/>
          <p:nvPr/>
        </p:nvGrpSpPr>
        <p:grpSpPr>
          <a:xfrm>
            <a:off x="7858490" y="4726810"/>
            <a:ext cx="459871" cy="453535"/>
            <a:chOff x="2079300" y="4399325"/>
            <a:chExt cx="489850" cy="483100"/>
          </a:xfrm>
        </p:grpSpPr>
        <p:sp>
          <p:nvSpPr>
            <p:cNvPr id="10074" name="Google Shape;10074;p71"/>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75" name="Google Shape;10075;p71"/>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076" name="Google Shape;10076;p71"/>
          <p:cNvSpPr/>
          <p:nvPr/>
        </p:nvSpPr>
        <p:spPr>
          <a:xfrm>
            <a:off x="8441010" y="4726093"/>
            <a:ext cx="398732" cy="453511"/>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10077" name="Google Shape;10077;p71"/>
          <p:cNvGrpSpPr/>
          <p:nvPr/>
        </p:nvGrpSpPr>
        <p:grpSpPr>
          <a:xfrm>
            <a:off x="9013919" y="4726810"/>
            <a:ext cx="368315" cy="453535"/>
            <a:chOff x="3316000" y="4399325"/>
            <a:chExt cx="392325" cy="483100"/>
          </a:xfrm>
        </p:grpSpPr>
        <p:sp>
          <p:nvSpPr>
            <p:cNvPr id="10078" name="Google Shape;10078;p71"/>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79" name="Google Shape;10079;p71"/>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080" name="Google Shape;10080;p71"/>
          <p:cNvGrpSpPr/>
          <p:nvPr/>
        </p:nvGrpSpPr>
        <p:grpSpPr>
          <a:xfrm>
            <a:off x="9580239" y="4726786"/>
            <a:ext cx="338696" cy="453581"/>
            <a:chOff x="3926225" y="4399275"/>
            <a:chExt cx="360775" cy="483150"/>
          </a:xfrm>
        </p:grpSpPr>
        <p:sp>
          <p:nvSpPr>
            <p:cNvPr id="10081" name="Google Shape;10081;p71"/>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82" name="Google Shape;10082;p71"/>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083" name="Google Shape;10083;p71"/>
          <p:cNvSpPr/>
          <p:nvPr/>
        </p:nvSpPr>
        <p:spPr>
          <a:xfrm>
            <a:off x="10194178" y="4726104"/>
            <a:ext cx="239183" cy="453488"/>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10084" name="Google Shape;10084;p71"/>
          <p:cNvGrpSpPr/>
          <p:nvPr/>
        </p:nvGrpSpPr>
        <p:grpSpPr>
          <a:xfrm>
            <a:off x="10654317" y="4726869"/>
            <a:ext cx="453440" cy="453417"/>
            <a:chOff x="5053975" y="4399375"/>
            <a:chExt cx="483000" cy="482975"/>
          </a:xfrm>
        </p:grpSpPr>
        <p:sp>
          <p:nvSpPr>
            <p:cNvPr id="10085" name="Google Shape;10085;p71"/>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86" name="Google Shape;10086;p71"/>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87" name="Google Shape;10087;p71"/>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088" name="Google Shape;10088;p71"/>
          <p:cNvGrpSpPr/>
          <p:nvPr/>
        </p:nvGrpSpPr>
        <p:grpSpPr>
          <a:xfrm>
            <a:off x="10334146" y="5274723"/>
            <a:ext cx="453557" cy="453557"/>
            <a:chOff x="5648375" y="4399300"/>
            <a:chExt cx="483125" cy="483125"/>
          </a:xfrm>
        </p:grpSpPr>
        <p:sp>
          <p:nvSpPr>
            <p:cNvPr id="10089" name="Google Shape;10089;p71"/>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90" name="Google Shape;10090;p71"/>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091" name="Google Shape;10091;p71"/>
          <p:cNvGrpSpPr/>
          <p:nvPr/>
        </p:nvGrpSpPr>
        <p:grpSpPr>
          <a:xfrm>
            <a:off x="7975109" y="5299516"/>
            <a:ext cx="440009" cy="403659"/>
            <a:chOff x="6239575" y="4416275"/>
            <a:chExt cx="489625" cy="449175"/>
          </a:xfrm>
        </p:grpSpPr>
        <p:sp>
          <p:nvSpPr>
            <p:cNvPr id="10092" name="Google Shape;10092;p71"/>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93" name="Google Shape;10093;p71"/>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94" name="Google Shape;10094;p71"/>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095" name="Google Shape;10095;p71"/>
          <p:cNvGrpSpPr/>
          <p:nvPr/>
        </p:nvGrpSpPr>
        <p:grpSpPr>
          <a:xfrm>
            <a:off x="4112813" y="5295753"/>
            <a:ext cx="410979" cy="410979"/>
            <a:chOff x="892750" y="4993750"/>
            <a:chExt cx="483125" cy="483125"/>
          </a:xfrm>
        </p:grpSpPr>
        <p:sp>
          <p:nvSpPr>
            <p:cNvPr id="10096" name="Google Shape;10096;p71"/>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97" name="Google Shape;10097;p71"/>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098" name="Google Shape;10098;p71"/>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099" name="Google Shape;10099;p71"/>
          <p:cNvGrpSpPr/>
          <p:nvPr/>
        </p:nvGrpSpPr>
        <p:grpSpPr>
          <a:xfrm>
            <a:off x="4662959" y="5295753"/>
            <a:ext cx="410979" cy="410979"/>
            <a:chOff x="1487200" y="4993750"/>
            <a:chExt cx="483125" cy="483125"/>
          </a:xfrm>
        </p:grpSpPr>
        <p:sp>
          <p:nvSpPr>
            <p:cNvPr id="10100" name="Google Shape;10100;p71"/>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101" name="Google Shape;10101;p71"/>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102" name="Google Shape;10102;p71"/>
          <p:cNvGrpSpPr/>
          <p:nvPr/>
        </p:nvGrpSpPr>
        <p:grpSpPr>
          <a:xfrm>
            <a:off x="5213105" y="5295753"/>
            <a:ext cx="410979" cy="410979"/>
            <a:chOff x="2081650" y="4993750"/>
            <a:chExt cx="483125" cy="483125"/>
          </a:xfrm>
        </p:grpSpPr>
        <p:sp>
          <p:nvSpPr>
            <p:cNvPr id="10103" name="Google Shape;10103;p71"/>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104" name="Google Shape;10104;p71"/>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105" name="Google Shape;10105;p71"/>
          <p:cNvGrpSpPr/>
          <p:nvPr/>
        </p:nvGrpSpPr>
        <p:grpSpPr>
          <a:xfrm>
            <a:off x="1988437" y="5305584"/>
            <a:ext cx="391976" cy="391976"/>
            <a:chOff x="2676100" y="4993750"/>
            <a:chExt cx="483125" cy="483125"/>
          </a:xfrm>
        </p:grpSpPr>
        <p:sp>
          <p:nvSpPr>
            <p:cNvPr id="10106" name="Google Shape;10106;p71"/>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107" name="Google Shape;10107;p71"/>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108" name="Google Shape;10108;p71"/>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109" name="Google Shape;10109;p71"/>
          <p:cNvGrpSpPr/>
          <p:nvPr/>
        </p:nvGrpSpPr>
        <p:grpSpPr>
          <a:xfrm>
            <a:off x="5763247" y="5295753"/>
            <a:ext cx="410979" cy="410979"/>
            <a:chOff x="3270550" y="4993750"/>
            <a:chExt cx="483125" cy="483125"/>
          </a:xfrm>
        </p:grpSpPr>
        <p:sp>
          <p:nvSpPr>
            <p:cNvPr id="10110" name="Google Shape;10110;p71"/>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111" name="Google Shape;10111;p71"/>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112" name="Google Shape;10112;p71"/>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113" name="Google Shape;10113;p71"/>
          <p:cNvSpPr/>
          <p:nvPr/>
        </p:nvSpPr>
        <p:spPr>
          <a:xfrm>
            <a:off x="2519407" y="5305242"/>
            <a:ext cx="391996" cy="392097"/>
          </a:xfrm>
          <a:custGeom>
            <a:avLst/>
            <a:gdLst/>
            <a:ahLst/>
            <a:cxnLst/>
            <a:rect l="l" t="t" r="r" b="b"/>
            <a:pathLst>
              <a:path w="19326" h="19331" extrusionOk="0">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10114" name="Google Shape;10114;p71"/>
          <p:cNvGrpSpPr/>
          <p:nvPr/>
        </p:nvGrpSpPr>
        <p:grpSpPr>
          <a:xfrm>
            <a:off x="3050791" y="5305524"/>
            <a:ext cx="391996" cy="392097"/>
            <a:chOff x="4459450" y="4993700"/>
            <a:chExt cx="483150" cy="483275"/>
          </a:xfrm>
        </p:grpSpPr>
        <p:sp>
          <p:nvSpPr>
            <p:cNvPr id="10115" name="Google Shape;10115;p71"/>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116" name="Google Shape;10116;p71"/>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117" name="Google Shape;10117;p71"/>
          <p:cNvGrpSpPr/>
          <p:nvPr/>
        </p:nvGrpSpPr>
        <p:grpSpPr>
          <a:xfrm>
            <a:off x="3581962" y="5305524"/>
            <a:ext cx="391996" cy="392097"/>
            <a:chOff x="5053900" y="4993700"/>
            <a:chExt cx="483150" cy="483275"/>
          </a:xfrm>
        </p:grpSpPr>
        <p:sp>
          <p:nvSpPr>
            <p:cNvPr id="10118" name="Google Shape;10118;p71"/>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119" name="Google Shape;10119;p71"/>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0123"/>
        <p:cNvGrpSpPr/>
        <p:nvPr/>
      </p:nvGrpSpPr>
      <p:grpSpPr>
        <a:xfrm>
          <a:off x="0" y="0"/>
          <a:ext cx="0" cy="0"/>
          <a:chOff x="0" y="0"/>
          <a:chExt cx="0" cy="0"/>
        </a:xfrm>
      </p:grpSpPr>
      <p:sp>
        <p:nvSpPr>
          <p:cNvPr id="10124" name="Google Shape;10124;p72"/>
          <p:cNvSpPr/>
          <p:nvPr/>
        </p:nvSpPr>
        <p:spPr>
          <a:xfrm>
            <a:off x="1125467" y="2045341"/>
            <a:ext cx="431556" cy="49808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25" name="Google Shape;10125;p72"/>
          <p:cNvSpPr/>
          <p:nvPr/>
        </p:nvSpPr>
        <p:spPr>
          <a:xfrm>
            <a:off x="1125472" y="2664815"/>
            <a:ext cx="510677" cy="451651"/>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26" name="Google Shape;10126;p72"/>
          <p:cNvSpPr/>
          <p:nvPr/>
        </p:nvSpPr>
        <p:spPr>
          <a:xfrm>
            <a:off x="1136579" y="3237860"/>
            <a:ext cx="488464" cy="497883"/>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127" name="Google Shape;10127;p72"/>
          <p:cNvGrpSpPr/>
          <p:nvPr/>
        </p:nvGrpSpPr>
        <p:grpSpPr>
          <a:xfrm>
            <a:off x="3983637" y="2082537"/>
            <a:ext cx="495843" cy="498355"/>
            <a:chOff x="-41270450" y="1973375"/>
            <a:chExt cx="315850" cy="317450"/>
          </a:xfrm>
        </p:grpSpPr>
        <p:sp>
          <p:nvSpPr>
            <p:cNvPr id="10128" name="Google Shape;10128;p72"/>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29" name="Google Shape;10129;p72"/>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30" name="Google Shape;10130;p72"/>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31" name="Google Shape;10131;p72"/>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132" name="Google Shape;10132;p72"/>
          <p:cNvGrpSpPr/>
          <p:nvPr/>
        </p:nvGrpSpPr>
        <p:grpSpPr>
          <a:xfrm>
            <a:off x="4007210" y="2678479"/>
            <a:ext cx="527828" cy="496117"/>
            <a:chOff x="-41291625" y="2339025"/>
            <a:chExt cx="336225" cy="316025"/>
          </a:xfrm>
        </p:grpSpPr>
        <p:sp>
          <p:nvSpPr>
            <p:cNvPr id="10133" name="Google Shape;10133;p72"/>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34" name="Google Shape;10134;p72"/>
            <p:cNvSpPr/>
            <p:nvPr/>
          </p:nvSpPr>
          <p:spPr>
            <a:xfrm>
              <a:off x="-41234225" y="2620800"/>
              <a:ext cx="25" cy="25"/>
            </a:xfrm>
            <a:custGeom>
              <a:avLst/>
              <a:gdLst/>
              <a:ahLst/>
              <a:cxnLst/>
              <a:rect l="l" t="t" r="r" b="b"/>
              <a:pathLst>
                <a:path w="1" h="1" extrusionOk="0">
                  <a:moveTo>
                    <a:pt x="0" y="1"/>
                  </a:move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135" name="Google Shape;10135;p72"/>
          <p:cNvSpPr/>
          <p:nvPr/>
        </p:nvSpPr>
        <p:spPr>
          <a:xfrm>
            <a:off x="3976036" y="2927833"/>
            <a:ext cx="0" cy="39"/>
          </a:xfrm>
          <a:custGeom>
            <a:avLst/>
            <a:gdLst/>
            <a:ahLst/>
            <a:cxnLst/>
            <a:rect l="l" t="t" r="r" b="b"/>
            <a:pathLst>
              <a:path h="1" extrusionOk="0">
                <a:moveTo>
                  <a:pt x="0" y="0"/>
                </a:move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36" name="Google Shape;10136;p72"/>
          <p:cNvSpPr/>
          <p:nvPr/>
        </p:nvSpPr>
        <p:spPr>
          <a:xfrm>
            <a:off x="4021902" y="3254863"/>
            <a:ext cx="502004" cy="497923"/>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37" name="Google Shape;10137;p72"/>
          <p:cNvSpPr/>
          <p:nvPr/>
        </p:nvSpPr>
        <p:spPr>
          <a:xfrm>
            <a:off x="2409984" y="3837128"/>
            <a:ext cx="309145" cy="497099"/>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38" name="Google Shape;10138;p72"/>
          <p:cNvSpPr/>
          <p:nvPr/>
        </p:nvSpPr>
        <p:spPr>
          <a:xfrm>
            <a:off x="2345699" y="4410502"/>
            <a:ext cx="437719" cy="499885"/>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39" name="Google Shape;10139;p72"/>
          <p:cNvSpPr/>
          <p:nvPr/>
        </p:nvSpPr>
        <p:spPr>
          <a:xfrm>
            <a:off x="2313585" y="5069213"/>
            <a:ext cx="497099" cy="498747"/>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40" name="Google Shape;10140;p72"/>
          <p:cNvSpPr/>
          <p:nvPr/>
        </p:nvSpPr>
        <p:spPr>
          <a:xfrm>
            <a:off x="5270996" y="3837442"/>
            <a:ext cx="499571" cy="496471"/>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141" name="Google Shape;10141;p72"/>
          <p:cNvGrpSpPr/>
          <p:nvPr/>
        </p:nvGrpSpPr>
        <p:grpSpPr>
          <a:xfrm>
            <a:off x="1639380" y="2045214"/>
            <a:ext cx="529241" cy="497529"/>
            <a:chOff x="-42804750" y="1949600"/>
            <a:chExt cx="337125" cy="316925"/>
          </a:xfrm>
        </p:grpSpPr>
        <p:sp>
          <p:nvSpPr>
            <p:cNvPr id="10142" name="Google Shape;10142;p72"/>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43" name="Google Shape;10143;p72"/>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44" name="Google Shape;10144;p72"/>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145" name="Google Shape;10145;p72"/>
          <p:cNvGrpSpPr/>
          <p:nvPr/>
        </p:nvGrpSpPr>
        <p:grpSpPr>
          <a:xfrm>
            <a:off x="1722948" y="2648810"/>
            <a:ext cx="447608" cy="485677"/>
            <a:chOff x="-42778750" y="2320125"/>
            <a:chExt cx="285125" cy="309375"/>
          </a:xfrm>
        </p:grpSpPr>
        <p:sp>
          <p:nvSpPr>
            <p:cNvPr id="10146" name="Google Shape;10146;p72"/>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47" name="Google Shape;10147;p72"/>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148" name="Google Shape;10148;p72"/>
          <p:cNvGrpSpPr/>
          <p:nvPr/>
        </p:nvGrpSpPr>
        <p:grpSpPr>
          <a:xfrm>
            <a:off x="1693173" y="3244816"/>
            <a:ext cx="500788" cy="499571"/>
            <a:chOff x="-42796875" y="2680675"/>
            <a:chExt cx="319000" cy="318225"/>
          </a:xfrm>
        </p:grpSpPr>
        <p:sp>
          <p:nvSpPr>
            <p:cNvPr id="10149" name="Google Shape;10149;p72"/>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50" name="Google Shape;10150;p72"/>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51" name="Google Shape;10151;p72"/>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52" name="Google Shape;10152;p72"/>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53" name="Google Shape;10153;p72"/>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154" name="Google Shape;10154;p72"/>
          <p:cNvSpPr/>
          <p:nvPr/>
        </p:nvSpPr>
        <p:spPr>
          <a:xfrm>
            <a:off x="4586193" y="2079367"/>
            <a:ext cx="500788" cy="497373"/>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55" name="Google Shape;10155;p72"/>
          <p:cNvSpPr/>
          <p:nvPr/>
        </p:nvSpPr>
        <p:spPr>
          <a:xfrm>
            <a:off x="4613031" y="2721323"/>
            <a:ext cx="506988" cy="424139"/>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56" name="Google Shape;10156;p72"/>
          <p:cNvSpPr/>
          <p:nvPr/>
        </p:nvSpPr>
        <p:spPr>
          <a:xfrm>
            <a:off x="4625737" y="3254863"/>
            <a:ext cx="500827" cy="496588"/>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57" name="Google Shape;10157;p72"/>
          <p:cNvSpPr/>
          <p:nvPr/>
        </p:nvSpPr>
        <p:spPr>
          <a:xfrm>
            <a:off x="2973955" y="3837129"/>
            <a:ext cx="358636" cy="494625"/>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58" name="Google Shape;10158;p72"/>
          <p:cNvSpPr/>
          <p:nvPr/>
        </p:nvSpPr>
        <p:spPr>
          <a:xfrm>
            <a:off x="2823309" y="4881877"/>
            <a:ext cx="39" cy="39"/>
          </a:xfrm>
          <a:custGeom>
            <a:avLst/>
            <a:gdLst/>
            <a:ahLst/>
            <a:cxnLst/>
            <a:rect l="l" t="t" r="r" b="b"/>
            <a:pathLst>
              <a:path w="1" h="1" extrusionOk="0">
                <a:moveTo>
                  <a:pt x="1" y="1"/>
                </a:move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159" name="Google Shape;10159;p72"/>
          <p:cNvGrpSpPr/>
          <p:nvPr/>
        </p:nvGrpSpPr>
        <p:grpSpPr>
          <a:xfrm>
            <a:off x="2890867" y="4415850"/>
            <a:ext cx="520568" cy="492781"/>
            <a:chOff x="-39055650" y="2315975"/>
            <a:chExt cx="331600" cy="313900"/>
          </a:xfrm>
        </p:grpSpPr>
        <p:sp>
          <p:nvSpPr>
            <p:cNvPr id="10160" name="Google Shape;10160;p72"/>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61" name="Google Shape;10161;p72"/>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162" name="Google Shape;10162;p72"/>
          <p:cNvSpPr/>
          <p:nvPr/>
        </p:nvSpPr>
        <p:spPr>
          <a:xfrm>
            <a:off x="2899810" y="5106517"/>
            <a:ext cx="499532" cy="424139"/>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63" name="Google Shape;10163;p72"/>
          <p:cNvSpPr/>
          <p:nvPr/>
        </p:nvSpPr>
        <p:spPr>
          <a:xfrm>
            <a:off x="5327253" y="4396296"/>
            <a:ext cx="387051" cy="500473"/>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164" name="Google Shape;10164;p72"/>
          <p:cNvGrpSpPr/>
          <p:nvPr/>
        </p:nvGrpSpPr>
        <p:grpSpPr>
          <a:xfrm>
            <a:off x="2213089" y="2045450"/>
            <a:ext cx="506988" cy="495724"/>
            <a:chOff x="-42430625" y="1949750"/>
            <a:chExt cx="322950" cy="315775"/>
          </a:xfrm>
        </p:grpSpPr>
        <p:sp>
          <p:nvSpPr>
            <p:cNvPr id="10165" name="Google Shape;10165;p72"/>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66" name="Google Shape;10166;p72"/>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67" name="Google Shape;10167;p72"/>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68" name="Google Shape;10168;p72"/>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169" name="Google Shape;10169;p72"/>
          <p:cNvSpPr/>
          <p:nvPr/>
        </p:nvSpPr>
        <p:spPr>
          <a:xfrm>
            <a:off x="2292049" y="2642205"/>
            <a:ext cx="432812" cy="497099"/>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70" name="Google Shape;10170;p72"/>
          <p:cNvSpPr/>
          <p:nvPr/>
        </p:nvSpPr>
        <p:spPr>
          <a:xfrm>
            <a:off x="2262013" y="3218797"/>
            <a:ext cx="493409" cy="496863"/>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71" name="Google Shape;10171;p72"/>
          <p:cNvSpPr/>
          <p:nvPr/>
        </p:nvSpPr>
        <p:spPr>
          <a:xfrm>
            <a:off x="5222695" y="2091102"/>
            <a:ext cx="498355" cy="453809"/>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72" name="Google Shape;10172;p72"/>
          <p:cNvSpPr/>
          <p:nvPr/>
        </p:nvSpPr>
        <p:spPr>
          <a:xfrm>
            <a:off x="5248555" y="2676819"/>
            <a:ext cx="505772" cy="498355"/>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73" name="Google Shape;10173;p72"/>
          <p:cNvSpPr/>
          <p:nvPr/>
        </p:nvSpPr>
        <p:spPr>
          <a:xfrm>
            <a:off x="5209145" y="3253253"/>
            <a:ext cx="498355" cy="498315"/>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74" name="Google Shape;10174;p72"/>
          <p:cNvSpPr/>
          <p:nvPr/>
        </p:nvSpPr>
        <p:spPr>
          <a:xfrm>
            <a:off x="3488467" y="3833085"/>
            <a:ext cx="499571" cy="500827"/>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175" name="Google Shape;10175;p72"/>
          <p:cNvGrpSpPr/>
          <p:nvPr/>
        </p:nvGrpSpPr>
        <p:grpSpPr>
          <a:xfrm>
            <a:off x="3497792" y="4413376"/>
            <a:ext cx="497099" cy="496077"/>
            <a:chOff x="-38686275" y="2314400"/>
            <a:chExt cx="316650" cy="316000"/>
          </a:xfrm>
        </p:grpSpPr>
        <p:sp>
          <p:nvSpPr>
            <p:cNvPr id="10176" name="Google Shape;10176;p72"/>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77" name="Google Shape;10177;p72"/>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178" name="Google Shape;10178;p72"/>
          <p:cNvGrpSpPr/>
          <p:nvPr/>
        </p:nvGrpSpPr>
        <p:grpSpPr>
          <a:xfrm>
            <a:off x="3495928" y="5069429"/>
            <a:ext cx="500827" cy="498315"/>
            <a:chOff x="-38686275" y="2682250"/>
            <a:chExt cx="319025" cy="317425"/>
          </a:xfrm>
        </p:grpSpPr>
        <p:sp>
          <p:nvSpPr>
            <p:cNvPr id="10179" name="Google Shape;10179;p72"/>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80" name="Google Shape;10180;p72"/>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181" name="Google Shape;10181;p72"/>
          <p:cNvGrpSpPr/>
          <p:nvPr/>
        </p:nvGrpSpPr>
        <p:grpSpPr>
          <a:xfrm>
            <a:off x="5253771" y="5067487"/>
            <a:ext cx="521824" cy="502200"/>
            <a:chOff x="-37534750" y="2668075"/>
            <a:chExt cx="332400" cy="319900"/>
          </a:xfrm>
        </p:grpSpPr>
        <p:sp>
          <p:nvSpPr>
            <p:cNvPr id="10182" name="Google Shape;10182;p72"/>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83" name="Google Shape;10183;p72"/>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184" name="Google Shape;10184;p72"/>
          <p:cNvSpPr/>
          <p:nvPr/>
        </p:nvSpPr>
        <p:spPr>
          <a:xfrm>
            <a:off x="2809002" y="2044439"/>
            <a:ext cx="500788" cy="496784"/>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185" name="Google Shape;10185;p72"/>
          <p:cNvGrpSpPr/>
          <p:nvPr/>
        </p:nvGrpSpPr>
        <p:grpSpPr>
          <a:xfrm>
            <a:off x="2842259" y="2642333"/>
            <a:ext cx="500788" cy="498747"/>
            <a:chOff x="-42062025" y="2316000"/>
            <a:chExt cx="319000" cy="317700"/>
          </a:xfrm>
        </p:grpSpPr>
        <p:sp>
          <p:nvSpPr>
            <p:cNvPr id="10186" name="Google Shape;10186;p72"/>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87" name="Google Shape;10187;p72"/>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188" name="Google Shape;10188;p72"/>
          <p:cNvSpPr/>
          <p:nvPr/>
        </p:nvSpPr>
        <p:spPr>
          <a:xfrm>
            <a:off x="2846703" y="3217580"/>
            <a:ext cx="504516" cy="500395"/>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189" name="Google Shape;10189;p72"/>
          <p:cNvGrpSpPr/>
          <p:nvPr/>
        </p:nvGrpSpPr>
        <p:grpSpPr>
          <a:xfrm>
            <a:off x="1564965" y="3837630"/>
            <a:ext cx="437424" cy="487812"/>
            <a:chOff x="-40150450" y="1977325"/>
            <a:chExt cx="280400" cy="312700"/>
          </a:xfrm>
        </p:grpSpPr>
        <p:sp>
          <p:nvSpPr>
            <p:cNvPr id="10190" name="Google Shape;10190;p72"/>
            <p:cNvSpPr/>
            <p:nvPr/>
          </p:nvSpPr>
          <p:spPr>
            <a:xfrm>
              <a:off x="-40052800" y="2041125"/>
              <a:ext cx="25" cy="25"/>
            </a:xfrm>
            <a:custGeom>
              <a:avLst/>
              <a:gdLst/>
              <a:ahLst/>
              <a:cxnLst/>
              <a:rect l="l" t="t" r="r" b="b"/>
              <a:pathLst>
                <a:path w="1" h="1" extrusionOk="0">
                  <a:moveTo>
                    <a:pt x="1" y="0"/>
                  </a:move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91" name="Google Shape;10191;p72"/>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92" name="Google Shape;10192;p72"/>
            <p:cNvSpPr/>
            <p:nvPr/>
          </p:nvSpPr>
          <p:spPr>
            <a:xfrm>
              <a:off x="-39925200" y="2108075"/>
              <a:ext cx="25" cy="25"/>
            </a:xfrm>
            <a:custGeom>
              <a:avLst/>
              <a:gdLst/>
              <a:ahLst/>
              <a:cxnLst/>
              <a:rect l="l" t="t" r="r" b="b"/>
              <a:pathLst>
                <a:path w="1" h="1" extrusionOk="0">
                  <a:moveTo>
                    <a:pt x="1" y="0"/>
                  </a:move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93" name="Google Shape;10193;p72"/>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194" name="Google Shape;10194;p72"/>
          <p:cNvGrpSpPr/>
          <p:nvPr/>
        </p:nvGrpSpPr>
        <p:grpSpPr>
          <a:xfrm>
            <a:off x="1160713" y="4469429"/>
            <a:ext cx="456281" cy="497099"/>
            <a:chOff x="-40160700" y="2339625"/>
            <a:chExt cx="290650" cy="316650"/>
          </a:xfrm>
        </p:grpSpPr>
        <p:sp>
          <p:nvSpPr>
            <p:cNvPr id="10195" name="Google Shape;10195;p72"/>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96" name="Google Shape;10196;p72"/>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97" name="Google Shape;10197;p72"/>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198" name="Google Shape;10198;p72"/>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199" name="Google Shape;10199;p72"/>
          <p:cNvGrpSpPr/>
          <p:nvPr/>
        </p:nvGrpSpPr>
        <p:grpSpPr>
          <a:xfrm>
            <a:off x="1136479" y="5070039"/>
            <a:ext cx="500788" cy="497099"/>
            <a:chOff x="-40171725" y="2705875"/>
            <a:chExt cx="319000" cy="316650"/>
          </a:xfrm>
        </p:grpSpPr>
        <p:sp>
          <p:nvSpPr>
            <p:cNvPr id="10200" name="Google Shape;10200;p72"/>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01" name="Google Shape;10201;p72"/>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202" name="Google Shape;10202;p72"/>
          <p:cNvGrpSpPr/>
          <p:nvPr/>
        </p:nvGrpSpPr>
        <p:grpSpPr>
          <a:xfrm>
            <a:off x="4146610" y="3835979"/>
            <a:ext cx="363581" cy="498355"/>
            <a:chOff x="-38275925" y="1946600"/>
            <a:chExt cx="231600" cy="317450"/>
          </a:xfrm>
        </p:grpSpPr>
        <p:sp>
          <p:nvSpPr>
            <p:cNvPr id="10203" name="Google Shape;10203;p72"/>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04" name="Google Shape;10204;p72"/>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205" name="Google Shape;10205;p72"/>
          <p:cNvSpPr/>
          <p:nvPr/>
        </p:nvSpPr>
        <p:spPr>
          <a:xfrm>
            <a:off x="4077164" y="4411601"/>
            <a:ext cx="499571" cy="498785"/>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06" name="Google Shape;10206;p72"/>
          <p:cNvSpPr/>
          <p:nvPr/>
        </p:nvSpPr>
        <p:spPr>
          <a:xfrm>
            <a:off x="4183934" y="5068801"/>
            <a:ext cx="293095" cy="499571"/>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207" name="Google Shape;10207;p72"/>
          <p:cNvGrpSpPr/>
          <p:nvPr/>
        </p:nvGrpSpPr>
        <p:grpSpPr>
          <a:xfrm>
            <a:off x="2898455" y="5699236"/>
            <a:ext cx="509461" cy="495881"/>
            <a:chOff x="-37190575" y="1951325"/>
            <a:chExt cx="324525" cy="315875"/>
          </a:xfrm>
        </p:grpSpPr>
        <p:sp>
          <p:nvSpPr>
            <p:cNvPr id="10208" name="Google Shape;10208;p72"/>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09" name="Google Shape;10209;p72"/>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10" name="Google Shape;10210;p72"/>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11" name="Google Shape;10211;p72"/>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12" name="Google Shape;10212;p72"/>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213" name="Google Shape;10213;p72"/>
          <p:cNvSpPr/>
          <p:nvPr/>
        </p:nvSpPr>
        <p:spPr>
          <a:xfrm>
            <a:off x="3388795" y="2041967"/>
            <a:ext cx="504516" cy="498315"/>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214" name="Google Shape;10214;p72"/>
          <p:cNvGrpSpPr/>
          <p:nvPr/>
        </p:nvGrpSpPr>
        <p:grpSpPr>
          <a:xfrm>
            <a:off x="3432192" y="2747437"/>
            <a:ext cx="498315" cy="390740"/>
            <a:chOff x="-41694200" y="2382950"/>
            <a:chExt cx="317425" cy="248900"/>
          </a:xfrm>
        </p:grpSpPr>
        <p:sp>
          <p:nvSpPr>
            <p:cNvPr id="10215" name="Google Shape;10215;p72"/>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16" name="Google Shape;10216;p72"/>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217" name="Google Shape;10217;p72"/>
          <p:cNvGrpSpPr/>
          <p:nvPr/>
        </p:nvGrpSpPr>
        <p:grpSpPr>
          <a:xfrm>
            <a:off x="3427957" y="3218513"/>
            <a:ext cx="500788" cy="498355"/>
            <a:chOff x="-41695775" y="2683025"/>
            <a:chExt cx="319000" cy="317450"/>
          </a:xfrm>
        </p:grpSpPr>
        <p:sp>
          <p:nvSpPr>
            <p:cNvPr id="10218" name="Google Shape;10218;p72"/>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19" name="Google Shape;10219;p72"/>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20" name="Google Shape;10220;p72"/>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221" name="Google Shape;10221;p72"/>
          <p:cNvGrpSpPr/>
          <p:nvPr/>
        </p:nvGrpSpPr>
        <p:grpSpPr>
          <a:xfrm>
            <a:off x="1751022" y="3875540"/>
            <a:ext cx="456281" cy="500827"/>
            <a:chOff x="-39792875" y="1971800"/>
            <a:chExt cx="290650" cy="319025"/>
          </a:xfrm>
        </p:grpSpPr>
        <p:sp>
          <p:nvSpPr>
            <p:cNvPr id="10222" name="Google Shape;10222;p72"/>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23" name="Google Shape;10223;p72"/>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224" name="Google Shape;10224;p72"/>
          <p:cNvGrpSpPr/>
          <p:nvPr/>
        </p:nvGrpSpPr>
        <p:grpSpPr>
          <a:xfrm>
            <a:off x="1762758" y="4450309"/>
            <a:ext cx="432812" cy="499767"/>
            <a:chOff x="-39783425" y="2337925"/>
            <a:chExt cx="275700" cy="318350"/>
          </a:xfrm>
        </p:grpSpPr>
        <p:sp>
          <p:nvSpPr>
            <p:cNvPr id="10225" name="Google Shape;10225;p72"/>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26" name="Google Shape;10226;p72"/>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227" name="Google Shape;10227;p72"/>
          <p:cNvSpPr/>
          <p:nvPr/>
        </p:nvSpPr>
        <p:spPr>
          <a:xfrm>
            <a:off x="1728578" y="5069745"/>
            <a:ext cx="495881" cy="497687"/>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228" name="Google Shape;10228;p72"/>
          <p:cNvGrpSpPr/>
          <p:nvPr/>
        </p:nvGrpSpPr>
        <p:grpSpPr>
          <a:xfrm>
            <a:off x="4653771" y="3838452"/>
            <a:ext cx="511933" cy="496824"/>
            <a:chOff x="-37956150" y="1948175"/>
            <a:chExt cx="326100" cy="316475"/>
          </a:xfrm>
        </p:grpSpPr>
        <p:sp>
          <p:nvSpPr>
            <p:cNvPr id="10229" name="Google Shape;10229;p72"/>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30" name="Google Shape;10230;p72"/>
            <p:cNvSpPr/>
            <p:nvPr/>
          </p:nvSpPr>
          <p:spPr>
            <a:xfrm>
              <a:off x="-37729300" y="2054500"/>
              <a:ext cx="25" cy="25"/>
            </a:xfrm>
            <a:custGeom>
              <a:avLst/>
              <a:gdLst/>
              <a:ahLst/>
              <a:cxnLst/>
              <a:rect l="l" t="t" r="r" b="b"/>
              <a:pathLst>
                <a:path w="1" h="1" extrusionOk="0">
                  <a:moveTo>
                    <a:pt x="0" y="1"/>
                  </a:move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31" name="Google Shape;10231;p72"/>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232" name="Google Shape;10232;p72"/>
          <p:cNvGrpSpPr/>
          <p:nvPr/>
        </p:nvGrpSpPr>
        <p:grpSpPr>
          <a:xfrm>
            <a:off x="4663796" y="4514790"/>
            <a:ext cx="500827" cy="324020"/>
            <a:chOff x="-37953000" y="2379000"/>
            <a:chExt cx="319025" cy="206400"/>
          </a:xfrm>
        </p:grpSpPr>
        <p:sp>
          <p:nvSpPr>
            <p:cNvPr id="10233" name="Google Shape;10233;p72"/>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34" name="Google Shape;10234;p72"/>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35" name="Google Shape;10235;p72"/>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36" name="Google Shape;10236;p72"/>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37" name="Google Shape;10237;p72"/>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238" name="Google Shape;10238;p72"/>
          <p:cNvSpPr/>
          <p:nvPr/>
        </p:nvSpPr>
        <p:spPr>
          <a:xfrm>
            <a:off x="4654601" y="5068801"/>
            <a:ext cx="514407" cy="499571"/>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39" name="Google Shape;10239;p72"/>
          <p:cNvSpPr/>
          <p:nvPr/>
        </p:nvSpPr>
        <p:spPr>
          <a:xfrm>
            <a:off x="3558935" y="5697976"/>
            <a:ext cx="358636" cy="498355"/>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40" name="Google Shape;10240;p72"/>
          <p:cNvSpPr txBox="1">
            <a:spLocks noGrp="1"/>
          </p:cNvSpPr>
          <p:nvPr>
            <p:ph type="title" idx="4294967295"/>
          </p:nvPr>
        </p:nvSpPr>
        <p:spPr>
          <a:xfrm>
            <a:off x="1132900" y="1263900"/>
            <a:ext cx="4642800" cy="643200"/>
          </a:xfrm>
          <a:prstGeom prst="rect">
            <a:avLst/>
          </a:prstGeom>
          <a:ln>
            <a:solidFill>
              <a:schemeClr val="bg1">
                <a:lumMod val="65000"/>
              </a:schemeClr>
            </a:solidFill>
          </a:ln>
        </p:spPr>
        <p:txBody>
          <a:bodyPr spcFirstLastPara="1" vert="horz" wrap="square" lIns="121900" tIns="121900" rIns="121900" bIns="121900" rtlCol="0" anchor="t" anchorCtr="0">
            <a:noAutofit/>
          </a:bodyPr>
          <a:lstStyle/>
          <a:p>
            <a:pPr algn="ctr">
              <a:spcBef>
                <a:spcPts val="0"/>
              </a:spcBef>
              <a:buClr>
                <a:srgbClr val="000000"/>
              </a:buClr>
              <a:buSzPts val="1100"/>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241" name="Google Shape;10241;p72"/>
          <p:cNvSpPr txBox="1">
            <a:spLocks noGrp="1"/>
          </p:cNvSpPr>
          <p:nvPr>
            <p:ph type="title" idx="4294967295"/>
          </p:nvPr>
        </p:nvSpPr>
        <p:spPr>
          <a:xfrm>
            <a:off x="6477867" y="1263900"/>
            <a:ext cx="4642800" cy="643200"/>
          </a:xfrm>
          <a:prstGeom prst="rect">
            <a:avLst/>
          </a:prstGeom>
          <a:ln>
            <a:solidFill>
              <a:schemeClr val="bg1">
                <a:lumMod val="65000"/>
              </a:schemeClr>
            </a:solidFill>
          </a:ln>
        </p:spPr>
        <p:txBody>
          <a:bodyPr spcFirstLastPara="1" vert="horz" wrap="square" lIns="121900" tIns="121900" rIns="121900" bIns="121900" rtlCol="0" anchor="t" anchorCtr="0">
            <a:noAutofit/>
          </a:bodyPr>
          <a:lstStyle/>
          <a:p>
            <a:pPr algn="ctr">
              <a:spcBef>
                <a:spcPts val="0"/>
              </a:spcBef>
              <a:buClr>
                <a:srgbClr val="000000"/>
              </a:buClr>
              <a:buSzPts val="1100"/>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0242" name="Google Shape;10242;p72"/>
          <p:cNvSpPr/>
          <p:nvPr/>
        </p:nvSpPr>
        <p:spPr>
          <a:xfrm>
            <a:off x="6488727" y="2108321"/>
            <a:ext cx="470907" cy="419452"/>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243" name="Google Shape;10243;p72"/>
          <p:cNvGrpSpPr/>
          <p:nvPr/>
        </p:nvGrpSpPr>
        <p:grpSpPr>
          <a:xfrm>
            <a:off x="6487459" y="2677805"/>
            <a:ext cx="472143" cy="473417"/>
            <a:chOff x="-28467625" y="2331750"/>
            <a:chExt cx="296150" cy="296950"/>
          </a:xfrm>
        </p:grpSpPr>
        <p:sp>
          <p:nvSpPr>
            <p:cNvPr id="10244" name="Google Shape;10244;p72"/>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45" name="Google Shape;10245;p72"/>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246" name="Google Shape;10246;p72"/>
          <p:cNvGrpSpPr/>
          <p:nvPr/>
        </p:nvGrpSpPr>
        <p:grpSpPr>
          <a:xfrm>
            <a:off x="6506292" y="3268579"/>
            <a:ext cx="434477" cy="468436"/>
            <a:chOff x="-28461325" y="2701925"/>
            <a:chExt cx="272525" cy="293825"/>
          </a:xfrm>
        </p:grpSpPr>
        <p:sp>
          <p:nvSpPr>
            <p:cNvPr id="10247" name="Google Shape;10247;p72"/>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48" name="Google Shape;10248;p72"/>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49" name="Google Shape;10249;p72"/>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250" name="Google Shape;10250;p72"/>
          <p:cNvGrpSpPr/>
          <p:nvPr/>
        </p:nvGrpSpPr>
        <p:grpSpPr>
          <a:xfrm>
            <a:off x="9471881" y="2166761"/>
            <a:ext cx="472143" cy="302632"/>
            <a:chOff x="-26585200" y="2025375"/>
            <a:chExt cx="296150" cy="189825"/>
          </a:xfrm>
        </p:grpSpPr>
        <p:sp>
          <p:nvSpPr>
            <p:cNvPr id="10251" name="Google Shape;10251;p72"/>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52" name="Google Shape;10252;p72"/>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53" name="Google Shape;10253;p72"/>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54" name="Google Shape;10254;p72"/>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55" name="Google Shape;10255;p72"/>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256" name="Google Shape;10256;p72"/>
          <p:cNvGrpSpPr/>
          <p:nvPr/>
        </p:nvGrpSpPr>
        <p:grpSpPr>
          <a:xfrm>
            <a:off x="9472497" y="2679059"/>
            <a:ext cx="470907" cy="470907"/>
            <a:chOff x="-26584425" y="2340425"/>
            <a:chExt cx="295375" cy="295375"/>
          </a:xfrm>
        </p:grpSpPr>
        <p:sp>
          <p:nvSpPr>
            <p:cNvPr id="10257" name="Google Shape;10257;p72"/>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58" name="Google Shape;10258;p72"/>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59" name="Google Shape;10259;p72"/>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60" name="Google Shape;10260;p72"/>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61" name="Google Shape;10261;p72"/>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262" name="Google Shape;10262;p72"/>
          <p:cNvGrpSpPr/>
          <p:nvPr/>
        </p:nvGrpSpPr>
        <p:grpSpPr>
          <a:xfrm>
            <a:off x="9465604" y="3267185"/>
            <a:ext cx="484697" cy="471225"/>
            <a:chOff x="-26585200" y="2710400"/>
            <a:chExt cx="304025" cy="295575"/>
          </a:xfrm>
        </p:grpSpPr>
        <p:sp>
          <p:nvSpPr>
            <p:cNvPr id="10263" name="Google Shape;10263;p72"/>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64" name="Google Shape;10264;p72"/>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65" name="Google Shape;10265;p72"/>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66" name="Google Shape;10266;p72"/>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67" name="Google Shape;10267;p72"/>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68" name="Google Shape;10268;p72"/>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69" name="Google Shape;10269;p72"/>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70" name="Google Shape;10270;p72"/>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71" name="Google Shape;10271;p72"/>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72" name="Google Shape;10272;p72"/>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73" name="Google Shape;10273;p72"/>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74" name="Google Shape;10274;p72"/>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275" name="Google Shape;10275;p72"/>
          <p:cNvGrpSpPr/>
          <p:nvPr/>
        </p:nvGrpSpPr>
        <p:grpSpPr>
          <a:xfrm>
            <a:off x="7672450" y="3855821"/>
            <a:ext cx="472181" cy="470947"/>
            <a:chOff x="-24709875" y="1970225"/>
            <a:chExt cx="296175" cy="295400"/>
          </a:xfrm>
        </p:grpSpPr>
        <p:sp>
          <p:nvSpPr>
            <p:cNvPr id="10276" name="Google Shape;10276;p72"/>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77" name="Google Shape;10277;p72"/>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278" name="Google Shape;10278;p72"/>
          <p:cNvGrpSpPr/>
          <p:nvPr/>
        </p:nvGrpSpPr>
        <p:grpSpPr>
          <a:xfrm>
            <a:off x="7715137" y="4451659"/>
            <a:ext cx="386809" cy="472143"/>
            <a:chOff x="-24683100" y="2340425"/>
            <a:chExt cx="242625" cy="296150"/>
          </a:xfrm>
        </p:grpSpPr>
        <p:sp>
          <p:nvSpPr>
            <p:cNvPr id="10279" name="Google Shape;10279;p72"/>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80" name="Google Shape;10280;p72"/>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81" name="Google Shape;10281;p72"/>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82" name="Google Shape;10282;p72"/>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283" name="Google Shape;10283;p72"/>
          <p:cNvSpPr/>
          <p:nvPr/>
        </p:nvSpPr>
        <p:spPr>
          <a:xfrm>
            <a:off x="7715720" y="5039880"/>
            <a:ext cx="386769" cy="472181"/>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284" name="Google Shape;10284;p72"/>
          <p:cNvGrpSpPr/>
          <p:nvPr/>
        </p:nvGrpSpPr>
        <p:grpSpPr>
          <a:xfrm>
            <a:off x="10656793" y="3855821"/>
            <a:ext cx="480951" cy="470947"/>
            <a:chOff x="-22881800" y="1971800"/>
            <a:chExt cx="301675" cy="295400"/>
          </a:xfrm>
        </p:grpSpPr>
        <p:sp>
          <p:nvSpPr>
            <p:cNvPr id="10285" name="Google Shape;10285;p72"/>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86" name="Google Shape;10286;p72"/>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87" name="Google Shape;10287;p72"/>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88" name="Google Shape;10288;p72"/>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89" name="Google Shape;10289;p72"/>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90" name="Google Shape;10290;p72"/>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291" name="Google Shape;10291;p72"/>
          <p:cNvSpPr/>
          <p:nvPr/>
        </p:nvSpPr>
        <p:spPr>
          <a:xfrm>
            <a:off x="7101455" y="2081955"/>
            <a:ext cx="419452" cy="472181"/>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92" name="Google Shape;10292;p72"/>
          <p:cNvSpPr/>
          <p:nvPr/>
        </p:nvSpPr>
        <p:spPr>
          <a:xfrm>
            <a:off x="7072579" y="2678543"/>
            <a:ext cx="477204" cy="471863"/>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293" name="Google Shape;10293;p72"/>
          <p:cNvGrpSpPr/>
          <p:nvPr/>
        </p:nvGrpSpPr>
        <p:grpSpPr>
          <a:xfrm>
            <a:off x="7158585" y="3266706"/>
            <a:ext cx="303907" cy="472181"/>
            <a:chOff x="-28043900" y="2701925"/>
            <a:chExt cx="190625" cy="296175"/>
          </a:xfrm>
        </p:grpSpPr>
        <p:sp>
          <p:nvSpPr>
            <p:cNvPr id="10294" name="Google Shape;10294;p72"/>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95" name="Google Shape;10295;p72"/>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96" name="Google Shape;10296;p72"/>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97" name="Google Shape;10297;p72"/>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298" name="Google Shape;10298;p72"/>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299" name="Google Shape;10299;p72"/>
          <p:cNvGrpSpPr/>
          <p:nvPr/>
        </p:nvGrpSpPr>
        <p:grpSpPr>
          <a:xfrm>
            <a:off x="10055740" y="2082624"/>
            <a:ext cx="472181" cy="470907"/>
            <a:chOff x="-26215025" y="1971025"/>
            <a:chExt cx="296175" cy="295375"/>
          </a:xfrm>
        </p:grpSpPr>
        <p:sp>
          <p:nvSpPr>
            <p:cNvPr id="10300" name="Google Shape;10300;p72"/>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01" name="Google Shape;10301;p72"/>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02" name="Google Shape;10302;p72"/>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03" name="Google Shape;10303;p72"/>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04" name="Google Shape;10304;p72"/>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05" name="Google Shape;10305;p72"/>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06" name="Google Shape;10306;p72"/>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07" name="Google Shape;10307;p72"/>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308" name="Google Shape;10308;p72"/>
          <p:cNvGrpSpPr/>
          <p:nvPr/>
        </p:nvGrpSpPr>
        <p:grpSpPr>
          <a:xfrm>
            <a:off x="10055104" y="2679678"/>
            <a:ext cx="473457" cy="469671"/>
            <a:chOff x="-26215825" y="2341200"/>
            <a:chExt cx="296975" cy="294600"/>
          </a:xfrm>
        </p:grpSpPr>
        <p:sp>
          <p:nvSpPr>
            <p:cNvPr id="10309" name="Google Shape;10309;p72"/>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10" name="Google Shape;10310;p72"/>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311" name="Google Shape;10311;p72"/>
          <p:cNvGrpSpPr/>
          <p:nvPr/>
        </p:nvGrpSpPr>
        <p:grpSpPr>
          <a:xfrm>
            <a:off x="10097810" y="3267344"/>
            <a:ext cx="388044" cy="470907"/>
            <a:chOff x="-26179575" y="2710600"/>
            <a:chExt cx="243400" cy="295375"/>
          </a:xfrm>
        </p:grpSpPr>
        <p:sp>
          <p:nvSpPr>
            <p:cNvPr id="10312" name="Google Shape;10312;p72"/>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13" name="Google Shape;10313;p72"/>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14" name="Google Shape;10314;p72"/>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315" name="Google Shape;10315;p72"/>
          <p:cNvGrpSpPr/>
          <p:nvPr/>
        </p:nvGrpSpPr>
        <p:grpSpPr>
          <a:xfrm>
            <a:off x="8283223" y="3855841"/>
            <a:ext cx="449583" cy="470907"/>
            <a:chOff x="-24328675" y="1971025"/>
            <a:chExt cx="282000" cy="295375"/>
          </a:xfrm>
        </p:grpSpPr>
        <p:sp>
          <p:nvSpPr>
            <p:cNvPr id="10316" name="Google Shape;10316;p72"/>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17" name="Google Shape;10317;p72"/>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318" name="Google Shape;10318;p72"/>
          <p:cNvGrpSpPr/>
          <p:nvPr/>
        </p:nvGrpSpPr>
        <p:grpSpPr>
          <a:xfrm>
            <a:off x="8286371" y="4452276"/>
            <a:ext cx="443285" cy="470907"/>
            <a:chOff x="-24330250" y="2340425"/>
            <a:chExt cx="278050" cy="295375"/>
          </a:xfrm>
        </p:grpSpPr>
        <p:sp>
          <p:nvSpPr>
            <p:cNvPr id="10319" name="Google Shape;10319;p72"/>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20" name="Google Shape;10320;p72"/>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21" name="Google Shape;10321;p72"/>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22" name="Google Shape;10322;p72"/>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23" name="Google Shape;10323;p72"/>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24" name="Google Shape;10324;p72"/>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25" name="Google Shape;10325;p72"/>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326" name="Google Shape;10326;p72"/>
          <p:cNvGrpSpPr/>
          <p:nvPr/>
        </p:nvGrpSpPr>
        <p:grpSpPr>
          <a:xfrm>
            <a:off x="8272560" y="5040560"/>
            <a:ext cx="470907" cy="470907"/>
            <a:chOff x="-24338900" y="2710600"/>
            <a:chExt cx="295375" cy="295375"/>
          </a:xfrm>
        </p:grpSpPr>
        <p:sp>
          <p:nvSpPr>
            <p:cNvPr id="10327" name="Google Shape;10327;p72"/>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28" name="Google Shape;10328;p72"/>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329" name="Google Shape;10329;p72"/>
          <p:cNvGrpSpPr/>
          <p:nvPr/>
        </p:nvGrpSpPr>
        <p:grpSpPr>
          <a:xfrm>
            <a:off x="10660560" y="4453073"/>
            <a:ext cx="473417" cy="469312"/>
            <a:chOff x="-22859750" y="2335900"/>
            <a:chExt cx="296950" cy="294375"/>
          </a:xfrm>
        </p:grpSpPr>
        <p:sp>
          <p:nvSpPr>
            <p:cNvPr id="10330" name="Google Shape;10330;p72"/>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31" name="Google Shape;10331;p72"/>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32" name="Google Shape;10332;p72"/>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333" name="Google Shape;10333;p72"/>
          <p:cNvGrpSpPr/>
          <p:nvPr/>
        </p:nvGrpSpPr>
        <p:grpSpPr>
          <a:xfrm>
            <a:off x="7699690" y="2082604"/>
            <a:ext cx="415665" cy="470947"/>
            <a:chOff x="-27710725" y="1959200"/>
            <a:chExt cx="260725" cy="295400"/>
          </a:xfrm>
        </p:grpSpPr>
        <p:sp>
          <p:nvSpPr>
            <p:cNvPr id="10334" name="Google Shape;10334;p72"/>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35" name="Google Shape;10335;p72"/>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336" name="Google Shape;10336;p72"/>
          <p:cNvGrpSpPr/>
          <p:nvPr/>
        </p:nvGrpSpPr>
        <p:grpSpPr>
          <a:xfrm>
            <a:off x="7670175" y="2760666"/>
            <a:ext cx="474693" cy="307693"/>
            <a:chOff x="-27728850" y="2382950"/>
            <a:chExt cx="297750" cy="193000"/>
          </a:xfrm>
        </p:grpSpPr>
        <p:sp>
          <p:nvSpPr>
            <p:cNvPr id="10337" name="Google Shape;10337;p72"/>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38" name="Google Shape;10338;p72"/>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39" name="Google Shape;10339;p72"/>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340" name="Google Shape;10340;p72"/>
          <p:cNvSpPr/>
          <p:nvPr/>
        </p:nvSpPr>
        <p:spPr>
          <a:xfrm>
            <a:off x="7671426" y="3275769"/>
            <a:ext cx="473457" cy="453968"/>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41" name="Google Shape;10341;p72"/>
          <p:cNvSpPr/>
          <p:nvPr/>
        </p:nvSpPr>
        <p:spPr>
          <a:xfrm>
            <a:off x="10645890" y="2081955"/>
            <a:ext cx="472181" cy="472181"/>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342" name="Google Shape;10342;p72"/>
          <p:cNvGrpSpPr/>
          <p:nvPr/>
        </p:nvGrpSpPr>
        <p:grpSpPr>
          <a:xfrm>
            <a:off x="10645300" y="2691614"/>
            <a:ext cx="472181" cy="445797"/>
            <a:chOff x="-25844850" y="2357750"/>
            <a:chExt cx="296175" cy="279625"/>
          </a:xfrm>
        </p:grpSpPr>
        <p:sp>
          <p:nvSpPr>
            <p:cNvPr id="10343" name="Google Shape;10343;p72"/>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44" name="Google Shape;10344;p72"/>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45" name="Google Shape;10345;p72"/>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46" name="Google Shape;10346;p72"/>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47" name="Google Shape;10347;p72"/>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48" name="Google Shape;10348;p72"/>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349" name="Google Shape;10349;p72"/>
          <p:cNvSpPr/>
          <p:nvPr/>
        </p:nvSpPr>
        <p:spPr>
          <a:xfrm>
            <a:off x="10642761" y="3266822"/>
            <a:ext cx="478440" cy="471863"/>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350" name="Google Shape;10350;p72"/>
          <p:cNvGrpSpPr/>
          <p:nvPr/>
        </p:nvGrpSpPr>
        <p:grpSpPr>
          <a:xfrm>
            <a:off x="8950511" y="3855821"/>
            <a:ext cx="305183" cy="470947"/>
            <a:chOff x="-23917525" y="1970225"/>
            <a:chExt cx="191425" cy="295400"/>
          </a:xfrm>
        </p:grpSpPr>
        <p:sp>
          <p:nvSpPr>
            <p:cNvPr id="10351" name="Google Shape;10351;p72"/>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52" name="Google Shape;10352;p72"/>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53" name="Google Shape;10353;p72"/>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354" name="Google Shape;10354;p72"/>
          <p:cNvGrpSpPr/>
          <p:nvPr/>
        </p:nvGrpSpPr>
        <p:grpSpPr>
          <a:xfrm>
            <a:off x="8890886" y="4451659"/>
            <a:ext cx="424433" cy="472143"/>
            <a:chOff x="-23952175" y="2340425"/>
            <a:chExt cx="266225" cy="296150"/>
          </a:xfrm>
        </p:grpSpPr>
        <p:sp>
          <p:nvSpPr>
            <p:cNvPr id="10355" name="Google Shape;10355;p72"/>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56" name="Google Shape;10356;p72"/>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357" name="Google Shape;10357;p72"/>
          <p:cNvSpPr/>
          <p:nvPr/>
        </p:nvSpPr>
        <p:spPr>
          <a:xfrm>
            <a:off x="8855005" y="5040976"/>
            <a:ext cx="497292" cy="469989"/>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358" name="Google Shape;10358;p72"/>
          <p:cNvGrpSpPr/>
          <p:nvPr/>
        </p:nvGrpSpPr>
        <p:grpSpPr>
          <a:xfrm>
            <a:off x="10737782" y="5038667"/>
            <a:ext cx="318973" cy="474693"/>
            <a:chOff x="-22811700" y="2700350"/>
            <a:chExt cx="200075" cy="297750"/>
          </a:xfrm>
        </p:grpSpPr>
        <p:sp>
          <p:nvSpPr>
            <p:cNvPr id="10359" name="Google Shape;10359;p72"/>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60" name="Google Shape;10360;p72"/>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61" name="Google Shape;10361;p72"/>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362" name="Google Shape;10362;p72"/>
          <p:cNvGrpSpPr/>
          <p:nvPr/>
        </p:nvGrpSpPr>
        <p:grpSpPr>
          <a:xfrm>
            <a:off x="8269050" y="2081987"/>
            <a:ext cx="473417" cy="472181"/>
            <a:chOff x="-27358650" y="1961575"/>
            <a:chExt cx="296950" cy="296175"/>
          </a:xfrm>
        </p:grpSpPr>
        <p:sp>
          <p:nvSpPr>
            <p:cNvPr id="10363" name="Google Shape;10363;p72"/>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64" name="Google Shape;10364;p72"/>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365" name="Google Shape;10365;p72"/>
          <p:cNvSpPr/>
          <p:nvPr/>
        </p:nvSpPr>
        <p:spPr>
          <a:xfrm>
            <a:off x="8324915" y="2678981"/>
            <a:ext cx="362935" cy="470987"/>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66" name="Google Shape;10366;p72"/>
          <p:cNvSpPr/>
          <p:nvPr/>
        </p:nvSpPr>
        <p:spPr>
          <a:xfrm>
            <a:off x="8269674" y="3266663"/>
            <a:ext cx="473417" cy="472181"/>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67" name="Google Shape;10367;p72"/>
          <p:cNvSpPr/>
          <p:nvPr/>
        </p:nvSpPr>
        <p:spPr>
          <a:xfrm>
            <a:off x="6511305" y="3856429"/>
            <a:ext cx="429496" cy="469671"/>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368" name="Google Shape;10368;p72"/>
          <p:cNvGrpSpPr/>
          <p:nvPr/>
        </p:nvGrpSpPr>
        <p:grpSpPr>
          <a:xfrm>
            <a:off x="6487508" y="4466087"/>
            <a:ext cx="475928" cy="443285"/>
            <a:chOff x="-25477800" y="2357750"/>
            <a:chExt cx="298525" cy="278050"/>
          </a:xfrm>
        </p:grpSpPr>
        <p:sp>
          <p:nvSpPr>
            <p:cNvPr id="10369" name="Google Shape;10369;p72"/>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70" name="Google Shape;10370;p72"/>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371" name="Google Shape;10371;p72"/>
          <p:cNvSpPr/>
          <p:nvPr/>
        </p:nvSpPr>
        <p:spPr>
          <a:xfrm>
            <a:off x="6489346" y="5040418"/>
            <a:ext cx="473417" cy="471105"/>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372" name="Google Shape;10372;p72"/>
          <p:cNvGrpSpPr/>
          <p:nvPr/>
        </p:nvGrpSpPr>
        <p:grpSpPr>
          <a:xfrm>
            <a:off x="9467143" y="3855841"/>
            <a:ext cx="472181" cy="470907"/>
            <a:chOff x="-23599325" y="1971025"/>
            <a:chExt cx="296175" cy="295375"/>
          </a:xfrm>
        </p:grpSpPr>
        <p:sp>
          <p:nvSpPr>
            <p:cNvPr id="10373" name="Google Shape;10373;p72"/>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74" name="Google Shape;10374;p72"/>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375" name="Google Shape;10375;p72"/>
          <p:cNvSpPr/>
          <p:nvPr/>
        </p:nvSpPr>
        <p:spPr>
          <a:xfrm>
            <a:off x="9468319" y="4450984"/>
            <a:ext cx="470907" cy="473417"/>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76" name="Google Shape;10376;p72"/>
          <p:cNvSpPr/>
          <p:nvPr/>
        </p:nvSpPr>
        <p:spPr>
          <a:xfrm>
            <a:off x="9465170" y="5054945"/>
            <a:ext cx="477204" cy="442051"/>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77" name="Google Shape;10377;p72"/>
          <p:cNvSpPr/>
          <p:nvPr/>
        </p:nvSpPr>
        <p:spPr>
          <a:xfrm>
            <a:off x="8269266" y="5697296"/>
            <a:ext cx="474693" cy="472181"/>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378" name="Google Shape;10378;p72"/>
          <p:cNvGrpSpPr/>
          <p:nvPr/>
        </p:nvGrpSpPr>
        <p:grpSpPr>
          <a:xfrm>
            <a:off x="8859735" y="2082146"/>
            <a:ext cx="480951" cy="471863"/>
            <a:chOff x="-26993200" y="1961775"/>
            <a:chExt cx="301675" cy="295975"/>
          </a:xfrm>
        </p:grpSpPr>
        <p:sp>
          <p:nvSpPr>
            <p:cNvPr id="10379" name="Google Shape;10379;p72"/>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80" name="Google Shape;10380;p72"/>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81" name="Google Shape;10381;p72"/>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382" name="Google Shape;10382;p72"/>
          <p:cNvGrpSpPr/>
          <p:nvPr/>
        </p:nvGrpSpPr>
        <p:grpSpPr>
          <a:xfrm>
            <a:off x="8893015" y="2679059"/>
            <a:ext cx="414389" cy="470907"/>
            <a:chOff x="-26970350" y="2332550"/>
            <a:chExt cx="259925" cy="295375"/>
          </a:xfrm>
        </p:grpSpPr>
        <p:sp>
          <p:nvSpPr>
            <p:cNvPr id="10383" name="Google Shape;10383;p72"/>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84" name="Google Shape;10384;p72"/>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385" name="Google Shape;10385;p72"/>
          <p:cNvGrpSpPr/>
          <p:nvPr/>
        </p:nvGrpSpPr>
        <p:grpSpPr>
          <a:xfrm>
            <a:off x="8865395" y="3309413"/>
            <a:ext cx="469631" cy="386769"/>
            <a:chOff x="-26986100" y="2735800"/>
            <a:chExt cx="294575" cy="242600"/>
          </a:xfrm>
        </p:grpSpPr>
        <p:sp>
          <p:nvSpPr>
            <p:cNvPr id="10386" name="Google Shape;10386;p72"/>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87" name="Google Shape;10387;p72"/>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388" name="Google Shape;10388;p72"/>
          <p:cNvSpPr/>
          <p:nvPr/>
        </p:nvSpPr>
        <p:spPr>
          <a:xfrm>
            <a:off x="7078259" y="3855809"/>
            <a:ext cx="470907" cy="470907"/>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389" name="Google Shape;10389;p72"/>
          <p:cNvGrpSpPr/>
          <p:nvPr/>
        </p:nvGrpSpPr>
        <p:grpSpPr>
          <a:xfrm>
            <a:off x="7077687" y="4451659"/>
            <a:ext cx="470907" cy="472143"/>
            <a:chOff x="-25104475" y="2340425"/>
            <a:chExt cx="295375" cy="296150"/>
          </a:xfrm>
        </p:grpSpPr>
        <p:sp>
          <p:nvSpPr>
            <p:cNvPr id="10390" name="Google Shape;10390;p72"/>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91" name="Google Shape;10391;p72"/>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92" name="Google Shape;10392;p72"/>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93" name="Google Shape;10393;p72"/>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94" name="Google Shape;10394;p72"/>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95" name="Google Shape;10395;p72"/>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96" name="Google Shape;10396;p72"/>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97" name="Google Shape;10397;p72"/>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398" name="Google Shape;10398;p72"/>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399" name="Google Shape;10399;p72"/>
          <p:cNvSpPr/>
          <p:nvPr/>
        </p:nvSpPr>
        <p:spPr>
          <a:xfrm>
            <a:off x="7075748" y="5100163"/>
            <a:ext cx="475928" cy="351616"/>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0400" name="Google Shape;10400;p72"/>
          <p:cNvGrpSpPr/>
          <p:nvPr/>
        </p:nvGrpSpPr>
        <p:grpSpPr>
          <a:xfrm>
            <a:off x="10064125" y="3855204"/>
            <a:ext cx="473417" cy="472181"/>
            <a:chOff x="-23229925" y="1970225"/>
            <a:chExt cx="296950" cy="296175"/>
          </a:xfrm>
        </p:grpSpPr>
        <p:sp>
          <p:nvSpPr>
            <p:cNvPr id="10401" name="Google Shape;10401;p72"/>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402" name="Google Shape;10402;p72"/>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403" name="Google Shape;10403;p72"/>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404" name="Google Shape;10404;p72"/>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405" name="Google Shape;10405;p72"/>
          <p:cNvGrpSpPr/>
          <p:nvPr/>
        </p:nvGrpSpPr>
        <p:grpSpPr>
          <a:xfrm>
            <a:off x="10120621" y="4451022"/>
            <a:ext cx="360424" cy="473417"/>
            <a:chOff x="-23177950" y="2340425"/>
            <a:chExt cx="226075" cy="296950"/>
          </a:xfrm>
        </p:grpSpPr>
        <p:sp>
          <p:nvSpPr>
            <p:cNvPr id="10406" name="Google Shape;10406;p72"/>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407" name="Google Shape;10407;p72"/>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0408" name="Google Shape;10408;p72"/>
          <p:cNvGrpSpPr/>
          <p:nvPr/>
        </p:nvGrpSpPr>
        <p:grpSpPr>
          <a:xfrm>
            <a:off x="10064742" y="5039923"/>
            <a:ext cx="472181" cy="472181"/>
            <a:chOff x="-23229150" y="2710600"/>
            <a:chExt cx="296175" cy="296175"/>
          </a:xfrm>
        </p:grpSpPr>
        <p:sp>
          <p:nvSpPr>
            <p:cNvPr id="10409" name="Google Shape;10409;p72"/>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0410" name="Google Shape;10410;p72"/>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0411" name="Google Shape;10411;p72"/>
          <p:cNvSpPr/>
          <p:nvPr/>
        </p:nvSpPr>
        <p:spPr>
          <a:xfrm>
            <a:off x="8867399" y="5697939"/>
            <a:ext cx="472181" cy="470907"/>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accent1">
            <a:lumMod val="60000"/>
            <a:lumOff val="40000"/>
          </a:schemeClr>
        </a:solidFill>
        <a:effectLst/>
      </p:bgPr>
    </p:bg>
    <p:spTree>
      <p:nvGrpSpPr>
        <p:cNvPr id="1" name="Shape 10415"/>
        <p:cNvGrpSpPr/>
        <p:nvPr/>
      </p:nvGrpSpPr>
      <p:grpSpPr>
        <a:xfrm>
          <a:off x="0" y="0"/>
          <a:ext cx="0" cy="0"/>
          <a:chOff x="0" y="0"/>
          <a:chExt cx="0" cy="0"/>
        </a:xfrm>
      </p:grpSpPr>
      <p:sp>
        <p:nvSpPr>
          <p:cNvPr id="10416" name="Google Shape;10416;p73"/>
          <p:cNvSpPr txBox="1">
            <a:spLocks noGrp="1"/>
          </p:cNvSpPr>
          <p:nvPr>
            <p:ph type="title" idx="4294967295"/>
          </p:nvPr>
        </p:nvSpPr>
        <p:spPr>
          <a:xfrm>
            <a:off x="1132900" y="1258367"/>
            <a:ext cx="4642800" cy="643200"/>
          </a:xfrm>
          <a:prstGeom prst="rect">
            <a:avLst/>
          </a:prstGeom>
          <a:ln>
            <a:solidFill>
              <a:schemeClr val="bg1">
                <a:lumMod val="65000"/>
              </a:schemeClr>
            </a:solidFill>
          </a:ln>
        </p:spPr>
        <p:txBody>
          <a:bodyPr spcFirstLastPara="1" vert="horz" wrap="square" lIns="121900" tIns="121900" rIns="121900" bIns="121900" rtlCol="0" anchor="t" anchorCtr="0">
            <a:noAutofit/>
          </a:bodyPr>
          <a:lstStyle/>
          <a:p>
            <a:pPr algn="ctr">
              <a:spcBef>
                <a:spcPts val="0"/>
              </a:spcBef>
              <a:buClr>
                <a:srgbClr val="000000"/>
              </a:buClr>
              <a:buSzPts val="1100"/>
            </a:pPr>
            <a:r>
              <a:rPr lang="en-IN">
                <a:solidFill>
                  <a:schemeClr val="tx1">
                    <a:lumMod val="95000"/>
                    <a:lumOff val="5000"/>
                  </a:schemeClr>
                </a:solidFill>
                <a:latin typeface="Arial"/>
                <a:ea typeface="Arial"/>
                <a:cs typeface="Arial"/>
                <a:sym typeface="Arial"/>
              </a:rPr>
              <a:t>Business Icons</a:t>
            </a:r>
          </a:p>
        </p:txBody>
      </p:sp>
      <p:sp>
        <p:nvSpPr>
          <p:cNvPr id="10417" name="Google Shape;10417;p73"/>
          <p:cNvSpPr txBox="1">
            <a:spLocks noGrp="1"/>
          </p:cNvSpPr>
          <p:nvPr>
            <p:ph type="title" idx="4294967295"/>
          </p:nvPr>
        </p:nvSpPr>
        <p:spPr>
          <a:xfrm>
            <a:off x="6477867" y="1258367"/>
            <a:ext cx="4642800" cy="643200"/>
          </a:xfrm>
          <a:prstGeom prst="rect">
            <a:avLst/>
          </a:prstGeom>
          <a:ln>
            <a:solidFill>
              <a:schemeClr val="bg1">
                <a:lumMod val="65000"/>
              </a:schemeClr>
            </a:solidFill>
          </a:ln>
        </p:spPr>
        <p:txBody>
          <a:bodyPr spcFirstLastPara="1" vert="horz" wrap="square" lIns="121900" tIns="121900" rIns="121900" bIns="121900" rtlCol="0" anchor="t" anchorCtr="0">
            <a:noAutofit/>
          </a:bodyPr>
          <a:lstStyle/>
          <a:p>
            <a:pPr algn="ctr">
              <a:spcBef>
                <a:spcPts val="0"/>
              </a:spcBef>
              <a:buClr>
                <a:srgbClr val="000000"/>
              </a:buClr>
              <a:buSzPts val="1100"/>
            </a:pPr>
            <a:r>
              <a:rPr lang="en-IN">
                <a:solidFill>
                  <a:schemeClr val="tx1">
                    <a:lumMod val="95000"/>
                    <a:lumOff val="5000"/>
                  </a:schemeClr>
                </a:solidFill>
                <a:latin typeface="Arial"/>
                <a:ea typeface="Arial"/>
                <a:cs typeface="Arial"/>
                <a:sym typeface="Arial"/>
              </a:rPr>
              <a:t>Teamwork Icons</a:t>
            </a:r>
          </a:p>
        </p:txBody>
      </p:sp>
      <p:grpSp>
        <p:nvGrpSpPr>
          <p:cNvPr id="10418" name="Google Shape;10418;p73"/>
          <p:cNvGrpSpPr/>
          <p:nvPr/>
        </p:nvGrpSpPr>
        <p:grpSpPr>
          <a:xfrm>
            <a:off x="1139364" y="2055633"/>
            <a:ext cx="488358" cy="488321"/>
            <a:chOff x="-65131525" y="1914325"/>
            <a:chExt cx="316650" cy="316625"/>
          </a:xfrm>
          <a:noFill/>
        </p:grpSpPr>
        <p:sp>
          <p:nvSpPr>
            <p:cNvPr id="10419" name="Google Shape;10419;p73"/>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grp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20" name="Google Shape;10420;p73"/>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grp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421" name="Google Shape;10421;p73"/>
          <p:cNvGrpSpPr/>
          <p:nvPr/>
        </p:nvGrpSpPr>
        <p:grpSpPr>
          <a:xfrm>
            <a:off x="1139158" y="2696010"/>
            <a:ext cx="488359" cy="488359"/>
            <a:chOff x="-65131525" y="2281350"/>
            <a:chExt cx="316650" cy="316650"/>
          </a:xfrm>
        </p:grpSpPr>
        <p:sp>
          <p:nvSpPr>
            <p:cNvPr id="10422" name="Google Shape;10422;p73"/>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23" name="Google Shape;10423;p73"/>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424" name="Google Shape;10424;p73"/>
          <p:cNvGrpSpPr/>
          <p:nvPr/>
        </p:nvGrpSpPr>
        <p:grpSpPr>
          <a:xfrm>
            <a:off x="1143419" y="3316009"/>
            <a:ext cx="479837" cy="489553"/>
            <a:chOff x="-65129950" y="2646800"/>
            <a:chExt cx="311125" cy="317425"/>
          </a:xfrm>
        </p:grpSpPr>
        <p:sp>
          <p:nvSpPr>
            <p:cNvPr id="10425" name="Google Shape;10425;p73"/>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26" name="Google Shape;10426;p73"/>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427" name="Google Shape;10427;p73"/>
          <p:cNvGrpSpPr/>
          <p:nvPr/>
        </p:nvGrpSpPr>
        <p:grpSpPr>
          <a:xfrm>
            <a:off x="4081197" y="2053776"/>
            <a:ext cx="491983" cy="492021"/>
            <a:chOff x="-63252250" y="1930850"/>
            <a:chExt cx="319000" cy="319025"/>
          </a:xfrm>
        </p:grpSpPr>
        <p:sp>
          <p:nvSpPr>
            <p:cNvPr id="10428" name="Google Shape;10428;p73"/>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29" name="Google Shape;10429;p73"/>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430" name="Google Shape;10430;p73"/>
          <p:cNvSpPr/>
          <p:nvPr/>
        </p:nvSpPr>
        <p:spPr>
          <a:xfrm>
            <a:off x="4070525" y="2694892"/>
            <a:ext cx="496495" cy="490595"/>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431" name="Google Shape;10431;p73"/>
          <p:cNvGrpSpPr/>
          <p:nvPr/>
        </p:nvGrpSpPr>
        <p:grpSpPr>
          <a:xfrm>
            <a:off x="4082412" y="3315391"/>
            <a:ext cx="489553" cy="490788"/>
            <a:chOff x="-63250675" y="2664125"/>
            <a:chExt cx="317425" cy="318225"/>
          </a:xfrm>
        </p:grpSpPr>
        <p:sp>
          <p:nvSpPr>
            <p:cNvPr id="10432" name="Google Shape;10432;p73"/>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33" name="Google Shape;10433;p73"/>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434" name="Google Shape;10434;p73"/>
          <p:cNvGrpSpPr/>
          <p:nvPr/>
        </p:nvGrpSpPr>
        <p:grpSpPr>
          <a:xfrm>
            <a:off x="2317961" y="3950600"/>
            <a:ext cx="484696" cy="481688"/>
            <a:chOff x="-61354075" y="1940500"/>
            <a:chExt cx="314275" cy="312325"/>
          </a:xfrm>
        </p:grpSpPr>
        <p:sp>
          <p:nvSpPr>
            <p:cNvPr id="10435" name="Google Shape;10435;p73"/>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36" name="Google Shape;10436;p73"/>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37" name="Google Shape;10437;p73"/>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38" name="Google Shape;10438;p73"/>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439" name="Google Shape;10439;p73"/>
          <p:cNvGrpSpPr/>
          <p:nvPr/>
        </p:nvGrpSpPr>
        <p:grpSpPr>
          <a:xfrm>
            <a:off x="2316131" y="4548670"/>
            <a:ext cx="488359" cy="448260"/>
            <a:chOff x="-61354875" y="2322300"/>
            <a:chExt cx="316650" cy="290650"/>
          </a:xfrm>
        </p:grpSpPr>
        <p:sp>
          <p:nvSpPr>
            <p:cNvPr id="10440" name="Google Shape;10440;p73"/>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41" name="Google Shape;10441;p73"/>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42" name="Google Shape;10442;p73"/>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443" name="Google Shape;10443;p73"/>
          <p:cNvGrpSpPr/>
          <p:nvPr/>
        </p:nvGrpSpPr>
        <p:grpSpPr>
          <a:xfrm>
            <a:off x="2316131" y="5118755"/>
            <a:ext cx="488359" cy="488359"/>
            <a:chOff x="-61354875" y="2671225"/>
            <a:chExt cx="316650" cy="316650"/>
          </a:xfrm>
        </p:grpSpPr>
        <p:sp>
          <p:nvSpPr>
            <p:cNvPr id="10444" name="Google Shape;10444;p73"/>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45" name="Google Shape;10445;p73"/>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46" name="Google Shape;10446;p73"/>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47" name="Google Shape;10447;p73"/>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48" name="Google Shape;10448;p73"/>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449" name="Google Shape;10449;p73"/>
          <p:cNvGrpSpPr/>
          <p:nvPr/>
        </p:nvGrpSpPr>
        <p:grpSpPr>
          <a:xfrm>
            <a:off x="5270003" y="3945068"/>
            <a:ext cx="491983" cy="492755"/>
            <a:chOff x="-59502375" y="1904375"/>
            <a:chExt cx="319000" cy="319500"/>
          </a:xfrm>
        </p:grpSpPr>
        <p:sp>
          <p:nvSpPr>
            <p:cNvPr id="10450" name="Google Shape;10450;p73"/>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51" name="Google Shape;10451;p73"/>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52" name="Google Shape;10452;p73"/>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453" name="Google Shape;10453;p73"/>
          <p:cNvGrpSpPr/>
          <p:nvPr/>
        </p:nvGrpSpPr>
        <p:grpSpPr>
          <a:xfrm>
            <a:off x="1731495" y="2057343"/>
            <a:ext cx="491983" cy="484888"/>
            <a:chOff x="-64774725" y="1916550"/>
            <a:chExt cx="319000" cy="314400"/>
          </a:xfrm>
          <a:noFill/>
        </p:grpSpPr>
        <p:sp>
          <p:nvSpPr>
            <p:cNvPr id="10454" name="Google Shape;10454;p73"/>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grp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55" name="Google Shape;10455;p73"/>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grp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456" name="Google Shape;10456;p73"/>
          <p:cNvGrpSpPr/>
          <p:nvPr/>
        </p:nvGrpSpPr>
        <p:grpSpPr>
          <a:xfrm>
            <a:off x="1733306" y="2693582"/>
            <a:ext cx="488359" cy="493217"/>
            <a:chOff x="-64764500" y="2280550"/>
            <a:chExt cx="316650" cy="319800"/>
          </a:xfrm>
        </p:grpSpPr>
        <p:sp>
          <p:nvSpPr>
            <p:cNvPr id="10457" name="Google Shape;10457;p73"/>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58" name="Google Shape;10458;p73"/>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459" name="Google Shape;10459;p73"/>
          <p:cNvSpPr/>
          <p:nvPr/>
        </p:nvSpPr>
        <p:spPr>
          <a:xfrm>
            <a:off x="1755671" y="3316606"/>
            <a:ext cx="426399" cy="48835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460" name="Google Shape;10460;p73"/>
          <p:cNvGrpSpPr/>
          <p:nvPr/>
        </p:nvGrpSpPr>
        <p:grpSpPr>
          <a:xfrm>
            <a:off x="4682698" y="2106618"/>
            <a:ext cx="487125" cy="386337"/>
            <a:chOff x="-62882850" y="1999375"/>
            <a:chExt cx="315850" cy="250500"/>
          </a:xfrm>
        </p:grpSpPr>
        <p:sp>
          <p:nvSpPr>
            <p:cNvPr id="10461" name="Google Shape;10461;p73"/>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62" name="Google Shape;10462;p73"/>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463" name="Google Shape;10463;p73"/>
          <p:cNvGrpSpPr/>
          <p:nvPr/>
        </p:nvGrpSpPr>
        <p:grpSpPr>
          <a:xfrm>
            <a:off x="4671150" y="2695393"/>
            <a:ext cx="510220" cy="489592"/>
            <a:chOff x="-62890750" y="2296300"/>
            <a:chExt cx="330825" cy="317450"/>
          </a:xfrm>
        </p:grpSpPr>
        <p:sp>
          <p:nvSpPr>
            <p:cNvPr id="10464" name="Google Shape;10464;p73"/>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65" name="Google Shape;10465;p73"/>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66" name="Google Shape;10466;p73"/>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467" name="Google Shape;10467;p73"/>
          <p:cNvGrpSpPr/>
          <p:nvPr/>
        </p:nvGrpSpPr>
        <p:grpSpPr>
          <a:xfrm>
            <a:off x="4682698" y="3316009"/>
            <a:ext cx="487125" cy="489553"/>
            <a:chOff x="-62882850" y="2664925"/>
            <a:chExt cx="315850" cy="317425"/>
          </a:xfrm>
        </p:grpSpPr>
        <p:sp>
          <p:nvSpPr>
            <p:cNvPr id="10468" name="Google Shape;10468;p73"/>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69" name="Google Shape;10469;p73"/>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470" name="Google Shape;10470;p73"/>
          <p:cNvSpPr/>
          <p:nvPr/>
        </p:nvSpPr>
        <p:spPr>
          <a:xfrm>
            <a:off x="2900950" y="3948403"/>
            <a:ext cx="492021" cy="486084"/>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471" name="Google Shape;10471;p73"/>
          <p:cNvGrpSpPr/>
          <p:nvPr/>
        </p:nvGrpSpPr>
        <p:grpSpPr>
          <a:xfrm>
            <a:off x="2910897" y="4532862"/>
            <a:ext cx="488359" cy="479876"/>
            <a:chOff x="-60988625" y="2310475"/>
            <a:chExt cx="316650" cy="311150"/>
          </a:xfrm>
        </p:grpSpPr>
        <p:sp>
          <p:nvSpPr>
            <p:cNvPr id="10472" name="Google Shape;10472;p73"/>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73" name="Google Shape;10473;p73"/>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74" name="Google Shape;10474;p73"/>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75" name="Google Shape;10475;p73"/>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76" name="Google Shape;10476;p73"/>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77" name="Google Shape;10477;p73"/>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478" name="Google Shape;10478;p73"/>
          <p:cNvGrpSpPr/>
          <p:nvPr/>
        </p:nvGrpSpPr>
        <p:grpSpPr>
          <a:xfrm>
            <a:off x="2911512" y="5117080"/>
            <a:ext cx="487125" cy="491713"/>
            <a:chOff x="-60987050" y="2671400"/>
            <a:chExt cx="315850" cy="318825"/>
          </a:xfrm>
        </p:grpSpPr>
        <p:sp>
          <p:nvSpPr>
            <p:cNvPr id="10479" name="Google Shape;10479;p73"/>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80" name="Google Shape;10480;p73"/>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481" name="Google Shape;10481;p73"/>
          <p:cNvGrpSpPr/>
          <p:nvPr/>
        </p:nvGrpSpPr>
        <p:grpSpPr>
          <a:xfrm>
            <a:off x="5270001" y="4534095"/>
            <a:ext cx="491983" cy="477408"/>
            <a:chOff x="-59481900" y="2290800"/>
            <a:chExt cx="319000" cy="309550"/>
          </a:xfrm>
        </p:grpSpPr>
        <p:sp>
          <p:nvSpPr>
            <p:cNvPr id="10482" name="Google Shape;10482;p73"/>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83" name="Google Shape;10483;p73"/>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84" name="Google Shape;10484;p73"/>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85" name="Google Shape;10485;p73"/>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86" name="Google Shape;10486;p73"/>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87" name="Google Shape;10487;p73"/>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488" name="Google Shape;10488;p73"/>
          <p:cNvGrpSpPr/>
          <p:nvPr/>
        </p:nvGrpSpPr>
        <p:grpSpPr>
          <a:xfrm>
            <a:off x="2322407" y="2055125"/>
            <a:ext cx="491983" cy="489323"/>
            <a:chOff x="-64401400" y="1914475"/>
            <a:chExt cx="319000" cy="317275"/>
          </a:xfrm>
        </p:grpSpPr>
        <p:sp>
          <p:nvSpPr>
            <p:cNvPr id="10489" name="Google Shape;10489;p73"/>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90" name="Google Shape;10490;p73"/>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91" name="Google Shape;10491;p73"/>
            <p:cNvSpPr/>
            <p:nvPr/>
          </p:nvSpPr>
          <p:spPr>
            <a:xfrm>
              <a:off x="-64212375" y="2210450"/>
              <a:ext cx="5525" cy="25"/>
            </a:xfrm>
            <a:custGeom>
              <a:avLst/>
              <a:gdLst/>
              <a:ahLst/>
              <a:cxnLst/>
              <a:rect l="l" t="t" r="r" b="b"/>
              <a:pathLst>
                <a:path w="221" h="1" extrusionOk="0">
                  <a:moveTo>
                    <a:pt x="1" y="1"/>
                  </a:moveTo>
                  <a:lnTo>
                    <a:pt x="221" y="1"/>
                  </a:lnTo>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492" name="Google Shape;10492;p73"/>
          <p:cNvGrpSpPr/>
          <p:nvPr/>
        </p:nvGrpSpPr>
        <p:grpSpPr>
          <a:xfrm>
            <a:off x="2408657" y="2696511"/>
            <a:ext cx="319480" cy="487356"/>
            <a:chOff x="-64343900" y="2282125"/>
            <a:chExt cx="207150" cy="316000"/>
          </a:xfrm>
        </p:grpSpPr>
        <p:sp>
          <p:nvSpPr>
            <p:cNvPr id="10493" name="Google Shape;10493;p73"/>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94" name="Google Shape;10494;p73"/>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495" name="Google Shape;10495;p73"/>
          <p:cNvSpPr/>
          <p:nvPr/>
        </p:nvSpPr>
        <p:spPr>
          <a:xfrm>
            <a:off x="2315052" y="3314178"/>
            <a:ext cx="489553" cy="493217"/>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496" name="Google Shape;10496;p73"/>
          <p:cNvGrpSpPr/>
          <p:nvPr/>
        </p:nvGrpSpPr>
        <p:grpSpPr>
          <a:xfrm>
            <a:off x="5315922" y="2055473"/>
            <a:ext cx="425164" cy="488628"/>
            <a:chOff x="-62496925" y="1931475"/>
            <a:chExt cx="275675" cy="316825"/>
          </a:xfrm>
        </p:grpSpPr>
        <p:sp>
          <p:nvSpPr>
            <p:cNvPr id="10497" name="Google Shape;10497;p73"/>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498" name="Google Shape;10498;p73"/>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499" name="Google Shape;10499;p73"/>
          <p:cNvGrpSpPr/>
          <p:nvPr/>
        </p:nvGrpSpPr>
        <p:grpSpPr>
          <a:xfrm>
            <a:off x="5284922" y="2695239"/>
            <a:ext cx="487164" cy="489901"/>
            <a:chOff x="-62516625" y="2297875"/>
            <a:chExt cx="315875" cy="317650"/>
          </a:xfrm>
        </p:grpSpPr>
        <p:sp>
          <p:nvSpPr>
            <p:cNvPr id="10500" name="Google Shape;10500;p73"/>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01" name="Google Shape;10501;p73"/>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502" name="Google Shape;10502;p73"/>
          <p:cNvGrpSpPr/>
          <p:nvPr/>
        </p:nvGrpSpPr>
        <p:grpSpPr>
          <a:xfrm>
            <a:off x="5283110" y="3337851"/>
            <a:ext cx="490788" cy="445869"/>
            <a:chOff x="-62518200" y="2692475"/>
            <a:chExt cx="318225" cy="289100"/>
          </a:xfrm>
        </p:grpSpPr>
        <p:sp>
          <p:nvSpPr>
            <p:cNvPr id="10503" name="Google Shape;10503;p73"/>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04" name="Google Shape;10504;p73"/>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505" name="Google Shape;10505;p73"/>
          <p:cNvGrpSpPr/>
          <p:nvPr/>
        </p:nvGrpSpPr>
        <p:grpSpPr>
          <a:xfrm>
            <a:off x="3531982" y="3947883"/>
            <a:ext cx="413057" cy="487125"/>
            <a:chOff x="-60597975" y="1939525"/>
            <a:chExt cx="267825" cy="315850"/>
          </a:xfrm>
        </p:grpSpPr>
        <p:sp>
          <p:nvSpPr>
            <p:cNvPr id="10506" name="Google Shape;10506;p73"/>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07" name="Google Shape;10507;p73"/>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508" name="Google Shape;10508;p73"/>
          <p:cNvGrpSpPr/>
          <p:nvPr/>
        </p:nvGrpSpPr>
        <p:grpSpPr>
          <a:xfrm>
            <a:off x="3492519" y="4527117"/>
            <a:ext cx="491983" cy="491367"/>
            <a:chOff x="-60620800" y="2304600"/>
            <a:chExt cx="319000" cy="318600"/>
          </a:xfrm>
        </p:grpSpPr>
        <p:sp>
          <p:nvSpPr>
            <p:cNvPr id="10509" name="Google Shape;10509;p73"/>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10" name="Google Shape;10510;p73"/>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11" name="Google Shape;10511;p73"/>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512" name="Google Shape;10512;p73"/>
          <p:cNvGrpSpPr/>
          <p:nvPr/>
        </p:nvGrpSpPr>
        <p:grpSpPr>
          <a:xfrm>
            <a:off x="3494331" y="5187984"/>
            <a:ext cx="488359" cy="349901"/>
            <a:chOff x="-60621600" y="2716100"/>
            <a:chExt cx="316650" cy="226875"/>
          </a:xfrm>
        </p:grpSpPr>
        <p:sp>
          <p:nvSpPr>
            <p:cNvPr id="10513" name="Google Shape;10513;p73"/>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14" name="Google Shape;10514;p73"/>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515" name="Google Shape;10515;p73"/>
          <p:cNvGrpSpPr/>
          <p:nvPr/>
        </p:nvGrpSpPr>
        <p:grpSpPr>
          <a:xfrm>
            <a:off x="5277287" y="5118775"/>
            <a:ext cx="477408" cy="488320"/>
            <a:chOff x="-59475600" y="2658625"/>
            <a:chExt cx="309550" cy="316625"/>
          </a:xfrm>
        </p:grpSpPr>
        <p:sp>
          <p:nvSpPr>
            <p:cNvPr id="10516" name="Google Shape;10516;p73"/>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17" name="Google Shape;10517;p73"/>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18" name="Google Shape;10518;p73"/>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19" name="Google Shape;10519;p73"/>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20" name="Google Shape;10520;p73"/>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21" name="Google Shape;10521;p73"/>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22" name="Google Shape;10522;p73"/>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523" name="Google Shape;10523;p73"/>
          <p:cNvSpPr/>
          <p:nvPr/>
        </p:nvSpPr>
        <p:spPr>
          <a:xfrm>
            <a:off x="2900877" y="2056224"/>
            <a:ext cx="487164" cy="487125"/>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0524" name="Google Shape;10524;p73"/>
          <p:cNvSpPr/>
          <p:nvPr/>
        </p:nvSpPr>
        <p:spPr>
          <a:xfrm>
            <a:off x="2937335" y="2694179"/>
            <a:ext cx="414253" cy="492021"/>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525" name="Google Shape;10525;p73"/>
          <p:cNvGrpSpPr/>
          <p:nvPr/>
        </p:nvGrpSpPr>
        <p:grpSpPr>
          <a:xfrm>
            <a:off x="2977448" y="3316009"/>
            <a:ext cx="351059" cy="489553"/>
            <a:chOff x="-63987100" y="2646800"/>
            <a:chExt cx="227625" cy="317425"/>
          </a:xfrm>
        </p:grpSpPr>
        <p:sp>
          <p:nvSpPr>
            <p:cNvPr id="10526" name="Google Shape;10526;p73"/>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27" name="Google Shape;10527;p73"/>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528" name="Google Shape;10528;p73"/>
          <p:cNvGrpSpPr/>
          <p:nvPr/>
        </p:nvGrpSpPr>
        <p:grpSpPr>
          <a:xfrm>
            <a:off x="1136571" y="3944837"/>
            <a:ext cx="477408" cy="493217"/>
            <a:chOff x="-62148000" y="1930075"/>
            <a:chExt cx="309550" cy="319800"/>
          </a:xfrm>
        </p:grpSpPr>
        <p:sp>
          <p:nvSpPr>
            <p:cNvPr id="10529" name="Google Shape;10529;p73"/>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30" name="Google Shape;10530;p73"/>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531" name="Google Shape;10531;p73"/>
          <p:cNvGrpSpPr/>
          <p:nvPr/>
        </p:nvGrpSpPr>
        <p:grpSpPr>
          <a:xfrm>
            <a:off x="1132927" y="4529218"/>
            <a:ext cx="484696" cy="487164"/>
            <a:chOff x="-62150375" y="2297875"/>
            <a:chExt cx="314275" cy="315875"/>
          </a:xfrm>
        </p:grpSpPr>
        <p:sp>
          <p:nvSpPr>
            <p:cNvPr id="10532" name="Google Shape;10532;p73"/>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33" name="Google Shape;10533;p73"/>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34" name="Google Shape;10534;p73"/>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35" name="Google Shape;10535;p73"/>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36" name="Google Shape;10536;p73"/>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537" name="Google Shape;10537;p73"/>
          <p:cNvGrpSpPr/>
          <p:nvPr/>
        </p:nvGrpSpPr>
        <p:grpSpPr>
          <a:xfrm>
            <a:off x="1131097" y="5117542"/>
            <a:ext cx="488359" cy="490788"/>
            <a:chOff x="-62150375" y="2664925"/>
            <a:chExt cx="316650" cy="318225"/>
          </a:xfrm>
        </p:grpSpPr>
        <p:sp>
          <p:nvSpPr>
            <p:cNvPr id="10538" name="Google Shape;10538;p73"/>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39" name="Google Shape;10539;p73"/>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40" name="Google Shape;10540;p73"/>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41" name="Google Shape;10541;p73"/>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542" name="Google Shape;10542;p73"/>
          <p:cNvGrpSpPr/>
          <p:nvPr/>
        </p:nvGrpSpPr>
        <p:grpSpPr>
          <a:xfrm>
            <a:off x="4087882" y="3945511"/>
            <a:ext cx="489553" cy="491868"/>
            <a:chOff x="-60254550" y="1938025"/>
            <a:chExt cx="317425" cy="318925"/>
          </a:xfrm>
        </p:grpSpPr>
        <p:sp>
          <p:nvSpPr>
            <p:cNvPr id="10543" name="Google Shape;10543;p73"/>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44" name="Google Shape;10544;p73"/>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45" name="Google Shape;10545;p73"/>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46" name="Google Shape;10546;p73"/>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547" name="Google Shape;10547;p73"/>
          <p:cNvGrpSpPr/>
          <p:nvPr/>
        </p:nvGrpSpPr>
        <p:grpSpPr>
          <a:xfrm>
            <a:off x="4053665" y="4528519"/>
            <a:ext cx="488864" cy="488560"/>
            <a:chOff x="6479471" y="2079003"/>
            <a:chExt cx="348923" cy="348706"/>
          </a:xfrm>
        </p:grpSpPr>
        <p:sp>
          <p:nvSpPr>
            <p:cNvPr id="10548" name="Google Shape;10548;p73"/>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10549" name="Google Shape;10549;p73"/>
            <p:cNvGrpSpPr/>
            <p:nvPr/>
          </p:nvGrpSpPr>
          <p:grpSpPr>
            <a:xfrm>
              <a:off x="6520582" y="2079003"/>
              <a:ext cx="307811" cy="348706"/>
              <a:chOff x="-60218325" y="2304850"/>
              <a:chExt cx="279625" cy="316775"/>
            </a:xfrm>
          </p:grpSpPr>
          <p:sp>
            <p:nvSpPr>
              <p:cNvPr id="10550" name="Google Shape;10550;p73"/>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51" name="Google Shape;10551;p73"/>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52" name="Google Shape;10552;p73"/>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53" name="Google Shape;10553;p73"/>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54" name="Google Shape;10554;p73"/>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55" name="Google Shape;10555;p73"/>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56" name="Google Shape;10556;p73"/>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10557" name="Google Shape;10557;p73"/>
          <p:cNvGrpSpPr/>
          <p:nvPr/>
        </p:nvGrpSpPr>
        <p:grpSpPr>
          <a:xfrm>
            <a:off x="4125532" y="5116943"/>
            <a:ext cx="414253" cy="491983"/>
            <a:chOff x="-60232500" y="2671225"/>
            <a:chExt cx="268600" cy="319000"/>
          </a:xfrm>
        </p:grpSpPr>
        <p:sp>
          <p:nvSpPr>
            <p:cNvPr id="10558" name="Google Shape;10558;p73"/>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59" name="Google Shape;10559;p73"/>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560" name="Google Shape;10560;p73"/>
          <p:cNvGrpSpPr/>
          <p:nvPr/>
        </p:nvGrpSpPr>
        <p:grpSpPr>
          <a:xfrm>
            <a:off x="2906191" y="5715122"/>
            <a:ext cx="487164" cy="491983"/>
            <a:chOff x="-59100700" y="1911950"/>
            <a:chExt cx="315875" cy="319000"/>
          </a:xfrm>
        </p:grpSpPr>
        <p:sp>
          <p:nvSpPr>
            <p:cNvPr id="10561" name="Google Shape;10561;p73"/>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62" name="Google Shape;10562;p73"/>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63" name="Google Shape;10563;p73"/>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64" name="Google Shape;10564;p73"/>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65" name="Google Shape;10565;p73"/>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66" name="Google Shape;10566;p73"/>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67" name="Google Shape;10567;p73"/>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68" name="Google Shape;10568;p73"/>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69" name="Google Shape;10569;p73"/>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70" name="Google Shape;10570;p73"/>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571" name="Google Shape;10571;p73"/>
          <p:cNvGrpSpPr/>
          <p:nvPr/>
        </p:nvGrpSpPr>
        <p:grpSpPr>
          <a:xfrm>
            <a:off x="3495747" y="2055761"/>
            <a:ext cx="506557" cy="488051"/>
            <a:chOff x="-63665750" y="1914325"/>
            <a:chExt cx="328450" cy="316450"/>
          </a:xfrm>
        </p:grpSpPr>
        <p:sp>
          <p:nvSpPr>
            <p:cNvPr id="10572" name="Google Shape;10572;p73"/>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73" name="Google Shape;10573;p73"/>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574" name="Google Shape;10574;p73"/>
          <p:cNvGrpSpPr/>
          <p:nvPr/>
        </p:nvGrpSpPr>
        <p:grpSpPr>
          <a:xfrm>
            <a:off x="3502420" y="2694487"/>
            <a:ext cx="493217" cy="491405"/>
            <a:chOff x="-63666550" y="2278975"/>
            <a:chExt cx="319800" cy="318625"/>
          </a:xfrm>
        </p:grpSpPr>
        <p:sp>
          <p:nvSpPr>
            <p:cNvPr id="10575" name="Google Shape;10575;p73"/>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76" name="Google Shape;10576;p73"/>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577" name="Google Shape;10577;p73"/>
          <p:cNvGrpSpPr/>
          <p:nvPr/>
        </p:nvGrpSpPr>
        <p:grpSpPr>
          <a:xfrm>
            <a:off x="3498775" y="3315854"/>
            <a:ext cx="500504" cy="489863"/>
            <a:chOff x="-63669700" y="2646600"/>
            <a:chExt cx="324525" cy="317625"/>
          </a:xfrm>
        </p:grpSpPr>
        <p:sp>
          <p:nvSpPr>
            <p:cNvPr id="10578" name="Google Shape;10578;p73"/>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79" name="Google Shape;10579;p73"/>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580" name="Google Shape;10580;p73"/>
          <p:cNvGrpSpPr/>
          <p:nvPr/>
        </p:nvGrpSpPr>
        <p:grpSpPr>
          <a:xfrm>
            <a:off x="1715149" y="3946957"/>
            <a:ext cx="488359" cy="488976"/>
            <a:chOff x="-61784125" y="1931250"/>
            <a:chExt cx="316650" cy="317050"/>
          </a:xfrm>
        </p:grpSpPr>
        <p:sp>
          <p:nvSpPr>
            <p:cNvPr id="10581" name="Google Shape;10581;p73"/>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82" name="Google Shape;10582;p73"/>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83" name="Google Shape;10583;p73"/>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84" name="Google Shape;10584;p73"/>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585" name="Google Shape;10585;p73"/>
          <p:cNvGrpSpPr/>
          <p:nvPr/>
        </p:nvGrpSpPr>
        <p:grpSpPr>
          <a:xfrm>
            <a:off x="1715147" y="4528621"/>
            <a:ext cx="488359" cy="488359"/>
            <a:chOff x="-61783350" y="2297100"/>
            <a:chExt cx="316650" cy="316650"/>
          </a:xfrm>
        </p:grpSpPr>
        <p:sp>
          <p:nvSpPr>
            <p:cNvPr id="10586" name="Google Shape;10586;p73"/>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87" name="Google Shape;10587;p73"/>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588" name="Google Shape;10588;p73"/>
          <p:cNvGrpSpPr/>
          <p:nvPr/>
        </p:nvGrpSpPr>
        <p:grpSpPr>
          <a:xfrm>
            <a:off x="1715147" y="5116731"/>
            <a:ext cx="488359" cy="492407"/>
            <a:chOff x="-61782550" y="2664925"/>
            <a:chExt cx="316650" cy="319275"/>
          </a:xfrm>
        </p:grpSpPr>
        <p:sp>
          <p:nvSpPr>
            <p:cNvPr id="10589" name="Google Shape;10589;p73"/>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90" name="Google Shape;10590;p73"/>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91" name="Google Shape;10591;p73"/>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592" name="Google Shape;10592;p73"/>
          <p:cNvGrpSpPr/>
          <p:nvPr/>
        </p:nvGrpSpPr>
        <p:grpSpPr>
          <a:xfrm>
            <a:off x="4677517" y="3958582"/>
            <a:ext cx="489553" cy="465725"/>
            <a:chOff x="-59889100" y="1945025"/>
            <a:chExt cx="317425" cy="301975"/>
          </a:xfrm>
        </p:grpSpPr>
        <p:sp>
          <p:nvSpPr>
            <p:cNvPr id="10593" name="Google Shape;10593;p73"/>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94" name="Google Shape;10594;p73"/>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95" name="Google Shape;10595;p73"/>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596" name="Google Shape;10596;p73"/>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597" name="Google Shape;10597;p73"/>
          <p:cNvSpPr/>
          <p:nvPr/>
        </p:nvSpPr>
        <p:spPr>
          <a:xfrm>
            <a:off x="4668930" y="4581461"/>
            <a:ext cx="490788" cy="382675"/>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598" name="Google Shape;10598;p73"/>
          <p:cNvGrpSpPr/>
          <p:nvPr/>
        </p:nvGrpSpPr>
        <p:grpSpPr>
          <a:xfrm>
            <a:off x="4676302" y="5119295"/>
            <a:ext cx="491983" cy="487279"/>
            <a:chOff x="-59889100" y="2671925"/>
            <a:chExt cx="319000" cy="315950"/>
          </a:xfrm>
        </p:grpSpPr>
        <p:sp>
          <p:nvSpPr>
            <p:cNvPr id="10599" name="Google Shape;10599;p73"/>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00" name="Google Shape;10600;p73"/>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01" name="Google Shape;10601;p73"/>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02" name="Google Shape;10602;p73"/>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603" name="Google Shape;10603;p73"/>
          <p:cNvGrpSpPr/>
          <p:nvPr/>
        </p:nvGrpSpPr>
        <p:grpSpPr>
          <a:xfrm>
            <a:off x="3493606" y="5709302"/>
            <a:ext cx="489553" cy="488359"/>
            <a:chOff x="-59092025" y="2296300"/>
            <a:chExt cx="317425" cy="316650"/>
          </a:xfrm>
        </p:grpSpPr>
        <p:sp>
          <p:nvSpPr>
            <p:cNvPr id="10604" name="Google Shape;10604;p73"/>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05" name="Google Shape;10605;p73"/>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606" name="Google Shape;10606;p73"/>
          <p:cNvGrpSpPr/>
          <p:nvPr/>
        </p:nvGrpSpPr>
        <p:grpSpPr>
          <a:xfrm>
            <a:off x="6487481" y="2043861"/>
            <a:ext cx="470899" cy="463465"/>
            <a:chOff x="683125" y="1955275"/>
            <a:chExt cx="299325" cy="294600"/>
          </a:xfrm>
        </p:grpSpPr>
        <p:sp>
          <p:nvSpPr>
            <p:cNvPr id="10607" name="Google Shape;10607;p73"/>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08" name="Google Shape;10608;p73"/>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09" name="Google Shape;10609;p73"/>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10" name="Google Shape;10610;p73"/>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611" name="Google Shape;10611;p73"/>
          <p:cNvGrpSpPr/>
          <p:nvPr/>
        </p:nvGrpSpPr>
        <p:grpSpPr>
          <a:xfrm>
            <a:off x="6488722" y="2644604"/>
            <a:ext cx="468420" cy="465981"/>
            <a:chOff x="685475" y="2318350"/>
            <a:chExt cx="297750" cy="296200"/>
          </a:xfrm>
        </p:grpSpPr>
        <p:sp>
          <p:nvSpPr>
            <p:cNvPr id="10612" name="Google Shape;10612;p73"/>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13" name="Google Shape;10613;p73"/>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14" name="Google Shape;10614;p73"/>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615" name="Google Shape;10615;p73"/>
          <p:cNvSpPr/>
          <p:nvPr/>
        </p:nvSpPr>
        <p:spPr>
          <a:xfrm>
            <a:off x="6490566" y="3233673"/>
            <a:ext cx="464684" cy="465903"/>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616" name="Google Shape;10616;p73"/>
          <p:cNvGrpSpPr/>
          <p:nvPr/>
        </p:nvGrpSpPr>
        <p:grpSpPr>
          <a:xfrm>
            <a:off x="9459600" y="2043546"/>
            <a:ext cx="412689" cy="464095"/>
            <a:chOff x="2523000" y="1954875"/>
            <a:chExt cx="262325" cy="295000"/>
          </a:xfrm>
        </p:grpSpPr>
        <p:sp>
          <p:nvSpPr>
            <p:cNvPr id="10617" name="Google Shape;10617;p73"/>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18" name="Google Shape;10618;p73"/>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619" name="Google Shape;10619;p73"/>
          <p:cNvGrpSpPr/>
          <p:nvPr/>
        </p:nvGrpSpPr>
        <p:grpSpPr>
          <a:xfrm>
            <a:off x="9431734" y="2645233"/>
            <a:ext cx="468420" cy="464723"/>
            <a:chOff x="2508825" y="2318350"/>
            <a:chExt cx="297750" cy="295400"/>
          </a:xfrm>
        </p:grpSpPr>
        <p:sp>
          <p:nvSpPr>
            <p:cNvPr id="10620" name="Google Shape;10620;p73"/>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21" name="Google Shape;10621;p73"/>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622" name="Google Shape;10622;p73"/>
          <p:cNvSpPr/>
          <p:nvPr/>
        </p:nvSpPr>
        <p:spPr>
          <a:xfrm>
            <a:off x="9432885" y="3233673"/>
            <a:ext cx="465943" cy="465903"/>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623" name="Google Shape;10623;p73"/>
          <p:cNvGrpSpPr/>
          <p:nvPr/>
        </p:nvGrpSpPr>
        <p:grpSpPr>
          <a:xfrm>
            <a:off x="7663165" y="3863971"/>
            <a:ext cx="463465" cy="464684"/>
            <a:chOff x="4321150" y="1946600"/>
            <a:chExt cx="294600" cy="295375"/>
          </a:xfrm>
        </p:grpSpPr>
        <p:sp>
          <p:nvSpPr>
            <p:cNvPr id="10624" name="Google Shape;10624;p73"/>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25" name="Google Shape;10625;p73"/>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26" name="Google Shape;10626;p73"/>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627" name="Google Shape;10627;p73"/>
          <p:cNvSpPr/>
          <p:nvPr/>
        </p:nvSpPr>
        <p:spPr>
          <a:xfrm>
            <a:off x="7658667" y="4530747"/>
            <a:ext cx="472156" cy="434989"/>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0628" name="Google Shape;10628;p73"/>
          <p:cNvSpPr/>
          <p:nvPr/>
        </p:nvSpPr>
        <p:spPr>
          <a:xfrm>
            <a:off x="7659296" y="5114967"/>
            <a:ext cx="470899" cy="464684"/>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0629" name="Google Shape;10629;p73"/>
          <p:cNvSpPr/>
          <p:nvPr/>
        </p:nvSpPr>
        <p:spPr>
          <a:xfrm>
            <a:off x="10693461" y="3865161"/>
            <a:ext cx="298672" cy="462207"/>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0630" name="Google Shape;10630;p73"/>
          <p:cNvSpPr/>
          <p:nvPr/>
        </p:nvSpPr>
        <p:spPr>
          <a:xfrm>
            <a:off x="7080487" y="2042573"/>
            <a:ext cx="468381" cy="465943"/>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631" name="Google Shape;10631;p73"/>
          <p:cNvGrpSpPr/>
          <p:nvPr/>
        </p:nvGrpSpPr>
        <p:grpSpPr>
          <a:xfrm>
            <a:off x="7079895" y="2645233"/>
            <a:ext cx="469640" cy="464723"/>
            <a:chOff x="1049375" y="2318350"/>
            <a:chExt cx="298525" cy="295400"/>
          </a:xfrm>
        </p:grpSpPr>
        <p:sp>
          <p:nvSpPr>
            <p:cNvPr id="10632" name="Google Shape;10632;p73"/>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33" name="Google Shape;10633;p73"/>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34" name="Google Shape;10634;p73"/>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35" name="Google Shape;10635;p73"/>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636" name="Google Shape;10636;p73"/>
          <p:cNvGrpSpPr/>
          <p:nvPr/>
        </p:nvGrpSpPr>
        <p:grpSpPr>
          <a:xfrm>
            <a:off x="7080524" y="3232502"/>
            <a:ext cx="468381" cy="468381"/>
            <a:chOff x="1049375" y="2680675"/>
            <a:chExt cx="297725" cy="297725"/>
          </a:xfrm>
        </p:grpSpPr>
        <p:sp>
          <p:nvSpPr>
            <p:cNvPr id="10637" name="Google Shape;10637;p73"/>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38" name="Google Shape;10638;p73"/>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639" name="Google Shape;10639;p73"/>
          <p:cNvGrpSpPr/>
          <p:nvPr/>
        </p:nvGrpSpPr>
        <p:grpSpPr>
          <a:xfrm>
            <a:off x="10031794" y="2043231"/>
            <a:ext cx="464684" cy="464723"/>
            <a:chOff x="2872725" y="1954475"/>
            <a:chExt cx="295375" cy="295400"/>
          </a:xfrm>
        </p:grpSpPr>
        <p:sp>
          <p:nvSpPr>
            <p:cNvPr id="10640" name="Google Shape;10640;p73"/>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41" name="Google Shape;10641;p73"/>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42" name="Google Shape;10642;p73"/>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643" name="Google Shape;10643;p73"/>
          <p:cNvGrpSpPr/>
          <p:nvPr/>
        </p:nvGrpSpPr>
        <p:grpSpPr>
          <a:xfrm>
            <a:off x="10060289" y="2643996"/>
            <a:ext cx="407695" cy="467201"/>
            <a:chOff x="2890050" y="2318350"/>
            <a:chExt cx="259150" cy="296975"/>
          </a:xfrm>
        </p:grpSpPr>
        <p:sp>
          <p:nvSpPr>
            <p:cNvPr id="10644" name="Google Shape;10644;p73"/>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45" name="Google Shape;10645;p73"/>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646" name="Google Shape;10646;p73"/>
          <p:cNvSpPr/>
          <p:nvPr/>
        </p:nvSpPr>
        <p:spPr>
          <a:xfrm>
            <a:off x="10113458" y="3233044"/>
            <a:ext cx="301149" cy="46716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647" name="Google Shape;10647;p73"/>
          <p:cNvGrpSpPr/>
          <p:nvPr/>
        </p:nvGrpSpPr>
        <p:grpSpPr>
          <a:xfrm>
            <a:off x="8250310" y="3864601"/>
            <a:ext cx="463425" cy="463425"/>
            <a:chOff x="4685050" y="1945825"/>
            <a:chExt cx="294575" cy="294575"/>
          </a:xfrm>
        </p:grpSpPr>
        <p:sp>
          <p:nvSpPr>
            <p:cNvPr id="10648" name="Google Shape;10648;p73"/>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49" name="Google Shape;10649;p73"/>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50" name="Google Shape;10650;p73"/>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51" name="Google Shape;10651;p73"/>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52" name="Google Shape;10652;p73"/>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653" name="Google Shape;10653;p73"/>
          <p:cNvSpPr/>
          <p:nvPr/>
        </p:nvSpPr>
        <p:spPr>
          <a:xfrm>
            <a:off x="8249517" y="4516510"/>
            <a:ext cx="464684" cy="463465"/>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0654" name="Google Shape;10654;p73"/>
          <p:cNvSpPr/>
          <p:nvPr/>
        </p:nvSpPr>
        <p:spPr>
          <a:xfrm>
            <a:off x="8277400" y="5113729"/>
            <a:ext cx="408915" cy="46716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655" name="Google Shape;10655;p73"/>
          <p:cNvGrpSpPr/>
          <p:nvPr/>
        </p:nvGrpSpPr>
        <p:grpSpPr>
          <a:xfrm>
            <a:off x="10610673" y="4516568"/>
            <a:ext cx="464684" cy="463465"/>
            <a:chOff x="6131900" y="2301825"/>
            <a:chExt cx="295375" cy="294600"/>
          </a:xfrm>
        </p:grpSpPr>
        <p:sp>
          <p:nvSpPr>
            <p:cNvPr id="10656" name="Google Shape;10656;p73"/>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57" name="Google Shape;10657;p73"/>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58" name="Google Shape;10658;p73"/>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59" name="Google Shape;10659;p73"/>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660" name="Google Shape;10660;p73"/>
          <p:cNvGrpSpPr/>
          <p:nvPr/>
        </p:nvGrpSpPr>
        <p:grpSpPr>
          <a:xfrm>
            <a:off x="7671997" y="2042622"/>
            <a:ext cx="468420" cy="465943"/>
            <a:chOff x="1412450" y="1954475"/>
            <a:chExt cx="297750" cy="296175"/>
          </a:xfrm>
        </p:grpSpPr>
        <p:sp>
          <p:nvSpPr>
            <p:cNvPr id="10661" name="Google Shape;10661;p73"/>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62" name="Google Shape;10662;p73"/>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663" name="Google Shape;10663;p73"/>
          <p:cNvSpPr/>
          <p:nvPr/>
        </p:nvSpPr>
        <p:spPr>
          <a:xfrm>
            <a:off x="7673795" y="2647043"/>
            <a:ext cx="464723" cy="460987"/>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664" name="Google Shape;10664;p73"/>
          <p:cNvGrpSpPr/>
          <p:nvPr/>
        </p:nvGrpSpPr>
        <p:grpSpPr>
          <a:xfrm>
            <a:off x="7671997" y="3232659"/>
            <a:ext cx="468420" cy="468067"/>
            <a:chOff x="1413250" y="2680675"/>
            <a:chExt cx="297750" cy="297525"/>
          </a:xfrm>
        </p:grpSpPr>
        <p:sp>
          <p:nvSpPr>
            <p:cNvPr id="10665" name="Google Shape;10665;p73"/>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66" name="Google Shape;10666;p73"/>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67" name="Google Shape;10667;p73"/>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68" name="Google Shape;10668;p73"/>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669" name="Google Shape;10669;p73"/>
          <p:cNvSpPr/>
          <p:nvPr/>
        </p:nvSpPr>
        <p:spPr>
          <a:xfrm>
            <a:off x="10683144" y="2042593"/>
            <a:ext cx="360617" cy="465903"/>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0670" name="Google Shape;10670;p73"/>
          <p:cNvSpPr/>
          <p:nvPr/>
        </p:nvSpPr>
        <p:spPr>
          <a:xfrm>
            <a:off x="10619331" y="2645509"/>
            <a:ext cx="488243" cy="464055"/>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0671" name="Google Shape;10671;p73"/>
          <p:cNvSpPr/>
          <p:nvPr/>
        </p:nvSpPr>
        <p:spPr>
          <a:xfrm>
            <a:off x="10629242" y="3233673"/>
            <a:ext cx="468420" cy="465903"/>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672" name="Google Shape;10672;p73"/>
          <p:cNvGrpSpPr/>
          <p:nvPr/>
        </p:nvGrpSpPr>
        <p:grpSpPr>
          <a:xfrm>
            <a:off x="8840544" y="3864149"/>
            <a:ext cx="467161" cy="464329"/>
            <a:chOff x="5045775" y="1946400"/>
            <a:chExt cx="296950" cy="295150"/>
          </a:xfrm>
        </p:grpSpPr>
        <p:sp>
          <p:nvSpPr>
            <p:cNvPr id="10673" name="Google Shape;10673;p73"/>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74" name="Google Shape;10674;p73"/>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675" name="Google Shape;10675;p73"/>
          <p:cNvGrpSpPr/>
          <p:nvPr/>
        </p:nvGrpSpPr>
        <p:grpSpPr>
          <a:xfrm>
            <a:off x="8838675" y="4542585"/>
            <a:ext cx="470899" cy="411431"/>
            <a:chOff x="5046550" y="2327025"/>
            <a:chExt cx="299325" cy="261525"/>
          </a:xfrm>
        </p:grpSpPr>
        <p:sp>
          <p:nvSpPr>
            <p:cNvPr id="10676" name="Google Shape;10676;p73"/>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77" name="Google Shape;10677;p73"/>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78" name="Google Shape;10678;p73"/>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679" name="Google Shape;10679;p73"/>
          <p:cNvSpPr/>
          <p:nvPr/>
        </p:nvSpPr>
        <p:spPr>
          <a:xfrm>
            <a:off x="8943822" y="5113729"/>
            <a:ext cx="260247" cy="46716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680" name="Google Shape;10680;p73"/>
          <p:cNvGrpSpPr/>
          <p:nvPr/>
        </p:nvGrpSpPr>
        <p:grpSpPr>
          <a:xfrm>
            <a:off x="10608806" y="5115035"/>
            <a:ext cx="468420" cy="464684"/>
            <a:chOff x="6167350" y="2672800"/>
            <a:chExt cx="297750" cy="295375"/>
          </a:xfrm>
        </p:grpSpPr>
        <p:sp>
          <p:nvSpPr>
            <p:cNvPr id="10681" name="Google Shape;10681;p73"/>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82" name="Google Shape;10682;p73"/>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83" name="Google Shape;10683;p73"/>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84" name="Google Shape;10684;p73"/>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85" name="Google Shape;10685;p73"/>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686" name="Google Shape;10686;p73"/>
          <p:cNvGrpSpPr/>
          <p:nvPr/>
        </p:nvGrpSpPr>
        <p:grpSpPr>
          <a:xfrm>
            <a:off x="8263469" y="2042013"/>
            <a:ext cx="463465" cy="467161"/>
            <a:chOff x="1777925" y="1953700"/>
            <a:chExt cx="294600" cy="296950"/>
          </a:xfrm>
        </p:grpSpPr>
        <p:sp>
          <p:nvSpPr>
            <p:cNvPr id="10687" name="Google Shape;10687;p73"/>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88" name="Google Shape;10688;p73"/>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89" name="Google Shape;10689;p73"/>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90" name="Google Shape;10690;p73"/>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691" name="Google Shape;10691;p73"/>
          <p:cNvGrpSpPr/>
          <p:nvPr/>
        </p:nvGrpSpPr>
        <p:grpSpPr>
          <a:xfrm>
            <a:off x="8284549" y="2645864"/>
            <a:ext cx="421303" cy="463465"/>
            <a:chOff x="1790525" y="2319150"/>
            <a:chExt cx="267800" cy="294600"/>
          </a:xfrm>
        </p:grpSpPr>
        <p:sp>
          <p:nvSpPr>
            <p:cNvPr id="10692" name="Google Shape;10692;p73"/>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93" name="Google Shape;10693;p73"/>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694" name="Google Shape;10694;p73"/>
          <p:cNvSpPr/>
          <p:nvPr/>
        </p:nvSpPr>
        <p:spPr>
          <a:xfrm>
            <a:off x="8261538" y="3233044"/>
            <a:ext cx="467201" cy="46716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695" name="Google Shape;10695;p73"/>
          <p:cNvGrpSpPr/>
          <p:nvPr/>
        </p:nvGrpSpPr>
        <p:grpSpPr>
          <a:xfrm>
            <a:off x="6488515" y="3863951"/>
            <a:ext cx="465943" cy="464723"/>
            <a:chOff x="3599700" y="1954475"/>
            <a:chExt cx="296175" cy="295400"/>
          </a:xfrm>
        </p:grpSpPr>
        <p:sp>
          <p:nvSpPr>
            <p:cNvPr id="10696" name="Google Shape;10696;p73"/>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97" name="Google Shape;10697;p73"/>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698" name="Google Shape;10698;p73"/>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699" name="Google Shape;10699;p73"/>
          <p:cNvGrpSpPr/>
          <p:nvPr/>
        </p:nvGrpSpPr>
        <p:grpSpPr>
          <a:xfrm>
            <a:off x="6489756" y="4516569"/>
            <a:ext cx="463465" cy="463465"/>
            <a:chOff x="3601275" y="2319150"/>
            <a:chExt cx="294600" cy="294600"/>
          </a:xfrm>
        </p:grpSpPr>
        <p:sp>
          <p:nvSpPr>
            <p:cNvPr id="10700" name="Google Shape;10700;p73"/>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01" name="Google Shape;10701;p73"/>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702" name="Google Shape;10702;p73"/>
          <p:cNvSpPr/>
          <p:nvPr/>
        </p:nvSpPr>
        <p:spPr>
          <a:xfrm>
            <a:off x="6488999" y="5114967"/>
            <a:ext cx="464723" cy="464684"/>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703" name="Google Shape;10703;p73"/>
          <p:cNvGrpSpPr/>
          <p:nvPr/>
        </p:nvGrpSpPr>
        <p:grpSpPr>
          <a:xfrm>
            <a:off x="9449359" y="3863362"/>
            <a:ext cx="437428" cy="465903"/>
            <a:chOff x="5421475" y="1945825"/>
            <a:chExt cx="278050" cy="296150"/>
          </a:xfrm>
        </p:grpSpPr>
        <p:sp>
          <p:nvSpPr>
            <p:cNvPr id="10704" name="Google Shape;10704;p73"/>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05" name="Google Shape;10705;p73"/>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06" name="Google Shape;10706;p73"/>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07" name="Google Shape;10707;p73"/>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08" name="Google Shape;10708;p73"/>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09" name="Google Shape;10709;p73"/>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10" name="Google Shape;10710;p73"/>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11" name="Google Shape;10711;p73"/>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712" name="Google Shape;10712;p73"/>
          <p:cNvSpPr/>
          <p:nvPr/>
        </p:nvSpPr>
        <p:spPr>
          <a:xfrm>
            <a:off x="9432435" y="4514031"/>
            <a:ext cx="470899" cy="468420"/>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713" name="Google Shape;10713;p73"/>
          <p:cNvGrpSpPr/>
          <p:nvPr/>
        </p:nvGrpSpPr>
        <p:grpSpPr>
          <a:xfrm>
            <a:off x="9434493" y="5197431"/>
            <a:ext cx="467161" cy="299891"/>
            <a:chOff x="5411225" y="2726350"/>
            <a:chExt cx="296950" cy="190625"/>
          </a:xfrm>
        </p:grpSpPr>
        <p:sp>
          <p:nvSpPr>
            <p:cNvPr id="10714" name="Google Shape;10714;p73"/>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15" name="Google Shape;10715;p73"/>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716" name="Google Shape;10716;p73"/>
          <p:cNvGrpSpPr/>
          <p:nvPr/>
        </p:nvGrpSpPr>
        <p:grpSpPr>
          <a:xfrm>
            <a:off x="8247872" y="5716461"/>
            <a:ext cx="468381" cy="435187"/>
            <a:chOff x="6524150" y="1938725"/>
            <a:chExt cx="297725" cy="276625"/>
          </a:xfrm>
        </p:grpSpPr>
        <p:sp>
          <p:nvSpPr>
            <p:cNvPr id="10717" name="Google Shape;10717;p73"/>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18" name="Google Shape;10718;p73"/>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19" name="Google Shape;10719;p73"/>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20" name="Google Shape;10720;p73"/>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721" name="Google Shape;10721;p73"/>
          <p:cNvGrpSpPr/>
          <p:nvPr/>
        </p:nvGrpSpPr>
        <p:grpSpPr>
          <a:xfrm>
            <a:off x="8850049" y="2042622"/>
            <a:ext cx="467201" cy="465943"/>
            <a:chOff x="2141000" y="1954475"/>
            <a:chExt cx="296975" cy="296175"/>
          </a:xfrm>
        </p:grpSpPr>
        <p:sp>
          <p:nvSpPr>
            <p:cNvPr id="10722" name="Google Shape;10722;p73"/>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23" name="Google Shape;10723;p73"/>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24" name="Google Shape;10724;p73"/>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25" name="Google Shape;10725;p73"/>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726" name="Google Shape;10726;p73"/>
          <p:cNvGrpSpPr/>
          <p:nvPr/>
        </p:nvGrpSpPr>
        <p:grpSpPr>
          <a:xfrm>
            <a:off x="8841396" y="2645076"/>
            <a:ext cx="484507" cy="465037"/>
            <a:chOff x="2140225" y="2318650"/>
            <a:chExt cx="307975" cy="295600"/>
          </a:xfrm>
        </p:grpSpPr>
        <p:sp>
          <p:nvSpPr>
            <p:cNvPr id="10727" name="Google Shape;10727;p73"/>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28" name="Google Shape;10728;p73"/>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729" name="Google Shape;10729;p73"/>
          <p:cNvGrpSpPr/>
          <p:nvPr/>
        </p:nvGrpSpPr>
        <p:grpSpPr>
          <a:xfrm>
            <a:off x="8848810" y="3233741"/>
            <a:ext cx="469679" cy="465903"/>
            <a:chOff x="2139425" y="2682250"/>
            <a:chExt cx="298550" cy="296150"/>
          </a:xfrm>
        </p:grpSpPr>
        <p:sp>
          <p:nvSpPr>
            <p:cNvPr id="10730" name="Google Shape;10730;p73"/>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31" name="Google Shape;10731;p73"/>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32" name="Google Shape;10732;p73"/>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33" name="Google Shape;10733;p73"/>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734" name="Google Shape;10734;p73"/>
          <p:cNvGrpSpPr/>
          <p:nvPr/>
        </p:nvGrpSpPr>
        <p:grpSpPr>
          <a:xfrm>
            <a:off x="7068293" y="3919721"/>
            <a:ext cx="467201" cy="353184"/>
            <a:chOff x="3962775" y="1990700"/>
            <a:chExt cx="296975" cy="224500"/>
          </a:xfrm>
        </p:grpSpPr>
        <p:sp>
          <p:nvSpPr>
            <p:cNvPr id="10735" name="Google Shape;10735;p73"/>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36" name="Google Shape;10736;p73"/>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37" name="Google Shape;10737;p73"/>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38" name="Google Shape;10738;p73"/>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739" name="Google Shape;10739;p73"/>
          <p:cNvGrpSpPr/>
          <p:nvPr/>
        </p:nvGrpSpPr>
        <p:grpSpPr>
          <a:xfrm>
            <a:off x="7068922" y="4515330"/>
            <a:ext cx="465943" cy="465943"/>
            <a:chOff x="3963575" y="2317575"/>
            <a:chExt cx="296175" cy="296175"/>
          </a:xfrm>
        </p:grpSpPr>
        <p:sp>
          <p:nvSpPr>
            <p:cNvPr id="10740" name="Google Shape;10740;p73"/>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41" name="Google Shape;10741;p73"/>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42" name="Google Shape;10742;p73"/>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43" name="Google Shape;10743;p73"/>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44" name="Google Shape;10744;p73"/>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45" name="Google Shape;10745;p73"/>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46" name="Google Shape;10746;p73"/>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47" name="Google Shape;10747;p73"/>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48" name="Google Shape;10748;p73"/>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49" name="Google Shape;10749;p73"/>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50" name="Google Shape;10750;p73"/>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51" name="Google Shape;10751;p73"/>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52" name="Google Shape;10752;p73"/>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53" name="Google Shape;10753;p73"/>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54" name="Google Shape;10754;p73"/>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55" name="Google Shape;10755;p73"/>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756" name="Google Shape;10756;p73"/>
          <p:cNvGrpSpPr/>
          <p:nvPr/>
        </p:nvGrpSpPr>
        <p:grpSpPr>
          <a:xfrm>
            <a:off x="7068922" y="5115035"/>
            <a:ext cx="465943" cy="464684"/>
            <a:chOff x="3962775" y="2683025"/>
            <a:chExt cx="296175" cy="295375"/>
          </a:xfrm>
        </p:grpSpPr>
        <p:sp>
          <p:nvSpPr>
            <p:cNvPr id="10757" name="Google Shape;10757;p73"/>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58" name="Google Shape;10758;p73"/>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59" name="Google Shape;10759;p73"/>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760" name="Google Shape;10760;p73"/>
          <p:cNvSpPr/>
          <p:nvPr/>
        </p:nvSpPr>
        <p:spPr>
          <a:xfrm>
            <a:off x="10017701" y="3863922"/>
            <a:ext cx="472156" cy="464684"/>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761" name="Google Shape;10761;p73"/>
          <p:cNvGrpSpPr/>
          <p:nvPr/>
        </p:nvGrpSpPr>
        <p:grpSpPr>
          <a:xfrm>
            <a:off x="10021638" y="4515958"/>
            <a:ext cx="464684" cy="464684"/>
            <a:chOff x="5775900" y="2308125"/>
            <a:chExt cx="295375" cy="295375"/>
          </a:xfrm>
        </p:grpSpPr>
        <p:sp>
          <p:nvSpPr>
            <p:cNvPr id="10762" name="Google Shape;10762;p73"/>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63" name="Google Shape;10763;p73"/>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64" name="Google Shape;10764;p73"/>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65" name="Google Shape;10765;p73"/>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66" name="Google Shape;10766;p73"/>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767" name="Google Shape;10767;p73"/>
          <p:cNvGrpSpPr/>
          <p:nvPr/>
        </p:nvGrpSpPr>
        <p:grpSpPr>
          <a:xfrm>
            <a:off x="10049523" y="5114406"/>
            <a:ext cx="408915" cy="465943"/>
            <a:chOff x="5794025" y="2673575"/>
            <a:chExt cx="259925" cy="296175"/>
          </a:xfrm>
        </p:grpSpPr>
        <p:sp>
          <p:nvSpPr>
            <p:cNvPr id="10768" name="Google Shape;10768;p73"/>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69" name="Google Shape;10769;p73"/>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770" name="Google Shape;10770;p73"/>
          <p:cNvSpPr/>
          <p:nvPr/>
        </p:nvSpPr>
        <p:spPr>
          <a:xfrm>
            <a:off x="8850637" y="5742425"/>
            <a:ext cx="465943" cy="464684"/>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0774"/>
        <p:cNvGrpSpPr/>
        <p:nvPr/>
      </p:nvGrpSpPr>
      <p:grpSpPr>
        <a:xfrm>
          <a:off x="0" y="0"/>
          <a:ext cx="0" cy="0"/>
          <a:chOff x="0" y="0"/>
          <a:chExt cx="0" cy="0"/>
        </a:xfrm>
      </p:grpSpPr>
      <p:sp>
        <p:nvSpPr>
          <p:cNvPr id="10775" name="Google Shape;10775;p74"/>
          <p:cNvSpPr txBox="1">
            <a:spLocks noGrp="1"/>
          </p:cNvSpPr>
          <p:nvPr>
            <p:ph type="title" idx="4294967295"/>
          </p:nvPr>
        </p:nvSpPr>
        <p:spPr>
          <a:xfrm>
            <a:off x="1125903" y="581044"/>
            <a:ext cx="4642800" cy="643200"/>
          </a:xfrm>
          <a:prstGeom prst="rect">
            <a:avLst/>
          </a:prstGeom>
          <a:ln>
            <a:solidFill>
              <a:schemeClr val="bg1">
                <a:lumMod val="65000"/>
              </a:schemeClr>
            </a:solidFill>
          </a:ln>
        </p:spPr>
        <p:txBody>
          <a:bodyPr spcFirstLastPara="1" vert="horz" wrap="square" lIns="121900" tIns="121900" rIns="121900" bIns="121900" rtlCol="0" anchor="t" anchorCtr="0">
            <a:noAutofit/>
          </a:bodyPr>
          <a:lstStyle/>
          <a:p>
            <a:pPr algn="ctr">
              <a:spcBef>
                <a:spcPts val="0"/>
              </a:spcBef>
              <a:buClr>
                <a:srgbClr val="000000"/>
              </a:buClr>
              <a:buSzPts val="1100"/>
            </a:pPr>
            <a:r>
              <a:rPr lang="en-IN">
                <a:solidFill>
                  <a:schemeClr val="tx1">
                    <a:lumMod val="95000"/>
                    <a:lumOff val="5000"/>
                  </a:schemeClr>
                </a:solidFill>
                <a:latin typeface="Arial"/>
                <a:ea typeface="Arial"/>
                <a:cs typeface="Arial"/>
                <a:sym typeface="Arial"/>
              </a:rPr>
              <a:t>Help &amp; Support Icons</a:t>
            </a:r>
          </a:p>
        </p:txBody>
      </p:sp>
      <p:sp>
        <p:nvSpPr>
          <p:cNvPr id="10776" name="Google Shape;10776;p74"/>
          <p:cNvSpPr txBox="1">
            <a:spLocks noGrp="1"/>
          </p:cNvSpPr>
          <p:nvPr>
            <p:ph type="title" idx="4294967295"/>
          </p:nvPr>
        </p:nvSpPr>
        <p:spPr>
          <a:xfrm>
            <a:off x="6477867" y="1258400"/>
            <a:ext cx="4642800" cy="643200"/>
          </a:xfrm>
          <a:prstGeom prst="rect">
            <a:avLst/>
          </a:prstGeom>
          <a:ln>
            <a:solidFill>
              <a:schemeClr val="bg1">
                <a:lumMod val="65000"/>
              </a:schemeClr>
            </a:solidFill>
          </a:ln>
        </p:spPr>
        <p:txBody>
          <a:bodyPr spcFirstLastPara="1" vert="horz" wrap="square" lIns="121900" tIns="121900" rIns="121900" bIns="121900" rtlCol="0" anchor="t" anchorCtr="0">
            <a:noAutofit/>
          </a:bodyPr>
          <a:lstStyle/>
          <a:p>
            <a:pPr algn="ctr">
              <a:spcBef>
                <a:spcPts val="0"/>
              </a:spcBef>
              <a:buClr>
                <a:srgbClr val="000000"/>
              </a:buClr>
              <a:buSzPts val="1100"/>
            </a:pPr>
            <a:r>
              <a:rPr lang="en-IN">
                <a:solidFill>
                  <a:schemeClr val="tx1">
                    <a:lumMod val="95000"/>
                    <a:lumOff val="5000"/>
                  </a:schemeClr>
                </a:solidFill>
                <a:latin typeface="Arial"/>
                <a:ea typeface="Arial"/>
                <a:cs typeface="Arial"/>
                <a:sym typeface="Arial"/>
              </a:rPr>
              <a:t>Avatar Icons</a:t>
            </a:r>
          </a:p>
        </p:txBody>
      </p:sp>
      <p:grpSp>
        <p:nvGrpSpPr>
          <p:cNvPr id="10777" name="Google Shape;10777;p74"/>
          <p:cNvGrpSpPr/>
          <p:nvPr/>
        </p:nvGrpSpPr>
        <p:grpSpPr>
          <a:xfrm>
            <a:off x="1177276" y="2045934"/>
            <a:ext cx="389923" cy="474321"/>
            <a:chOff x="-35830350" y="1912725"/>
            <a:chExt cx="241050" cy="293225"/>
          </a:xfrm>
        </p:grpSpPr>
        <p:sp>
          <p:nvSpPr>
            <p:cNvPr id="10778" name="Google Shape;10778;p74"/>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79" name="Google Shape;10779;p74"/>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780" name="Google Shape;10780;p74"/>
          <p:cNvGrpSpPr/>
          <p:nvPr/>
        </p:nvGrpSpPr>
        <p:grpSpPr>
          <a:xfrm>
            <a:off x="1135259" y="2658732"/>
            <a:ext cx="473957" cy="471449"/>
            <a:chOff x="-35854750" y="2272675"/>
            <a:chExt cx="293000" cy="291450"/>
          </a:xfrm>
        </p:grpSpPr>
        <p:sp>
          <p:nvSpPr>
            <p:cNvPr id="10781" name="Google Shape;10781;p74"/>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82" name="Google Shape;10782;p74"/>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83" name="Google Shape;10783;p74"/>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784" name="Google Shape;10784;p74"/>
          <p:cNvGrpSpPr/>
          <p:nvPr/>
        </p:nvGrpSpPr>
        <p:grpSpPr>
          <a:xfrm>
            <a:off x="1134611" y="3264845"/>
            <a:ext cx="475251" cy="472744"/>
            <a:chOff x="-35853975" y="2631825"/>
            <a:chExt cx="293800" cy="292250"/>
          </a:xfrm>
        </p:grpSpPr>
        <p:sp>
          <p:nvSpPr>
            <p:cNvPr id="10785" name="Google Shape;10785;p74"/>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86" name="Google Shape;10786;p74"/>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87" name="Google Shape;10787;p74"/>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88" name="Google Shape;10788;p74"/>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89" name="Google Shape;10789;p74"/>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790" name="Google Shape;10790;p74"/>
          <p:cNvGrpSpPr/>
          <p:nvPr/>
        </p:nvGrpSpPr>
        <p:grpSpPr>
          <a:xfrm>
            <a:off x="4119417" y="2047370"/>
            <a:ext cx="471449" cy="471449"/>
            <a:chOff x="-34032200" y="1916675"/>
            <a:chExt cx="291450" cy="291450"/>
          </a:xfrm>
        </p:grpSpPr>
        <p:sp>
          <p:nvSpPr>
            <p:cNvPr id="10791" name="Google Shape;10791;p74"/>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92" name="Google Shape;10792;p74"/>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93" name="Google Shape;10793;p74"/>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94" name="Google Shape;10794;p74"/>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795" name="Google Shape;10795;p74"/>
          <p:cNvSpPr/>
          <p:nvPr/>
        </p:nvSpPr>
        <p:spPr>
          <a:xfrm>
            <a:off x="4114686" y="2656971"/>
            <a:ext cx="472703" cy="475493"/>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796" name="Google Shape;10796;p74"/>
          <p:cNvGrpSpPr/>
          <p:nvPr/>
        </p:nvGrpSpPr>
        <p:grpSpPr>
          <a:xfrm>
            <a:off x="4118790" y="3264845"/>
            <a:ext cx="472703" cy="472744"/>
            <a:chOff x="-34032200" y="2634975"/>
            <a:chExt cx="292225" cy="292250"/>
          </a:xfrm>
        </p:grpSpPr>
        <p:sp>
          <p:nvSpPr>
            <p:cNvPr id="10797" name="Google Shape;10797;p74"/>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98" name="Google Shape;10798;p74"/>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799" name="Google Shape;10799;p74"/>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800" name="Google Shape;10800;p74"/>
          <p:cNvGrpSpPr/>
          <p:nvPr/>
        </p:nvGrpSpPr>
        <p:grpSpPr>
          <a:xfrm>
            <a:off x="2319317" y="3886510"/>
            <a:ext cx="477839" cy="472703"/>
            <a:chOff x="-32245875" y="1938725"/>
            <a:chExt cx="295400" cy="292225"/>
          </a:xfrm>
        </p:grpSpPr>
        <p:sp>
          <p:nvSpPr>
            <p:cNvPr id="10801" name="Google Shape;10801;p74"/>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02" name="Google Shape;10802;p74"/>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03" name="Google Shape;10803;p74"/>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804" name="Google Shape;10804;p74"/>
          <p:cNvGrpSpPr/>
          <p:nvPr/>
        </p:nvGrpSpPr>
        <p:grpSpPr>
          <a:xfrm>
            <a:off x="2314867" y="4512374"/>
            <a:ext cx="486736" cy="469549"/>
            <a:chOff x="-32243500" y="2299850"/>
            <a:chExt cx="300900" cy="290275"/>
          </a:xfrm>
        </p:grpSpPr>
        <p:sp>
          <p:nvSpPr>
            <p:cNvPr id="10805" name="Google Shape;10805;p74"/>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06" name="Google Shape;10806;p74"/>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807" name="Google Shape;10807;p74"/>
          <p:cNvSpPr/>
          <p:nvPr/>
        </p:nvSpPr>
        <p:spPr>
          <a:xfrm>
            <a:off x="2316721" y="5126199"/>
            <a:ext cx="475251" cy="470156"/>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808" name="Google Shape;10808;p74"/>
          <p:cNvGrpSpPr/>
          <p:nvPr/>
        </p:nvGrpSpPr>
        <p:grpSpPr>
          <a:xfrm>
            <a:off x="1732577" y="2046095"/>
            <a:ext cx="472703" cy="473997"/>
            <a:chOff x="-35495600" y="1912725"/>
            <a:chExt cx="292225" cy="293025"/>
          </a:xfrm>
        </p:grpSpPr>
        <p:sp>
          <p:nvSpPr>
            <p:cNvPr id="10809" name="Google Shape;10809;p74"/>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10" name="Google Shape;10810;p74"/>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11" name="Google Shape;10811;p74"/>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812" name="Google Shape;10812;p74"/>
          <p:cNvSpPr/>
          <p:nvPr/>
        </p:nvSpPr>
        <p:spPr>
          <a:xfrm>
            <a:off x="1727021" y="2658367"/>
            <a:ext cx="475251" cy="472703"/>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813" name="Google Shape;10813;p74"/>
          <p:cNvGrpSpPr/>
          <p:nvPr/>
        </p:nvGrpSpPr>
        <p:grpSpPr>
          <a:xfrm>
            <a:off x="1732577" y="3265493"/>
            <a:ext cx="472703" cy="471449"/>
            <a:chOff x="-35495600" y="2631825"/>
            <a:chExt cx="292225" cy="291450"/>
          </a:xfrm>
        </p:grpSpPr>
        <p:sp>
          <p:nvSpPr>
            <p:cNvPr id="10814" name="Google Shape;10814;p74"/>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15" name="Google Shape;10815;p74"/>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16" name="Google Shape;10816;p74"/>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17" name="Google Shape;10817;p74"/>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818" name="Google Shape;10818;p74"/>
          <p:cNvGrpSpPr/>
          <p:nvPr/>
        </p:nvGrpSpPr>
        <p:grpSpPr>
          <a:xfrm>
            <a:off x="4716109" y="2047370"/>
            <a:ext cx="471449" cy="471449"/>
            <a:chOff x="-33673825" y="1916675"/>
            <a:chExt cx="291450" cy="291450"/>
          </a:xfrm>
        </p:grpSpPr>
        <p:sp>
          <p:nvSpPr>
            <p:cNvPr id="10819" name="Google Shape;10819;p74"/>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20" name="Google Shape;10820;p74"/>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21" name="Google Shape;10821;p74"/>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22" name="Google Shape;10822;p74"/>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823" name="Google Shape;10823;p74"/>
          <p:cNvGrpSpPr/>
          <p:nvPr/>
        </p:nvGrpSpPr>
        <p:grpSpPr>
          <a:xfrm>
            <a:off x="4712934" y="2657476"/>
            <a:ext cx="477799" cy="473957"/>
            <a:chOff x="-33676975" y="2275050"/>
            <a:chExt cx="295375" cy="293000"/>
          </a:xfrm>
        </p:grpSpPr>
        <p:sp>
          <p:nvSpPr>
            <p:cNvPr id="10824" name="Google Shape;10824;p74"/>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25" name="Google Shape;10825;p74"/>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26" name="Google Shape;10826;p74"/>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827" name="Google Shape;10827;p74"/>
          <p:cNvGrpSpPr/>
          <p:nvPr/>
        </p:nvGrpSpPr>
        <p:grpSpPr>
          <a:xfrm>
            <a:off x="4716109" y="3264542"/>
            <a:ext cx="471449" cy="473351"/>
            <a:chOff x="-33673825" y="2634975"/>
            <a:chExt cx="291450" cy="292625"/>
          </a:xfrm>
        </p:grpSpPr>
        <p:sp>
          <p:nvSpPr>
            <p:cNvPr id="10828" name="Google Shape;10828;p74"/>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29" name="Google Shape;10829;p74"/>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830" name="Google Shape;10830;p74"/>
          <p:cNvGrpSpPr/>
          <p:nvPr/>
        </p:nvGrpSpPr>
        <p:grpSpPr>
          <a:xfrm>
            <a:off x="2940119" y="3887096"/>
            <a:ext cx="439583" cy="471531"/>
            <a:chOff x="-31874100" y="1939525"/>
            <a:chExt cx="271750" cy="291500"/>
          </a:xfrm>
        </p:grpSpPr>
        <p:sp>
          <p:nvSpPr>
            <p:cNvPr id="10831" name="Google Shape;10831;p74"/>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32" name="Google Shape;10832;p74"/>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833" name="Google Shape;10833;p74"/>
          <p:cNvSpPr/>
          <p:nvPr/>
        </p:nvSpPr>
        <p:spPr>
          <a:xfrm>
            <a:off x="2948367" y="4511690"/>
            <a:ext cx="415400" cy="471449"/>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834" name="Google Shape;10834;p74"/>
          <p:cNvGrpSpPr/>
          <p:nvPr/>
        </p:nvGrpSpPr>
        <p:grpSpPr>
          <a:xfrm>
            <a:off x="2915269" y="5125791"/>
            <a:ext cx="489284" cy="470357"/>
            <a:chOff x="-31889075" y="2658950"/>
            <a:chExt cx="302475" cy="290775"/>
          </a:xfrm>
        </p:grpSpPr>
        <p:sp>
          <p:nvSpPr>
            <p:cNvPr id="10835" name="Google Shape;10835;p74"/>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36" name="Google Shape;10836;p74"/>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837" name="Google Shape;10837;p74"/>
          <p:cNvSpPr/>
          <p:nvPr/>
        </p:nvSpPr>
        <p:spPr>
          <a:xfrm>
            <a:off x="5299436" y="4511043"/>
            <a:ext cx="475251" cy="472744"/>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838" name="Google Shape;10838;p74"/>
          <p:cNvGrpSpPr/>
          <p:nvPr/>
        </p:nvGrpSpPr>
        <p:grpSpPr>
          <a:xfrm>
            <a:off x="2329895" y="2046095"/>
            <a:ext cx="472703" cy="473997"/>
            <a:chOff x="-35136450" y="1912725"/>
            <a:chExt cx="292225" cy="293025"/>
          </a:xfrm>
        </p:grpSpPr>
        <p:sp>
          <p:nvSpPr>
            <p:cNvPr id="10839" name="Google Shape;10839;p74"/>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40" name="Google Shape;10840;p74"/>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41" name="Google Shape;10841;p74"/>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842" name="Google Shape;10842;p74"/>
          <p:cNvGrpSpPr/>
          <p:nvPr/>
        </p:nvGrpSpPr>
        <p:grpSpPr>
          <a:xfrm>
            <a:off x="2330522" y="2658388"/>
            <a:ext cx="471449" cy="472137"/>
            <a:chOff x="-35134875" y="2272675"/>
            <a:chExt cx="291450" cy="291875"/>
          </a:xfrm>
        </p:grpSpPr>
        <p:sp>
          <p:nvSpPr>
            <p:cNvPr id="10843" name="Google Shape;10843;p74"/>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44" name="Google Shape;10844;p74"/>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45" name="Google Shape;10845;p74"/>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46" name="Google Shape;10846;p74"/>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847" name="Google Shape;10847;p74"/>
          <p:cNvGrpSpPr/>
          <p:nvPr/>
        </p:nvGrpSpPr>
        <p:grpSpPr>
          <a:xfrm>
            <a:off x="2385945" y="3265493"/>
            <a:ext cx="360604" cy="471449"/>
            <a:chOff x="-35101800" y="2631050"/>
            <a:chExt cx="222925" cy="291450"/>
          </a:xfrm>
        </p:grpSpPr>
        <p:sp>
          <p:nvSpPr>
            <p:cNvPr id="10848" name="Google Shape;10848;p74"/>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49" name="Google Shape;10849;p74"/>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50" name="Google Shape;10850;p74"/>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51" name="Google Shape;10851;p74"/>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852" name="Google Shape;10852;p74"/>
          <p:cNvSpPr/>
          <p:nvPr/>
        </p:nvSpPr>
        <p:spPr>
          <a:xfrm>
            <a:off x="5309540" y="2046480"/>
            <a:ext cx="451027" cy="473673"/>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853" name="Google Shape;10853;p74"/>
          <p:cNvGrpSpPr/>
          <p:nvPr/>
        </p:nvGrpSpPr>
        <p:grpSpPr>
          <a:xfrm>
            <a:off x="5303348" y="2657476"/>
            <a:ext cx="471449" cy="473957"/>
            <a:chOff x="-33314675" y="2275050"/>
            <a:chExt cx="291450" cy="293000"/>
          </a:xfrm>
        </p:grpSpPr>
        <p:sp>
          <p:nvSpPr>
            <p:cNvPr id="10854" name="Google Shape;10854;p74"/>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55" name="Google Shape;10855;p74"/>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56" name="Google Shape;10856;p74"/>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857" name="Google Shape;10857;p74"/>
          <p:cNvSpPr/>
          <p:nvPr/>
        </p:nvSpPr>
        <p:spPr>
          <a:xfrm>
            <a:off x="5297428" y="3263876"/>
            <a:ext cx="475251" cy="475291"/>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858" name="Google Shape;10858;p74"/>
          <p:cNvGrpSpPr/>
          <p:nvPr/>
        </p:nvGrpSpPr>
        <p:grpSpPr>
          <a:xfrm>
            <a:off x="3519602" y="3887157"/>
            <a:ext cx="471449" cy="471409"/>
            <a:chOff x="-31523625" y="1939525"/>
            <a:chExt cx="291450" cy="291425"/>
          </a:xfrm>
        </p:grpSpPr>
        <p:sp>
          <p:nvSpPr>
            <p:cNvPr id="10859" name="Google Shape;10859;p74"/>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60" name="Google Shape;10860;p74"/>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61" name="Google Shape;10861;p74"/>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62" name="Google Shape;10862;p74"/>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63" name="Google Shape;10863;p74"/>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64" name="Google Shape;10864;p74"/>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65" name="Google Shape;10865;p74"/>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66" name="Google Shape;10866;p74"/>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67" name="Google Shape;10867;p74"/>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68" name="Google Shape;10868;p74"/>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69" name="Google Shape;10869;p74"/>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870" name="Google Shape;10870;p74"/>
          <p:cNvGrpSpPr/>
          <p:nvPr/>
        </p:nvGrpSpPr>
        <p:grpSpPr>
          <a:xfrm>
            <a:off x="3518328" y="4511425"/>
            <a:ext cx="473997" cy="471449"/>
            <a:chOff x="-31523625" y="2298675"/>
            <a:chExt cx="293025" cy="291450"/>
          </a:xfrm>
        </p:grpSpPr>
        <p:sp>
          <p:nvSpPr>
            <p:cNvPr id="10871" name="Google Shape;10871;p74"/>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72" name="Google Shape;10872;p74"/>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73" name="Google Shape;10873;p74"/>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874" name="Google Shape;10874;p74"/>
          <p:cNvSpPr/>
          <p:nvPr/>
        </p:nvSpPr>
        <p:spPr>
          <a:xfrm>
            <a:off x="3511979" y="5123652"/>
            <a:ext cx="479093" cy="475251"/>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0875" name="Google Shape;10875;p74"/>
          <p:cNvSpPr/>
          <p:nvPr/>
        </p:nvSpPr>
        <p:spPr>
          <a:xfrm>
            <a:off x="5300711" y="5125553"/>
            <a:ext cx="472703" cy="471449"/>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876" name="Google Shape;10876;p74"/>
          <p:cNvGrpSpPr/>
          <p:nvPr/>
        </p:nvGrpSpPr>
        <p:grpSpPr>
          <a:xfrm>
            <a:off x="2941245" y="2047390"/>
            <a:ext cx="442131" cy="471409"/>
            <a:chOff x="-34767825" y="1914325"/>
            <a:chExt cx="273325" cy="291425"/>
          </a:xfrm>
        </p:grpSpPr>
        <p:sp>
          <p:nvSpPr>
            <p:cNvPr id="10877" name="Google Shape;10877;p74"/>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78" name="Google Shape;10878;p74"/>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79" name="Google Shape;10879;p74"/>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880" name="Google Shape;10880;p74"/>
          <p:cNvGrpSpPr/>
          <p:nvPr/>
        </p:nvGrpSpPr>
        <p:grpSpPr>
          <a:xfrm>
            <a:off x="2924684" y="2657456"/>
            <a:ext cx="475251" cy="473997"/>
            <a:chOff x="-34778075" y="2272675"/>
            <a:chExt cx="293800" cy="293025"/>
          </a:xfrm>
        </p:grpSpPr>
        <p:sp>
          <p:nvSpPr>
            <p:cNvPr id="10881" name="Google Shape;10881;p74"/>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82" name="Google Shape;10882;p74"/>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83" name="Google Shape;10883;p74"/>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884" name="Google Shape;10884;p74"/>
          <p:cNvGrpSpPr/>
          <p:nvPr/>
        </p:nvGrpSpPr>
        <p:grpSpPr>
          <a:xfrm>
            <a:off x="2926586" y="3265493"/>
            <a:ext cx="471449" cy="471449"/>
            <a:chOff x="-34776500" y="2631825"/>
            <a:chExt cx="291450" cy="291450"/>
          </a:xfrm>
        </p:grpSpPr>
        <p:sp>
          <p:nvSpPr>
            <p:cNvPr id="10885" name="Google Shape;10885;p74"/>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86" name="Google Shape;10886;p74"/>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87" name="Google Shape;10887;p74"/>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888" name="Google Shape;10888;p74"/>
          <p:cNvGrpSpPr/>
          <p:nvPr/>
        </p:nvGrpSpPr>
        <p:grpSpPr>
          <a:xfrm>
            <a:off x="1138171" y="3883965"/>
            <a:ext cx="472703" cy="477799"/>
            <a:chOff x="-32956300" y="1915900"/>
            <a:chExt cx="292225" cy="295375"/>
          </a:xfrm>
        </p:grpSpPr>
        <p:sp>
          <p:nvSpPr>
            <p:cNvPr id="10889" name="Google Shape;10889;p74"/>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90" name="Google Shape;10890;p74"/>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891" name="Google Shape;10891;p74"/>
          <p:cNvSpPr/>
          <p:nvPr/>
        </p:nvSpPr>
        <p:spPr>
          <a:xfrm>
            <a:off x="1134198" y="4511710"/>
            <a:ext cx="472703" cy="471409"/>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0892" name="Google Shape;10892;p74"/>
          <p:cNvSpPr/>
          <p:nvPr/>
        </p:nvSpPr>
        <p:spPr>
          <a:xfrm>
            <a:off x="1133550" y="5124905"/>
            <a:ext cx="473997" cy="472744"/>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893" name="Google Shape;10893;p74"/>
          <p:cNvGrpSpPr/>
          <p:nvPr/>
        </p:nvGrpSpPr>
        <p:grpSpPr>
          <a:xfrm>
            <a:off x="4108135" y="3887157"/>
            <a:ext cx="475251" cy="471409"/>
            <a:chOff x="-31166825" y="1939525"/>
            <a:chExt cx="293800" cy="291425"/>
          </a:xfrm>
        </p:grpSpPr>
        <p:sp>
          <p:nvSpPr>
            <p:cNvPr id="10894" name="Google Shape;10894;p74"/>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95" name="Google Shape;10895;p74"/>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96" name="Google Shape;10896;p74"/>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97" name="Google Shape;10897;p74"/>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98" name="Google Shape;10898;p74"/>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899" name="Google Shape;10899;p74"/>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00" name="Google Shape;10900;p74"/>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01" name="Google Shape;10901;p74"/>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02" name="Google Shape;10902;p74"/>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03" name="Google Shape;10903;p74"/>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04" name="Google Shape;10904;p74"/>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905" name="Google Shape;10905;p74"/>
          <p:cNvGrpSpPr/>
          <p:nvPr/>
        </p:nvGrpSpPr>
        <p:grpSpPr>
          <a:xfrm>
            <a:off x="4109410" y="4511061"/>
            <a:ext cx="472703" cy="472177"/>
            <a:chOff x="-31165250" y="2298675"/>
            <a:chExt cx="292225" cy="291900"/>
          </a:xfrm>
        </p:grpSpPr>
        <p:sp>
          <p:nvSpPr>
            <p:cNvPr id="10906" name="Google Shape;10906;p74"/>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07" name="Google Shape;10907;p74"/>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08" name="Google Shape;10908;p74"/>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909" name="Google Shape;10909;p74"/>
          <p:cNvGrpSpPr/>
          <p:nvPr/>
        </p:nvGrpSpPr>
        <p:grpSpPr>
          <a:xfrm>
            <a:off x="4110057" y="5125266"/>
            <a:ext cx="471409" cy="471409"/>
            <a:chOff x="-31164450" y="2657050"/>
            <a:chExt cx="291425" cy="291425"/>
          </a:xfrm>
        </p:grpSpPr>
        <p:sp>
          <p:nvSpPr>
            <p:cNvPr id="10910" name="Google Shape;10910;p74"/>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11" name="Google Shape;10911;p74"/>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12" name="Google Shape;10912;p74"/>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13" name="Google Shape;10913;p74"/>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914" name="Google Shape;10914;p74"/>
          <p:cNvSpPr/>
          <p:nvPr/>
        </p:nvSpPr>
        <p:spPr>
          <a:xfrm>
            <a:off x="2918623" y="5686227"/>
            <a:ext cx="473997" cy="470156"/>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915" name="Google Shape;10915;p74"/>
          <p:cNvGrpSpPr/>
          <p:nvPr/>
        </p:nvGrpSpPr>
        <p:grpSpPr>
          <a:xfrm>
            <a:off x="3510650" y="2046905"/>
            <a:ext cx="477799" cy="472380"/>
            <a:chOff x="-34421275" y="1912725"/>
            <a:chExt cx="295375" cy="292025"/>
          </a:xfrm>
        </p:grpSpPr>
        <p:sp>
          <p:nvSpPr>
            <p:cNvPr id="10916" name="Google Shape;10916;p74"/>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17" name="Google Shape;10917;p74"/>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918" name="Google Shape;10918;p74"/>
          <p:cNvGrpSpPr/>
          <p:nvPr/>
        </p:nvGrpSpPr>
        <p:grpSpPr>
          <a:xfrm>
            <a:off x="3509376" y="2657458"/>
            <a:ext cx="480347" cy="473997"/>
            <a:chOff x="-34418125" y="2271100"/>
            <a:chExt cx="296950" cy="293025"/>
          </a:xfrm>
        </p:grpSpPr>
        <p:sp>
          <p:nvSpPr>
            <p:cNvPr id="10919" name="Google Shape;10919;p74"/>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20" name="Google Shape;10920;p74"/>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21" name="Google Shape;10921;p74"/>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22" name="Google Shape;10922;p74"/>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23" name="Google Shape;10923;p74"/>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924" name="Google Shape;10924;p74"/>
          <p:cNvGrpSpPr/>
          <p:nvPr/>
        </p:nvGrpSpPr>
        <p:grpSpPr>
          <a:xfrm>
            <a:off x="3510650" y="3265493"/>
            <a:ext cx="477799" cy="471449"/>
            <a:chOff x="-34421275" y="2631050"/>
            <a:chExt cx="295375" cy="291450"/>
          </a:xfrm>
        </p:grpSpPr>
        <p:sp>
          <p:nvSpPr>
            <p:cNvPr id="10925" name="Google Shape;10925;p74"/>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26" name="Google Shape;10926;p74"/>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27" name="Google Shape;10927;p74"/>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28" name="Google Shape;10928;p74"/>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0929" name="Google Shape;10929;p74"/>
          <p:cNvSpPr/>
          <p:nvPr/>
        </p:nvSpPr>
        <p:spPr>
          <a:xfrm>
            <a:off x="1732206" y="3886734"/>
            <a:ext cx="471449" cy="472703"/>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0930" name="Google Shape;10930;p74"/>
          <p:cNvSpPr/>
          <p:nvPr/>
        </p:nvSpPr>
        <p:spPr>
          <a:xfrm>
            <a:off x="1732206" y="4511710"/>
            <a:ext cx="471449" cy="471409"/>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0931" name="Google Shape;10931;p74"/>
          <p:cNvSpPr/>
          <p:nvPr/>
        </p:nvSpPr>
        <p:spPr>
          <a:xfrm>
            <a:off x="1720113" y="5125087"/>
            <a:ext cx="495632" cy="472380"/>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0932" name="Google Shape;10932;p74"/>
          <p:cNvGrpSpPr/>
          <p:nvPr/>
        </p:nvGrpSpPr>
        <p:grpSpPr>
          <a:xfrm>
            <a:off x="4716828" y="3887783"/>
            <a:ext cx="471449" cy="470156"/>
            <a:chOff x="-30805300" y="1938725"/>
            <a:chExt cx="291450" cy="290650"/>
          </a:xfrm>
        </p:grpSpPr>
        <p:sp>
          <p:nvSpPr>
            <p:cNvPr id="10933" name="Google Shape;10933;p74"/>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34" name="Google Shape;10934;p74"/>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935" name="Google Shape;10935;p74"/>
          <p:cNvGrpSpPr/>
          <p:nvPr/>
        </p:nvGrpSpPr>
        <p:grpSpPr>
          <a:xfrm>
            <a:off x="4717474" y="4511687"/>
            <a:ext cx="470156" cy="470924"/>
            <a:chOff x="-30805300" y="2298675"/>
            <a:chExt cx="290650" cy="291125"/>
          </a:xfrm>
        </p:grpSpPr>
        <p:sp>
          <p:nvSpPr>
            <p:cNvPr id="10936" name="Google Shape;10936;p74"/>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37" name="Google Shape;10937;p74"/>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38" name="Google Shape;10938;p74"/>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39" name="Google Shape;10939;p74"/>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940" name="Google Shape;10940;p74"/>
          <p:cNvGrpSpPr/>
          <p:nvPr/>
        </p:nvGrpSpPr>
        <p:grpSpPr>
          <a:xfrm>
            <a:off x="4716848" y="5125266"/>
            <a:ext cx="471409" cy="471409"/>
            <a:chOff x="-30806075" y="2657050"/>
            <a:chExt cx="291425" cy="291425"/>
          </a:xfrm>
        </p:grpSpPr>
        <p:sp>
          <p:nvSpPr>
            <p:cNvPr id="10941" name="Google Shape;10941;p74"/>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42" name="Google Shape;10942;p74"/>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43" name="Google Shape;10943;p74"/>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944" name="Google Shape;10944;p74"/>
          <p:cNvGrpSpPr/>
          <p:nvPr/>
        </p:nvGrpSpPr>
        <p:grpSpPr>
          <a:xfrm>
            <a:off x="3519576" y="5735676"/>
            <a:ext cx="471409" cy="471409"/>
            <a:chOff x="-30064925" y="2332550"/>
            <a:chExt cx="291425" cy="291425"/>
          </a:xfrm>
        </p:grpSpPr>
        <p:sp>
          <p:nvSpPr>
            <p:cNvPr id="10945" name="Google Shape;10945;p74"/>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46" name="Google Shape;10946;p74"/>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47" name="Google Shape;10947;p74"/>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948" name="Google Shape;10948;p74"/>
          <p:cNvGrpSpPr/>
          <p:nvPr/>
        </p:nvGrpSpPr>
        <p:grpSpPr>
          <a:xfrm>
            <a:off x="5310758" y="3881675"/>
            <a:ext cx="465140" cy="463839"/>
            <a:chOff x="2821450" y="2957850"/>
            <a:chExt cx="259275" cy="258550"/>
          </a:xfrm>
        </p:grpSpPr>
        <p:sp>
          <p:nvSpPr>
            <p:cNvPr id="10949" name="Google Shape;10949;p74"/>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50" name="Google Shape;10950;p74"/>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51" name="Google Shape;10951;p74"/>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solidFill>
                <a:schemeClr val="bg1">
                  <a:lumMod val="65000"/>
                </a:schemeClr>
              </a:solidFill>
            </a:ln>
          </p:spPr>
          <p:txBody>
            <a:bodyPr/>
            <a:lstStyle/>
            <a:p>
              <a:endParaRPr lang="en-IN" sz="2400">
                <a:solidFill>
                  <a:schemeClr val="tx1">
                    <a:lumMod val="95000"/>
                    <a:lumOff val="5000"/>
                  </a:schemeClr>
                </a:solidFill>
              </a:endParaRPr>
            </a:p>
          </p:txBody>
        </p:sp>
      </p:grpSp>
      <p:grpSp>
        <p:nvGrpSpPr>
          <p:cNvPr id="10952" name="Google Shape;10952;p74"/>
          <p:cNvGrpSpPr/>
          <p:nvPr/>
        </p:nvGrpSpPr>
        <p:grpSpPr>
          <a:xfrm>
            <a:off x="6477467" y="2043032"/>
            <a:ext cx="481453" cy="481453"/>
            <a:chOff x="-57970450" y="1903275"/>
            <a:chExt cx="318225" cy="318225"/>
          </a:xfrm>
        </p:grpSpPr>
        <p:sp>
          <p:nvSpPr>
            <p:cNvPr id="10953" name="Google Shape;10953;p74"/>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54" name="Google Shape;10954;p74"/>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55" name="Google Shape;10955;p74"/>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56" name="Google Shape;10956;p74"/>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957" name="Google Shape;10957;p74"/>
          <p:cNvGrpSpPr/>
          <p:nvPr/>
        </p:nvGrpSpPr>
        <p:grpSpPr>
          <a:xfrm>
            <a:off x="6506667" y="2677642"/>
            <a:ext cx="423053" cy="479071"/>
            <a:chOff x="-57950750" y="2296300"/>
            <a:chExt cx="279625" cy="316650"/>
          </a:xfrm>
        </p:grpSpPr>
        <p:sp>
          <p:nvSpPr>
            <p:cNvPr id="10958" name="Google Shape;10958;p74"/>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59" name="Google Shape;10959;p74"/>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60" name="Google Shape;10960;p74"/>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61" name="Google Shape;10961;p74"/>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962" name="Google Shape;10962;p74"/>
          <p:cNvGrpSpPr/>
          <p:nvPr/>
        </p:nvGrpSpPr>
        <p:grpSpPr>
          <a:xfrm>
            <a:off x="6477619" y="3279877"/>
            <a:ext cx="481151" cy="480281"/>
            <a:chOff x="-57969675" y="2687750"/>
            <a:chExt cx="318025" cy="317450"/>
          </a:xfrm>
        </p:grpSpPr>
        <p:sp>
          <p:nvSpPr>
            <p:cNvPr id="10963" name="Google Shape;10963;p74"/>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64" name="Google Shape;10964;p74"/>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65" name="Google Shape;10965;p74"/>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66" name="Google Shape;10966;p74"/>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967" name="Google Shape;10967;p74"/>
          <p:cNvGrpSpPr/>
          <p:nvPr/>
        </p:nvGrpSpPr>
        <p:grpSpPr>
          <a:xfrm>
            <a:off x="9423197" y="2043032"/>
            <a:ext cx="485047" cy="481453"/>
            <a:chOff x="-56012425" y="1903275"/>
            <a:chExt cx="320600" cy="318225"/>
          </a:xfrm>
        </p:grpSpPr>
        <p:sp>
          <p:nvSpPr>
            <p:cNvPr id="10968" name="Google Shape;10968;p74"/>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69" name="Google Shape;10969;p74"/>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970" name="Google Shape;10970;p74"/>
          <p:cNvGrpSpPr/>
          <p:nvPr/>
        </p:nvGrpSpPr>
        <p:grpSpPr>
          <a:xfrm>
            <a:off x="9424387" y="2675257"/>
            <a:ext cx="482664" cy="482664"/>
            <a:chOff x="-56010850" y="2294725"/>
            <a:chExt cx="319025" cy="319025"/>
          </a:xfrm>
        </p:grpSpPr>
        <p:sp>
          <p:nvSpPr>
            <p:cNvPr id="10971" name="Google Shape;10971;p74"/>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72" name="Google Shape;10972;p74"/>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73" name="Google Shape;10973;p74"/>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74" name="Google Shape;10974;p74"/>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975" name="Google Shape;10975;p74"/>
          <p:cNvGrpSpPr/>
          <p:nvPr/>
        </p:nvGrpSpPr>
        <p:grpSpPr>
          <a:xfrm>
            <a:off x="9424408" y="3278703"/>
            <a:ext cx="482625" cy="481453"/>
            <a:chOff x="-56010050" y="2686975"/>
            <a:chExt cx="319000" cy="318225"/>
          </a:xfrm>
        </p:grpSpPr>
        <p:sp>
          <p:nvSpPr>
            <p:cNvPr id="10976" name="Google Shape;10976;p74"/>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77" name="Google Shape;10977;p74"/>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78" name="Google Shape;10978;p74"/>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79" name="Google Shape;10979;p74"/>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980" name="Google Shape;10980;p74"/>
          <p:cNvGrpSpPr/>
          <p:nvPr/>
        </p:nvGrpSpPr>
        <p:grpSpPr>
          <a:xfrm>
            <a:off x="7671735" y="3882582"/>
            <a:ext cx="482664" cy="481453"/>
            <a:chOff x="-54081175" y="1903275"/>
            <a:chExt cx="319025" cy="318225"/>
          </a:xfrm>
        </p:grpSpPr>
        <p:sp>
          <p:nvSpPr>
            <p:cNvPr id="10981" name="Google Shape;10981;p74"/>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82" name="Google Shape;10982;p74"/>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983" name="Google Shape;10983;p74"/>
          <p:cNvGrpSpPr/>
          <p:nvPr/>
        </p:nvGrpSpPr>
        <p:grpSpPr>
          <a:xfrm>
            <a:off x="7701539" y="4487200"/>
            <a:ext cx="423053" cy="480281"/>
            <a:chOff x="-54063050" y="2296300"/>
            <a:chExt cx="279625" cy="317450"/>
          </a:xfrm>
        </p:grpSpPr>
        <p:sp>
          <p:nvSpPr>
            <p:cNvPr id="10984" name="Google Shape;10984;p74"/>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85" name="Google Shape;10985;p74"/>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86" name="Google Shape;10986;p74"/>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87" name="Google Shape;10987;p74"/>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988" name="Google Shape;10988;p74"/>
          <p:cNvGrpSpPr/>
          <p:nvPr/>
        </p:nvGrpSpPr>
        <p:grpSpPr>
          <a:xfrm>
            <a:off x="7701539" y="5105949"/>
            <a:ext cx="423053" cy="481377"/>
            <a:chOff x="-54061475" y="2685450"/>
            <a:chExt cx="279625" cy="318175"/>
          </a:xfrm>
        </p:grpSpPr>
        <p:sp>
          <p:nvSpPr>
            <p:cNvPr id="10989" name="Google Shape;10989;p74"/>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90" name="Google Shape;10990;p74"/>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91" name="Google Shape;10991;p74"/>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92" name="Google Shape;10992;p74"/>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993" name="Google Shape;10993;p74"/>
          <p:cNvGrpSpPr/>
          <p:nvPr/>
        </p:nvGrpSpPr>
        <p:grpSpPr>
          <a:xfrm>
            <a:off x="10706254" y="3895708"/>
            <a:ext cx="367037" cy="482625"/>
            <a:chOff x="-52074300" y="1911950"/>
            <a:chExt cx="242600" cy="319000"/>
          </a:xfrm>
        </p:grpSpPr>
        <p:sp>
          <p:nvSpPr>
            <p:cNvPr id="10994" name="Google Shape;10994;p74"/>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95" name="Google Shape;10995;p74"/>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96" name="Google Shape;10996;p74"/>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0997" name="Google Shape;10997;p74"/>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0998" name="Google Shape;10998;p74"/>
          <p:cNvGrpSpPr/>
          <p:nvPr/>
        </p:nvGrpSpPr>
        <p:grpSpPr>
          <a:xfrm>
            <a:off x="7050252" y="2044243"/>
            <a:ext cx="482664" cy="481453"/>
            <a:chOff x="-57578225" y="1904075"/>
            <a:chExt cx="319025" cy="318225"/>
          </a:xfrm>
        </p:grpSpPr>
        <p:sp>
          <p:nvSpPr>
            <p:cNvPr id="10999" name="Google Shape;10999;p74"/>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00" name="Google Shape;11000;p74"/>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01" name="Google Shape;11001;p74"/>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02" name="Google Shape;11002;p74"/>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03" name="Google Shape;11003;p74"/>
          <p:cNvGrpSpPr/>
          <p:nvPr/>
        </p:nvGrpSpPr>
        <p:grpSpPr>
          <a:xfrm>
            <a:off x="7080056" y="2675258"/>
            <a:ext cx="423053" cy="481453"/>
            <a:chOff x="-57558525" y="2294725"/>
            <a:chExt cx="279625" cy="318225"/>
          </a:xfrm>
        </p:grpSpPr>
        <p:sp>
          <p:nvSpPr>
            <p:cNvPr id="11004" name="Google Shape;11004;p74"/>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05" name="Google Shape;11005;p74"/>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06" name="Google Shape;11006;p74"/>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07" name="Google Shape;11007;p74"/>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08" name="Google Shape;11008;p74"/>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09" name="Google Shape;11009;p74"/>
          <p:cNvGrpSpPr/>
          <p:nvPr/>
        </p:nvGrpSpPr>
        <p:grpSpPr>
          <a:xfrm>
            <a:off x="7047868" y="3278704"/>
            <a:ext cx="487429" cy="482625"/>
            <a:chOff x="-57579800" y="2686975"/>
            <a:chExt cx="322175" cy="319000"/>
          </a:xfrm>
        </p:grpSpPr>
        <p:sp>
          <p:nvSpPr>
            <p:cNvPr id="11010" name="Google Shape;11010;p74"/>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11" name="Google Shape;11011;p74"/>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12" name="Google Shape;11012;p74"/>
          <p:cNvGrpSpPr/>
          <p:nvPr/>
        </p:nvGrpSpPr>
        <p:grpSpPr>
          <a:xfrm>
            <a:off x="10014243" y="2675258"/>
            <a:ext cx="489812" cy="481453"/>
            <a:chOff x="-55620975" y="2294725"/>
            <a:chExt cx="323750" cy="318225"/>
          </a:xfrm>
        </p:grpSpPr>
        <p:sp>
          <p:nvSpPr>
            <p:cNvPr id="11013" name="Google Shape;11013;p74"/>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14" name="Google Shape;11014;p74"/>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15" name="Google Shape;11015;p74"/>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16" name="Google Shape;11016;p74"/>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17" name="Google Shape;11017;p74"/>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18" name="Google Shape;11018;p74"/>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19" name="Google Shape;11019;p74"/>
          <p:cNvGrpSpPr/>
          <p:nvPr/>
        </p:nvGrpSpPr>
        <p:grpSpPr>
          <a:xfrm>
            <a:off x="10017231" y="3278590"/>
            <a:ext cx="483836" cy="481567"/>
            <a:chOff x="-55620175" y="2686900"/>
            <a:chExt cx="319800" cy="318300"/>
          </a:xfrm>
        </p:grpSpPr>
        <p:sp>
          <p:nvSpPr>
            <p:cNvPr id="11020" name="Google Shape;11020;p74"/>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21" name="Google Shape;11021;p74"/>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22" name="Google Shape;11022;p74"/>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23" name="Google Shape;11023;p74"/>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24" name="Google Shape;11024;p74"/>
          <p:cNvGrpSpPr/>
          <p:nvPr/>
        </p:nvGrpSpPr>
        <p:grpSpPr>
          <a:xfrm>
            <a:off x="8265184" y="3882582"/>
            <a:ext cx="482625" cy="481453"/>
            <a:chOff x="-53690500" y="1903275"/>
            <a:chExt cx="319000" cy="318225"/>
          </a:xfrm>
        </p:grpSpPr>
        <p:sp>
          <p:nvSpPr>
            <p:cNvPr id="11025" name="Google Shape;11025;p74"/>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26" name="Google Shape;11026;p74"/>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27" name="Google Shape;11027;p74"/>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28" name="Google Shape;11028;p74"/>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29" name="Google Shape;11029;p74"/>
          <p:cNvGrpSpPr/>
          <p:nvPr/>
        </p:nvGrpSpPr>
        <p:grpSpPr>
          <a:xfrm>
            <a:off x="8294968" y="4487199"/>
            <a:ext cx="423053" cy="479071"/>
            <a:chOff x="-53670800" y="2296300"/>
            <a:chExt cx="279625" cy="316650"/>
          </a:xfrm>
        </p:grpSpPr>
        <p:sp>
          <p:nvSpPr>
            <p:cNvPr id="11030" name="Google Shape;11030;p74"/>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31" name="Google Shape;11031;p74"/>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32" name="Google Shape;11032;p74"/>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33" name="Google Shape;11033;p74"/>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34" name="Google Shape;11034;p74"/>
          <p:cNvGrpSpPr/>
          <p:nvPr/>
        </p:nvGrpSpPr>
        <p:grpSpPr>
          <a:xfrm>
            <a:off x="8265184" y="5107651"/>
            <a:ext cx="482625" cy="482059"/>
            <a:chOff x="-53690500" y="2686575"/>
            <a:chExt cx="319000" cy="318625"/>
          </a:xfrm>
        </p:grpSpPr>
        <p:sp>
          <p:nvSpPr>
            <p:cNvPr id="11035" name="Google Shape;11035;p74"/>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36" name="Google Shape;11036;p74"/>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37" name="Google Shape;11037;p74"/>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38" name="Google Shape;11038;p74"/>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39" name="Google Shape;11039;p74"/>
          <p:cNvGrpSpPr/>
          <p:nvPr/>
        </p:nvGrpSpPr>
        <p:grpSpPr>
          <a:xfrm>
            <a:off x="10678226" y="4498131"/>
            <a:ext cx="423092" cy="481264"/>
            <a:chOff x="-52092425" y="2303525"/>
            <a:chExt cx="279650" cy="318100"/>
          </a:xfrm>
        </p:grpSpPr>
        <p:sp>
          <p:nvSpPr>
            <p:cNvPr id="11040" name="Google Shape;11040;p74"/>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41" name="Google Shape;11041;p74"/>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42" name="Google Shape;11042;p74"/>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43" name="Google Shape;11043;p74"/>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44" name="Google Shape;11044;p74"/>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45" name="Google Shape;11045;p74"/>
          <p:cNvGrpSpPr/>
          <p:nvPr/>
        </p:nvGrpSpPr>
        <p:grpSpPr>
          <a:xfrm>
            <a:off x="7636971" y="2045415"/>
            <a:ext cx="485008" cy="481453"/>
            <a:chOff x="-57189125" y="1904850"/>
            <a:chExt cx="320575" cy="318225"/>
          </a:xfrm>
        </p:grpSpPr>
        <p:sp>
          <p:nvSpPr>
            <p:cNvPr id="11046" name="Google Shape;11046;p74"/>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47" name="Google Shape;11047;p74"/>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48" name="Google Shape;11048;p74"/>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49" name="Google Shape;11049;p74"/>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50" name="Google Shape;11050;p74"/>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51" name="Google Shape;11051;p74"/>
          <p:cNvGrpSpPr/>
          <p:nvPr/>
        </p:nvGrpSpPr>
        <p:grpSpPr>
          <a:xfrm>
            <a:off x="7638162" y="2705064"/>
            <a:ext cx="482625" cy="421881"/>
            <a:chOff x="-57187550" y="2314425"/>
            <a:chExt cx="319000" cy="278850"/>
          </a:xfrm>
        </p:grpSpPr>
        <p:sp>
          <p:nvSpPr>
            <p:cNvPr id="11052" name="Google Shape;11052;p74"/>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53" name="Google Shape;11053;p74"/>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54" name="Google Shape;11054;p74"/>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55" name="Google Shape;11055;p74"/>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56" name="Google Shape;11056;p74"/>
          <p:cNvGrpSpPr/>
          <p:nvPr/>
        </p:nvGrpSpPr>
        <p:grpSpPr>
          <a:xfrm>
            <a:off x="7660780" y="3277796"/>
            <a:ext cx="437389" cy="482361"/>
            <a:chOff x="-57172600" y="2686375"/>
            <a:chExt cx="289100" cy="318825"/>
          </a:xfrm>
        </p:grpSpPr>
        <p:sp>
          <p:nvSpPr>
            <p:cNvPr id="11057" name="Google Shape;11057;p74"/>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58" name="Google Shape;11058;p74"/>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59" name="Google Shape;11059;p74"/>
          <p:cNvGrpSpPr/>
          <p:nvPr/>
        </p:nvGrpSpPr>
        <p:grpSpPr>
          <a:xfrm>
            <a:off x="10611246" y="2043033"/>
            <a:ext cx="481453" cy="479071"/>
            <a:chOff x="-55225575" y="1903275"/>
            <a:chExt cx="318225" cy="316650"/>
          </a:xfrm>
        </p:grpSpPr>
        <p:sp>
          <p:nvSpPr>
            <p:cNvPr id="11060" name="Google Shape;11060;p74"/>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61" name="Google Shape;11061;p74"/>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62" name="Google Shape;11062;p74"/>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63" name="Google Shape;11063;p74"/>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64" name="Google Shape;11064;p74"/>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65" name="Google Shape;11065;p74"/>
          <p:cNvGrpSpPr/>
          <p:nvPr/>
        </p:nvGrpSpPr>
        <p:grpSpPr>
          <a:xfrm>
            <a:off x="10626148" y="2677642"/>
            <a:ext cx="451648" cy="479071"/>
            <a:chOff x="-55217700" y="2296300"/>
            <a:chExt cx="298525" cy="316650"/>
          </a:xfrm>
        </p:grpSpPr>
        <p:sp>
          <p:nvSpPr>
            <p:cNvPr id="11066" name="Google Shape;11066;p74"/>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67" name="Google Shape;11067;p74"/>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68" name="Google Shape;11068;p74"/>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69" name="Google Shape;11069;p74"/>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70" name="Google Shape;11070;p74"/>
          <p:cNvGrpSpPr/>
          <p:nvPr/>
        </p:nvGrpSpPr>
        <p:grpSpPr>
          <a:xfrm>
            <a:off x="10610055" y="3281086"/>
            <a:ext cx="483836" cy="479071"/>
            <a:chOff x="-55229525" y="2688550"/>
            <a:chExt cx="319800" cy="316650"/>
          </a:xfrm>
        </p:grpSpPr>
        <p:sp>
          <p:nvSpPr>
            <p:cNvPr id="11071" name="Google Shape;11071;p74"/>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72" name="Google Shape;11072;p74"/>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73" name="Google Shape;11073;p74"/>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74" name="Google Shape;11074;p74"/>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75" name="Google Shape;11075;p74"/>
          <p:cNvGrpSpPr/>
          <p:nvPr/>
        </p:nvGrpSpPr>
        <p:grpSpPr>
          <a:xfrm>
            <a:off x="8871681" y="3882582"/>
            <a:ext cx="451687" cy="481453"/>
            <a:chOff x="-53288825" y="1903275"/>
            <a:chExt cx="298550" cy="318225"/>
          </a:xfrm>
        </p:grpSpPr>
        <p:sp>
          <p:nvSpPr>
            <p:cNvPr id="11076" name="Google Shape;11076;p74"/>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77" name="Google Shape;11077;p74"/>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78" name="Google Shape;11078;p74"/>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79" name="Google Shape;11079;p74"/>
          <p:cNvGrpSpPr/>
          <p:nvPr/>
        </p:nvGrpSpPr>
        <p:grpSpPr>
          <a:xfrm>
            <a:off x="8856191" y="4484816"/>
            <a:ext cx="482664" cy="481453"/>
            <a:chOff x="-53299850" y="2294725"/>
            <a:chExt cx="319025" cy="318225"/>
          </a:xfrm>
        </p:grpSpPr>
        <p:sp>
          <p:nvSpPr>
            <p:cNvPr id="11080" name="Google Shape;11080;p74"/>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81" name="Google Shape;11081;p74"/>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82" name="Google Shape;11082;p74"/>
          <p:cNvGrpSpPr/>
          <p:nvPr/>
        </p:nvGrpSpPr>
        <p:grpSpPr>
          <a:xfrm>
            <a:off x="8886582" y="5109429"/>
            <a:ext cx="421881" cy="480281"/>
            <a:chOff x="-53278575" y="2687750"/>
            <a:chExt cx="278850" cy="317450"/>
          </a:xfrm>
        </p:grpSpPr>
        <p:sp>
          <p:nvSpPr>
            <p:cNvPr id="11083" name="Google Shape;11083;p74"/>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84" name="Google Shape;11084;p74"/>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85" name="Google Shape;11085;p74"/>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86" name="Google Shape;11086;p74"/>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87" name="Google Shape;11087;p74"/>
          <p:cNvGrpSpPr/>
          <p:nvPr/>
        </p:nvGrpSpPr>
        <p:grpSpPr>
          <a:xfrm>
            <a:off x="10648440" y="5109012"/>
            <a:ext cx="482664" cy="483080"/>
            <a:chOff x="-52101875" y="2687475"/>
            <a:chExt cx="319025" cy="319300"/>
          </a:xfrm>
        </p:grpSpPr>
        <p:sp>
          <p:nvSpPr>
            <p:cNvPr id="11088" name="Google Shape;11088;p74"/>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89" name="Google Shape;11089;p74"/>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90" name="Google Shape;11090;p74"/>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91" name="Google Shape;11091;p74"/>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92" name="Google Shape;11092;p74"/>
          <p:cNvGrpSpPr/>
          <p:nvPr/>
        </p:nvGrpSpPr>
        <p:grpSpPr>
          <a:xfrm>
            <a:off x="8268106" y="2044243"/>
            <a:ext cx="423053" cy="481453"/>
            <a:chOff x="-56774050" y="1904075"/>
            <a:chExt cx="279625" cy="318225"/>
          </a:xfrm>
        </p:grpSpPr>
        <p:sp>
          <p:nvSpPr>
            <p:cNvPr id="11093" name="Google Shape;11093;p74"/>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94" name="Google Shape;11094;p74"/>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95" name="Google Shape;11095;p74"/>
          <p:cNvGrpSpPr/>
          <p:nvPr/>
        </p:nvGrpSpPr>
        <p:grpSpPr>
          <a:xfrm>
            <a:off x="8268106" y="2675258"/>
            <a:ext cx="423053" cy="481453"/>
            <a:chOff x="-56774850" y="2294725"/>
            <a:chExt cx="279625" cy="318225"/>
          </a:xfrm>
        </p:grpSpPr>
        <p:sp>
          <p:nvSpPr>
            <p:cNvPr id="11096" name="Google Shape;11096;p74"/>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97" name="Google Shape;11097;p74"/>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098" name="Google Shape;11098;p74"/>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099" name="Google Shape;11099;p74"/>
          <p:cNvGrpSpPr/>
          <p:nvPr/>
        </p:nvGrpSpPr>
        <p:grpSpPr>
          <a:xfrm>
            <a:off x="8296115" y="3278703"/>
            <a:ext cx="367037" cy="480243"/>
            <a:chOff x="-56756725" y="2686975"/>
            <a:chExt cx="242600" cy="317425"/>
          </a:xfrm>
        </p:grpSpPr>
        <p:sp>
          <p:nvSpPr>
            <p:cNvPr id="11100" name="Google Shape;11100;p74"/>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01" name="Google Shape;11101;p74"/>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02" name="Google Shape;11102;p74"/>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103" name="Google Shape;11103;p74"/>
          <p:cNvGrpSpPr/>
          <p:nvPr/>
        </p:nvGrpSpPr>
        <p:grpSpPr>
          <a:xfrm>
            <a:off x="6494024" y="3882581"/>
            <a:ext cx="449795" cy="482664"/>
            <a:chOff x="-54826975" y="1903275"/>
            <a:chExt cx="297300" cy="319025"/>
          </a:xfrm>
        </p:grpSpPr>
        <p:sp>
          <p:nvSpPr>
            <p:cNvPr id="11104" name="Google Shape;11104;p74"/>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05" name="Google Shape;11105;p74"/>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06" name="Google Shape;11106;p74"/>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107" name="Google Shape;11107;p74"/>
          <p:cNvGrpSpPr/>
          <p:nvPr/>
        </p:nvGrpSpPr>
        <p:grpSpPr>
          <a:xfrm>
            <a:off x="6477609" y="4487199"/>
            <a:ext cx="482625" cy="479032"/>
            <a:chOff x="-54836500" y="2296300"/>
            <a:chExt cx="319000" cy="316625"/>
          </a:xfrm>
        </p:grpSpPr>
        <p:sp>
          <p:nvSpPr>
            <p:cNvPr id="11108" name="Google Shape;11108;p74"/>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09" name="Google Shape;11109;p74"/>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10" name="Google Shape;11110;p74"/>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11" name="Google Shape;11111;p74"/>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112" name="Google Shape;11112;p74"/>
          <p:cNvGrpSpPr/>
          <p:nvPr/>
        </p:nvGrpSpPr>
        <p:grpSpPr>
          <a:xfrm>
            <a:off x="6506203" y="5109428"/>
            <a:ext cx="425437" cy="481453"/>
            <a:chOff x="-54817600" y="2687750"/>
            <a:chExt cx="281200" cy="318225"/>
          </a:xfrm>
        </p:grpSpPr>
        <p:sp>
          <p:nvSpPr>
            <p:cNvPr id="11113" name="Google Shape;11113;p74"/>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14" name="Google Shape;11114;p74"/>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15" name="Google Shape;11115;p74"/>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16" name="Google Shape;11116;p74"/>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117" name="Google Shape;11117;p74"/>
          <p:cNvGrpSpPr/>
          <p:nvPr/>
        </p:nvGrpSpPr>
        <p:grpSpPr>
          <a:xfrm>
            <a:off x="9480635" y="3882582"/>
            <a:ext cx="423053" cy="479071"/>
            <a:chOff x="-52887125" y="1903275"/>
            <a:chExt cx="279625" cy="316650"/>
          </a:xfrm>
        </p:grpSpPr>
        <p:sp>
          <p:nvSpPr>
            <p:cNvPr id="11118" name="Google Shape;11118;p74"/>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19" name="Google Shape;11119;p74"/>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120" name="Google Shape;11120;p74"/>
          <p:cNvGrpSpPr/>
          <p:nvPr/>
        </p:nvGrpSpPr>
        <p:grpSpPr>
          <a:xfrm>
            <a:off x="9452040" y="4483645"/>
            <a:ext cx="480243" cy="482625"/>
            <a:chOff x="-52906025" y="2293950"/>
            <a:chExt cx="317425" cy="319000"/>
          </a:xfrm>
        </p:grpSpPr>
        <p:sp>
          <p:nvSpPr>
            <p:cNvPr id="11121" name="Google Shape;11121;p74"/>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22" name="Google Shape;11122;p74"/>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23" name="Google Shape;11123;p74"/>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124" name="Google Shape;11124;p74"/>
          <p:cNvGrpSpPr/>
          <p:nvPr/>
        </p:nvGrpSpPr>
        <p:grpSpPr>
          <a:xfrm>
            <a:off x="9480635" y="5108256"/>
            <a:ext cx="423053" cy="481453"/>
            <a:chOff x="-52887125" y="2686975"/>
            <a:chExt cx="279625" cy="318225"/>
          </a:xfrm>
        </p:grpSpPr>
        <p:sp>
          <p:nvSpPr>
            <p:cNvPr id="11125" name="Google Shape;11125;p74"/>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26" name="Google Shape;11126;p74"/>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27" name="Google Shape;11127;p74"/>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28" name="Google Shape;11128;p74"/>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129" name="Google Shape;11129;p74"/>
          <p:cNvGrpSpPr/>
          <p:nvPr/>
        </p:nvGrpSpPr>
        <p:grpSpPr>
          <a:xfrm>
            <a:off x="8294464" y="5721081"/>
            <a:ext cx="424227" cy="479071"/>
            <a:chOff x="-51722225" y="1915100"/>
            <a:chExt cx="280400" cy="316650"/>
          </a:xfrm>
        </p:grpSpPr>
        <p:sp>
          <p:nvSpPr>
            <p:cNvPr id="11130" name="Google Shape;11130;p74"/>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31" name="Google Shape;11131;p74"/>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32" name="Google Shape;11132;p74"/>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33" name="Google Shape;11133;p74"/>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134" name="Google Shape;11134;p74"/>
          <p:cNvGrpSpPr/>
          <p:nvPr/>
        </p:nvGrpSpPr>
        <p:grpSpPr>
          <a:xfrm>
            <a:off x="8822238" y="2042011"/>
            <a:ext cx="494540" cy="481301"/>
            <a:chOff x="-56407800" y="1902600"/>
            <a:chExt cx="326875" cy="318125"/>
          </a:xfrm>
        </p:grpSpPr>
        <p:sp>
          <p:nvSpPr>
            <p:cNvPr id="11135" name="Google Shape;11135;p74"/>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36" name="Google Shape;11136;p74"/>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37" name="Google Shape;11137;p74"/>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138" name="Google Shape;11138;p74"/>
          <p:cNvGrpSpPr/>
          <p:nvPr/>
        </p:nvGrpSpPr>
        <p:grpSpPr>
          <a:xfrm>
            <a:off x="8829973" y="2690765"/>
            <a:ext cx="479071" cy="451648"/>
            <a:chOff x="-56401500" y="2304975"/>
            <a:chExt cx="316650" cy="298525"/>
          </a:xfrm>
        </p:grpSpPr>
        <p:sp>
          <p:nvSpPr>
            <p:cNvPr id="11139" name="Google Shape;11139;p74"/>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40" name="Google Shape;11140;p74"/>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41" name="Google Shape;11141;p74"/>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42" name="Google Shape;11142;p74"/>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143" name="Google Shape;11143;p74"/>
          <p:cNvGrpSpPr/>
          <p:nvPr/>
        </p:nvGrpSpPr>
        <p:grpSpPr>
          <a:xfrm>
            <a:off x="7105151" y="3880199"/>
            <a:ext cx="426647" cy="481453"/>
            <a:chOff x="-54426150" y="1901700"/>
            <a:chExt cx="282000" cy="318225"/>
          </a:xfrm>
        </p:grpSpPr>
        <p:sp>
          <p:nvSpPr>
            <p:cNvPr id="11144" name="Google Shape;11144;p74"/>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45" name="Google Shape;11145;p74"/>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46" name="Google Shape;11146;p74"/>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47" name="Google Shape;11147;p74"/>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148" name="Google Shape;11148;p74"/>
          <p:cNvGrpSpPr/>
          <p:nvPr/>
        </p:nvGrpSpPr>
        <p:grpSpPr>
          <a:xfrm>
            <a:off x="7105151" y="4484816"/>
            <a:ext cx="426647" cy="482664"/>
            <a:chOff x="-54426150" y="2294725"/>
            <a:chExt cx="282000" cy="319025"/>
          </a:xfrm>
        </p:grpSpPr>
        <p:sp>
          <p:nvSpPr>
            <p:cNvPr id="11149" name="Google Shape;11149;p74"/>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50" name="Google Shape;11150;p74"/>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51" name="Google Shape;11151;p74"/>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52" name="Google Shape;11152;p74"/>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53" name="Google Shape;11153;p74"/>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154" name="Google Shape;11154;p74"/>
          <p:cNvGrpSpPr/>
          <p:nvPr/>
        </p:nvGrpSpPr>
        <p:grpSpPr>
          <a:xfrm>
            <a:off x="7102768" y="5108257"/>
            <a:ext cx="431413" cy="482625"/>
            <a:chOff x="-54427725" y="2686975"/>
            <a:chExt cx="285150" cy="319000"/>
          </a:xfrm>
        </p:grpSpPr>
        <p:sp>
          <p:nvSpPr>
            <p:cNvPr id="11155" name="Google Shape;11155;p74"/>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56" name="Google Shape;11156;p74"/>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57" name="Google Shape;11157;p74"/>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58" name="Google Shape;11158;p74"/>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59" name="Google Shape;11159;p74"/>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160" name="Google Shape;11160;p74"/>
          <p:cNvGrpSpPr/>
          <p:nvPr/>
        </p:nvGrpSpPr>
        <p:grpSpPr>
          <a:xfrm>
            <a:off x="10044846" y="3882884"/>
            <a:ext cx="479071" cy="479979"/>
            <a:chOff x="-52513800" y="1903475"/>
            <a:chExt cx="316650" cy="317250"/>
          </a:xfrm>
        </p:grpSpPr>
        <p:sp>
          <p:nvSpPr>
            <p:cNvPr id="11161" name="Google Shape;11161;p74"/>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62" name="Google Shape;11162;p74"/>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163" name="Google Shape;11163;p74"/>
          <p:cNvGrpSpPr/>
          <p:nvPr/>
        </p:nvGrpSpPr>
        <p:grpSpPr>
          <a:xfrm>
            <a:off x="10057952" y="4486027"/>
            <a:ext cx="452859" cy="480243"/>
            <a:chOff x="-52505925" y="2295525"/>
            <a:chExt cx="299325" cy="317425"/>
          </a:xfrm>
        </p:grpSpPr>
        <p:sp>
          <p:nvSpPr>
            <p:cNvPr id="11164" name="Google Shape;11164;p74"/>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65" name="Google Shape;11165;p74"/>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66" name="Google Shape;11166;p74"/>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67" name="Google Shape;11167;p74"/>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168" name="Google Shape;11168;p74"/>
          <p:cNvGrpSpPr/>
          <p:nvPr/>
        </p:nvGrpSpPr>
        <p:grpSpPr>
          <a:xfrm>
            <a:off x="10072855" y="5108256"/>
            <a:ext cx="423053" cy="481453"/>
            <a:chOff x="-52494100" y="2686975"/>
            <a:chExt cx="279625" cy="318225"/>
          </a:xfrm>
        </p:grpSpPr>
        <p:sp>
          <p:nvSpPr>
            <p:cNvPr id="11169" name="Google Shape;11169;p74"/>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70" name="Google Shape;11170;p74"/>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71" name="Google Shape;11171;p74"/>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72" name="Google Shape;11172;p74"/>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173" name="Google Shape;11173;p74"/>
          <p:cNvGrpSpPr/>
          <p:nvPr/>
        </p:nvGrpSpPr>
        <p:grpSpPr>
          <a:xfrm>
            <a:off x="8887217" y="5722847"/>
            <a:ext cx="420671" cy="481453"/>
            <a:chOff x="-51708850" y="2305750"/>
            <a:chExt cx="278050" cy="318225"/>
          </a:xfrm>
        </p:grpSpPr>
        <p:sp>
          <p:nvSpPr>
            <p:cNvPr id="11174" name="Google Shape;11174;p74"/>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75" name="Google Shape;11175;p74"/>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76" name="Google Shape;11176;p74"/>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177" name="Google Shape;11177;p74"/>
          <p:cNvGrpSpPr/>
          <p:nvPr/>
        </p:nvGrpSpPr>
        <p:grpSpPr>
          <a:xfrm>
            <a:off x="10049077" y="2045230"/>
            <a:ext cx="425452" cy="482764"/>
            <a:chOff x="1044400" y="2917425"/>
            <a:chExt cx="248125" cy="281550"/>
          </a:xfrm>
        </p:grpSpPr>
        <p:sp>
          <p:nvSpPr>
            <p:cNvPr id="11178" name="Google Shape;11178;p74"/>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79" name="Google Shape;11179;p74"/>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80" name="Google Shape;11180;p74"/>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81" name="Google Shape;11181;p74"/>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82" name="Google Shape;11182;p74"/>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rgbClr val="5F7D95"/>
            </a:solidFill>
            <a:ln>
              <a:solidFill>
                <a:schemeClr val="bg1">
                  <a:lumMod val="65000"/>
                </a:schemeClr>
              </a:solidFill>
            </a:ln>
          </p:spPr>
          <p:txBody>
            <a:bodyPr/>
            <a:lstStyle/>
            <a:p>
              <a:endParaRPr lang="en-IN" sz="2400">
                <a:solidFill>
                  <a:schemeClr val="tx1">
                    <a:lumMod val="95000"/>
                    <a:lumOff val="5000"/>
                  </a:schemeClr>
                </a:solidFill>
              </a:endParaRPr>
            </a:p>
          </p:txBody>
        </p:sp>
        <p:sp>
          <p:nvSpPr>
            <p:cNvPr id="11183" name="Google Shape;11183;p74"/>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solidFill>
                <a:schemeClr val="bg1">
                  <a:lumMod val="65000"/>
                </a:schemeClr>
              </a:solidFill>
            </a:ln>
          </p:spPr>
          <p:txBody>
            <a:bodyPr/>
            <a:lstStyle/>
            <a:p>
              <a:endParaRPr lang="en-IN" sz="2400">
                <a:solidFill>
                  <a:schemeClr val="tx1">
                    <a:lumMod val="95000"/>
                    <a:lumOff val="5000"/>
                  </a:schemeClr>
                </a:solidFill>
              </a:endParaRPr>
            </a:p>
          </p:txBody>
        </p:sp>
        <p:sp>
          <p:nvSpPr>
            <p:cNvPr id="11184" name="Google Shape;11184;p74"/>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rgbClr val="5F7D95"/>
            </a:solidFill>
            <a:ln>
              <a:solidFill>
                <a:schemeClr val="bg1">
                  <a:lumMod val="65000"/>
                </a:schemeClr>
              </a:solidFill>
            </a:ln>
          </p:spPr>
          <p:txBody>
            <a:bodyPr/>
            <a:lstStyle/>
            <a:p>
              <a:endParaRPr lang="en-IN" sz="2400">
                <a:solidFill>
                  <a:schemeClr val="tx1">
                    <a:lumMod val="95000"/>
                    <a:lumOff val="5000"/>
                  </a:schemeClr>
                </a:solidFill>
              </a:endParaRPr>
            </a:p>
          </p:txBody>
        </p:sp>
        <p:sp>
          <p:nvSpPr>
            <p:cNvPr id="11185" name="Google Shape;11185;p74"/>
            <p:cNvSpPr/>
            <p:nvPr/>
          </p:nvSpPr>
          <p:spPr>
            <a:xfrm>
              <a:off x="1205975" y="2965750"/>
              <a:ext cx="21000" cy="16200"/>
            </a:xfrm>
            <a:prstGeom prst="ellipse">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186" name="Google Shape;11186;p74"/>
            <p:cNvSpPr/>
            <p:nvPr/>
          </p:nvSpPr>
          <p:spPr>
            <a:xfrm>
              <a:off x="1082225" y="2937250"/>
              <a:ext cx="11400" cy="26400"/>
            </a:xfrm>
            <a:prstGeom prst="rect">
              <a:avLst/>
            </a:pr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187" name="Google Shape;11187;p74"/>
          <p:cNvSpPr/>
          <p:nvPr/>
        </p:nvSpPr>
        <p:spPr>
          <a:xfrm>
            <a:off x="8844880" y="3279820"/>
            <a:ext cx="457624" cy="482872"/>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1191"/>
        <p:cNvGrpSpPr/>
        <p:nvPr/>
      </p:nvGrpSpPr>
      <p:grpSpPr>
        <a:xfrm>
          <a:off x="0" y="0"/>
          <a:ext cx="0" cy="0"/>
          <a:chOff x="0" y="0"/>
          <a:chExt cx="0" cy="0"/>
        </a:xfrm>
      </p:grpSpPr>
      <p:sp>
        <p:nvSpPr>
          <p:cNvPr id="11192" name="Google Shape;11192;p75"/>
          <p:cNvSpPr txBox="1">
            <a:spLocks noGrp="1"/>
          </p:cNvSpPr>
          <p:nvPr>
            <p:ph type="title" idx="4294967295"/>
          </p:nvPr>
        </p:nvSpPr>
        <p:spPr>
          <a:xfrm>
            <a:off x="1118512" y="545525"/>
            <a:ext cx="4642800" cy="643200"/>
          </a:xfrm>
          <a:prstGeom prst="rect">
            <a:avLst/>
          </a:prstGeom>
          <a:ln>
            <a:solidFill>
              <a:schemeClr val="bg1">
                <a:lumMod val="65000"/>
              </a:schemeClr>
            </a:solidFill>
          </a:ln>
        </p:spPr>
        <p:txBody>
          <a:bodyPr spcFirstLastPara="1" vert="horz" wrap="square" lIns="121900" tIns="121900" rIns="121900" bIns="121900" rtlCol="0" anchor="t" anchorCtr="0">
            <a:noAutofit/>
          </a:bodyPr>
          <a:lstStyle/>
          <a:p>
            <a:pPr algn="ctr">
              <a:spcBef>
                <a:spcPts val="0"/>
              </a:spcBef>
              <a:buClr>
                <a:srgbClr val="000000"/>
              </a:buClr>
              <a:buSzPts val="1100"/>
            </a:pPr>
            <a:r>
              <a:rPr lang="en">
                <a:latin typeface="Arial"/>
                <a:ea typeface="Arial"/>
                <a:cs typeface="Arial"/>
                <a:sym typeface="Arial"/>
              </a:rPr>
              <a:t>Creative Process </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93" name="Google Shape;11193;p75"/>
          <p:cNvSpPr txBox="1">
            <a:spLocks noGrp="1"/>
          </p:cNvSpPr>
          <p:nvPr>
            <p:ph type="title" idx="4294967295"/>
          </p:nvPr>
        </p:nvSpPr>
        <p:spPr>
          <a:xfrm>
            <a:off x="6455999" y="513525"/>
            <a:ext cx="4642800" cy="643200"/>
          </a:xfrm>
          <a:prstGeom prst="rect">
            <a:avLst/>
          </a:prstGeom>
          <a:ln>
            <a:solidFill>
              <a:schemeClr val="bg1">
                <a:lumMod val="65000"/>
              </a:schemeClr>
            </a:solidFill>
          </a:ln>
        </p:spPr>
        <p:txBody>
          <a:bodyPr spcFirstLastPara="1" vert="horz" wrap="square" lIns="121900" tIns="121900" rIns="121900" bIns="121900" rtlCol="0" anchor="t" anchorCtr="0">
            <a:noAutofit/>
          </a:bodyPr>
          <a:lstStyle/>
          <a:p>
            <a:pPr algn="ctr">
              <a:spcBef>
                <a:spcPts val="0"/>
              </a:spcBef>
              <a:buClr>
                <a:srgbClr val="000000"/>
              </a:buClr>
              <a:buSzPts val="1100"/>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194" name="Google Shape;11194;p75"/>
          <p:cNvGrpSpPr/>
          <p:nvPr/>
        </p:nvGrpSpPr>
        <p:grpSpPr>
          <a:xfrm>
            <a:off x="1185479" y="2042137"/>
            <a:ext cx="371051" cy="476048"/>
            <a:chOff x="-50489600" y="1947400"/>
            <a:chExt cx="233150" cy="299125"/>
          </a:xfrm>
        </p:grpSpPr>
        <p:sp>
          <p:nvSpPr>
            <p:cNvPr id="11195" name="Google Shape;11195;p75"/>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196" name="Google Shape;11196;p75"/>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197" name="Google Shape;11197;p75"/>
          <p:cNvGrpSpPr/>
          <p:nvPr/>
        </p:nvGrpSpPr>
        <p:grpSpPr>
          <a:xfrm>
            <a:off x="1132822" y="2648747"/>
            <a:ext cx="476365" cy="477599"/>
            <a:chOff x="-50523475" y="2316000"/>
            <a:chExt cx="299325" cy="300100"/>
          </a:xfrm>
        </p:grpSpPr>
        <p:sp>
          <p:nvSpPr>
            <p:cNvPr id="11198" name="Google Shape;11198;p75"/>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199" name="Google Shape;11199;p75"/>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200" name="Google Shape;11200;p75"/>
          <p:cNvGrpSpPr/>
          <p:nvPr/>
        </p:nvGrpSpPr>
        <p:grpSpPr>
          <a:xfrm>
            <a:off x="1130952" y="3247826"/>
            <a:ext cx="480105" cy="476405"/>
            <a:chOff x="-50524250" y="2686150"/>
            <a:chExt cx="301675" cy="299350"/>
          </a:xfrm>
        </p:grpSpPr>
        <p:sp>
          <p:nvSpPr>
            <p:cNvPr id="11201" name="Google Shape;11201;p75"/>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02" name="Google Shape;11202;p75"/>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03" name="Google Shape;11203;p75"/>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04" name="Google Shape;11204;p75"/>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05" name="Google Shape;11205;p75"/>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06" name="Google Shape;11206;p75"/>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207" name="Google Shape;11207;p75"/>
          <p:cNvGrpSpPr/>
          <p:nvPr/>
        </p:nvGrpSpPr>
        <p:grpSpPr>
          <a:xfrm>
            <a:off x="4094635" y="2082243"/>
            <a:ext cx="477599" cy="478872"/>
            <a:chOff x="-48633950" y="1972600"/>
            <a:chExt cx="300100" cy="300900"/>
          </a:xfrm>
        </p:grpSpPr>
        <p:sp>
          <p:nvSpPr>
            <p:cNvPr id="11208" name="Google Shape;11208;p75"/>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09" name="Google Shape;11209;p75"/>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210" name="Google Shape;11210;p75"/>
          <p:cNvGrpSpPr/>
          <p:nvPr/>
        </p:nvGrpSpPr>
        <p:grpSpPr>
          <a:xfrm>
            <a:off x="4093999" y="2690124"/>
            <a:ext cx="478872" cy="481339"/>
            <a:chOff x="-48634750" y="2342000"/>
            <a:chExt cx="300900" cy="302450"/>
          </a:xfrm>
        </p:grpSpPr>
        <p:sp>
          <p:nvSpPr>
            <p:cNvPr id="11211" name="Google Shape;11211;p75"/>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12" name="Google Shape;11212;p75"/>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13" name="Google Shape;11213;p75"/>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14" name="Google Shape;11214;p75"/>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15" name="Google Shape;11215;p75"/>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16" name="Google Shape;11216;p75"/>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17" name="Google Shape;11217;p75"/>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18" name="Google Shape;11218;p75"/>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219" name="Google Shape;11219;p75"/>
          <p:cNvGrpSpPr/>
          <p:nvPr/>
        </p:nvGrpSpPr>
        <p:grpSpPr>
          <a:xfrm>
            <a:off x="4095252" y="3287970"/>
            <a:ext cx="476365" cy="476365"/>
            <a:chOff x="-48633175" y="2711375"/>
            <a:chExt cx="299325" cy="299325"/>
          </a:xfrm>
        </p:grpSpPr>
        <p:sp>
          <p:nvSpPr>
            <p:cNvPr id="11220" name="Google Shape;11220;p75"/>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21" name="Google Shape;11221;p75"/>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222" name="Google Shape;11222;p75"/>
          <p:cNvGrpSpPr/>
          <p:nvPr/>
        </p:nvGrpSpPr>
        <p:grpSpPr>
          <a:xfrm>
            <a:off x="2343904" y="3890573"/>
            <a:ext cx="418675" cy="477639"/>
            <a:chOff x="-46753100" y="1965500"/>
            <a:chExt cx="263075" cy="300125"/>
          </a:xfrm>
        </p:grpSpPr>
        <p:sp>
          <p:nvSpPr>
            <p:cNvPr id="11223" name="Google Shape;11223;p75"/>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24" name="Google Shape;11224;p75"/>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225" name="Google Shape;11225;p75"/>
          <p:cNvGrpSpPr/>
          <p:nvPr/>
        </p:nvGrpSpPr>
        <p:grpSpPr>
          <a:xfrm>
            <a:off x="2313805" y="4513523"/>
            <a:ext cx="478872" cy="421221"/>
            <a:chOff x="-46772025" y="2350650"/>
            <a:chExt cx="300900" cy="264675"/>
          </a:xfrm>
        </p:grpSpPr>
        <p:sp>
          <p:nvSpPr>
            <p:cNvPr id="11226" name="Google Shape;11226;p75"/>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27" name="Google Shape;11227;p75"/>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228" name="Google Shape;11228;p75"/>
          <p:cNvGrpSpPr/>
          <p:nvPr/>
        </p:nvGrpSpPr>
        <p:grpSpPr>
          <a:xfrm>
            <a:off x="2313805" y="5092560"/>
            <a:ext cx="478872" cy="478872"/>
            <a:chOff x="-46772025" y="2701925"/>
            <a:chExt cx="300900" cy="300900"/>
          </a:xfrm>
        </p:grpSpPr>
        <p:sp>
          <p:nvSpPr>
            <p:cNvPr id="11229" name="Google Shape;11229;p75"/>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30" name="Google Shape;11230;p75"/>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231" name="Google Shape;11231;p75"/>
          <p:cNvSpPr/>
          <p:nvPr/>
        </p:nvSpPr>
        <p:spPr>
          <a:xfrm>
            <a:off x="5286482" y="3946815"/>
            <a:ext cx="477599" cy="478872"/>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232" name="Google Shape;11232;p75"/>
          <p:cNvGrpSpPr/>
          <p:nvPr/>
        </p:nvGrpSpPr>
        <p:grpSpPr>
          <a:xfrm>
            <a:off x="1724047" y="2043371"/>
            <a:ext cx="477599" cy="478872"/>
            <a:chOff x="-50154075" y="1948175"/>
            <a:chExt cx="300100" cy="300900"/>
          </a:xfrm>
        </p:grpSpPr>
        <p:sp>
          <p:nvSpPr>
            <p:cNvPr id="11233" name="Google Shape;11233;p75"/>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34" name="Google Shape;11234;p75"/>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235" name="Google Shape;11235;p75"/>
          <p:cNvGrpSpPr/>
          <p:nvPr/>
        </p:nvGrpSpPr>
        <p:grpSpPr>
          <a:xfrm>
            <a:off x="1724047" y="2649981"/>
            <a:ext cx="477599" cy="477639"/>
            <a:chOff x="-50154850" y="2316775"/>
            <a:chExt cx="300100" cy="300125"/>
          </a:xfrm>
        </p:grpSpPr>
        <p:sp>
          <p:nvSpPr>
            <p:cNvPr id="11236" name="Google Shape;11236;p75"/>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37" name="Google Shape;11237;p75"/>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238" name="Google Shape;11238;p75"/>
          <p:cNvGrpSpPr/>
          <p:nvPr/>
        </p:nvGrpSpPr>
        <p:grpSpPr>
          <a:xfrm>
            <a:off x="1718417" y="3245995"/>
            <a:ext cx="488859" cy="475411"/>
            <a:chOff x="-50158000" y="2685000"/>
            <a:chExt cx="307175" cy="298725"/>
          </a:xfrm>
        </p:grpSpPr>
        <p:sp>
          <p:nvSpPr>
            <p:cNvPr id="11239" name="Google Shape;11239;p75"/>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40" name="Google Shape;11240;p75"/>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241" name="Google Shape;11241;p75"/>
          <p:cNvGrpSpPr/>
          <p:nvPr/>
        </p:nvGrpSpPr>
        <p:grpSpPr>
          <a:xfrm>
            <a:off x="4695465" y="2083477"/>
            <a:ext cx="481339" cy="477639"/>
            <a:chOff x="-48266125" y="1973375"/>
            <a:chExt cx="302450" cy="300125"/>
          </a:xfrm>
        </p:grpSpPr>
        <p:sp>
          <p:nvSpPr>
            <p:cNvPr id="11242" name="Google Shape;11242;p75"/>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43" name="Google Shape;11243;p75"/>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44" name="Google Shape;11244;p75"/>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45" name="Google Shape;11245;p75"/>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46" name="Google Shape;11246;p75"/>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47" name="Google Shape;11247;p75"/>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248" name="Google Shape;11248;p75"/>
          <p:cNvGrpSpPr/>
          <p:nvPr/>
        </p:nvGrpSpPr>
        <p:grpSpPr>
          <a:xfrm>
            <a:off x="4731792" y="2691159"/>
            <a:ext cx="408688" cy="477799"/>
            <a:chOff x="-48237000" y="2342650"/>
            <a:chExt cx="256800" cy="300225"/>
          </a:xfrm>
        </p:grpSpPr>
        <p:sp>
          <p:nvSpPr>
            <p:cNvPr id="11249" name="Google Shape;11249;p75"/>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50" name="Google Shape;11250;p75"/>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51" name="Google Shape;11251;p75"/>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252" name="Google Shape;11252;p75"/>
          <p:cNvGrpSpPr/>
          <p:nvPr/>
        </p:nvGrpSpPr>
        <p:grpSpPr>
          <a:xfrm>
            <a:off x="2907117" y="3891529"/>
            <a:ext cx="481379" cy="474177"/>
            <a:chOff x="-46404975" y="1966100"/>
            <a:chExt cx="302475" cy="297950"/>
          </a:xfrm>
        </p:grpSpPr>
        <p:sp>
          <p:nvSpPr>
            <p:cNvPr id="11253" name="Google Shape;11253;p75"/>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54" name="Google Shape;11254;p75"/>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55" name="Google Shape;11255;p75"/>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56" name="Google Shape;11256;p75"/>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257" name="Google Shape;11257;p75"/>
          <p:cNvGrpSpPr/>
          <p:nvPr/>
        </p:nvGrpSpPr>
        <p:grpSpPr>
          <a:xfrm>
            <a:off x="2908987" y="4485951"/>
            <a:ext cx="477639" cy="477599"/>
            <a:chOff x="-46401050" y="2333325"/>
            <a:chExt cx="300125" cy="300100"/>
          </a:xfrm>
        </p:grpSpPr>
        <p:sp>
          <p:nvSpPr>
            <p:cNvPr id="11258" name="Google Shape;11258;p75"/>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59" name="Google Shape;11259;p75"/>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60" name="Google Shape;11260;p75"/>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61" name="Google Shape;11261;p75"/>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262" name="Google Shape;11262;p75"/>
          <p:cNvSpPr/>
          <p:nvPr/>
        </p:nvSpPr>
        <p:spPr>
          <a:xfrm>
            <a:off x="2911252" y="5093596"/>
            <a:ext cx="480145" cy="478872"/>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263" name="Google Shape;11263;p75"/>
          <p:cNvGrpSpPr/>
          <p:nvPr/>
        </p:nvGrpSpPr>
        <p:grpSpPr>
          <a:xfrm>
            <a:off x="5282440" y="4499757"/>
            <a:ext cx="478872" cy="478832"/>
            <a:chOff x="-44914800" y="2342000"/>
            <a:chExt cx="300900" cy="300875"/>
          </a:xfrm>
        </p:grpSpPr>
        <p:sp>
          <p:nvSpPr>
            <p:cNvPr id="11264" name="Google Shape;11264;p75"/>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65" name="Google Shape;11265;p75"/>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66" name="Google Shape;11266;p75"/>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267" name="Google Shape;11267;p75"/>
          <p:cNvSpPr/>
          <p:nvPr/>
        </p:nvSpPr>
        <p:spPr>
          <a:xfrm>
            <a:off x="2319448" y="2042286"/>
            <a:ext cx="476365" cy="475729"/>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268" name="Google Shape;11268;p75"/>
          <p:cNvGrpSpPr/>
          <p:nvPr/>
        </p:nvGrpSpPr>
        <p:grpSpPr>
          <a:xfrm>
            <a:off x="2314421" y="2649782"/>
            <a:ext cx="478872" cy="476565"/>
            <a:chOff x="-49786250" y="2316650"/>
            <a:chExt cx="300900" cy="299450"/>
          </a:xfrm>
        </p:grpSpPr>
        <p:sp>
          <p:nvSpPr>
            <p:cNvPr id="11269" name="Google Shape;11269;p75"/>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70" name="Google Shape;11270;p75"/>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71" name="Google Shape;11271;p75"/>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72" name="Google Shape;11272;p75"/>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73" name="Google Shape;11273;p75"/>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74" name="Google Shape;11274;p75"/>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75" name="Google Shape;11275;p75"/>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276" name="Google Shape;11276;p75"/>
          <p:cNvSpPr/>
          <p:nvPr/>
        </p:nvSpPr>
        <p:spPr>
          <a:xfrm>
            <a:off x="2308806" y="3245123"/>
            <a:ext cx="497652" cy="478872"/>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77" name="Google Shape;11277;p75"/>
          <p:cNvSpPr/>
          <p:nvPr/>
        </p:nvSpPr>
        <p:spPr>
          <a:xfrm>
            <a:off x="5295296" y="2084577"/>
            <a:ext cx="478872" cy="4775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278" name="Google Shape;11278;p75"/>
          <p:cNvGrpSpPr/>
          <p:nvPr/>
        </p:nvGrpSpPr>
        <p:grpSpPr>
          <a:xfrm>
            <a:off x="5377526" y="2690124"/>
            <a:ext cx="307153" cy="478832"/>
            <a:chOff x="-47842400" y="2342000"/>
            <a:chExt cx="193000" cy="300875"/>
          </a:xfrm>
        </p:grpSpPr>
        <p:sp>
          <p:nvSpPr>
            <p:cNvPr id="11279" name="Google Shape;11279;p75"/>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80" name="Google Shape;11280;p75"/>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81" name="Google Shape;11281;p75"/>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282" name="Google Shape;11282;p75"/>
          <p:cNvGrpSpPr/>
          <p:nvPr/>
        </p:nvGrpSpPr>
        <p:grpSpPr>
          <a:xfrm>
            <a:off x="5292283" y="3286736"/>
            <a:ext cx="477639" cy="478872"/>
            <a:chOff x="-47896750" y="2710600"/>
            <a:chExt cx="300125" cy="300900"/>
          </a:xfrm>
        </p:grpSpPr>
        <p:sp>
          <p:nvSpPr>
            <p:cNvPr id="11283" name="Google Shape;11283;p75"/>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84" name="Google Shape;11284;p75"/>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85" name="Google Shape;11285;p75"/>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86" name="Google Shape;11286;p75"/>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287" name="Google Shape;11287;p75"/>
          <p:cNvGrpSpPr/>
          <p:nvPr/>
        </p:nvGrpSpPr>
        <p:grpSpPr>
          <a:xfrm>
            <a:off x="3499803" y="3918146"/>
            <a:ext cx="478872" cy="419988"/>
            <a:chOff x="-46033225" y="1982825"/>
            <a:chExt cx="300900" cy="263900"/>
          </a:xfrm>
        </p:grpSpPr>
        <p:sp>
          <p:nvSpPr>
            <p:cNvPr id="11288" name="Google Shape;11288;p75"/>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89" name="Google Shape;11289;p75"/>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90" name="Google Shape;11290;p75"/>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291" name="Google Shape;11291;p75"/>
          <p:cNvGrpSpPr/>
          <p:nvPr/>
        </p:nvGrpSpPr>
        <p:grpSpPr>
          <a:xfrm>
            <a:off x="3495426" y="4487822"/>
            <a:ext cx="487625" cy="434868"/>
            <a:chOff x="-46034000" y="2334500"/>
            <a:chExt cx="306400" cy="273250"/>
          </a:xfrm>
        </p:grpSpPr>
        <p:sp>
          <p:nvSpPr>
            <p:cNvPr id="11292" name="Google Shape;11292;p75"/>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93" name="Google Shape;11293;p75"/>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94" name="Google Shape;11294;p75"/>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295" name="Google Shape;11295;p75"/>
          <p:cNvGrpSpPr/>
          <p:nvPr/>
        </p:nvGrpSpPr>
        <p:grpSpPr>
          <a:xfrm>
            <a:off x="3556837" y="5093674"/>
            <a:ext cx="364804" cy="475252"/>
            <a:chOff x="-45998575" y="2702625"/>
            <a:chExt cx="229225" cy="298625"/>
          </a:xfrm>
        </p:grpSpPr>
        <p:sp>
          <p:nvSpPr>
            <p:cNvPr id="11296" name="Google Shape;11296;p75"/>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97" name="Google Shape;11297;p75"/>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98" name="Google Shape;11298;p75"/>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299" name="Google Shape;11299;p75"/>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00" name="Google Shape;11300;p75"/>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01" name="Google Shape;11301;p75"/>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02" name="Google Shape;11302;p75"/>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303" name="Google Shape;11303;p75"/>
          <p:cNvSpPr/>
          <p:nvPr/>
        </p:nvSpPr>
        <p:spPr>
          <a:xfrm>
            <a:off x="5315306" y="5121803"/>
            <a:ext cx="419948" cy="4775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04" name="Google Shape;11304;p75"/>
          <p:cNvSpPr/>
          <p:nvPr/>
        </p:nvSpPr>
        <p:spPr>
          <a:xfrm>
            <a:off x="2911264" y="2055733"/>
            <a:ext cx="480105" cy="448793"/>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05" name="Google Shape;11305;p75"/>
          <p:cNvSpPr/>
          <p:nvPr/>
        </p:nvSpPr>
        <p:spPr>
          <a:xfrm>
            <a:off x="3126858" y="2629783"/>
            <a:ext cx="27612" cy="82796"/>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06" name="Google Shape;11306;p75"/>
          <p:cNvSpPr/>
          <p:nvPr/>
        </p:nvSpPr>
        <p:spPr>
          <a:xfrm>
            <a:off x="3020313" y="2665071"/>
            <a:ext cx="74003" cy="5251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07" name="Google Shape;11307;p75"/>
          <p:cNvSpPr/>
          <p:nvPr/>
        </p:nvSpPr>
        <p:spPr>
          <a:xfrm>
            <a:off x="3190791" y="2667459"/>
            <a:ext cx="68991" cy="51364"/>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308" name="Google Shape;11308;p75"/>
          <p:cNvGrpSpPr/>
          <p:nvPr/>
        </p:nvGrpSpPr>
        <p:grpSpPr>
          <a:xfrm>
            <a:off x="2937597" y="3245359"/>
            <a:ext cx="419948" cy="481379"/>
            <a:chOff x="-49398750" y="2684600"/>
            <a:chExt cx="263875" cy="302475"/>
          </a:xfrm>
        </p:grpSpPr>
        <p:sp>
          <p:nvSpPr>
            <p:cNvPr id="11309" name="Google Shape;11309;p75"/>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10" name="Google Shape;11310;p75"/>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11" name="Google Shape;11311;p75"/>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312" name="Google Shape;11312;p75"/>
          <p:cNvGrpSpPr/>
          <p:nvPr/>
        </p:nvGrpSpPr>
        <p:grpSpPr>
          <a:xfrm>
            <a:off x="1164161" y="3904379"/>
            <a:ext cx="418675" cy="478872"/>
            <a:chOff x="-47509225" y="1974175"/>
            <a:chExt cx="263075" cy="300900"/>
          </a:xfrm>
        </p:grpSpPr>
        <p:sp>
          <p:nvSpPr>
            <p:cNvPr id="11313" name="Google Shape;11313;p75"/>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14" name="Google Shape;11314;p75"/>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15" name="Google Shape;11315;p75"/>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16" name="Google Shape;11316;p75"/>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17" name="Google Shape;11317;p75"/>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318" name="Google Shape;11318;p75"/>
          <p:cNvGrpSpPr/>
          <p:nvPr/>
        </p:nvGrpSpPr>
        <p:grpSpPr>
          <a:xfrm>
            <a:off x="1132829" y="4499758"/>
            <a:ext cx="481339" cy="477281"/>
            <a:chOff x="-47529700" y="2342000"/>
            <a:chExt cx="302450" cy="299900"/>
          </a:xfrm>
        </p:grpSpPr>
        <p:sp>
          <p:nvSpPr>
            <p:cNvPr id="11319" name="Google Shape;11319;p75"/>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20" name="Google Shape;11320;p75"/>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321" name="Google Shape;11321;p75"/>
          <p:cNvGrpSpPr/>
          <p:nvPr/>
        </p:nvGrpSpPr>
        <p:grpSpPr>
          <a:xfrm>
            <a:off x="1134701" y="5165289"/>
            <a:ext cx="477599" cy="363531"/>
            <a:chOff x="-47527350" y="2747625"/>
            <a:chExt cx="300100" cy="228425"/>
          </a:xfrm>
        </p:grpSpPr>
        <p:sp>
          <p:nvSpPr>
            <p:cNvPr id="11322" name="Google Shape;11322;p75"/>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23" name="Google Shape;11323;p75"/>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24" name="Google Shape;11324;p75"/>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25" name="Google Shape;11325;p75"/>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26" name="Google Shape;11326;p75"/>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27" name="Google Shape;11327;p75"/>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328" name="Google Shape;11328;p75"/>
          <p:cNvSpPr/>
          <p:nvPr/>
        </p:nvSpPr>
        <p:spPr>
          <a:xfrm>
            <a:off x="4103299" y="3887577"/>
            <a:ext cx="475092" cy="481060"/>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329" name="Google Shape;11329;p75"/>
          <p:cNvGrpSpPr/>
          <p:nvPr/>
        </p:nvGrpSpPr>
        <p:grpSpPr>
          <a:xfrm>
            <a:off x="4098566" y="4516030"/>
            <a:ext cx="477639" cy="419948"/>
            <a:chOff x="-45664625" y="2352225"/>
            <a:chExt cx="300125" cy="263875"/>
          </a:xfrm>
        </p:grpSpPr>
        <p:sp>
          <p:nvSpPr>
            <p:cNvPr id="11330" name="Google Shape;11330;p75"/>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31" name="Google Shape;11331;p75"/>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32" name="Google Shape;11332;p75"/>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33" name="Google Shape;11333;p75"/>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34" name="Google Shape;11334;p75"/>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35" name="Google Shape;11335;p75"/>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36" name="Google Shape;11336;p75"/>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337" name="Google Shape;11337;p75"/>
          <p:cNvGrpSpPr/>
          <p:nvPr/>
        </p:nvGrpSpPr>
        <p:grpSpPr>
          <a:xfrm>
            <a:off x="4097471" y="5094669"/>
            <a:ext cx="479827" cy="476764"/>
            <a:chOff x="-45665400" y="2703250"/>
            <a:chExt cx="301500" cy="299575"/>
          </a:xfrm>
        </p:grpSpPr>
        <p:sp>
          <p:nvSpPr>
            <p:cNvPr id="11338" name="Google Shape;11338;p75"/>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39" name="Google Shape;11339;p75"/>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40" name="Google Shape;11340;p75"/>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41" name="Google Shape;11341;p75"/>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342" name="Google Shape;11342;p75"/>
          <p:cNvGrpSpPr/>
          <p:nvPr/>
        </p:nvGrpSpPr>
        <p:grpSpPr>
          <a:xfrm>
            <a:off x="2899680" y="5682584"/>
            <a:ext cx="478872" cy="480145"/>
            <a:chOff x="-44528075" y="1982825"/>
            <a:chExt cx="300900" cy="301700"/>
          </a:xfrm>
        </p:grpSpPr>
        <p:sp>
          <p:nvSpPr>
            <p:cNvPr id="11343" name="Google Shape;11343;p75"/>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44" name="Google Shape;11344;p75"/>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45" name="Google Shape;11345;p75"/>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46" name="Google Shape;11346;p75"/>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47" name="Google Shape;11347;p75"/>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48" name="Google Shape;11348;p75"/>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49" name="Google Shape;11349;p75"/>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350" name="Google Shape;11350;p75"/>
          <p:cNvSpPr/>
          <p:nvPr/>
        </p:nvSpPr>
        <p:spPr>
          <a:xfrm>
            <a:off x="3504949" y="2041967"/>
            <a:ext cx="477599" cy="4775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351" name="Google Shape;11351;p75"/>
          <p:cNvGrpSpPr/>
          <p:nvPr/>
        </p:nvGrpSpPr>
        <p:grpSpPr>
          <a:xfrm>
            <a:off x="3501231" y="2649981"/>
            <a:ext cx="477599" cy="477639"/>
            <a:chOff x="-49048250" y="2316775"/>
            <a:chExt cx="300100" cy="300125"/>
          </a:xfrm>
        </p:grpSpPr>
        <p:sp>
          <p:nvSpPr>
            <p:cNvPr id="11352" name="Google Shape;11352;p75"/>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53" name="Google Shape;11353;p75"/>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54" name="Google Shape;11354;p75"/>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55" name="Google Shape;11355;p75"/>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356" name="Google Shape;11356;p75"/>
          <p:cNvSpPr/>
          <p:nvPr/>
        </p:nvSpPr>
        <p:spPr>
          <a:xfrm>
            <a:off x="3503079" y="3246834"/>
            <a:ext cx="481339" cy="47716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357" name="Google Shape;11357;p75"/>
          <p:cNvGrpSpPr/>
          <p:nvPr/>
        </p:nvGrpSpPr>
        <p:grpSpPr>
          <a:xfrm>
            <a:off x="1720660" y="3904379"/>
            <a:ext cx="480145" cy="477599"/>
            <a:chOff x="-47160325" y="1974175"/>
            <a:chExt cx="301700" cy="300100"/>
          </a:xfrm>
        </p:grpSpPr>
        <p:sp>
          <p:nvSpPr>
            <p:cNvPr id="11358" name="Google Shape;11358;p75"/>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59" name="Google Shape;11359;p75"/>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360" name="Google Shape;11360;p75"/>
          <p:cNvGrpSpPr/>
          <p:nvPr/>
        </p:nvGrpSpPr>
        <p:grpSpPr>
          <a:xfrm>
            <a:off x="1721295" y="4499757"/>
            <a:ext cx="478872" cy="478832"/>
            <a:chOff x="-47159525" y="2342000"/>
            <a:chExt cx="300900" cy="300875"/>
          </a:xfrm>
        </p:grpSpPr>
        <p:sp>
          <p:nvSpPr>
            <p:cNvPr id="11361" name="Google Shape;11361;p75"/>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62" name="Google Shape;11362;p75"/>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63" name="Google Shape;11363;p75"/>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64" name="Google Shape;11364;p75"/>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65" name="Google Shape;11365;p75"/>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366" name="Google Shape;11366;p75"/>
          <p:cNvGrpSpPr/>
          <p:nvPr/>
        </p:nvGrpSpPr>
        <p:grpSpPr>
          <a:xfrm>
            <a:off x="1721931" y="5108872"/>
            <a:ext cx="477599" cy="478872"/>
            <a:chOff x="-47157950" y="2712175"/>
            <a:chExt cx="300100" cy="300900"/>
          </a:xfrm>
        </p:grpSpPr>
        <p:sp>
          <p:nvSpPr>
            <p:cNvPr id="11367" name="Google Shape;11367;p75"/>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68" name="Google Shape;11368;p75"/>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69" name="Google Shape;11369;p75"/>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70" name="Google Shape;11370;p75"/>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71" name="Google Shape;11371;p75"/>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72" name="Google Shape;11372;p75"/>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73" name="Google Shape;11373;p75"/>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374" name="Google Shape;11374;p75"/>
          <p:cNvSpPr/>
          <p:nvPr/>
        </p:nvSpPr>
        <p:spPr>
          <a:xfrm>
            <a:off x="4717615" y="3890400"/>
            <a:ext cx="419948" cy="476365"/>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375" name="Google Shape;11375;p75"/>
          <p:cNvGrpSpPr/>
          <p:nvPr/>
        </p:nvGrpSpPr>
        <p:grpSpPr>
          <a:xfrm>
            <a:off x="4713567" y="4485951"/>
            <a:ext cx="421181" cy="477599"/>
            <a:chOff x="-45278675" y="2333325"/>
            <a:chExt cx="264650" cy="300100"/>
          </a:xfrm>
        </p:grpSpPr>
        <p:sp>
          <p:nvSpPr>
            <p:cNvPr id="11376" name="Google Shape;11376;p75"/>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77" name="Google Shape;11377;p75"/>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78" name="Google Shape;11378;p75"/>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79" name="Google Shape;11379;p75"/>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380" name="Google Shape;11380;p75"/>
          <p:cNvGrpSpPr/>
          <p:nvPr/>
        </p:nvGrpSpPr>
        <p:grpSpPr>
          <a:xfrm>
            <a:off x="4727334" y="5092561"/>
            <a:ext cx="393649" cy="477639"/>
            <a:chOff x="-45270025" y="2701925"/>
            <a:chExt cx="247350" cy="300125"/>
          </a:xfrm>
        </p:grpSpPr>
        <p:sp>
          <p:nvSpPr>
            <p:cNvPr id="11381" name="Google Shape;11381;p75"/>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82" name="Google Shape;11382;p75"/>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83" name="Google Shape;11383;p75"/>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84" name="Google Shape;11384;p75"/>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385" name="Google Shape;11385;p75"/>
          <p:cNvSpPr/>
          <p:nvPr/>
        </p:nvSpPr>
        <p:spPr>
          <a:xfrm>
            <a:off x="3504933" y="5719886"/>
            <a:ext cx="477599" cy="4775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386" name="Google Shape;11386;p75"/>
          <p:cNvGrpSpPr/>
          <p:nvPr/>
        </p:nvGrpSpPr>
        <p:grpSpPr>
          <a:xfrm>
            <a:off x="2946090" y="2771022"/>
            <a:ext cx="409925" cy="347501"/>
            <a:chOff x="1636184" y="2959225"/>
            <a:chExt cx="232666" cy="197250"/>
          </a:xfrm>
        </p:grpSpPr>
        <p:sp>
          <p:nvSpPr>
            <p:cNvPr id="11387" name="Google Shape;11387;p75"/>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88" name="Google Shape;11388;p75"/>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89" name="Google Shape;11389;p75"/>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rgbClr val="5F7D95"/>
            </a:solidFill>
            <a:ln>
              <a:solidFill>
                <a:schemeClr val="bg1">
                  <a:lumMod val="65000"/>
                </a:schemeClr>
              </a:solidFill>
            </a:ln>
          </p:spPr>
          <p:txBody>
            <a:bodyPr/>
            <a:lstStyle/>
            <a:p>
              <a:endParaRPr lang="en-IN" sz="2400"/>
            </a:p>
          </p:txBody>
        </p:sp>
        <p:sp>
          <p:nvSpPr>
            <p:cNvPr id="11390" name="Google Shape;11390;p75"/>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rgbClr val="5F7D95"/>
            </a:solidFill>
            <a:ln>
              <a:solidFill>
                <a:schemeClr val="bg1">
                  <a:lumMod val="65000"/>
                </a:schemeClr>
              </a:solidFill>
            </a:ln>
          </p:spPr>
          <p:txBody>
            <a:bodyPr/>
            <a:lstStyle/>
            <a:p>
              <a:endParaRPr lang="en-IN" sz="2400"/>
            </a:p>
          </p:txBody>
        </p:sp>
      </p:grpSp>
      <p:grpSp>
        <p:nvGrpSpPr>
          <p:cNvPr id="11391" name="Google Shape;11391;p75"/>
          <p:cNvGrpSpPr/>
          <p:nvPr/>
        </p:nvGrpSpPr>
        <p:grpSpPr>
          <a:xfrm>
            <a:off x="4769687" y="3284815"/>
            <a:ext cx="344723" cy="486872"/>
            <a:chOff x="-47300587" y="123275"/>
            <a:chExt cx="190975" cy="269725"/>
          </a:xfrm>
        </p:grpSpPr>
        <p:sp>
          <p:nvSpPr>
            <p:cNvPr id="11392" name="Google Shape;11392;p75"/>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93" name="Google Shape;11393;p75"/>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94" name="Google Shape;11394;p75"/>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95" name="Google Shape;11395;p75"/>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96" name="Google Shape;11396;p75"/>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397" name="Google Shape;11397;p75"/>
          <p:cNvGrpSpPr/>
          <p:nvPr/>
        </p:nvGrpSpPr>
        <p:grpSpPr>
          <a:xfrm>
            <a:off x="6494384" y="2043736"/>
            <a:ext cx="456437" cy="453057"/>
            <a:chOff x="-13966675" y="1639700"/>
            <a:chExt cx="354450" cy="351825"/>
          </a:xfrm>
        </p:grpSpPr>
        <p:sp>
          <p:nvSpPr>
            <p:cNvPr id="11398" name="Google Shape;11398;p75"/>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399" name="Google Shape;11399;p75"/>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00" name="Google Shape;11400;p75"/>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01" name="Google Shape;11401;p75"/>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02" name="Google Shape;11402;p75"/>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403" name="Google Shape;11403;p75"/>
          <p:cNvSpPr/>
          <p:nvPr/>
        </p:nvSpPr>
        <p:spPr>
          <a:xfrm>
            <a:off x="6495400" y="2586310"/>
            <a:ext cx="454409" cy="45543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04" name="Google Shape;11404;p75"/>
          <p:cNvSpPr/>
          <p:nvPr/>
        </p:nvSpPr>
        <p:spPr>
          <a:xfrm>
            <a:off x="6576027" y="3132612"/>
            <a:ext cx="293152" cy="452381"/>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405" name="Google Shape;11405;p75"/>
          <p:cNvGrpSpPr/>
          <p:nvPr/>
        </p:nvGrpSpPr>
        <p:grpSpPr>
          <a:xfrm>
            <a:off x="8889703" y="2043316"/>
            <a:ext cx="453379" cy="453893"/>
            <a:chOff x="-12199250" y="1662675"/>
            <a:chExt cx="352075" cy="352475"/>
          </a:xfrm>
        </p:grpSpPr>
        <p:sp>
          <p:nvSpPr>
            <p:cNvPr id="11406" name="Google Shape;11406;p75"/>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07" name="Google Shape;11407;p75"/>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08" name="Google Shape;11408;p75"/>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409" name="Google Shape;11409;p75"/>
          <p:cNvGrpSpPr/>
          <p:nvPr/>
        </p:nvGrpSpPr>
        <p:grpSpPr>
          <a:xfrm>
            <a:off x="8888174" y="2585806"/>
            <a:ext cx="456437" cy="456437"/>
            <a:chOff x="-12199250" y="2096250"/>
            <a:chExt cx="354450" cy="354450"/>
          </a:xfrm>
        </p:grpSpPr>
        <p:sp>
          <p:nvSpPr>
            <p:cNvPr id="11410" name="Google Shape;11410;p75"/>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11" name="Google Shape;11411;p75"/>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412" name="Google Shape;11412;p75"/>
          <p:cNvGrpSpPr/>
          <p:nvPr/>
        </p:nvGrpSpPr>
        <p:grpSpPr>
          <a:xfrm>
            <a:off x="8889703" y="3131078"/>
            <a:ext cx="453379" cy="455439"/>
            <a:chOff x="-12199250" y="2530225"/>
            <a:chExt cx="352075" cy="353675"/>
          </a:xfrm>
        </p:grpSpPr>
        <p:sp>
          <p:nvSpPr>
            <p:cNvPr id="11413" name="Google Shape;11413;p75"/>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14" name="Google Shape;11414;p75"/>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15" name="Google Shape;11415;p75"/>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16" name="Google Shape;11416;p75"/>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417" name="Google Shape;11417;p75"/>
          <p:cNvSpPr/>
          <p:nvPr/>
        </p:nvSpPr>
        <p:spPr>
          <a:xfrm>
            <a:off x="6494885" y="3705384"/>
            <a:ext cx="455439" cy="455696"/>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418" name="Google Shape;11418;p75"/>
          <p:cNvGrpSpPr/>
          <p:nvPr/>
        </p:nvGrpSpPr>
        <p:grpSpPr>
          <a:xfrm>
            <a:off x="6494384" y="4250784"/>
            <a:ext cx="456437" cy="452413"/>
            <a:chOff x="-10462550" y="2057650"/>
            <a:chExt cx="354450" cy="351325"/>
          </a:xfrm>
        </p:grpSpPr>
        <p:sp>
          <p:nvSpPr>
            <p:cNvPr id="11419" name="Google Shape;11419;p75"/>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20" name="Google Shape;11420;p75"/>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421" name="Google Shape;11421;p75"/>
          <p:cNvSpPr/>
          <p:nvPr/>
        </p:nvSpPr>
        <p:spPr>
          <a:xfrm>
            <a:off x="10122166" y="3740750"/>
            <a:ext cx="417901" cy="45543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422" name="Google Shape;11422;p75"/>
          <p:cNvGrpSpPr/>
          <p:nvPr/>
        </p:nvGrpSpPr>
        <p:grpSpPr>
          <a:xfrm>
            <a:off x="8866363" y="3706202"/>
            <a:ext cx="500059" cy="454055"/>
            <a:chOff x="-8692750" y="1622100"/>
            <a:chExt cx="388325" cy="352600"/>
          </a:xfrm>
        </p:grpSpPr>
        <p:sp>
          <p:nvSpPr>
            <p:cNvPr id="11423" name="Google Shape;11423;p75"/>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24" name="Google Shape;11424;p75"/>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425" name="Google Shape;11425;p75"/>
          <p:cNvGrpSpPr/>
          <p:nvPr/>
        </p:nvGrpSpPr>
        <p:grpSpPr>
          <a:xfrm>
            <a:off x="7072338" y="2042543"/>
            <a:ext cx="455407" cy="455439"/>
            <a:chOff x="-13529550" y="1639425"/>
            <a:chExt cx="353650" cy="353675"/>
          </a:xfrm>
        </p:grpSpPr>
        <p:sp>
          <p:nvSpPr>
            <p:cNvPr id="11426" name="Google Shape;11426;p75"/>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27" name="Google Shape;11427;p75"/>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28" name="Google Shape;11428;p75"/>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29" name="Google Shape;11429;p75"/>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30" name="Google Shape;11430;p75"/>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31" name="Google Shape;11431;p75"/>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32" name="Google Shape;11432;p75"/>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33" name="Google Shape;11433;p75"/>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434" name="Google Shape;11434;p75"/>
          <p:cNvGrpSpPr/>
          <p:nvPr/>
        </p:nvGrpSpPr>
        <p:grpSpPr>
          <a:xfrm>
            <a:off x="7070809" y="2587319"/>
            <a:ext cx="458465" cy="453411"/>
            <a:chOff x="-13531925" y="2075775"/>
            <a:chExt cx="356025" cy="352100"/>
          </a:xfrm>
        </p:grpSpPr>
        <p:sp>
          <p:nvSpPr>
            <p:cNvPr id="11435" name="Google Shape;11435;p75"/>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36" name="Google Shape;11436;p75"/>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437" name="Google Shape;11437;p75"/>
          <p:cNvGrpSpPr/>
          <p:nvPr/>
        </p:nvGrpSpPr>
        <p:grpSpPr>
          <a:xfrm>
            <a:off x="7072837" y="3131593"/>
            <a:ext cx="454409" cy="454409"/>
            <a:chOff x="-13528775" y="2507400"/>
            <a:chExt cx="352875" cy="352875"/>
          </a:xfrm>
        </p:grpSpPr>
        <p:sp>
          <p:nvSpPr>
            <p:cNvPr id="11438" name="Google Shape;11438;p75"/>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39" name="Google Shape;11439;p75"/>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40" name="Google Shape;11440;p75"/>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441" name="Google Shape;11441;p75"/>
          <p:cNvSpPr/>
          <p:nvPr/>
        </p:nvSpPr>
        <p:spPr>
          <a:xfrm>
            <a:off x="9497851" y="2084141"/>
            <a:ext cx="455439" cy="372252"/>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42" name="Google Shape;11442;p75"/>
          <p:cNvSpPr/>
          <p:nvPr/>
        </p:nvSpPr>
        <p:spPr>
          <a:xfrm>
            <a:off x="9497352" y="2586936"/>
            <a:ext cx="456437" cy="454184"/>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443" name="Google Shape;11443;p75"/>
          <p:cNvGrpSpPr/>
          <p:nvPr/>
        </p:nvGrpSpPr>
        <p:grpSpPr>
          <a:xfrm>
            <a:off x="9520177" y="3131078"/>
            <a:ext cx="410787" cy="455439"/>
            <a:chOff x="-11747150" y="2530225"/>
            <a:chExt cx="319000" cy="353675"/>
          </a:xfrm>
        </p:grpSpPr>
        <p:sp>
          <p:nvSpPr>
            <p:cNvPr id="11444" name="Google Shape;11444;p75"/>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45" name="Google Shape;11445;p75"/>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446" name="Google Shape;11446;p75"/>
          <p:cNvGrpSpPr/>
          <p:nvPr/>
        </p:nvGrpSpPr>
        <p:grpSpPr>
          <a:xfrm>
            <a:off x="7072837" y="3706026"/>
            <a:ext cx="454409" cy="454409"/>
            <a:chOff x="-10027775" y="1622900"/>
            <a:chExt cx="352875" cy="352875"/>
          </a:xfrm>
        </p:grpSpPr>
        <p:sp>
          <p:nvSpPr>
            <p:cNvPr id="11447" name="Google Shape;11447;p75"/>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48" name="Google Shape;11448;p75"/>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49" name="Google Shape;11449;p75"/>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50" name="Google Shape;11450;p75"/>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51" name="Google Shape;11451;p75"/>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52" name="Google Shape;11452;p75"/>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453" name="Google Shape;11453;p75"/>
          <p:cNvSpPr/>
          <p:nvPr/>
        </p:nvSpPr>
        <p:spPr>
          <a:xfrm>
            <a:off x="7081963" y="4249163"/>
            <a:ext cx="436155" cy="455664"/>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454" name="Google Shape;11454;p75"/>
          <p:cNvGrpSpPr/>
          <p:nvPr/>
        </p:nvGrpSpPr>
        <p:grpSpPr>
          <a:xfrm>
            <a:off x="10708794" y="3740244"/>
            <a:ext cx="430071" cy="456437"/>
            <a:chOff x="-10019125" y="2490075"/>
            <a:chExt cx="333975" cy="354450"/>
          </a:xfrm>
        </p:grpSpPr>
        <p:sp>
          <p:nvSpPr>
            <p:cNvPr id="11455" name="Google Shape;11455;p75"/>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56" name="Google Shape;11456;p75"/>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57" name="Google Shape;11457;p75"/>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58" name="Google Shape;11458;p75"/>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459" name="Google Shape;11459;p75"/>
          <p:cNvGrpSpPr/>
          <p:nvPr/>
        </p:nvGrpSpPr>
        <p:grpSpPr>
          <a:xfrm>
            <a:off x="8881574" y="4248257"/>
            <a:ext cx="469636" cy="457467"/>
            <a:chOff x="-8684100" y="2032450"/>
            <a:chExt cx="364700" cy="355250"/>
          </a:xfrm>
        </p:grpSpPr>
        <p:sp>
          <p:nvSpPr>
            <p:cNvPr id="11460" name="Google Shape;11460;p75"/>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61" name="Google Shape;11461;p75"/>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62" name="Google Shape;11462;p75"/>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463" name="Google Shape;11463;p75"/>
          <p:cNvSpPr/>
          <p:nvPr/>
        </p:nvSpPr>
        <p:spPr>
          <a:xfrm>
            <a:off x="7698279" y="2043062"/>
            <a:ext cx="400679" cy="454409"/>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464" name="Google Shape;11464;p75"/>
          <p:cNvGrpSpPr/>
          <p:nvPr/>
        </p:nvGrpSpPr>
        <p:grpSpPr>
          <a:xfrm>
            <a:off x="7669386" y="2586208"/>
            <a:ext cx="458465" cy="455632"/>
            <a:chOff x="-13095575" y="2073400"/>
            <a:chExt cx="356025" cy="353825"/>
          </a:xfrm>
        </p:grpSpPr>
        <p:sp>
          <p:nvSpPr>
            <p:cNvPr id="11465" name="Google Shape;11465;p75"/>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66" name="Google Shape;11466;p75"/>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67" name="Google Shape;11467;p75"/>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68" name="Google Shape;11468;p75"/>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69" name="Google Shape;11469;p75"/>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70" name="Google Shape;11470;p75"/>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71" name="Google Shape;11471;p75"/>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72" name="Google Shape;11472;p75"/>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473" name="Google Shape;11473;p75"/>
          <p:cNvSpPr/>
          <p:nvPr/>
        </p:nvSpPr>
        <p:spPr>
          <a:xfrm>
            <a:off x="7670899" y="3131598"/>
            <a:ext cx="455439" cy="454409"/>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474" name="Google Shape;11474;p75"/>
          <p:cNvGrpSpPr/>
          <p:nvPr/>
        </p:nvGrpSpPr>
        <p:grpSpPr>
          <a:xfrm>
            <a:off x="10102383" y="2041980"/>
            <a:ext cx="457467" cy="456565"/>
            <a:chOff x="-11332875" y="1660700"/>
            <a:chExt cx="355250" cy="354550"/>
          </a:xfrm>
        </p:grpSpPr>
        <p:sp>
          <p:nvSpPr>
            <p:cNvPr id="11475" name="Google Shape;11475;p75"/>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76" name="Google Shape;11476;p75"/>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77" name="Google Shape;11477;p75"/>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78" name="Google Shape;11478;p75"/>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479" name="Google Shape;11479;p75"/>
          <p:cNvSpPr/>
          <p:nvPr/>
        </p:nvSpPr>
        <p:spPr>
          <a:xfrm>
            <a:off x="10100870" y="2587839"/>
            <a:ext cx="460493" cy="452381"/>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80" name="Google Shape;11480;p75"/>
          <p:cNvSpPr/>
          <p:nvPr/>
        </p:nvSpPr>
        <p:spPr>
          <a:xfrm>
            <a:off x="10101885" y="3159477"/>
            <a:ext cx="458465" cy="398651"/>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481" name="Google Shape;11481;p75"/>
          <p:cNvGrpSpPr/>
          <p:nvPr/>
        </p:nvGrpSpPr>
        <p:grpSpPr>
          <a:xfrm>
            <a:off x="7698795" y="3703997"/>
            <a:ext cx="399648" cy="458465"/>
            <a:chOff x="-9570950" y="1622100"/>
            <a:chExt cx="310350" cy="356025"/>
          </a:xfrm>
        </p:grpSpPr>
        <p:sp>
          <p:nvSpPr>
            <p:cNvPr id="11482" name="Google Shape;11482;p75"/>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83" name="Google Shape;11483;p75"/>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484" name="Google Shape;11484;p75"/>
          <p:cNvGrpSpPr/>
          <p:nvPr/>
        </p:nvGrpSpPr>
        <p:grpSpPr>
          <a:xfrm>
            <a:off x="7670400" y="4249271"/>
            <a:ext cx="456437" cy="455439"/>
            <a:chOff x="-9594575" y="2056875"/>
            <a:chExt cx="354450" cy="353675"/>
          </a:xfrm>
        </p:grpSpPr>
        <p:sp>
          <p:nvSpPr>
            <p:cNvPr id="11485" name="Google Shape;11485;p75"/>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86" name="Google Shape;11486;p75"/>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87" name="Google Shape;11487;p75"/>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488" name="Google Shape;11488;p75"/>
          <p:cNvSpPr/>
          <p:nvPr/>
        </p:nvSpPr>
        <p:spPr>
          <a:xfrm>
            <a:off x="9497336" y="4289855"/>
            <a:ext cx="456469" cy="37428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489" name="Google Shape;11489;p75"/>
          <p:cNvGrpSpPr/>
          <p:nvPr/>
        </p:nvGrpSpPr>
        <p:grpSpPr>
          <a:xfrm>
            <a:off x="8277976" y="2043058"/>
            <a:ext cx="456437" cy="454409"/>
            <a:chOff x="-12661600" y="1640225"/>
            <a:chExt cx="354450" cy="352875"/>
          </a:xfrm>
        </p:grpSpPr>
        <p:sp>
          <p:nvSpPr>
            <p:cNvPr id="11490" name="Google Shape;11490;p75"/>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91" name="Google Shape;11491;p75"/>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92" name="Google Shape;11492;p75"/>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493" name="Google Shape;11493;p75"/>
          <p:cNvGrpSpPr/>
          <p:nvPr/>
        </p:nvGrpSpPr>
        <p:grpSpPr>
          <a:xfrm>
            <a:off x="8278477" y="2614442"/>
            <a:ext cx="455439" cy="399165"/>
            <a:chOff x="-12660025" y="2096250"/>
            <a:chExt cx="353675" cy="309975"/>
          </a:xfrm>
        </p:grpSpPr>
        <p:sp>
          <p:nvSpPr>
            <p:cNvPr id="11494" name="Google Shape;11494;p75"/>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95" name="Google Shape;11495;p75"/>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96" name="Google Shape;11496;p75"/>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97" name="Google Shape;11497;p75"/>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98" name="Google Shape;11498;p75"/>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499" name="Google Shape;11499;p75"/>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500" name="Google Shape;11500;p75"/>
          <p:cNvGrpSpPr/>
          <p:nvPr/>
        </p:nvGrpSpPr>
        <p:grpSpPr>
          <a:xfrm>
            <a:off x="8276447" y="3130837"/>
            <a:ext cx="459496" cy="455921"/>
            <a:chOff x="-12663175" y="2506800"/>
            <a:chExt cx="356825" cy="354050"/>
          </a:xfrm>
        </p:grpSpPr>
        <p:sp>
          <p:nvSpPr>
            <p:cNvPr id="11501" name="Google Shape;11501;p75"/>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502" name="Google Shape;11502;p75"/>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503" name="Google Shape;11503;p75"/>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504" name="Google Shape;11504;p75"/>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505" name="Google Shape;11505;p75"/>
          <p:cNvGrpSpPr/>
          <p:nvPr/>
        </p:nvGrpSpPr>
        <p:grpSpPr>
          <a:xfrm>
            <a:off x="10696625" y="2042543"/>
            <a:ext cx="454409" cy="455439"/>
            <a:chOff x="-10896525" y="1663050"/>
            <a:chExt cx="352875" cy="353675"/>
          </a:xfrm>
        </p:grpSpPr>
        <p:sp>
          <p:nvSpPr>
            <p:cNvPr id="11506" name="Google Shape;11506;p75"/>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507" name="Google Shape;11507;p75"/>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508" name="Google Shape;11508;p75"/>
          <p:cNvSpPr/>
          <p:nvPr/>
        </p:nvSpPr>
        <p:spPr>
          <a:xfrm>
            <a:off x="10748858" y="2586212"/>
            <a:ext cx="349941" cy="455632"/>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509" name="Google Shape;11509;p75"/>
          <p:cNvGrpSpPr/>
          <p:nvPr/>
        </p:nvGrpSpPr>
        <p:grpSpPr>
          <a:xfrm>
            <a:off x="10696110" y="3145790"/>
            <a:ext cx="455439" cy="426015"/>
            <a:chOff x="-10898100" y="2542050"/>
            <a:chExt cx="353675" cy="330825"/>
          </a:xfrm>
        </p:grpSpPr>
        <p:sp>
          <p:nvSpPr>
            <p:cNvPr id="11510" name="Google Shape;11510;p75"/>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511" name="Google Shape;11511;p75"/>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512" name="Google Shape;11512;p75"/>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513" name="Google Shape;11513;p75"/>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514" name="Google Shape;11514;p75"/>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515" name="Google Shape;11515;p75"/>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516" name="Google Shape;11516;p75"/>
          <p:cNvGrpSpPr/>
          <p:nvPr/>
        </p:nvGrpSpPr>
        <p:grpSpPr>
          <a:xfrm>
            <a:off x="8279489" y="3706943"/>
            <a:ext cx="453411" cy="452573"/>
            <a:chOff x="-9157450" y="1622750"/>
            <a:chExt cx="352100" cy="351450"/>
          </a:xfrm>
        </p:grpSpPr>
        <p:sp>
          <p:nvSpPr>
            <p:cNvPr id="11517" name="Google Shape;11517;p75"/>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518" name="Google Shape;11518;p75"/>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grpSp>
        <p:nvGrpSpPr>
          <p:cNvPr id="11519" name="Google Shape;11519;p75"/>
          <p:cNvGrpSpPr/>
          <p:nvPr/>
        </p:nvGrpSpPr>
        <p:grpSpPr>
          <a:xfrm>
            <a:off x="8330212" y="4251299"/>
            <a:ext cx="351969" cy="451383"/>
            <a:chOff x="-9119650" y="2056875"/>
            <a:chExt cx="273325" cy="350525"/>
          </a:xfrm>
        </p:grpSpPr>
        <p:sp>
          <p:nvSpPr>
            <p:cNvPr id="11520" name="Google Shape;11520;p75"/>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521" name="Google Shape;11521;p75"/>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
        <p:nvSpPr>
          <p:cNvPr id="11522" name="Google Shape;11522;p75"/>
          <p:cNvSpPr/>
          <p:nvPr/>
        </p:nvSpPr>
        <p:spPr>
          <a:xfrm>
            <a:off x="10697123" y="4289866"/>
            <a:ext cx="453411" cy="455407"/>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523" name="Google Shape;11523;p75"/>
          <p:cNvSpPr/>
          <p:nvPr/>
        </p:nvSpPr>
        <p:spPr>
          <a:xfrm>
            <a:off x="9524750" y="3705530"/>
            <a:ext cx="401644" cy="455407"/>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nvGrpSpPr>
          <p:cNvPr id="11524" name="Google Shape;11524;p75"/>
          <p:cNvGrpSpPr/>
          <p:nvPr/>
        </p:nvGrpSpPr>
        <p:grpSpPr>
          <a:xfrm>
            <a:off x="10102387" y="4290506"/>
            <a:ext cx="457459" cy="455425"/>
            <a:chOff x="6001575" y="3119050"/>
            <a:chExt cx="315025" cy="313625"/>
          </a:xfrm>
        </p:grpSpPr>
        <p:sp>
          <p:nvSpPr>
            <p:cNvPr id="11525" name="Google Shape;11525;p75"/>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sp>
          <p:nvSpPr>
            <p:cNvPr id="11526" name="Google Shape;11526;p75"/>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1530"/>
        <p:cNvGrpSpPr/>
        <p:nvPr/>
      </p:nvGrpSpPr>
      <p:grpSpPr>
        <a:xfrm>
          <a:off x="0" y="0"/>
          <a:ext cx="0" cy="0"/>
          <a:chOff x="0" y="0"/>
          <a:chExt cx="0" cy="0"/>
        </a:xfrm>
      </p:grpSpPr>
      <p:sp>
        <p:nvSpPr>
          <p:cNvPr id="11531" name="Google Shape;11531;p76"/>
          <p:cNvSpPr/>
          <p:nvPr/>
        </p:nvSpPr>
        <p:spPr>
          <a:xfrm>
            <a:off x="1201981" y="2251279"/>
            <a:ext cx="481667" cy="631893"/>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532" name="Google Shape;11532;p76"/>
          <p:cNvGrpSpPr/>
          <p:nvPr/>
        </p:nvGrpSpPr>
        <p:grpSpPr>
          <a:xfrm>
            <a:off x="1126978" y="3030927"/>
            <a:ext cx="635105" cy="634951"/>
            <a:chOff x="-21298675" y="2414425"/>
            <a:chExt cx="306400" cy="306325"/>
          </a:xfrm>
        </p:grpSpPr>
        <p:sp>
          <p:nvSpPr>
            <p:cNvPr id="11533" name="Google Shape;11533;p76"/>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34" name="Google Shape;11534;p76"/>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35" name="Google Shape;11535;p76"/>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536" name="Google Shape;11536;p76"/>
          <p:cNvGrpSpPr/>
          <p:nvPr/>
        </p:nvGrpSpPr>
        <p:grpSpPr>
          <a:xfrm>
            <a:off x="1126149" y="3820171"/>
            <a:ext cx="636764" cy="593909"/>
            <a:chOff x="-21299475" y="2798025"/>
            <a:chExt cx="307200" cy="286525"/>
          </a:xfrm>
        </p:grpSpPr>
        <p:sp>
          <p:nvSpPr>
            <p:cNvPr id="11537" name="Google Shape;11537;p76"/>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38" name="Google Shape;11538;p76"/>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39" name="Google Shape;11539;p76"/>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40" name="Google Shape;11540;p76"/>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41" name="Google Shape;11541;p76"/>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42" name="Google Shape;11542;p76"/>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43" name="Google Shape;11543;p76"/>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44" name="Google Shape;11544;p76"/>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45" name="Google Shape;11545;p76"/>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46" name="Google Shape;11546;p76"/>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47" name="Google Shape;11547;p76"/>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48" name="Google Shape;11548;p76"/>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549" name="Google Shape;11549;p76"/>
          <p:cNvSpPr/>
          <p:nvPr/>
        </p:nvSpPr>
        <p:spPr>
          <a:xfrm>
            <a:off x="5021557" y="2253118"/>
            <a:ext cx="630235" cy="628213"/>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1550" name="Google Shape;11550;p76"/>
          <p:cNvSpPr/>
          <p:nvPr/>
        </p:nvSpPr>
        <p:spPr>
          <a:xfrm>
            <a:off x="5020756" y="3031910"/>
            <a:ext cx="631841" cy="633500"/>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1551" name="Google Shape;11551;p76"/>
          <p:cNvSpPr/>
          <p:nvPr/>
        </p:nvSpPr>
        <p:spPr>
          <a:xfrm>
            <a:off x="5010131" y="3801502"/>
            <a:ext cx="653088" cy="63184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552" name="Google Shape;11552;p76"/>
          <p:cNvGrpSpPr/>
          <p:nvPr/>
        </p:nvGrpSpPr>
        <p:grpSpPr>
          <a:xfrm>
            <a:off x="8951955" y="2251889"/>
            <a:ext cx="551883" cy="630235"/>
            <a:chOff x="-17545650" y="2051350"/>
            <a:chExt cx="266250" cy="304050"/>
          </a:xfrm>
        </p:grpSpPr>
        <p:sp>
          <p:nvSpPr>
            <p:cNvPr id="11553" name="Google Shape;11553;p76"/>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54" name="Google Shape;11554;p76"/>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55" name="Google Shape;11555;p76"/>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56" name="Google Shape;11556;p76"/>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557" name="Google Shape;11557;p76"/>
          <p:cNvSpPr/>
          <p:nvPr/>
        </p:nvSpPr>
        <p:spPr>
          <a:xfrm>
            <a:off x="8910560" y="3031935"/>
            <a:ext cx="631841" cy="633448"/>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558" name="Google Shape;11558;p76"/>
          <p:cNvGrpSpPr/>
          <p:nvPr/>
        </p:nvGrpSpPr>
        <p:grpSpPr>
          <a:xfrm>
            <a:off x="8912779" y="3820766"/>
            <a:ext cx="630235" cy="592717"/>
            <a:chOff x="-17565350" y="2809825"/>
            <a:chExt cx="304050" cy="285950"/>
          </a:xfrm>
        </p:grpSpPr>
        <p:sp>
          <p:nvSpPr>
            <p:cNvPr id="11559" name="Google Shape;11559;p76"/>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60" name="Google Shape;11560;p76"/>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61" name="Google Shape;11561;p76"/>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62" name="Google Shape;11562;p76"/>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63" name="Google Shape;11563;p76"/>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564" name="Google Shape;11564;p76"/>
          <p:cNvSpPr/>
          <p:nvPr/>
        </p:nvSpPr>
        <p:spPr>
          <a:xfrm>
            <a:off x="3574020" y="4595426"/>
            <a:ext cx="480008" cy="628628"/>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1565" name="Google Shape;11565;p76"/>
          <p:cNvSpPr/>
          <p:nvPr/>
        </p:nvSpPr>
        <p:spPr>
          <a:xfrm>
            <a:off x="1904845" y="2251279"/>
            <a:ext cx="628628" cy="631893"/>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1566" name="Google Shape;11566;p76"/>
          <p:cNvSpPr/>
          <p:nvPr/>
        </p:nvSpPr>
        <p:spPr>
          <a:xfrm>
            <a:off x="1904845" y="3032919"/>
            <a:ext cx="628628" cy="63147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567" name="Google Shape;11567;p76"/>
          <p:cNvGrpSpPr/>
          <p:nvPr/>
        </p:nvGrpSpPr>
        <p:grpSpPr>
          <a:xfrm>
            <a:off x="1943325" y="3801206"/>
            <a:ext cx="555044" cy="631841"/>
            <a:chOff x="-20904875" y="2788575"/>
            <a:chExt cx="267775" cy="304825"/>
          </a:xfrm>
        </p:grpSpPr>
        <p:sp>
          <p:nvSpPr>
            <p:cNvPr id="11568" name="Google Shape;11568;p76"/>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69" name="Google Shape;11569;p76"/>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570" name="Google Shape;11570;p76"/>
          <p:cNvGrpSpPr/>
          <p:nvPr/>
        </p:nvGrpSpPr>
        <p:grpSpPr>
          <a:xfrm>
            <a:off x="5863878" y="3034086"/>
            <a:ext cx="480060" cy="628628"/>
            <a:chOff x="-19006700" y="2434925"/>
            <a:chExt cx="231600" cy="303275"/>
          </a:xfrm>
        </p:grpSpPr>
        <p:sp>
          <p:nvSpPr>
            <p:cNvPr id="11571" name="Google Shape;11571;p76"/>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72" name="Google Shape;11572;p76"/>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73" name="Google Shape;11573;p76"/>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74" name="Google Shape;11574;p76"/>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575" name="Google Shape;11575;p76"/>
          <p:cNvSpPr/>
          <p:nvPr/>
        </p:nvSpPr>
        <p:spPr>
          <a:xfrm>
            <a:off x="5787255" y="3802304"/>
            <a:ext cx="630235" cy="630235"/>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1576" name="Google Shape;11576;p76"/>
          <p:cNvSpPr/>
          <p:nvPr/>
        </p:nvSpPr>
        <p:spPr>
          <a:xfrm>
            <a:off x="9739801" y="2251305"/>
            <a:ext cx="553489" cy="63184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577" name="Google Shape;11577;p76"/>
          <p:cNvGrpSpPr/>
          <p:nvPr/>
        </p:nvGrpSpPr>
        <p:grpSpPr>
          <a:xfrm>
            <a:off x="9702010" y="3052069"/>
            <a:ext cx="631841" cy="592665"/>
            <a:chOff x="-17190425" y="2435725"/>
            <a:chExt cx="304825" cy="285925"/>
          </a:xfrm>
        </p:grpSpPr>
        <p:sp>
          <p:nvSpPr>
            <p:cNvPr id="11578" name="Google Shape;11578;p76"/>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79" name="Google Shape;11579;p76"/>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80" name="Google Shape;11580;p76"/>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581" name="Google Shape;11581;p76"/>
          <p:cNvSpPr/>
          <p:nvPr/>
        </p:nvSpPr>
        <p:spPr>
          <a:xfrm>
            <a:off x="9703888" y="3804741"/>
            <a:ext cx="625312" cy="625364"/>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582" name="Google Shape;11582;p76"/>
          <p:cNvGrpSpPr/>
          <p:nvPr/>
        </p:nvGrpSpPr>
        <p:grpSpPr>
          <a:xfrm>
            <a:off x="6574978" y="4592867"/>
            <a:ext cx="635105" cy="633448"/>
            <a:chOff x="-15719925" y="2416825"/>
            <a:chExt cx="306400" cy="305600"/>
          </a:xfrm>
        </p:grpSpPr>
        <p:sp>
          <p:nvSpPr>
            <p:cNvPr id="11583" name="Google Shape;11583;p76"/>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84" name="Google Shape;11584;p76"/>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85" name="Google Shape;11585;p76"/>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586" name="Google Shape;11586;p76"/>
          <p:cNvSpPr/>
          <p:nvPr/>
        </p:nvSpPr>
        <p:spPr>
          <a:xfrm>
            <a:off x="2690011" y="2250060"/>
            <a:ext cx="636712" cy="634328"/>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1587" name="Google Shape;11587;p76"/>
          <p:cNvSpPr/>
          <p:nvPr/>
        </p:nvSpPr>
        <p:spPr>
          <a:xfrm>
            <a:off x="2692448" y="3109099"/>
            <a:ext cx="631841" cy="479128"/>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588" name="Google Shape;11588;p76"/>
          <p:cNvGrpSpPr/>
          <p:nvPr/>
        </p:nvGrpSpPr>
        <p:grpSpPr>
          <a:xfrm>
            <a:off x="2690037" y="3802008"/>
            <a:ext cx="639977" cy="630235"/>
            <a:chOff x="-20550425" y="2789350"/>
            <a:chExt cx="308750" cy="304050"/>
          </a:xfrm>
        </p:grpSpPr>
        <p:sp>
          <p:nvSpPr>
            <p:cNvPr id="11589" name="Google Shape;11589;p76"/>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90" name="Google Shape;11590;p76"/>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591" name="Google Shape;11591;p76"/>
          <p:cNvGrpSpPr/>
          <p:nvPr/>
        </p:nvGrpSpPr>
        <p:grpSpPr>
          <a:xfrm>
            <a:off x="6577192" y="2250877"/>
            <a:ext cx="631893" cy="632256"/>
            <a:chOff x="-18666450" y="2059825"/>
            <a:chExt cx="304850" cy="305025"/>
          </a:xfrm>
        </p:grpSpPr>
        <p:sp>
          <p:nvSpPr>
            <p:cNvPr id="11592" name="Google Shape;11592;p76"/>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93" name="Google Shape;11593;p76"/>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594" name="Google Shape;11594;p76"/>
          <p:cNvGrpSpPr/>
          <p:nvPr/>
        </p:nvGrpSpPr>
        <p:grpSpPr>
          <a:xfrm>
            <a:off x="6576390" y="3034112"/>
            <a:ext cx="633500" cy="628576"/>
            <a:chOff x="-18668025" y="2435725"/>
            <a:chExt cx="305625" cy="303250"/>
          </a:xfrm>
        </p:grpSpPr>
        <p:sp>
          <p:nvSpPr>
            <p:cNvPr id="11595" name="Google Shape;11595;p76"/>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96" name="Google Shape;11596;p76"/>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597" name="Google Shape;11597;p76"/>
          <p:cNvGrpSpPr/>
          <p:nvPr/>
        </p:nvGrpSpPr>
        <p:grpSpPr>
          <a:xfrm>
            <a:off x="6575586" y="3801204"/>
            <a:ext cx="635105" cy="631841"/>
            <a:chOff x="-18668800" y="2807475"/>
            <a:chExt cx="306400" cy="304825"/>
          </a:xfrm>
        </p:grpSpPr>
        <p:sp>
          <p:nvSpPr>
            <p:cNvPr id="11598" name="Google Shape;11598;p76"/>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599" name="Google Shape;11599;p76"/>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00" name="Google Shape;11600;p76"/>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01" name="Google Shape;11601;p76"/>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02" name="Google Shape;11602;p76"/>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03" name="Google Shape;11603;p76"/>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04" name="Google Shape;11604;p76"/>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05" name="Google Shape;11605;p76"/>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06" name="Google Shape;11606;p76"/>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607" name="Google Shape;11607;p76"/>
          <p:cNvGrpSpPr/>
          <p:nvPr/>
        </p:nvGrpSpPr>
        <p:grpSpPr>
          <a:xfrm>
            <a:off x="10514211" y="2250258"/>
            <a:ext cx="555148" cy="633500"/>
            <a:chOff x="-16798200" y="2050575"/>
            <a:chExt cx="267825" cy="305625"/>
          </a:xfrm>
        </p:grpSpPr>
        <p:sp>
          <p:nvSpPr>
            <p:cNvPr id="11608" name="Google Shape;11608;p76"/>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09" name="Google Shape;11609;p76"/>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10" name="Google Shape;11610;p76"/>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611" name="Google Shape;11611;p76"/>
          <p:cNvGrpSpPr/>
          <p:nvPr/>
        </p:nvGrpSpPr>
        <p:grpSpPr>
          <a:xfrm>
            <a:off x="10475035" y="3802836"/>
            <a:ext cx="633500" cy="628576"/>
            <a:chOff x="-16817100" y="2801175"/>
            <a:chExt cx="305625" cy="303250"/>
          </a:xfrm>
        </p:grpSpPr>
        <p:sp>
          <p:nvSpPr>
            <p:cNvPr id="11612" name="Google Shape;11612;p76"/>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13" name="Google Shape;11613;p76"/>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14" name="Google Shape;11614;p76"/>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15" name="Google Shape;11615;p76"/>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16" name="Google Shape;11616;p76"/>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17" name="Google Shape;11617;p76"/>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18" name="Google Shape;11618;p76"/>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19" name="Google Shape;11619;p76"/>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620" name="Google Shape;11620;p76"/>
          <p:cNvGrpSpPr/>
          <p:nvPr/>
        </p:nvGrpSpPr>
        <p:grpSpPr>
          <a:xfrm>
            <a:off x="9684529" y="4592819"/>
            <a:ext cx="635105" cy="633500"/>
            <a:chOff x="-15717575" y="2786200"/>
            <a:chExt cx="306400" cy="305625"/>
          </a:xfrm>
        </p:grpSpPr>
        <p:sp>
          <p:nvSpPr>
            <p:cNvPr id="11621" name="Google Shape;11621;p76"/>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22" name="Google Shape;11622;p76"/>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23" name="Google Shape;11623;p76"/>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24" name="Google Shape;11624;p76"/>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25" name="Google Shape;11625;p76"/>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26" name="Google Shape;11626;p76"/>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27" name="Google Shape;11627;p76"/>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628" name="Google Shape;11628;p76"/>
          <p:cNvGrpSpPr/>
          <p:nvPr/>
        </p:nvGrpSpPr>
        <p:grpSpPr>
          <a:xfrm>
            <a:off x="3467959" y="2251062"/>
            <a:ext cx="633500" cy="631893"/>
            <a:chOff x="-20173175" y="2038750"/>
            <a:chExt cx="305625" cy="304850"/>
          </a:xfrm>
        </p:grpSpPr>
        <p:sp>
          <p:nvSpPr>
            <p:cNvPr id="11629" name="Google Shape;11629;p76"/>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30" name="Google Shape;11630;p76"/>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631" name="Google Shape;11631;p76"/>
          <p:cNvSpPr/>
          <p:nvPr/>
        </p:nvSpPr>
        <p:spPr>
          <a:xfrm>
            <a:off x="3467963" y="3033956"/>
            <a:ext cx="630235" cy="629405"/>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632" name="Google Shape;11632;p76"/>
          <p:cNvGrpSpPr/>
          <p:nvPr/>
        </p:nvGrpSpPr>
        <p:grpSpPr>
          <a:xfrm>
            <a:off x="3469591" y="3800377"/>
            <a:ext cx="630235" cy="633500"/>
            <a:chOff x="-20173175" y="2787775"/>
            <a:chExt cx="304050" cy="305625"/>
          </a:xfrm>
        </p:grpSpPr>
        <p:sp>
          <p:nvSpPr>
            <p:cNvPr id="11633" name="Google Shape;11633;p76"/>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34" name="Google Shape;11634;p76"/>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35" name="Google Shape;11635;p76"/>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36" name="Google Shape;11636;p76"/>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37" name="Google Shape;11637;p76"/>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38" name="Google Shape;11638;p76"/>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39" name="Google Shape;11639;p76"/>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640" name="Google Shape;11640;p76"/>
          <p:cNvGrpSpPr/>
          <p:nvPr/>
        </p:nvGrpSpPr>
        <p:grpSpPr>
          <a:xfrm>
            <a:off x="7369570" y="3034086"/>
            <a:ext cx="631841" cy="628628"/>
            <a:chOff x="-18294675" y="2434925"/>
            <a:chExt cx="304825" cy="303275"/>
          </a:xfrm>
        </p:grpSpPr>
        <p:sp>
          <p:nvSpPr>
            <p:cNvPr id="11641" name="Google Shape;11641;p76"/>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42" name="Google Shape;11642;p76"/>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43" name="Google Shape;11643;p76"/>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644" name="Google Shape;11644;p76"/>
          <p:cNvGrpSpPr/>
          <p:nvPr/>
        </p:nvGrpSpPr>
        <p:grpSpPr>
          <a:xfrm>
            <a:off x="7444656" y="3802810"/>
            <a:ext cx="481667" cy="628628"/>
            <a:chOff x="-18258450" y="2809825"/>
            <a:chExt cx="232375" cy="303275"/>
          </a:xfrm>
        </p:grpSpPr>
        <p:sp>
          <p:nvSpPr>
            <p:cNvPr id="11645" name="Google Shape;11645;p76"/>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46" name="Google Shape;11646;p76"/>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47" name="Google Shape;11647;p76"/>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648" name="Google Shape;11648;p76"/>
          <p:cNvSpPr/>
          <p:nvPr/>
        </p:nvSpPr>
        <p:spPr>
          <a:xfrm>
            <a:off x="1942119" y="4592991"/>
            <a:ext cx="628628" cy="633500"/>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649" name="Google Shape;11649;p76"/>
          <p:cNvGrpSpPr/>
          <p:nvPr/>
        </p:nvGrpSpPr>
        <p:grpSpPr>
          <a:xfrm>
            <a:off x="5058257" y="4593644"/>
            <a:ext cx="553489" cy="631893"/>
            <a:chOff x="-16422500" y="2425450"/>
            <a:chExt cx="267025" cy="304850"/>
          </a:xfrm>
        </p:grpSpPr>
        <p:sp>
          <p:nvSpPr>
            <p:cNvPr id="11650" name="Google Shape;11650;p76"/>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51" name="Google Shape;11651;p76"/>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52" name="Google Shape;11652;p76"/>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653" name="Google Shape;11653;p76"/>
          <p:cNvGrpSpPr/>
          <p:nvPr/>
        </p:nvGrpSpPr>
        <p:grpSpPr>
          <a:xfrm>
            <a:off x="8128604" y="4594451"/>
            <a:ext cx="631893" cy="630235"/>
            <a:chOff x="-16442200" y="2801175"/>
            <a:chExt cx="304850" cy="304050"/>
          </a:xfrm>
        </p:grpSpPr>
        <p:sp>
          <p:nvSpPr>
            <p:cNvPr id="11654" name="Google Shape;11654;p76"/>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55" name="Google Shape;11655;p76"/>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56" name="Google Shape;11656;p76"/>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657" name="Google Shape;11657;p76"/>
          <p:cNvSpPr/>
          <p:nvPr/>
        </p:nvSpPr>
        <p:spPr>
          <a:xfrm>
            <a:off x="4276881" y="4596255"/>
            <a:ext cx="628576" cy="626971"/>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1658" name="Google Shape;11658;p76"/>
          <p:cNvSpPr/>
          <p:nvPr/>
        </p:nvSpPr>
        <p:spPr>
          <a:xfrm>
            <a:off x="4232053" y="2275168"/>
            <a:ext cx="633500" cy="584115"/>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659" name="Google Shape;11659;p76"/>
          <p:cNvGrpSpPr/>
          <p:nvPr/>
        </p:nvGrpSpPr>
        <p:grpSpPr>
          <a:xfrm>
            <a:off x="4229557" y="3035125"/>
            <a:ext cx="641687" cy="626556"/>
            <a:chOff x="-19802200" y="2416025"/>
            <a:chExt cx="309575" cy="302275"/>
          </a:xfrm>
        </p:grpSpPr>
        <p:sp>
          <p:nvSpPr>
            <p:cNvPr id="11660" name="Google Shape;11660;p76"/>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61" name="Google Shape;11661;p76"/>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62" name="Google Shape;11662;p76"/>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63" name="Google Shape;11663;p76"/>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64" name="Google Shape;11664;p76"/>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665" name="Google Shape;11665;p76"/>
          <p:cNvGrpSpPr/>
          <p:nvPr/>
        </p:nvGrpSpPr>
        <p:grpSpPr>
          <a:xfrm>
            <a:off x="4233651" y="3802008"/>
            <a:ext cx="633500" cy="630235"/>
            <a:chOff x="-19801400" y="2788575"/>
            <a:chExt cx="305625" cy="304050"/>
          </a:xfrm>
        </p:grpSpPr>
        <p:sp>
          <p:nvSpPr>
            <p:cNvPr id="11666" name="Google Shape;11666;p76"/>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67" name="Google Shape;11667;p76"/>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68" name="Google Shape;11668;p76"/>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69" name="Google Shape;11669;p76"/>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70" name="Google Shape;11670;p76"/>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71" name="Google Shape;11671;p76"/>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672" name="Google Shape;11672;p76"/>
          <p:cNvGrpSpPr/>
          <p:nvPr/>
        </p:nvGrpSpPr>
        <p:grpSpPr>
          <a:xfrm>
            <a:off x="8173753" y="2251888"/>
            <a:ext cx="563284" cy="630235"/>
            <a:chOff x="-17903225" y="2060800"/>
            <a:chExt cx="271750" cy="304050"/>
          </a:xfrm>
        </p:grpSpPr>
        <p:sp>
          <p:nvSpPr>
            <p:cNvPr id="11673" name="Google Shape;11673;p76"/>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74" name="Google Shape;11674;p76"/>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75" name="Google Shape;11675;p76"/>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676" name="Google Shape;11676;p76"/>
          <p:cNvGrpSpPr/>
          <p:nvPr/>
        </p:nvGrpSpPr>
        <p:grpSpPr>
          <a:xfrm>
            <a:off x="8139474" y="3033283"/>
            <a:ext cx="631841" cy="630235"/>
            <a:chOff x="-17918975" y="2435725"/>
            <a:chExt cx="304825" cy="304050"/>
          </a:xfrm>
        </p:grpSpPr>
        <p:sp>
          <p:nvSpPr>
            <p:cNvPr id="11677" name="Google Shape;11677;p76"/>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78" name="Google Shape;11678;p76"/>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679" name="Google Shape;11679;p76"/>
          <p:cNvGrpSpPr/>
          <p:nvPr/>
        </p:nvGrpSpPr>
        <p:grpSpPr>
          <a:xfrm>
            <a:off x="8177821" y="3803639"/>
            <a:ext cx="555148" cy="626971"/>
            <a:chOff x="-17899300" y="2810625"/>
            <a:chExt cx="267825" cy="302475"/>
          </a:xfrm>
        </p:grpSpPr>
        <p:sp>
          <p:nvSpPr>
            <p:cNvPr id="11680" name="Google Shape;11680;p76"/>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81" name="Google Shape;11681;p76"/>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82" name="Google Shape;11682;p76"/>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683" name="Google Shape;11683;p76"/>
          <p:cNvGrpSpPr/>
          <p:nvPr/>
        </p:nvGrpSpPr>
        <p:grpSpPr>
          <a:xfrm>
            <a:off x="2718957" y="4614889"/>
            <a:ext cx="630235" cy="589452"/>
            <a:chOff x="-16066500" y="2060800"/>
            <a:chExt cx="304050" cy="284375"/>
          </a:xfrm>
        </p:grpSpPr>
        <p:sp>
          <p:nvSpPr>
            <p:cNvPr id="11684" name="Google Shape;11684;p76"/>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85" name="Google Shape;11685;p76"/>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86" name="Google Shape;11686;p76"/>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87" name="Google Shape;11687;p76"/>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88" name="Google Shape;11688;p76"/>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689" name="Google Shape;11689;p76"/>
          <p:cNvSpPr/>
          <p:nvPr/>
        </p:nvSpPr>
        <p:spPr>
          <a:xfrm>
            <a:off x="5793270" y="4593016"/>
            <a:ext cx="633500" cy="633448"/>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1690" name="Google Shape;11690;p76"/>
          <p:cNvSpPr/>
          <p:nvPr/>
        </p:nvSpPr>
        <p:spPr>
          <a:xfrm>
            <a:off x="8958322" y="4593198"/>
            <a:ext cx="522501" cy="633085"/>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1691" name="Google Shape;11691;p76"/>
          <p:cNvSpPr/>
          <p:nvPr/>
        </p:nvSpPr>
        <p:spPr>
          <a:xfrm>
            <a:off x="7351687" y="4595841"/>
            <a:ext cx="633448" cy="62779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692" name="Google Shape;11692;p76"/>
          <p:cNvGrpSpPr/>
          <p:nvPr/>
        </p:nvGrpSpPr>
        <p:grpSpPr>
          <a:xfrm>
            <a:off x="10565234" y="3063668"/>
            <a:ext cx="491149" cy="559085"/>
            <a:chOff x="4995050" y="3245650"/>
            <a:chExt cx="236950" cy="269725"/>
          </a:xfrm>
        </p:grpSpPr>
        <p:sp>
          <p:nvSpPr>
            <p:cNvPr id="11693" name="Google Shape;11693;p76"/>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94" name="Google Shape;11694;p76"/>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95" name="Google Shape;11695;p76"/>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nvGrpSpPr>
            <p:cNvPr id="11696" name="Google Shape;11696;p76"/>
            <p:cNvGrpSpPr/>
            <p:nvPr/>
          </p:nvGrpSpPr>
          <p:grpSpPr>
            <a:xfrm>
              <a:off x="4995050" y="3245650"/>
              <a:ext cx="236950" cy="269725"/>
              <a:chOff x="4995050" y="3245650"/>
              <a:chExt cx="236950" cy="269725"/>
            </a:xfrm>
          </p:grpSpPr>
          <p:sp>
            <p:nvSpPr>
              <p:cNvPr id="11697" name="Google Shape;11697;p76"/>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698" name="Google Shape;11698;p76"/>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grpSp>
        <p:nvGrpSpPr>
          <p:cNvPr id="11699" name="Google Shape;11699;p76"/>
          <p:cNvGrpSpPr/>
          <p:nvPr/>
        </p:nvGrpSpPr>
        <p:grpSpPr>
          <a:xfrm>
            <a:off x="7364958" y="2252992"/>
            <a:ext cx="644999" cy="641723"/>
            <a:chOff x="4724650" y="2885700"/>
            <a:chExt cx="270750" cy="269375"/>
          </a:xfrm>
        </p:grpSpPr>
        <p:sp>
          <p:nvSpPr>
            <p:cNvPr id="11700" name="Google Shape;11700;p76"/>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01" name="Google Shape;11701;p76"/>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02" name="Google Shape;11702;p76"/>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03" name="Google Shape;11703;p76"/>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04" name="Google Shape;11704;p76"/>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05" name="Google Shape;11705;p76"/>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06" name="Google Shape;11706;p76"/>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707" name="Google Shape;11707;p76"/>
          <p:cNvGrpSpPr/>
          <p:nvPr/>
        </p:nvGrpSpPr>
        <p:grpSpPr>
          <a:xfrm>
            <a:off x="5854530" y="2249319"/>
            <a:ext cx="519238" cy="619647"/>
            <a:chOff x="4459350" y="2883937"/>
            <a:chExt cx="228375" cy="272538"/>
          </a:xfrm>
        </p:grpSpPr>
        <p:sp>
          <p:nvSpPr>
            <p:cNvPr id="11708" name="Google Shape;11708;p76"/>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09" name="Google Shape;11709;p76"/>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10" name="Google Shape;11710;p76"/>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11" name="Google Shape;11711;p76"/>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12" name="Google Shape;11712;p76"/>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solidFill>
                <a:schemeClr val="bg1">
                  <a:lumMod val="65000"/>
                </a:schemeClr>
              </a:solidFill>
            </a:ln>
          </p:spPr>
          <p:txBody>
            <a:bodyPr/>
            <a:lstStyle/>
            <a:p>
              <a:endParaRPr lang="en-IN" sz="2400">
                <a:solidFill>
                  <a:schemeClr val="tx1">
                    <a:lumMod val="95000"/>
                    <a:lumOff val="5000"/>
                  </a:schemeClr>
                </a:solidFill>
              </a:endParaRPr>
            </a:p>
          </p:txBody>
        </p:sp>
        <p:sp>
          <p:nvSpPr>
            <p:cNvPr id="11713" name="Google Shape;11713;p76"/>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solidFill>
                <a:schemeClr val="bg1">
                  <a:lumMod val="65000"/>
                </a:schemeClr>
              </a:solidFill>
            </a:ln>
          </p:spPr>
          <p:txBody>
            <a:bodyPr/>
            <a:lstStyle/>
            <a:p>
              <a:endParaRPr lang="en-IN" sz="2400">
                <a:solidFill>
                  <a:schemeClr val="tx1">
                    <a:lumMod val="95000"/>
                    <a:lumOff val="5000"/>
                  </a:schemeClr>
                </a:solidFill>
              </a:endParaRPr>
            </a:p>
          </p:txBody>
        </p:sp>
      </p:grpSp>
      <p:sp>
        <p:nvSpPr>
          <p:cNvPr id="11714" name="Google Shape;11714;p76"/>
          <p:cNvSpPr txBox="1"/>
          <p:nvPr/>
        </p:nvSpPr>
        <p:spPr>
          <a:xfrm>
            <a:off x="1627333" y="1447800"/>
            <a:ext cx="9396400" cy="643200"/>
          </a:xfrm>
          <a:prstGeom prst="rect">
            <a:avLst/>
          </a:prstGeom>
          <a:noFill/>
          <a:ln>
            <a:solidFill>
              <a:schemeClr val="bg1">
                <a:lumMod val="65000"/>
              </a:schemeClr>
            </a:solidFill>
          </a:ln>
        </p:spPr>
        <p:txBody>
          <a:bodyPr spcFirstLastPara="1" wrap="square" lIns="121900" tIns="121900" rIns="121900" bIns="121900" anchor="t" anchorCtr="0">
            <a:noAutofit/>
          </a:bodyPr>
          <a:lstStyle/>
          <a:p>
            <a:pPr algn="ctr"/>
            <a:r>
              <a:rPr lang="en-IN" sz="3200">
                <a:solidFill>
                  <a:schemeClr val="tx1">
                    <a:lumMod val="95000"/>
                    <a:lumOff val="5000"/>
                  </a:schemeClr>
                </a:solidFill>
              </a:rPr>
              <a:t>Nature Icons</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1718"/>
        <p:cNvGrpSpPr/>
        <p:nvPr/>
      </p:nvGrpSpPr>
      <p:grpSpPr>
        <a:xfrm>
          <a:off x="0" y="0"/>
          <a:ext cx="0" cy="0"/>
          <a:chOff x="0" y="0"/>
          <a:chExt cx="0" cy="0"/>
        </a:xfrm>
      </p:grpSpPr>
      <p:sp>
        <p:nvSpPr>
          <p:cNvPr id="11719" name="Google Shape;11719;p77"/>
          <p:cNvSpPr txBox="1">
            <a:spLocks noGrp="1"/>
          </p:cNvSpPr>
          <p:nvPr>
            <p:ph type="title" idx="4294967295"/>
          </p:nvPr>
        </p:nvSpPr>
        <p:spPr>
          <a:xfrm>
            <a:off x="1424133" y="1252692"/>
            <a:ext cx="9396400" cy="643200"/>
          </a:xfrm>
          <a:prstGeom prst="rect">
            <a:avLst/>
          </a:prstGeom>
          <a:ln>
            <a:solidFill>
              <a:schemeClr val="bg1">
                <a:lumMod val="65000"/>
              </a:schemeClr>
            </a:solidFill>
          </a:ln>
        </p:spPr>
        <p:txBody>
          <a:bodyPr spcFirstLastPara="1" vert="horz" wrap="square" lIns="121900" tIns="121900" rIns="121900" bIns="121900" rtlCol="0" anchor="t" anchorCtr="0">
            <a:noAutofit/>
          </a:bodyPr>
          <a:lstStyle/>
          <a:p>
            <a:pPr algn="ctr">
              <a:spcBef>
                <a:spcPts val="0"/>
              </a:spcBef>
              <a:buClr>
                <a:srgbClr val="000000"/>
              </a:buClr>
              <a:buSzPts val="1100"/>
            </a:pPr>
            <a:r>
              <a:rPr lang="en-IN">
                <a:solidFill>
                  <a:schemeClr val="tx1">
                    <a:lumMod val="95000"/>
                    <a:lumOff val="5000"/>
                  </a:schemeClr>
                </a:solidFill>
                <a:latin typeface="Arial"/>
                <a:ea typeface="Arial"/>
                <a:cs typeface="Arial"/>
                <a:sym typeface="Arial"/>
              </a:rPr>
              <a:t>SEO &amp; Marketing Icons</a:t>
            </a:r>
          </a:p>
        </p:txBody>
      </p:sp>
      <p:sp>
        <p:nvSpPr>
          <p:cNvPr id="11720" name="Google Shape;11720;p77"/>
          <p:cNvSpPr/>
          <p:nvPr/>
        </p:nvSpPr>
        <p:spPr>
          <a:xfrm>
            <a:off x="1125467" y="2181611"/>
            <a:ext cx="577712" cy="563708"/>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721" name="Google Shape;11721;p77"/>
          <p:cNvGrpSpPr/>
          <p:nvPr/>
        </p:nvGrpSpPr>
        <p:grpSpPr>
          <a:xfrm>
            <a:off x="1129443" y="2861975"/>
            <a:ext cx="568616" cy="561061"/>
            <a:chOff x="-6713450" y="2397900"/>
            <a:chExt cx="295375" cy="291450"/>
          </a:xfrm>
        </p:grpSpPr>
        <p:sp>
          <p:nvSpPr>
            <p:cNvPr id="11722" name="Google Shape;11722;p77"/>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23" name="Google Shape;11723;p77"/>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724" name="Google Shape;11724;p77"/>
          <p:cNvSpPr/>
          <p:nvPr/>
        </p:nvSpPr>
        <p:spPr>
          <a:xfrm>
            <a:off x="1145900" y="3555064"/>
            <a:ext cx="568665" cy="562552"/>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725" name="Google Shape;11725;p77"/>
          <p:cNvGrpSpPr/>
          <p:nvPr/>
        </p:nvGrpSpPr>
        <p:grpSpPr>
          <a:xfrm>
            <a:off x="4735793" y="2183294"/>
            <a:ext cx="564092" cy="560676"/>
            <a:chOff x="-4932650" y="2046625"/>
            <a:chExt cx="293025" cy="291250"/>
          </a:xfrm>
        </p:grpSpPr>
        <p:sp>
          <p:nvSpPr>
            <p:cNvPr id="11726" name="Google Shape;11726;p77"/>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27" name="Google Shape;11727;p77"/>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728" name="Google Shape;11728;p77"/>
          <p:cNvSpPr/>
          <p:nvPr/>
        </p:nvSpPr>
        <p:spPr>
          <a:xfrm>
            <a:off x="4737728" y="2862528"/>
            <a:ext cx="561061" cy="559569"/>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729" name="Google Shape;11729;p77"/>
          <p:cNvGrpSpPr/>
          <p:nvPr/>
        </p:nvGrpSpPr>
        <p:grpSpPr>
          <a:xfrm>
            <a:off x="4751701" y="3556035"/>
            <a:ext cx="564092" cy="561061"/>
            <a:chOff x="-4931075" y="2765725"/>
            <a:chExt cx="293025" cy="291450"/>
          </a:xfrm>
        </p:grpSpPr>
        <p:sp>
          <p:nvSpPr>
            <p:cNvPr id="11730" name="Google Shape;11730;p77"/>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31" name="Google Shape;11731;p77"/>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732" name="Google Shape;11732;p77"/>
          <p:cNvGrpSpPr/>
          <p:nvPr/>
        </p:nvGrpSpPr>
        <p:grpSpPr>
          <a:xfrm>
            <a:off x="8359124" y="2216478"/>
            <a:ext cx="561061" cy="494309"/>
            <a:chOff x="-3137650" y="2067900"/>
            <a:chExt cx="291450" cy="256775"/>
          </a:xfrm>
        </p:grpSpPr>
        <p:sp>
          <p:nvSpPr>
            <p:cNvPr id="11733" name="Google Shape;11733;p77"/>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34" name="Google Shape;11734;p77"/>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35" name="Google Shape;11735;p77"/>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736" name="Google Shape;11736;p77"/>
          <p:cNvGrpSpPr/>
          <p:nvPr/>
        </p:nvGrpSpPr>
        <p:grpSpPr>
          <a:xfrm>
            <a:off x="8359124" y="2861327"/>
            <a:ext cx="561061" cy="562360"/>
            <a:chOff x="-3137650" y="2408950"/>
            <a:chExt cx="291450" cy="292125"/>
          </a:xfrm>
        </p:grpSpPr>
        <p:sp>
          <p:nvSpPr>
            <p:cNvPr id="11737" name="Google Shape;11737;p77"/>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38" name="Google Shape;11738;p77"/>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39" name="Google Shape;11739;p77"/>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40" name="Google Shape;11740;p77"/>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41" name="Google Shape;11741;p77"/>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742" name="Google Shape;11742;p77"/>
          <p:cNvGrpSpPr/>
          <p:nvPr/>
        </p:nvGrpSpPr>
        <p:grpSpPr>
          <a:xfrm>
            <a:off x="8375032" y="3588642"/>
            <a:ext cx="561061" cy="495849"/>
            <a:chOff x="-3137650" y="2787000"/>
            <a:chExt cx="291450" cy="257575"/>
          </a:xfrm>
        </p:grpSpPr>
        <p:sp>
          <p:nvSpPr>
            <p:cNvPr id="11743" name="Google Shape;11743;p77"/>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44" name="Google Shape;11744;p77"/>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45" name="Google Shape;11745;p77"/>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46" name="Google Shape;11746;p77"/>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47" name="Google Shape;11747;p77"/>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48" name="Google Shape;11748;p77"/>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49" name="Google Shape;11749;p77"/>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50" name="Google Shape;11750;p77"/>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751" name="Google Shape;11751;p77"/>
          <p:cNvSpPr/>
          <p:nvPr/>
        </p:nvSpPr>
        <p:spPr>
          <a:xfrm>
            <a:off x="1812179" y="4400914"/>
            <a:ext cx="561061" cy="394253"/>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1752" name="Google Shape;11752;p77"/>
          <p:cNvSpPr/>
          <p:nvPr/>
        </p:nvSpPr>
        <p:spPr>
          <a:xfrm>
            <a:off x="1850568" y="2182069"/>
            <a:ext cx="562552" cy="562793"/>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1753" name="Google Shape;11753;p77"/>
          <p:cNvSpPr/>
          <p:nvPr/>
        </p:nvSpPr>
        <p:spPr>
          <a:xfrm>
            <a:off x="1848282" y="2860458"/>
            <a:ext cx="567124" cy="563708"/>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754" name="Google Shape;11754;p77"/>
          <p:cNvGrpSpPr/>
          <p:nvPr/>
        </p:nvGrpSpPr>
        <p:grpSpPr>
          <a:xfrm>
            <a:off x="1865935" y="3555288"/>
            <a:ext cx="562552" cy="562552"/>
            <a:chOff x="-6354300" y="2757075"/>
            <a:chExt cx="292225" cy="292225"/>
          </a:xfrm>
        </p:grpSpPr>
        <p:sp>
          <p:nvSpPr>
            <p:cNvPr id="11755" name="Google Shape;11755;p77"/>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56" name="Google Shape;11756;p77"/>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57" name="Google Shape;11757;p77"/>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58" name="Google Shape;11758;p77"/>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759" name="Google Shape;11759;p77"/>
          <p:cNvGrpSpPr/>
          <p:nvPr/>
        </p:nvGrpSpPr>
        <p:grpSpPr>
          <a:xfrm>
            <a:off x="5457939" y="2180839"/>
            <a:ext cx="565584" cy="565584"/>
            <a:chOff x="-4573475" y="2045850"/>
            <a:chExt cx="293800" cy="293800"/>
          </a:xfrm>
        </p:grpSpPr>
        <p:sp>
          <p:nvSpPr>
            <p:cNvPr id="11760" name="Google Shape;11760;p77"/>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61" name="Google Shape;11761;p77"/>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762" name="Google Shape;11762;p77"/>
          <p:cNvGrpSpPr/>
          <p:nvPr/>
        </p:nvGrpSpPr>
        <p:grpSpPr>
          <a:xfrm>
            <a:off x="5457170" y="2859692"/>
            <a:ext cx="567124" cy="565633"/>
            <a:chOff x="-4570325" y="2405775"/>
            <a:chExt cx="294600" cy="293825"/>
          </a:xfrm>
        </p:grpSpPr>
        <p:sp>
          <p:nvSpPr>
            <p:cNvPr id="11763" name="Google Shape;11763;p77"/>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64" name="Google Shape;11764;p77"/>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765" name="Google Shape;11765;p77"/>
          <p:cNvGrpSpPr/>
          <p:nvPr/>
        </p:nvGrpSpPr>
        <p:grpSpPr>
          <a:xfrm>
            <a:off x="5474594" y="3554543"/>
            <a:ext cx="564092" cy="564044"/>
            <a:chOff x="-4572700" y="2764950"/>
            <a:chExt cx="293025" cy="293000"/>
          </a:xfrm>
        </p:grpSpPr>
        <p:sp>
          <p:nvSpPr>
            <p:cNvPr id="11766" name="Google Shape;11766;p77"/>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67" name="Google Shape;11767;p77"/>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68" name="Google Shape;11768;p77"/>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69" name="Google Shape;11769;p77"/>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70" name="Google Shape;11770;p77"/>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771" name="Google Shape;11771;p77"/>
          <p:cNvGrpSpPr/>
          <p:nvPr/>
        </p:nvGrpSpPr>
        <p:grpSpPr>
          <a:xfrm>
            <a:off x="9099609" y="2183078"/>
            <a:ext cx="553120" cy="561109"/>
            <a:chOff x="-2777700" y="2049775"/>
            <a:chExt cx="287325" cy="291475"/>
          </a:xfrm>
        </p:grpSpPr>
        <p:sp>
          <p:nvSpPr>
            <p:cNvPr id="11772" name="Google Shape;11772;p77"/>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73" name="Google Shape;11773;p77"/>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74" name="Google Shape;11774;p77"/>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775" name="Google Shape;11775;p77"/>
          <p:cNvGrpSpPr/>
          <p:nvPr/>
        </p:nvGrpSpPr>
        <p:grpSpPr>
          <a:xfrm>
            <a:off x="9094893" y="2862001"/>
            <a:ext cx="562552" cy="561012"/>
            <a:chOff x="-2571737" y="2403625"/>
            <a:chExt cx="292225" cy="291425"/>
          </a:xfrm>
        </p:grpSpPr>
        <p:sp>
          <p:nvSpPr>
            <p:cNvPr id="11776" name="Google Shape;11776;p77"/>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77" name="Google Shape;11777;p77"/>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78" name="Google Shape;11778;p77"/>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79" name="Google Shape;11779;p77"/>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80" name="Google Shape;11780;p77"/>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81" name="Google Shape;11781;p77"/>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82" name="Google Shape;11782;p77"/>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783" name="Google Shape;11783;p77"/>
          <p:cNvGrpSpPr/>
          <p:nvPr/>
        </p:nvGrpSpPr>
        <p:grpSpPr>
          <a:xfrm>
            <a:off x="9094893" y="3556804"/>
            <a:ext cx="562552" cy="559520"/>
            <a:chOff x="-2571737" y="2764550"/>
            <a:chExt cx="292225" cy="290650"/>
          </a:xfrm>
        </p:grpSpPr>
        <p:sp>
          <p:nvSpPr>
            <p:cNvPr id="11784" name="Google Shape;11784;p77"/>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85" name="Google Shape;11785;p77"/>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86" name="Google Shape;11786;p77"/>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787" name="Google Shape;11787;p77"/>
          <p:cNvGrpSpPr/>
          <p:nvPr/>
        </p:nvGrpSpPr>
        <p:grpSpPr>
          <a:xfrm>
            <a:off x="4027561" y="4315476"/>
            <a:ext cx="562552" cy="565152"/>
            <a:chOff x="-1333975" y="2365850"/>
            <a:chExt cx="292225" cy="293575"/>
          </a:xfrm>
        </p:grpSpPr>
        <p:sp>
          <p:nvSpPr>
            <p:cNvPr id="11788" name="Google Shape;11788;p77"/>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89" name="Google Shape;11789;p77"/>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90" name="Google Shape;11790;p77"/>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91" name="Google Shape;11791;p77"/>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92" name="Google Shape;11792;p77"/>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93" name="Google Shape;11793;p77"/>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94" name="Google Shape;11794;p77"/>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95" name="Google Shape;11795;p77"/>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796" name="Google Shape;11796;p77"/>
          <p:cNvGrpSpPr/>
          <p:nvPr/>
        </p:nvGrpSpPr>
        <p:grpSpPr>
          <a:xfrm>
            <a:off x="2605528" y="3555288"/>
            <a:ext cx="530693" cy="562552"/>
            <a:chOff x="-5995925" y="2757850"/>
            <a:chExt cx="275675" cy="292225"/>
          </a:xfrm>
        </p:grpSpPr>
        <p:sp>
          <p:nvSpPr>
            <p:cNvPr id="11797" name="Google Shape;11797;p77"/>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98" name="Google Shape;11798;p77"/>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799" name="Google Shape;11799;p77"/>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00" name="Google Shape;11800;p77"/>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01" name="Google Shape;11801;p77"/>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02" name="Google Shape;11802;p77"/>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03" name="Google Shape;11803;p77"/>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04" name="Google Shape;11804;p77"/>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05" name="Google Shape;11805;p77"/>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806" name="Google Shape;11806;p77"/>
          <p:cNvGrpSpPr/>
          <p:nvPr/>
        </p:nvGrpSpPr>
        <p:grpSpPr>
          <a:xfrm>
            <a:off x="6179245" y="2183848"/>
            <a:ext cx="562601" cy="559569"/>
            <a:chOff x="-4211975" y="2046625"/>
            <a:chExt cx="292250" cy="290675"/>
          </a:xfrm>
        </p:grpSpPr>
        <p:sp>
          <p:nvSpPr>
            <p:cNvPr id="11807" name="Google Shape;11807;p77"/>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08" name="Google Shape;11808;p77"/>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809" name="Google Shape;11809;p77"/>
          <p:cNvGrpSpPr/>
          <p:nvPr/>
        </p:nvGrpSpPr>
        <p:grpSpPr>
          <a:xfrm>
            <a:off x="6245973" y="2859692"/>
            <a:ext cx="429145" cy="565633"/>
            <a:chOff x="-4178875" y="2405775"/>
            <a:chExt cx="222925" cy="293825"/>
          </a:xfrm>
        </p:grpSpPr>
        <p:sp>
          <p:nvSpPr>
            <p:cNvPr id="11810" name="Google Shape;11810;p77"/>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11" name="Google Shape;11811;p77"/>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12" name="Google Shape;11812;p77"/>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813" name="Google Shape;11813;p77"/>
          <p:cNvGrpSpPr/>
          <p:nvPr/>
        </p:nvGrpSpPr>
        <p:grpSpPr>
          <a:xfrm>
            <a:off x="6195923" y="3572736"/>
            <a:ext cx="561061" cy="527661"/>
            <a:chOff x="-4211975" y="2783850"/>
            <a:chExt cx="291450" cy="274100"/>
          </a:xfrm>
        </p:grpSpPr>
        <p:sp>
          <p:nvSpPr>
            <p:cNvPr id="11814" name="Google Shape;11814;p77"/>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15" name="Google Shape;11815;p77"/>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16" name="Google Shape;11816;p77"/>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817" name="Google Shape;11817;p77"/>
          <p:cNvSpPr/>
          <p:nvPr/>
        </p:nvSpPr>
        <p:spPr>
          <a:xfrm>
            <a:off x="9817116" y="2181419"/>
            <a:ext cx="532233" cy="564092"/>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818" name="Google Shape;11818;p77"/>
          <p:cNvGrpSpPr/>
          <p:nvPr/>
        </p:nvGrpSpPr>
        <p:grpSpPr>
          <a:xfrm>
            <a:off x="9802495" y="2861976"/>
            <a:ext cx="561061" cy="561061"/>
            <a:chOff x="-2419325" y="2408150"/>
            <a:chExt cx="291450" cy="291450"/>
          </a:xfrm>
        </p:grpSpPr>
        <p:sp>
          <p:nvSpPr>
            <p:cNvPr id="11819" name="Google Shape;11819;p77"/>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20" name="Google Shape;11820;p77"/>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21" name="Google Shape;11821;p77"/>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22" name="Google Shape;11822;p77"/>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23" name="Google Shape;11823;p77"/>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24" name="Google Shape;11824;p77"/>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25" name="Google Shape;11825;p77"/>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826" name="Google Shape;11826;p77"/>
          <p:cNvSpPr/>
          <p:nvPr/>
        </p:nvSpPr>
        <p:spPr>
          <a:xfrm>
            <a:off x="9816347" y="3554294"/>
            <a:ext cx="565584" cy="564092"/>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827" name="Google Shape;11827;p77"/>
          <p:cNvGrpSpPr/>
          <p:nvPr/>
        </p:nvGrpSpPr>
        <p:grpSpPr>
          <a:xfrm>
            <a:off x="6231195" y="4316777"/>
            <a:ext cx="561061" cy="562552"/>
            <a:chOff x="-1333200" y="2770450"/>
            <a:chExt cx="291450" cy="292225"/>
          </a:xfrm>
        </p:grpSpPr>
        <p:sp>
          <p:nvSpPr>
            <p:cNvPr id="11828" name="Google Shape;11828;p77"/>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29" name="Google Shape;11829;p77"/>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830" name="Google Shape;11830;p77"/>
          <p:cNvGrpSpPr/>
          <p:nvPr/>
        </p:nvGrpSpPr>
        <p:grpSpPr>
          <a:xfrm>
            <a:off x="3293346" y="2183100"/>
            <a:ext cx="564092" cy="561061"/>
            <a:chOff x="-5635200" y="2037975"/>
            <a:chExt cx="293025" cy="291450"/>
          </a:xfrm>
        </p:grpSpPr>
        <p:sp>
          <p:nvSpPr>
            <p:cNvPr id="11831" name="Google Shape;11831;p77"/>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32" name="Google Shape;11832;p77"/>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833" name="Google Shape;11833;p77"/>
          <p:cNvGrpSpPr/>
          <p:nvPr/>
        </p:nvGrpSpPr>
        <p:grpSpPr>
          <a:xfrm>
            <a:off x="3291061" y="2861975"/>
            <a:ext cx="568665" cy="561061"/>
            <a:chOff x="-5637575" y="2397900"/>
            <a:chExt cx="295400" cy="291450"/>
          </a:xfrm>
        </p:grpSpPr>
        <p:sp>
          <p:nvSpPr>
            <p:cNvPr id="11834" name="Google Shape;11834;p77"/>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35" name="Google Shape;11835;p77"/>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36" name="Google Shape;11836;p77"/>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37" name="Google Shape;11837;p77"/>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838" name="Google Shape;11838;p77"/>
          <p:cNvGrpSpPr/>
          <p:nvPr/>
        </p:nvGrpSpPr>
        <p:grpSpPr>
          <a:xfrm>
            <a:off x="3309278" y="3555288"/>
            <a:ext cx="564044" cy="562552"/>
            <a:chOff x="-5635975" y="2757075"/>
            <a:chExt cx="293000" cy="292225"/>
          </a:xfrm>
        </p:grpSpPr>
        <p:sp>
          <p:nvSpPr>
            <p:cNvPr id="11839" name="Google Shape;11839;p77"/>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40" name="Google Shape;11840;p77"/>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841" name="Google Shape;11841;p77"/>
          <p:cNvGrpSpPr/>
          <p:nvPr/>
        </p:nvGrpSpPr>
        <p:grpSpPr>
          <a:xfrm>
            <a:off x="6887858" y="2183100"/>
            <a:ext cx="564092" cy="561061"/>
            <a:chOff x="-3854375" y="2046625"/>
            <a:chExt cx="293025" cy="291450"/>
          </a:xfrm>
        </p:grpSpPr>
        <p:sp>
          <p:nvSpPr>
            <p:cNvPr id="11842" name="Google Shape;11842;p77"/>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43" name="Google Shape;11843;p77"/>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844" name="Google Shape;11844;p77"/>
          <p:cNvGrpSpPr/>
          <p:nvPr/>
        </p:nvGrpSpPr>
        <p:grpSpPr>
          <a:xfrm>
            <a:off x="6886342" y="2859715"/>
            <a:ext cx="567124" cy="565584"/>
            <a:chOff x="-3854375" y="2405000"/>
            <a:chExt cx="294600" cy="293800"/>
          </a:xfrm>
        </p:grpSpPr>
        <p:sp>
          <p:nvSpPr>
            <p:cNvPr id="11845" name="Google Shape;11845;p77"/>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46" name="Google Shape;11846;p77"/>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847" name="Google Shape;11847;p77"/>
          <p:cNvGrpSpPr/>
          <p:nvPr/>
        </p:nvGrpSpPr>
        <p:grpSpPr>
          <a:xfrm>
            <a:off x="6905282" y="3554543"/>
            <a:ext cx="561061" cy="564044"/>
            <a:chOff x="-3852025" y="2764950"/>
            <a:chExt cx="291450" cy="293000"/>
          </a:xfrm>
        </p:grpSpPr>
        <p:sp>
          <p:nvSpPr>
            <p:cNvPr id="11848" name="Google Shape;11848;p77"/>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49" name="Google Shape;11849;p77"/>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850" name="Google Shape;11850;p77"/>
          <p:cNvSpPr/>
          <p:nvPr/>
        </p:nvSpPr>
        <p:spPr>
          <a:xfrm>
            <a:off x="10534655" y="2250430"/>
            <a:ext cx="562552" cy="426065"/>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1851" name="Google Shape;11851;p77"/>
          <p:cNvSpPr/>
          <p:nvPr/>
        </p:nvSpPr>
        <p:spPr>
          <a:xfrm>
            <a:off x="10534655" y="2861805"/>
            <a:ext cx="562552" cy="561012"/>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852" name="Google Shape;11852;p77"/>
          <p:cNvGrpSpPr/>
          <p:nvPr/>
        </p:nvGrpSpPr>
        <p:grpSpPr>
          <a:xfrm>
            <a:off x="10535400" y="3555289"/>
            <a:ext cx="561061" cy="562552"/>
            <a:chOff x="-2060175" y="2768875"/>
            <a:chExt cx="291450" cy="292225"/>
          </a:xfrm>
        </p:grpSpPr>
        <p:sp>
          <p:nvSpPr>
            <p:cNvPr id="11853" name="Google Shape;11853;p77"/>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54" name="Google Shape;11854;p77"/>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855" name="Google Shape;11855;p77"/>
          <p:cNvGrpSpPr/>
          <p:nvPr/>
        </p:nvGrpSpPr>
        <p:grpSpPr>
          <a:xfrm>
            <a:off x="2553547" y="4317520"/>
            <a:ext cx="562552" cy="561061"/>
            <a:chOff x="-937025" y="2064750"/>
            <a:chExt cx="292225" cy="291450"/>
          </a:xfrm>
        </p:grpSpPr>
        <p:sp>
          <p:nvSpPr>
            <p:cNvPr id="11856" name="Google Shape;11856;p77"/>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57" name="Google Shape;11857;p77"/>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58" name="Google Shape;11858;p77"/>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859" name="Google Shape;11859;p77"/>
          <p:cNvGrpSpPr/>
          <p:nvPr/>
        </p:nvGrpSpPr>
        <p:grpSpPr>
          <a:xfrm>
            <a:off x="4024432" y="2182355"/>
            <a:ext cx="562601" cy="562552"/>
            <a:chOff x="-5276050" y="2037975"/>
            <a:chExt cx="292250" cy="292225"/>
          </a:xfrm>
        </p:grpSpPr>
        <p:sp>
          <p:nvSpPr>
            <p:cNvPr id="11860" name="Google Shape;11860;p77"/>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61" name="Google Shape;11861;p77"/>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62" name="Google Shape;11862;p77"/>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863" name="Google Shape;11863;p77"/>
          <p:cNvSpPr/>
          <p:nvPr/>
        </p:nvSpPr>
        <p:spPr>
          <a:xfrm>
            <a:off x="4019587" y="2878649"/>
            <a:ext cx="573188" cy="527324"/>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sp>
        <p:nvSpPr>
          <p:cNvPr id="11864" name="Google Shape;11864;p77"/>
          <p:cNvSpPr/>
          <p:nvPr/>
        </p:nvSpPr>
        <p:spPr>
          <a:xfrm>
            <a:off x="4040812" y="3555834"/>
            <a:ext cx="562552" cy="561012"/>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865" name="Google Shape;11865;p77"/>
          <p:cNvGrpSpPr/>
          <p:nvPr/>
        </p:nvGrpSpPr>
        <p:grpSpPr>
          <a:xfrm>
            <a:off x="7702849" y="2183100"/>
            <a:ext cx="432177" cy="561061"/>
            <a:chOff x="-3462150" y="2046625"/>
            <a:chExt cx="224500" cy="291450"/>
          </a:xfrm>
        </p:grpSpPr>
        <p:sp>
          <p:nvSpPr>
            <p:cNvPr id="11866" name="Google Shape;11866;p77"/>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67" name="Google Shape;11867;p77"/>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68" name="Google Shape;11868;p77"/>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69" name="Google Shape;11869;p77"/>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70" name="Google Shape;11870;p77"/>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71" name="Google Shape;11871;p77"/>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72" name="Google Shape;11872;p77"/>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873" name="Google Shape;11873;p77"/>
          <p:cNvGrpSpPr/>
          <p:nvPr/>
        </p:nvGrpSpPr>
        <p:grpSpPr>
          <a:xfrm>
            <a:off x="7670267" y="2860461"/>
            <a:ext cx="497341" cy="564092"/>
            <a:chOff x="-3478675" y="2405775"/>
            <a:chExt cx="258350" cy="293025"/>
          </a:xfrm>
        </p:grpSpPr>
        <p:sp>
          <p:nvSpPr>
            <p:cNvPr id="11874" name="Google Shape;11874;p77"/>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75" name="Google Shape;11875;p77"/>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76" name="Google Shape;11876;p77"/>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77" name="Google Shape;11877;p77"/>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878" name="Google Shape;11878;p77"/>
          <p:cNvGrpSpPr/>
          <p:nvPr/>
        </p:nvGrpSpPr>
        <p:grpSpPr>
          <a:xfrm>
            <a:off x="7753625" y="3555289"/>
            <a:ext cx="362441" cy="562552"/>
            <a:chOff x="-3443250" y="2765725"/>
            <a:chExt cx="188275" cy="292225"/>
          </a:xfrm>
        </p:grpSpPr>
        <p:sp>
          <p:nvSpPr>
            <p:cNvPr id="11879" name="Google Shape;11879;p77"/>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80" name="Google Shape;11880;p77"/>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81" name="Google Shape;11881;p77"/>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82" name="Google Shape;11882;p77"/>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883" name="Google Shape;11883;p77"/>
          <p:cNvGrpSpPr/>
          <p:nvPr/>
        </p:nvGrpSpPr>
        <p:grpSpPr>
          <a:xfrm>
            <a:off x="1125486" y="4316005"/>
            <a:ext cx="495849" cy="564092"/>
            <a:chOff x="-1684475" y="2049000"/>
            <a:chExt cx="257575" cy="293025"/>
          </a:xfrm>
        </p:grpSpPr>
        <p:sp>
          <p:nvSpPr>
            <p:cNvPr id="11884" name="Google Shape;11884;p77"/>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85" name="Google Shape;11885;p77"/>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86" name="Google Shape;11886;p77"/>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87" name="Google Shape;11887;p77"/>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888" name="Google Shape;11888;p77"/>
          <p:cNvSpPr/>
          <p:nvPr/>
        </p:nvSpPr>
        <p:spPr>
          <a:xfrm>
            <a:off x="3296393" y="4317126"/>
            <a:ext cx="586808" cy="561831"/>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889" name="Google Shape;11889;p77"/>
          <p:cNvGrpSpPr/>
          <p:nvPr/>
        </p:nvGrpSpPr>
        <p:grpSpPr>
          <a:xfrm>
            <a:off x="5512010" y="4316777"/>
            <a:ext cx="561061" cy="562552"/>
            <a:chOff x="-1700225" y="2768875"/>
            <a:chExt cx="291450" cy="292225"/>
          </a:xfrm>
        </p:grpSpPr>
        <p:sp>
          <p:nvSpPr>
            <p:cNvPr id="11890" name="Google Shape;11890;p77"/>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91" name="Google Shape;11891;p77"/>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92" name="Google Shape;11892;p77"/>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93" name="Google Shape;11893;p77"/>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94" name="Google Shape;11894;p77"/>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95" name="Google Shape;11895;p77"/>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896" name="Google Shape;11896;p77"/>
          <p:cNvGrpSpPr/>
          <p:nvPr/>
        </p:nvGrpSpPr>
        <p:grpSpPr>
          <a:xfrm>
            <a:off x="4803141" y="4316006"/>
            <a:ext cx="495849" cy="564092"/>
            <a:chOff x="-919700" y="2420750"/>
            <a:chExt cx="257575" cy="293025"/>
          </a:xfrm>
        </p:grpSpPr>
        <p:sp>
          <p:nvSpPr>
            <p:cNvPr id="11897" name="Google Shape;11897;p77"/>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98" name="Google Shape;11898;p77"/>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899" name="Google Shape;11899;p77"/>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900" name="Google Shape;11900;p77"/>
          <p:cNvGrpSpPr/>
          <p:nvPr/>
        </p:nvGrpSpPr>
        <p:grpSpPr>
          <a:xfrm>
            <a:off x="2583397" y="2202693"/>
            <a:ext cx="546041" cy="547489"/>
            <a:chOff x="6679825" y="2693700"/>
            <a:chExt cx="257875" cy="258575"/>
          </a:xfrm>
        </p:grpSpPr>
        <p:sp>
          <p:nvSpPr>
            <p:cNvPr id="11901" name="Google Shape;11901;p77"/>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02" name="Google Shape;11902;p77"/>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903" name="Google Shape;11903;p77"/>
          <p:cNvGrpSpPr/>
          <p:nvPr/>
        </p:nvGrpSpPr>
        <p:grpSpPr>
          <a:xfrm>
            <a:off x="2569495" y="2864239"/>
            <a:ext cx="560708" cy="556349"/>
            <a:chOff x="6790450" y="3119050"/>
            <a:chExt cx="262750" cy="260675"/>
          </a:xfrm>
        </p:grpSpPr>
        <p:sp>
          <p:nvSpPr>
            <p:cNvPr id="11904" name="Google Shape;11904;p77"/>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05" name="Google Shape;11905;p77"/>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906" name="Google Shape;11906;p77"/>
          <p:cNvGrpSpPr/>
          <p:nvPr/>
        </p:nvGrpSpPr>
        <p:grpSpPr>
          <a:xfrm>
            <a:off x="9137444" y="5015341"/>
            <a:ext cx="477457" cy="543188"/>
            <a:chOff x="7660859" y="2571753"/>
            <a:chExt cx="366561" cy="417024"/>
          </a:xfrm>
        </p:grpSpPr>
        <p:sp>
          <p:nvSpPr>
            <p:cNvPr id="11907" name="Google Shape;11907;p77"/>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08" name="Google Shape;11908;p77"/>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09" name="Google Shape;11909;p77"/>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910" name="Google Shape;11910;p77"/>
          <p:cNvGrpSpPr/>
          <p:nvPr/>
        </p:nvGrpSpPr>
        <p:grpSpPr>
          <a:xfrm>
            <a:off x="5850351" y="5015341"/>
            <a:ext cx="543188" cy="543188"/>
            <a:chOff x="5566722" y="2571753"/>
            <a:chExt cx="417024" cy="417024"/>
          </a:xfrm>
        </p:grpSpPr>
        <p:sp>
          <p:nvSpPr>
            <p:cNvPr id="11911" name="Google Shape;11911;p77"/>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12" name="Google Shape;11912;p77"/>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913" name="Google Shape;11913;p77"/>
          <p:cNvGrpSpPr/>
          <p:nvPr/>
        </p:nvGrpSpPr>
        <p:grpSpPr>
          <a:xfrm>
            <a:off x="6672129" y="5151681"/>
            <a:ext cx="543175" cy="270507"/>
            <a:chOff x="6090251" y="2676413"/>
            <a:chExt cx="417014" cy="207677"/>
          </a:xfrm>
        </p:grpSpPr>
        <p:sp>
          <p:nvSpPr>
            <p:cNvPr id="11914" name="Google Shape;11914;p77"/>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15" name="Google Shape;11915;p77"/>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16" name="Google Shape;11916;p77"/>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17" name="Google Shape;11917;p77"/>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918" name="Google Shape;11918;p77"/>
          <p:cNvGrpSpPr/>
          <p:nvPr/>
        </p:nvGrpSpPr>
        <p:grpSpPr>
          <a:xfrm>
            <a:off x="8315667" y="5015341"/>
            <a:ext cx="543188" cy="543188"/>
            <a:chOff x="7137330" y="2571753"/>
            <a:chExt cx="417024" cy="417024"/>
          </a:xfrm>
        </p:grpSpPr>
        <p:sp>
          <p:nvSpPr>
            <p:cNvPr id="11919" name="Google Shape;11919;p77"/>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20" name="Google Shape;11920;p77"/>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21" name="Google Shape;11921;p77"/>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922" name="Google Shape;11922;p77"/>
          <p:cNvGrpSpPr/>
          <p:nvPr/>
        </p:nvGrpSpPr>
        <p:grpSpPr>
          <a:xfrm>
            <a:off x="7493891" y="5015341"/>
            <a:ext cx="543188" cy="543188"/>
            <a:chOff x="6613801" y="2571753"/>
            <a:chExt cx="417024" cy="417024"/>
          </a:xfrm>
        </p:grpSpPr>
        <p:sp>
          <p:nvSpPr>
            <p:cNvPr id="11923" name="Google Shape;11923;p77"/>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24" name="Google Shape;11924;p77"/>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25" name="Google Shape;11925;p77"/>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26" name="Google Shape;11926;p77"/>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27" name="Google Shape;11927;p77"/>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928" name="Google Shape;11928;p77"/>
          <p:cNvGrpSpPr/>
          <p:nvPr/>
        </p:nvGrpSpPr>
        <p:grpSpPr>
          <a:xfrm>
            <a:off x="10544323" y="4326466"/>
            <a:ext cx="543215" cy="543215"/>
            <a:chOff x="2964567" y="2571753"/>
            <a:chExt cx="417045" cy="417045"/>
          </a:xfrm>
        </p:grpSpPr>
        <p:sp>
          <p:nvSpPr>
            <p:cNvPr id="11929" name="Google Shape;11929;p77"/>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30" name="Google Shape;11930;p77"/>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931" name="Google Shape;11931;p77"/>
          <p:cNvGrpSpPr/>
          <p:nvPr/>
        </p:nvGrpSpPr>
        <p:grpSpPr>
          <a:xfrm>
            <a:off x="2563219" y="5095955"/>
            <a:ext cx="543188" cy="381960"/>
            <a:chOff x="3476576" y="2633631"/>
            <a:chExt cx="417024" cy="293244"/>
          </a:xfrm>
        </p:grpSpPr>
        <p:sp>
          <p:nvSpPr>
            <p:cNvPr id="11932" name="Google Shape;11932;p77"/>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33" name="Google Shape;11933;p77"/>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934" name="Google Shape;11934;p77"/>
          <p:cNvGrpSpPr/>
          <p:nvPr/>
        </p:nvGrpSpPr>
        <p:grpSpPr>
          <a:xfrm>
            <a:off x="3384995" y="5015436"/>
            <a:ext cx="543215" cy="542997"/>
            <a:chOff x="3988564" y="2571836"/>
            <a:chExt cx="417045" cy="416878"/>
          </a:xfrm>
        </p:grpSpPr>
        <p:sp>
          <p:nvSpPr>
            <p:cNvPr id="11935" name="Google Shape;11935;p77"/>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36" name="Google Shape;11936;p77"/>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937" name="Google Shape;11937;p77"/>
          <p:cNvGrpSpPr/>
          <p:nvPr/>
        </p:nvGrpSpPr>
        <p:grpSpPr>
          <a:xfrm>
            <a:off x="4206799" y="5015341"/>
            <a:ext cx="543188" cy="543188"/>
            <a:chOff x="4500573" y="2571753"/>
            <a:chExt cx="417024" cy="417024"/>
          </a:xfrm>
        </p:grpSpPr>
        <p:sp>
          <p:nvSpPr>
            <p:cNvPr id="11938" name="Google Shape;11938;p77"/>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39" name="Google Shape;11939;p77"/>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940" name="Google Shape;11940;p77"/>
          <p:cNvGrpSpPr/>
          <p:nvPr/>
        </p:nvGrpSpPr>
        <p:grpSpPr>
          <a:xfrm>
            <a:off x="5028575" y="5015341"/>
            <a:ext cx="543188" cy="543188"/>
            <a:chOff x="5012603" y="2571753"/>
            <a:chExt cx="417024" cy="417024"/>
          </a:xfrm>
        </p:grpSpPr>
        <p:sp>
          <p:nvSpPr>
            <p:cNvPr id="11941" name="Google Shape;11941;p77"/>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42" name="Google Shape;11942;p77"/>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943" name="Google Shape;11943;p77"/>
          <p:cNvSpPr/>
          <p:nvPr/>
        </p:nvSpPr>
        <p:spPr>
          <a:xfrm>
            <a:off x="6950386" y="4326562"/>
            <a:ext cx="543177" cy="543177"/>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944" name="Google Shape;11944;p77"/>
          <p:cNvGrpSpPr/>
          <p:nvPr/>
        </p:nvGrpSpPr>
        <p:grpSpPr>
          <a:xfrm>
            <a:off x="7644439" y="4326479"/>
            <a:ext cx="543243" cy="543188"/>
            <a:chOff x="812101" y="2571761"/>
            <a:chExt cx="417066" cy="417024"/>
          </a:xfrm>
        </p:grpSpPr>
        <p:sp>
          <p:nvSpPr>
            <p:cNvPr id="11945" name="Google Shape;11945;p7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46" name="Google Shape;11946;p7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47" name="Google Shape;11947;p7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48" name="Google Shape;11948;p7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grpSp>
        <p:nvGrpSpPr>
          <p:cNvPr id="11949" name="Google Shape;11949;p77"/>
          <p:cNvGrpSpPr/>
          <p:nvPr/>
        </p:nvGrpSpPr>
        <p:grpSpPr>
          <a:xfrm>
            <a:off x="8338565" y="4326479"/>
            <a:ext cx="543188" cy="543188"/>
            <a:chOff x="1323129" y="2571761"/>
            <a:chExt cx="417024" cy="417024"/>
          </a:xfrm>
        </p:grpSpPr>
        <p:sp>
          <p:nvSpPr>
            <p:cNvPr id="11950" name="Google Shape;11950;p7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51" name="Google Shape;11951;p7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52" name="Google Shape;11952;p7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53" name="Google Shape;11953;p7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
        <p:nvSpPr>
          <p:cNvPr id="11954" name="Google Shape;11954;p77"/>
          <p:cNvSpPr/>
          <p:nvPr/>
        </p:nvSpPr>
        <p:spPr>
          <a:xfrm>
            <a:off x="9103237" y="4375563"/>
            <a:ext cx="545868" cy="445181"/>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lang="en-IN" sz="2400">
              <a:solidFill>
                <a:schemeClr val="tx1">
                  <a:lumMod val="95000"/>
                  <a:lumOff val="5000"/>
                </a:schemeClr>
              </a:solidFill>
            </a:endParaRPr>
          </a:p>
        </p:txBody>
      </p:sp>
      <p:grpSp>
        <p:nvGrpSpPr>
          <p:cNvPr id="11955" name="Google Shape;11955;p77"/>
          <p:cNvGrpSpPr/>
          <p:nvPr/>
        </p:nvGrpSpPr>
        <p:grpSpPr>
          <a:xfrm>
            <a:off x="9853865" y="4326550"/>
            <a:ext cx="544031" cy="543215"/>
            <a:chOff x="2344476" y="2571761"/>
            <a:chExt cx="417671" cy="417045"/>
          </a:xfrm>
        </p:grpSpPr>
        <p:sp>
          <p:nvSpPr>
            <p:cNvPr id="11956" name="Google Shape;11956;p77"/>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sp>
          <p:nvSpPr>
            <p:cNvPr id="11957" name="Google Shape;11957;p77"/>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solidFill>
                <a:schemeClr val="bg1">
                  <a:lumMod val="65000"/>
                </a:schemeClr>
              </a:solidFill>
            </a:ln>
          </p:spPr>
          <p:txBody>
            <a:bodyPr spcFirstLastPara="1" wrap="square" lIns="121900" tIns="121900" rIns="121900" bIns="121900" anchor="ctr" anchorCtr="0">
              <a:noAutofit/>
            </a:bodyPr>
            <a:lstStyle/>
            <a:p>
              <a:endParaRPr sz="2400">
                <a:solidFill>
                  <a:schemeClr val="tx1">
                    <a:lumMod val="95000"/>
                    <a:lumOff val="5000"/>
                  </a:schemeClr>
                </a:solidFill>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78617" y="121491"/>
            <a:ext cx="11972473" cy="627684"/>
          </a:xfrm>
        </p:spPr>
        <p:txBody>
          <a:bodyPr vert="horz" lIns="91440" tIns="45720" rIns="91440" bIns="45720" rtlCol="0" anchor="t">
            <a:noAutofit/>
          </a:bodyPr>
          <a:lstStyle/>
          <a:p>
            <a:pPr marL="0" indent="0">
              <a:buNone/>
            </a:pPr>
            <a:r>
              <a:rPr lang="en-US" sz="2000">
                <a:latin typeface="Calibri" panose="020F0502020204030204" pitchFamily="34" charset="0"/>
                <a:cs typeface="Calibri" panose="020F0502020204030204" pitchFamily="34" charset="0"/>
              </a:rPr>
              <a:t>Cost Benefit Analysis + Incentives</a:t>
            </a:r>
          </a:p>
        </p:txBody>
      </p:sp>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sp>
        <p:nvSpPr>
          <p:cNvPr id="94" name="TextBox 93">
            <a:extLst>
              <a:ext uri="{FF2B5EF4-FFF2-40B4-BE49-F238E27FC236}">
                <a16:creationId xmlns:a16="http://schemas.microsoft.com/office/drawing/2014/main" id="{303843DF-C3F6-7C48-985A-918B2A87D688}"/>
              </a:ext>
            </a:extLst>
          </p:cNvPr>
          <p:cNvSpPr txBox="1"/>
          <p:nvPr/>
        </p:nvSpPr>
        <p:spPr>
          <a:xfrm>
            <a:off x="78617" y="5925607"/>
            <a:ext cx="6512154" cy="215444"/>
          </a:xfrm>
          <a:prstGeom prst="rect">
            <a:avLst/>
          </a:prstGeom>
          <a:noFill/>
          <a:ln>
            <a:noFill/>
          </a:ln>
        </p:spPr>
        <p:txBody>
          <a:bodyPr wrap="square" rtlCol="0">
            <a:spAutoFit/>
          </a:bodyPr>
          <a:lstStyle/>
          <a:p>
            <a:r>
              <a:rPr lang="en-US" sz="800"/>
              <a:t>1. Statista 2. Bain Analysis. 3. </a:t>
            </a:r>
            <a:r>
              <a:rPr lang="en-US" sz="800" err="1"/>
              <a:t>iPAC</a:t>
            </a:r>
            <a:r>
              <a:rPr lang="en-US" sz="800"/>
              <a:t> Analysis 4. Bain Analysis 5. Press Analysis</a:t>
            </a:r>
          </a:p>
        </p:txBody>
      </p:sp>
      <p:sp>
        <p:nvSpPr>
          <p:cNvPr id="4" name="Rectangle 3">
            <a:extLst>
              <a:ext uri="{FF2B5EF4-FFF2-40B4-BE49-F238E27FC236}">
                <a16:creationId xmlns:a16="http://schemas.microsoft.com/office/drawing/2014/main" id="{204A793C-8AFA-3360-4CA9-41B2B57D8400}"/>
              </a:ext>
            </a:extLst>
          </p:cNvPr>
          <p:cNvSpPr/>
          <p:nvPr/>
        </p:nvSpPr>
        <p:spPr>
          <a:xfrm>
            <a:off x="140911" y="591015"/>
            <a:ext cx="4486845" cy="2051824"/>
          </a:xfrm>
          <a:prstGeom prst="rect">
            <a:avLst/>
          </a:prstGeom>
          <a:noFill/>
          <a:ln>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42E8F312-8E0E-0273-CBFF-FA1213E8732E}"/>
              </a:ext>
            </a:extLst>
          </p:cNvPr>
          <p:cNvSpPr txBox="1"/>
          <p:nvPr/>
        </p:nvSpPr>
        <p:spPr>
          <a:xfrm>
            <a:off x="954388" y="459630"/>
            <a:ext cx="2856016" cy="246706"/>
          </a:xfrm>
          <a:prstGeom prst="rect">
            <a:avLst/>
          </a:prstGeom>
          <a:solidFill>
            <a:schemeClr val="bg1"/>
          </a:solidFill>
          <a:ln>
            <a:noFill/>
          </a:ln>
        </p:spPr>
        <p:txBody>
          <a:bodyPr wrap="none" lIns="0" tIns="0" rIns="0" bIns="0" rtlCol="0" anchor="ctr">
            <a:noAutofit/>
          </a:bodyPr>
          <a:lstStyle/>
          <a:p>
            <a:pPr algn="ctr" defTabSz="190492">
              <a:spcAft>
                <a:spcPts val="1000"/>
              </a:spcAft>
            </a:pPr>
            <a:r>
              <a:rPr lang="en-US" sz="1200" b="1">
                <a:solidFill>
                  <a:srgbClr val="002060"/>
                </a:solidFill>
                <a:latin typeface="Calibri" panose="020F0502020204030204" pitchFamily="34" charset="0"/>
                <a:cs typeface="Calibri" panose="020F0502020204030204" pitchFamily="34" charset="0"/>
              </a:rPr>
              <a:t>Current Model (Owned, non-EV Fleet) in 2023</a:t>
            </a:r>
          </a:p>
        </p:txBody>
      </p:sp>
      <p:sp>
        <p:nvSpPr>
          <p:cNvPr id="6" name="Rectangle 5">
            <a:extLst>
              <a:ext uri="{FF2B5EF4-FFF2-40B4-BE49-F238E27FC236}">
                <a16:creationId xmlns:a16="http://schemas.microsoft.com/office/drawing/2014/main" id="{115EF144-6178-3DDC-F501-D2500872D116}"/>
              </a:ext>
            </a:extLst>
          </p:cNvPr>
          <p:cNvSpPr/>
          <p:nvPr/>
        </p:nvSpPr>
        <p:spPr bwMode="gray">
          <a:xfrm>
            <a:off x="207842" y="716949"/>
            <a:ext cx="898417" cy="228222"/>
          </a:xfrm>
          <a:prstGeom prst="rect">
            <a:avLst/>
          </a:prstGeom>
          <a:solidFill>
            <a:schemeClr val="accent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Revenue</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7" name="Rectangle 6">
            <a:extLst>
              <a:ext uri="{FF2B5EF4-FFF2-40B4-BE49-F238E27FC236}">
                <a16:creationId xmlns:a16="http://schemas.microsoft.com/office/drawing/2014/main" id="{2C7EBE23-673A-A61F-6605-7C3EEF89FC54}"/>
              </a:ext>
            </a:extLst>
          </p:cNvPr>
          <p:cNvSpPr/>
          <p:nvPr/>
        </p:nvSpPr>
        <p:spPr bwMode="gray">
          <a:xfrm>
            <a:off x="207842" y="1185190"/>
            <a:ext cx="898417" cy="228280"/>
          </a:xfrm>
          <a:prstGeom prst="rect">
            <a:avLst/>
          </a:prstGeom>
          <a:solidFill>
            <a:schemeClr val="accent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Cost</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8" name="Rectangle 7">
            <a:extLst>
              <a:ext uri="{FF2B5EF4-FFF2-40B4-BE49-F238E27FC236}">
                <a16:creationId xmlns:a16="http://schemas.microsoft.com/office/drawing/2014/main" id="{4CCCA3D5-6719-CFCC-3026-AF781B69249F}"/>
              </a:ext>
            </a:extLst>
          </p:cNvPr>
          <p:cNvSpPr/>
          <p:nvPr/>
        </p:nvSpPr>
        <p:spPr bwMode="gray">
          <a:xfrm>
            <a:off x="1193145" y="707509"/>
            <a:ext cx="1623247" cy="237662"/>
          </a:xfrm>
          <a:prstGeom prst="rect">
            <a:avLst/>
          </a:prstGeom>
          <a:solidFill>
            <a:schemeClr val="accent1">
              <a:lumMod val="20000"/>
              <a:lumOff val="8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err="1">
                <a:ln>
                  <a:noFill/>
                </a:ln>
                <a:solidFill>
                  <a:sysClr val="windowText" lastClr="000000"/>
                </a:solidFill>
                <a:effectLst/>
                <a:uLnTx/>
                <a:uFillTx/>
                <a:latin typeface="Calibri"/>
                <a:ea typeface="+mn-ea"/>
                <a:cs typeface="Verdana" panose="020B0604030504040204" pitchFamily="34" charset="0"/>
              </a:rPr>
              <a:t>Ecomm</a:t>
            </a: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 Delivery: 29B</a:t>
            </a:r>
          </a:p>
        </p:txBody>
      </p:sp>
      <p:sp>
        <p:nvSpPr>
          <p:cNvPr id="9" name="Rectangle 8">
            <a:extLst>
              <a:ext uri="{FF2B5EF4-FFF2-40B4-BE49-F238E27FC236}">
                <a16:creationId xmlns:a16="http://schemas.microsoft.com/office/drawing/2014/main" id="{84FA35F5-A177-9263-CD4D-FD692DC4B6F8}"/>
              </a:ext>
            </a:extLst>
          </p:cNvPr>
          <p:cNvSpPr/>
          <p:nvPr/>
        </p:nvSpPr>
        <p:spPr bwMode="gray">
          <a:xfrm>
            <a:off x="1193144" y="1186636"/>
            <a:ext cx="1623247" cy="214037"/>
          </a:xfrm>
          <a:prstGeom prst="rect">
            <a:avLst/>
          </a:prstGeom>
          <a:solidFill>
            <a:schemeClr val="accent1">
              <a:lumMod val="20000"/>
              <a:lumOff val="8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Employee Wage: 14B</a:t>
            </a:r>
          </a:p>
        </p:txBody>
      </p:sp>
      <p:sp>
        <p:nvSpPr>
          <p:cNvPr id="10" name="Rectangle 9">
            <a:extLst>
              <a:ext uri="{FF2B5EF4-FFF2-40B4-BE49-F238E27FC236}">
                <a16:creationId xmlns:a16="http://schemas.microsoft.com/office/drawing/2014/main" id="{14A95A0E-8657-03F2-03F8-00A1731F4AFD}"/>
              </a:ext>
            </a:extLst>
          </p:cNvPr>
          <p:cNvSpPr/>
          <p:nvPr/>
        </p:nvSpPr>
        <p:spPr bwMode="gray">
          <a:xfrm>
            <a:off x="207842" y="1653489"/>
            <a:ext cx="898417" cy="226756"/>
          </a:xfrm>
          <a:prstGeom prst="rect">
            <a:avLst/>
          </a:prstGeom>
          <a:solidFill>
            <a:schemeClr val="accent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Profit</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18" name="Rectangle 17">
            <a:extLst>
              <a:ext uri="{FF2B5EF4-FFF2-40B4-BE49-F238E27FC236}">
                <a16:creationId xmlns:a16="http://schemas.microsoft.com/office/drawing/2014/main" id="{35396ABC-5C4B-4E12-9153-9D94CF9CC31B}"/>
              </a:ext>
            </a:extLst>
          </p:cNvPr>
          <p:cNvSpPr/>
          <p:nvPr/>
        </p:nvSpPr>
        <p:spPr bwMode="gray">
          <a:xfrm>
            <a:off x="2885261" y="1185190"/>
            <a:ext cx="1623247" cy="224760"/>
          </a:xfrm>
          <a:prstGeom prst="rect">
            <a:avLst/>
          </a:prstGeom>
          <a:solidFill>
            <a:schemeClr val="accent1">
              <a:lumMod val="20000"/>
              <a:lumOff val="8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300">
                <a:solidFill>
                  <a:sysClr val="windowText" lastClr="000000"/>
                </a:solidFill>
                <a:latin typeface="Calibri"/>
                <a:cs typeface="Verdana" panose="020B0604030504040204" pitchFamily="34" charset="0"/>
              </a:rPr>
              <a:t>Fleet RMO: 8B</a:t>
            </a:r>
            <a:endPar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endParaRPr>
          </a:p>
        </p:txBody>
      </p:sp>
      <p:sp>
        <p:nvSpPr>
          <p:cNvPr id="19" name="Rectangle 18">
            <a:extLst>
              <a:ext uri="{FF2B5EF4-FFF2-40B4-BE49-F238E27FC236}">
                <a16:creationId xmlns:a16="http://schemas.microsoft.com/office/drawing/2014/main" id="{6E1AC3C8-30AF-033D-4346-268350516AD1}"/>
              </a:ext>
            </a:extLst>
          </p:cNvPr>
          <p:cNvSpPr/>
          <p:nvPr/>
        </p:nvSpPr>
        <p:spPr bwMode="gray">
          <a:xfrm>
            <a:off x="1193143" y="1653489"/>
            <a:ext cx="3315365" cy="222331"/>
          </a:xfrm>
          <a:prstGeom prst="rect">
            <a:avLst/>
          </a:prstGeom>
          <a:solidFill>
            <a:schemeClr val="accent1">
              <a:lumMod val="20000"/>
              <a:lumOff val="8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Current Profit: Revenue (29B) – Cost (22B) = 7B</a:t>
            </a:r>
          </a:p>
        </p:txBody>
      </p:sp>
      <p:sp>
        <p:nvSpPr>
          <p:cNvPr id="20" name="Rectangle 19">
            <a:extLst>
              <a:ext uri="{FF2B5EF4-FFF2-40B4-BE49-F238E27FC236}">
                <a16:creationId xmlns:a16="http://schemas.microsoft.com/office/drawing/2014/main" id="{7ECC0B18-D645-7F73-FC9F-335ECC8F4B0A}"/>
              </a:ext>
            </a:extLst>
          </p:cNvPr>
          <p:cNvSpPr/>
          <p:nvPr/>
        </p:nvSpPr>
        <p:spPr>
          <a:xfrm>
            <a:off x="4714640" y="591014"/>
            <a:ext cx="7336449" cy="2051825"/>
          </a:xfrm>
          <a:prstGeom prst="rect">
            <a:avLst/>
          </a:prstGeom>
          <a:noFill/>
          <a:ln>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a:extLst>
              <a:ext uri="{FF2B5EF4-FFF2-40B4-BE49-F238E27FC236}">
                <a16:creationId xmlns:a16="http://schemas.microsoft.com/office/drawing/2014/main" id="{4A365F84-431F-A2AB-059E-DEF279F43543}"/>
              </a:ext>
            </a:extLst>
          </p:cNvPr>
          <p:cNvSpPr txBox="1"/>
          <p:nvPr/>
        </p:nvSpPr>
        <p:spPr>
          <a:xfrm>
            <a:off x="5625388" y="459630"/>
            <a:ext cx="5512420" cy="176785"/>
          </a:xfrm>
          <a:prstGeom prst="rect">
            <a:avLst/>
          </a:prstGeom>
          <a:solidFill>
            <a:schemeClr val="bg1"/>
          </a:solidFill>
          <a:ln>
            <a:noFill/>
          </a:ln>
        </p:spPr>
        <p:txBody>
          <a:bodyPr wrap="none" lIns="0" tIns="0" rIns="0" bIns="0" rtlCol="0" anchor="ctr">
            <a:noAutofit/>
          </a:bodyPr>
          <a:lstStyle/>
          <a:p>
            <a:pPr algn="ctr" defTabSz="190492">
              <a:spcAft>
                <a:spcPts val="1000"/>
              </a:spcAft>
            </a:pPr>
            <a:r>
              <a:rPr lang="en-US" sz="1200" b="1">
                <a:solidFill>
                  <a:srgbClr val="002060"/>
                </a:solidFill>
                <a:latin typeface="Calibri" panose="020F0502020204030204" pitchFamily="34" charset="0"/>
                <a:cs typeface="Calibri" panose="020F0502020204030204" pitchFamily="34" charset="0"/>
              </a:rPr>
              <a:t>New Model (Owned, non-EV Fleet) in 2023 with 75% fleet outsourcing &amp; 2M buddies</a:t>
            </a:r>
          </a:p>
        </p:txBody>
      </p:sp>
      <p:sp>
        <p:nvSpPr>
          <p:cNvPr id="22" name="Rectangle 21">
            <a:extLst>
              <a:ext uri="{FF2B5EF4-FFF2-40B4-BE49-F238E27FC236}">
                <a16:creationId xmlns:a16="http://schemas.microsoft.com/office/drawing/2014/main" id="{7B2B8C3A-36E8-323D-FB9E-437416032A43}"/>
              </a:ext>
            </a:extLst>
          </p:cNvPr>
          <p:cNvSpPr/>
          <p:nvPr/>
        </p:nvSpPr>
        <p:spPr bwMode="gray">
          <a:xfrm>
            <a:off x="4818341" y="703642"/>
            <a:ext cx="957047" cy="217468"/>
          </a:xfrm>
          <a:prstGeom prst="rect">
            <a:avLst/>
          </a:prstGeom>
          <a:solidFill>
            <a:schemeClr val="accent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Revenue</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23" name="Rectangle 22">
            <a:extLst>
              <a:ext uri="{FF2B5EF4-FFF2-40B4-BE49-F238E27FC236}">
                <a16:creationId xmlns:a16="http://schemas.microsoft.com/office/drawing/2014/main" id="{8CBCF6A3-7524-2BCD-A132-8CAB2E82937C}"/>
              </a:ext>
            </a:extLst>
          </p:cNvPr>
          <p:cNvSpPr/>
          <p:nvPr/>
        </p:nvSpPr>
        <p:spPr bwMode="gray">
          <a:xfrm>
            <a:off x="5892831" y="694202"/>
            <a:ext cx="1623247" cy="216000"/>
          </a:xfrm>
          <a:prstGeom prst="rect">
            <a:avLst/>
          </a:prstGeom>
          <a:solidFill>
            <a:schemeClr val="accent1">
              <a:lumMod val="20000"/>
              <a:lumOff val="8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err="1">
                <a:ln>
                  <a:noFill/>
                </a:ln>
                <a:solidFill>
                  <a:sysClr val="windowText" lastClr="000000"/>
                </a:solidFill>
                <a:effectLst/>
                <a:uLnTx/>
                <a:uFillTx/>
                <a:latin typeface="Calibri"/>
                <a:ea typeface="+mn-ea"/>
                <a:cs typeface="Verdana" panose="020B0604030504040204" pitchFamily="34" charset="0"/>
              </a:rPr>
              <a:t>Ecomm</a:t>
            </a: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 Delivery: 29B</a:t>
            </a:r>
          </a:p>
        </p:txBody>
      </p:sp>
      <p:sp>
        <p:nvSpPr>
          <p:cNvPr id="24" name="Rectangle 23">
            <a:extLst>
              <a:ext uri="{FF2B5EF4-FFF2-40B4-BE49-F238E27FC236}">
                <a16:creationId xmlns:a16="http://schemas.microsoft.com/office/drawing/2014/main" id="{1D8F3C81-75B1-942C-4668-79DD56F9E85C}"/>
              </a:ext>
            </a:extLst>
          </p:cNvPr>
          <p:cNvSpPr/>
          <p:nvPr/>
        </p:nvSpPr>
        <p:spPr bwMode="gray">
          <a:xfrm>
            <a:off x="7633521" y="694332"/>
            <a:ext cx="1321501" cy="216000"/>
          </a:xfrm>
          <a:prstGeom prst="rect">
            <a:avLst/>
          </a:prstGeom>
          <a:solidFill>
            <a:schemeClr val="accent1">
              <a:lumMod val="20000"/>
              <a:lumOff val="8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Ad Revenue: 20B</a:t>
            </a:r>
          </a:p>
        </p:txBody>
      </p:sp>
      <p:sp>
        <p:nvSpPr>
          <p:cNvPr id="25" name="Rectangle 24">
            <a:extLst>
              <a:ext uri="{FF2B5EF4-FFF2-40B4-BE49-F238E27FC236}">
                <a16:creationId xmlns:a16="http://schemas.microsoft.com/office/drawing/2014/main" id="{9C0CE72F-E7F8-5DB8-C0D1-0CBEA01C2F83}"/>
              </a:ext>
            </a:extLst>
          </p:cNvPr>
          <p:cNvSpPr/>
          <p:nvPr/>
        </p:nvSpPr>
        <p:spPr bwMode="gray">
          <a:xfrm>
            <a:off x="9066293" y="694459"/>
            <a:ext cx="1368666" cy="216000"/>
          </a:xfrm>
          <a:prstGeom prst="rect">
            <a:avLst/>
          </a:prstGeom>
          <a:solidFill>
            <a:schemeClr val="accent1">
              <a:lumMod val="20000"/>
              <a:lumOff val="8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Co-Loading: 5B</a:t>
            </a:r>
          </a:p>
        </p:txBody>
      </p:sp>
      <p:sp>
        <p:nvSpPr>
          <p:cNvPr id="26" name="Rectangle 25">
            <a:extLst>
              <a:ext uri="{FF2B5EF4-FFF2-40B4-BE49-F238E27FC236}">
                <a16:creationId xmlns:a16="http://schemas.microsoft.com/office/drawing/2014/main" id="{DC6BB973-807A-2DF7-0776-86A43D075F0A}"/>
              </a:ext>
            </a:extLst>
          </p:cNvPr>
          <p:cNvSpPr/>
          <p:nvPr/>
        </p:nvSpPr>
        <p:spPr bwMode="gray">
          <a:xfrm>
            <a:off x="10535742" y="699201"/>
            <a:ext cx="1368666" cy="216000"/>
          </a:xfrm>
          <a:prstGeom prst="rect">
            <a:avLst/>
          </a:prstGeom>
          <a:solidFill>
            <a:schemeClr val="accent1">
              <a:lumMod val="20000"/>
              <a:lumOff val="8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CO2 Credit: </a:t>
            </a:r>
            <a:r>
              <a:rPr lang="en-US" sz="1300">
                <a:solidFill>
                  <a:sysClr val="windowText" lastClr="000000"/>
                </a:solidFill>
                <a:latin typeface="Calibri"/>
                <a:cs typeface="Verdana" panose="020B0604030504040204" pitchFamily="34" charset="0"/>
              </a:rPr>
              <a:t>0.1</a:t>
            </a: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B</a:t>
            </a:r>
          </a:p>
        </p:txBody>
      </p:sp>
      <p:sp>
        <p:nvSpPr>
          <p:cNvPr id="27" name="Rectangle 26">
            <a:extLst>
              <a:ext uri="{FF2B5EF4-FFF2-40B4-BE49-F238E27FC236}">
                <a16:creationId xmlns:a16="http://schemas.microsoft.com/office/drawing/2014/main" id="{3032960F-CDD2-7191-90DB-38DDD83A2777}"/>
              </a:ext>
            </a:extLst>
          </p:cNvPr>
          <p:cNvSpPr/>
          <p:nvPr/>
        </p:nvSpPr>
        <p:spPr bwMode="gray">
          <a:xfrm>
            <a:off x="4813074" y="1033828"/>
            <a:ext cx="957047" cy="508770"/>
          </a:xfrm>
          <a:prstGeom prst="rect">
            <a:avLst/>
          </a:prstGeom>
          <a:solidFill>
            <a:schemeClr val="accent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Cost</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28" name="Rectangle 27">
            <a:extLst>
              <a:ext uri="{FF2B5EF4-FFF2-40B4-BE49-F238E27FC236}">
                <a16:creationId xmlns:a16="http://schemas.microsoft.com/office/drawing/2014/main" id="{BA66095F-2131-F365-D484-F71E467E3699}"/>
              </a:ext>
            </a:extLst>
          </p:cNvPr>
          <p:cNvSpPr/>
          <p:nvPr/>
        </p:nvSpPr>
        <p:spPr bwMode="gray">
          <a:xfrm>
            <a:off x="5875644" y="1040742"/>
            <a:ext cx="1623247" cy="216000"/>
          </a:xfrm>
          <a:prstGeom prst="rect">
            <a:avLst/>
          </a:prstGeom>
          <a:solidFill>
            <a:schemeClr val="accent1">
              <a:lumMod val="20000"/>
              <a:lumOff val="8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Employee Wage: 3.5B</a:t>
            </a:r>
          </a:p>
        </p:txBody>
      </p:sp>
      <p:sp>
        <p:nvSpPr>
          <p:cNvPr id="29" name="Rectangle 28">
            <a:extLst>
              <a:ext uri="{FF2B5EF4-FFF2-40B4-BE49-F238E27FC236}">
                <a16:creationId xmlns:a16="http://schemas.microsoft.com/office/drawing/2014/main" id="{B9C34D90-5E32-DB0C-07BD-CD42E3A89163}"/>
              </a:ext>
            </a:extLst>
          </p:cNvPr>
          <p:cNvSpPr/>
          <p:nvPr/>
        </p:nvSpPr>
        <p:spPr bwMode="gray">
          <a:xfrm>
            <a:off x="7567762" y="1039296"/>
            <a:ext cx="1197098" cy="212000"/>
          </a:xfrm>
          <a:prstGeom prst="rect">
            <a:avLst/>
          </a:prstGeom>
          <a:solidFill>
            <a:schemeClr val="accent1">
              <a:lumMod val="20000"/>
              <a:lumOff val="8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300">
                <a:solidFill>
                  <a:sysClr val="windowText" lastClr="000000"/>
                </a:solidFill>
                <a:latin typeface="Calibri"/>
                <a:cs typeface="Verdana" panose="020B0604030504040204" pitchFamily="34" charset="0"/>
              </a:rPr>
              <a:t>Fleet RMO: 2B</a:t>
            </a:r>
            <a:endPar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endParaRPr>
          </a:p>
        </p:txBody>
      </p:sp>
      <p:sp>
        <p:nvSpPr>
          <p:cNvPr id="30" name="Rectangle 29">
            <a:extLst>
              <a:ext uri="{FF2B5EF4-FFF2-40B4-BE49-F238E27FC236}">
                <a16:creationId xmlns:a16="http://schemas.microsoft.com/office/drawing/2014/main" id="{91BB3513-6428-07F1-EBA8-1C7CF23B5DAD}"/>
              </a:ext>
            </a:extLst>
          </p:cNvPr>
          <p:cNvSpPr/>
          <p:nvPr/>
        </p:nvSpPr>
        <p:spPr bwMode="gray">
          <a:xfrm>
            <a:off x="8851743" y="1036562"/>
            <a:ext cx="1273563" cy="212000"/>
          </a:xfrm>
          <a:prstGeom prst="rect">
            <a:avLst/>
          </a:prstGeom>
          <a:solidFill>
            <a:schemeClr val="accent1">
              <a:lumMod val="20000"/>
              <a:lumOff val="8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300">
                <a:solidFill>
                  <a:sysClr val="windowText" lastClr="000000"/>
                </a:solidFill>
                <a:latin typeface="Calibri"/>
                <a:cs typeface="Verdana" panose="020B0604030504040204" pitchFamily="34" charset="0"/>
              </a:rPr>
              <a:t>EV Charging: 4B</a:t>
            </a:r>
            <a:endPar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endParaRPr>
          </a:p>
        </p:txBody>
      </p:sp>
      <p:sp>
        <p:nvSpPr>
          <p:cNvPr id="31" name="Rectangle 30">
            <a:extLst>
              <a:ext uri="{FF2B5EF4-FFF2-40B4-BE49-F238E27FC236}">
                <a16:creationId xmlns:a16="http://schemas.microsoft.com/office/drawing/2014/main" id="{750067D5-C5F8-8248-5BE8-68653F5B3EE3}"/>
              </a:ext>
            </a:extLst>
          </p:cNvPr>
          <p:cNvSpPr/>
          <p:nvPr/>
        </p:nvSpPr>
        <p:spPr bwMode="gray">
          <a:xfrm>
            <a:off x="10212189" y="1033422"/>
            <a:ext cx="1692219" cy="212000"/>
          </a:xfrm>
          <a:prstGeom prst="rect">
            <a:avLst/>
          </a:prstGeom>
          <a:solidFill>
            <a:schemeClr val="accent1">
              <a:lumMod val="20000"/>
              <a:lumOff val="8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300">
                <a:solidFill>
                  <a:sysClr val="windowText" lastClr="000000"/>
                </a:solidFill>
                <a:latin typeface="Calibri"/>
                <a:cs typeface="Verdana" panose="020B0604030504040204" pitchFamily="34" charset="0"/>
              </a:rPr>
              <a:t>Outsourced Fleet: 29B</a:t>
            </a:r>
            <a:endPar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endParaRPr>
          </a:p>
        </p:txBody>
      </p:sp>
      <p:sp>
        <p:nvSpPr>
          <p:cNvPr id="32" name="Rectangle 31">
            <a:extLst>
              <a:ext uri="{FF2B5EF4-FFF2-40B4-BE49-F238E27FC236}">
                <a16:creationId xmlns:a16="http://schemas.microsoft.com/office/drawing/2014/main" id="{AB83594C-3010-9900-853E-2D8D66C3D4D6}"/>
              </a:ext>
            </a:extLst>
          </p:cNvPr>
          <p:cNvSpPr/>
          <p:nvPr/>
        </p:nvSpPr>
        <p:spPr bwMode="gray">
          <a:xfrm>
            <a:off x="5875644" y="1337918"/>
            <a:ext cx="1623247" cy="216000"/>
          </a:xfrm>
          <a:prstGeom prst="rect">
            <a:avLst/>
          </a:prstGeom>
          <a:solidFill>
            <a:schemeClr val="accent1">
              <a:lumMod val="20000"/>
              <a:lumOff val="8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Buddy Incentive: 3B</a:t>
            </a:r>
          </a:p>
        </p:txBody>
      </p:sp>
      <p:sp>
        <p:nvSpPr>
          <p:cNvPr id="33" name="Rectangle 32">
            <a:extLst>
              <a:ext uri="{FF2B5EF4-FFF2-40B4-BE49-F238E27FC236}">
                <a16:creationId xmlns:a16="http://schemas.microsoft.com/office/drawing/2014/main" id="{3944945F-9DC4-FE3E-F25F-8E0C4DB3999E}"/>
              </a:ext>
            </a:extLst>
          </p:cNvPr>
          <p:cNvSpPr/>
          <p:nvPr/>
        </p:nvSpPr>
        <p:spPr bwMode="gray">
          <a:xfrm>
            <a:off x="7567762" y="1336472"/>
            <a:ext cx="1283980" cy="206126"/>
          </a:xfrm>
          <a:prstGeom prst="rect">
            <a:avLst/>
          </a:prstGeom>
          <a:solidFill>
            <a:schemeClr val="accent1">
              <a:lumMod val="20000"/>
              <a:lumOff val="8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300">
                <a:solidFill>
                  <a:sysClr val="windowText" lastClr="000000"/>
                </a:solidFill>
                <a:latin typeface="Calibri"/>
                <a:cs typeface="Verdana" panose="020B0604030504040204" pitchFamily="34" charset="0"/>
              </a:rPr>
              <a:t>Locker Setup: 1B</a:t>
            </a:r>
            <a:endPar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endParaRPr>
          </a:p>
        </p:txBody>
      </p:sp>
      <p:sp>
        <p:nvSpPr>
          <p:cNvPr id="34" name="Rectangle 33">
            <a:extLst>
              <a:ext uri="{FF2B5EF4-FFF2-40B4-BE49-F238E27FC236}">
                <a16:creationId xmlns:a16="http://schemas.microsoft.com/office/drawing/2014/main" id="{A900DA3A-9035-A5BF-E1C9-58FAF2C8FB4F}"/>
              </a:ext>
            </a:extLst>
          </p:cNvPr>
          <p:cNvSpPr/>
          <p:nvPr/>
        </p:nvSpPr>
        <p:spPr bwMode="gray">
          <a:xfrm>
            <a:off x="8955022" y="1333738"/>
            <a:ext cx="1257166" cy="216000"/>
          </a:xfrm>
          <a:prstGeom prst="rect">
            <a:avLst/>
          </a:prstGeom>
          <a:solidFill>
            <a:schemeClr val="accent1">
              <a:lumMod val="20000"/>
              <a:lumOff val="8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300">
                <a:solidFill>
                  <a:sysClr val="windowText" lastClr="000000"/>
                </a:solidFill>
                <a:latin typeface="Calibri"/>
                <a:cs typeface="Verdana" panose="020B0604030504040204" pitchFamily="34" charset="0"/>
              </a:rPr>
              <a:t>SDS Setup: 0.5B</a:t>
            </a:r>
            <a:endPar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endParaRPr>
          </a:p>
        </p:txBody>
      </p:sp>
      <p:sp>
        <p:nvSpPr>
          <p:cNvPr id="35" name="Rectangle 34">
            <a:extLst>
              <a:ext uri="{FF2B5EF4-FFF2-40B4-BE49-F238E27FC236}">
                <a16:creationId xmlns:a16="http://schemas.microsoft.com/office/drawing/2014/main" id="{6AA4B085-92B8-665C-CC4B-C5A495B4058C}"/>
              </a:ext>
            </a:extLst>
          </p:cNvPr>
          <p:cNvSpPr/>
          <p:nvPr/>
        </p:nvSpPr>
        <p:spPr bwMode="gray">
          <a:xfrm>
            <a:off x="10315468" y="1330598"/>
            <a:ext cx="1588940" cy="223320"/>
          </a:xfrm>
          <a:prstGeom prst="rect">
            <a:avLst/>
          </a:prstGeom>
          <a:solidFill>
            <a:schemeClr val="accent1">
              <a:lumMod val="20000"/>
              <a:lumOff val="8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300">
                <a:solidFill>
                  <a:sysClr val="windowText" lastClr="000000"/>
                </a:solidFill>
                <a:latin typeface="Calibri"/>
                <a:cs typeface="Verdana" panose="020B0604030504040204" pitchFamily="34" charset="0"/>
              </a:rPr>
              <a:t>EV Purchase: 1B</a:t>
            </a:r>
            <a:endPar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endParaRPr>
          </a:p>
        </p:txBody>
      </p:sp>
      <p:sp>
        <p:nvSpPr>
          <p:cNvPr id="37" name="Rectangle 36">
            <a:extLst>
              <a:ext uri="{FF2B5EF4-FFF2-40B4-BE49-F238E27FC236}">
                <a16:creationId xmlns:a16="http://schemas.microsoft.com/office/drawing/2014/main" id="{99B14AA9-D4E3-A387-C245-45C1391F9903}"/>
              </a:ext>
            </a:extLst>
          </p:cNvPr>
          <p:cNvSpPr/>
          <p:nvPr/>
        </p:nvSpPr>
        <p:spPr bwMode="gray">
          <a:xfrm>
            <a:off x="5892831" y="1679770"/>
            <a:ext cx="6028764" cy="206127"/>
          </a:xfrm>
          <a:prstGeom prst="rect">
            <a:avLst/>
          </a:prstGeom>
          <a:solidFill>
            <a:schemeClr val="accent1">
              <a:lumMod val="20000"/>
              <a:lumOff val="8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Current Profit: Revenue (54B) – Cost (44B) = 10B</a:t>
            </a:r>
          </a:p>
        </p:txBody>
      </p:sp>
      <p:sp>
        <p:nvSpPr>
          <p:cNvPr id="38" name="Rectangle 37">
            <a:extLst>
              <a:ext uri="{FF2B5EF4-FFF2-40B4-BE49-F238E27FC236}">
                <a16:creationId xmlns:a16="http://schemas.microsoft.com/office/drawing/2014/main" id="{8C5FC14B-4688-B2C4-1256-6AA2F17507A7}"/>
              </a:ext>
            </a:extLst>
          </p:cNvPr>
          <p:cNvSpPr/>
          <p:nvPr/>
        </p:nvSpPr>
        <p:spPr bwMode="gray">
          <a:xfrm>
            <a:off x="4813074" y="1663059"/>
            <a:ext cx="957047" cy="217468"/>
          </a:xfrm>
          <a:prstGeom prst="rect">
            <a:avLst/>
          </a:prstGeom>
          <a:solidFill>
            <a:schemeClr val="accent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Profit</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39" name="Rectangle 38">
            <a:extLst>
              <a:ext uri="{FF2B5EF4-FFF2-40B4-BE49-F238E27FC236}">
                <a16:creationId xmlns:a16="http://schemas.microsoft.com/office/drawing/2014/main" id="{6FCBD0F3-9787-DA0E-D1DD-B1D4935094A1}"/>
              </a:ext>
            </a:extLst>
          </p:cNvPr>
          <p:cNvSpPr/>
          <p:nvPr/>
        </p:nvSpPr>
        <p:spPr bwMode="gray">
          <a:xfrm>
            <a:off x="4813074" y="2010870"/>
            <a:ext cx="957048" cy="215444"/>
          </a:xfrm>
          <a:prstGeom prst="rect">
            <a:avLst/>
          </a:prstGeom>
          <a:solidFill>
            <a:schemeClr val="accent1">
              <a:lumMod val="5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Challenges</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40" name="Rectangle 39">
            <a:extLst>
              <a:ext uri="{FF2B5EF4-FFF2-40B4-BE49-F238E27FC236}">
                <a16:creationId xmlns:a16="http://schemas.microsoft.com/office/drawing/2014/main" id="{F95B1816-1DB7-CC9A-8522-23F9C8354E72}"/>
              </a:ext>
            </a:extLst>
          </p:cNvPr>
          <p:cNvSpPr/>
          <p:nvPr/>
        </p:nvSpPr>
        <p:spPr bwMode="gray">
          <a:xfrm>
            <a:off x="4813073" y="2307731"/>
            <a:ext cx="957048" cy="214810"/>
          </a:xfrm>
          <a:prstGeom prst="rect">
            <a:avLst/>
          </a:prstGeom>
          <a:solidFill>
            <a:schemeClr val="accent1">
              <a:lumMod val="5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Opportunity</a:t>
            </a:r>
            <a:endParaRPr kumimoji="0" lang="en-US" sz="12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41" name="Rectangle 40">
            <a:extLst>
              <a:ext uri="{FF2B5EF4-FFF2-40B4-BE49-F238E27FC236}">
                <a16:creationId xmlns:a16="http://schemas.microsoft.com/office/drawing/2014/main" id="{F34C6A66-1EC9-282D-AB1B-A88BCEABEB8D}"/>
              </a:ext>
            </a:extLst>
          </p:cNvPr>
          <p:cNvSpPr/>
          <p:nvPr/>
        </p:nvSpPr>
        <p:spPr bwMode="gray">
          <a:xfrm>
            <a:off x="5892831" y="2015064"/>
            <a:ext cx="3240000" cy="214810"/>
          </a:xfrm>
          <a:prstGeom prst="rect">
            <a:avLst/>
          </a:prstGeom>
          <a:solidFill>
            <a:schemeClr val="accent1">
              <a:lumMod val="40000"/>
              <a:lumOff val="6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Outsourced Fleet accounts for 66% of costs</a:t>
            </a:r>
          </a:p>
        </p:txBody>
      </p:sp>
      <p:sp>
        <p:nvSpPr>
          <p:cNvPr id="42" name="Rectangle 41">
            <a:extLst>
              <a:ext uri="{FF2B5EF4-FFF2-40B4-BE49-F238E27FC236}">
                <a16:creationId xmlns:a16="http://schemas.microsoft.com/office/drawing/2014/main" id="{F73D6B5C-811B-80D7-7E9F-44D3A81F6E6E}"/>
              </a:ext>
            </a:extLst>
          </p:cNvPr>
          <p:cNvSpPr/>
          <p:nvPr/>
        </p:nvSpPr>
        <p:spPr bwMode="gray">
          <a:xfrm>
            <a:off x="9213272" y="2010870"/>
            <a:ext cx="2708323" cy="211884"/>
          </a:xfrm>
          <a:prstGeom prst="rect">
            <a:avLst/>
          </a:prstGeom>
          <a:solidFill>
            <a:schemeClr val="accent1">
              <a:lumMod val="40000"/>
              <a:lumOff val="6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Govt. schemes can’t be leveraged</a:t>
            </a:r>
          </a:p>
        </p:txBody>
      </p:sp>
      <p:sp>
        <p:nvSpPr>
          <p:cNvPr id="43" name="Rectangle 42">
            <a:extLst>
              <a:ext uri="{FF2B5EF4-FFF2-40B4-BE49-F238E27FC236}">
                <a16:creationId xmlns:a16="http://schemas.microsoft.com/office/drawing/2014/main" id="{F5127F5E-544C-7836-EFEE-34C09BF33BB4}"/>
              </a:ext>
            </a:extLst>
          </p:cNvPr>
          <p:cNvSpPr/>
          <p:nvPr/>
        </p:nvSpPr>
        <p:spPr bwMode="gray">
          <a:xfrm>
            <a:off x="5892831" y="2308365"/>
            <a:ext cx="2671306" cy="214176"/>
          </a:xfrm>
          <a:prstGeom prst="rect">
            <a:avLst/>
          </a:prstGeom>
          <a:solidFill>
            <a:schemeClr val="accent1">
              <a:lumMod val="40000"/>
              <a:lumOff val="6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Leverage ZET HLAG to rent EV trucks</a:t>
            </a:r>
          </a:p>
        </p:txBody>
      </p:sp>
      <p:sp>
        <p:nvSpPr>
          <p:cNvPr id="44" name="Rectangle 43">
            <a:extLst>
              <a:ext uri="{FF2B5EF4-FFF2-40B4-BE49-F238E27FC236}">
                <a16:creationId xmlns:a16="http://schemas.microsoft.com/office/drawing/2014/main" id="{C3229254-70D2-8D21-2DE8-D259A8E7355C}"/>
              </a:ext>
            </a:extLst>
          </p:cNvPr>
          <p:cNvSpPr/>
          <p:nvPr/>
        </p:nvSpPr>
        <p:spPr bwMode="gray">
          <a:xfrm>
            <a:off x="8686846" y="2311735"/>
            <a:ext cx="3217561" cy="210806"/>
          </a:xfrm>
          <a:prstGeom prst="rect">
            <a:avLst/>
          </a:prstGeom>
          <a:solidFill>
            <a:schemeClr val="accent1">
              <a:lumMod val="40000"/>
              <a:lumOff val="6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5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Monetize EV charging stations by reducing fleet</a:t>
            </a:r>
          </a:p>
        </p:txBody>
      </p:sp>
      <p:sp>
        <p:nvSpPr>
          <p:cNvPr id="45" name="Rectangle 44">
            <a:extLst>
              <a:ext uri="{FF2B5EF4-FFF2-40B4-BE49-F238E27FC236}">
                <a16:creationId xmlns:a16="http://schemas.microsoft.com/office/drawing/2014/main" id="{79938E2A-3225-303D-C128-75B658B71EEA}"/>
              </a:ext>
            </a:extLst>
          </p:cNvPr>
          <p:cNvSpPr/>
          <p:nvPr/>
        </p:nvSpPr>
        <p:spPr bwMode="gray">
          <a:xfrm>
            <a:off x="216070" y="2029623"/>
            <a:ext cx="957048" cy="215444"/>
          </a:xfrm>
          <a:prstGeom prst="rect">
            <a:avLst/>
          </a:prstGeom>
          <a:solidFill>
            <a:schemeClr val="accent1">
              <a:lumMod val="5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Challenges</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46" name="Rectangle 45">
            <a:extLst>
              <a:ext uri="{FF2B5EF4-FFF2-40B4-BE49-F238E27FC236}">
                <a16:creationId xmlns:a16="http://schemas.microsoft.com/office/drawing/2014/main" id="{7E77EB53-8AD3-9E0D-814C-E40A5D7DE3FC}"/>
              </a:ext>
            </a:extLst>
          </p:cNvPr>
          <p:cNvSpPr/>
          <p:nvPr/>
        </p:nvSpPr>
        <p:spPr bwMode="gray">
          <a:xfrm>
            <a:off x="216069" y="2326484"/>
            <a:ext cx="957048" cy="214810"/>
          </a:xfrm>
          <a:prstGeom prst="rect">
            <a:avLst/>
          </a:prstGeom>
          <a:solidFill>
            <a:schemeClr val="accent1">
              <a:lumMod val="5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Opportunity</a:t>
            </a:r>
            <a:endParaRPr kumimoji="0" lang="en-US" sz="12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47" name="Rectangle 46">
            <a:extLst>
              <a:ext uri="{FF2B5EF4-FFF2-40B4-BE49-F238E27FC236}">
                <a16:creationId xmlns:a16="http://schemas.microsoft.com/office/drawing/2014/main" id="{08323A8C-5C1E-54D9-B452-05900E989BD4}"/>
              </a:ext>
            </a:extLst>
          </p:cNvPr>
          <p:cNvSpPr/>
          <p:nvPr/>
        </p:nvSpPr>
        <p:spPr bwMode="gray">
          <a:xfrm>
            <a:off x="1244410" y="2031978"/>
            <a:ext cx="1844478" cy="213089"/>
          </a:xfrm>
          <a:prstGeom prst="rect">
            <a:avLst/>
          </a:prstGeom>
          <a:solidFill>
            <a:schemeClr val="accent1">
              <a:lumMod val="40000"/>
              <a:lumOff val="6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Single source of Revenue</a:t>
            </a:r>
          </a:p>
        </p:txBody>
      </p:sp>
      <p:sp>
        <p:nvSpPr>
          <p:cNvPr id="48" name="Rectangle 47">
            <a:extLst>
              <a:ext uri="{FF2B5EF4-FFF2-40B4-BE49-F238E27FC236}">
                <a16:creationId xmlns:a16="http://schemas.microsoft.com/office/drawing/2014/main" id="{907CF2FB-94AF-F255-5289-695E63A355F2}"/>
              </a:ext>
            </a:extLst>
          </p:cNvPr>
          <p:cNvSpPr/>
          <p:nvPr/>
        </p:nvSpPr>
        <p:spPr bwMode="gray">
          <a:xfrm>
            <a:off x="3175814" y="2037828"/>
            <a:ext cx="1332694" cy="213088"/>
          </a:xfrm>
          <a:prstGeom prst="rect">
            <a:avLst/>
          </a:prstGeom>
          <a:solidFill>
            <a:schemeClr val="accent1">
              <a:lumMod val="40000"/>
              <a:lumOff val="6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CO2 emissions</a:t>
            </a:r>
          </a:p>
        </p:txBody>
      </p:sp>
      <p:sp>
        <p:nvSpPr>
          <p:cNvPr id="49" name="Rectangle 48">
            <a:extLst>
              <a:ext uri="{FF2B5EF4-FFF2-40B4-BE49-F238E27FC236}">
                <a16:creationId xmlns:a16="http://schemas.microsoft.com/office/drawing/2014/main" id="{CC6C0605-FA70-0A6A-A7AF-2961B3351927}"/>
              </a:ext>
            </a:extLst>
          </p:cNvPr>
          <p:cNvSpPr/>
          <p:nvPr/>
        </p:nvSpPr>
        <p:spPr bwMode="gray">
          <a:xfrm>
            <a:off x="1251194" y="2327840"/>
            <a:ext cx="1409332" cy="214810"/>
          </a:xfrm>
          <a:prstGeom prst="rect">
            <a:avLst/>
          </a:prstGeom>
          <a:solidFill>
            <a:schemeClr val="accent1">
              <a:lumMod val="40000"/>
              <a:lumOff val="6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Fleet outsourcing</a:t>
            </a:r>
          </a:p>
        </p:txBody>
      </p:sp>
      <p:sp>
        <p:nvSpPr>
          <p:cNvPr id="50" name="Rectangle 49">
            <a:extLst>
              <a:ext uri="{FF2B5EF4-FFF2-40B4-BE49-F238E27FC236}">
                <a16:creationId xmlns:a16="http://schemas.microsoft.com/office/drawing/2014/main" id="{C582B237-83C7-CCF6-7CB1-9005D1A745E2}"/>
              </a:ext>
            </a:extLst>
          </p:cNvPr>
          <p:cNvSpPr/>
          <p:nvPr/>
        </p:nvSpPr>
        <p:spPr bwMode="gray">
          <a:xfrm>
            <a:off x="2747410" y="2333690"/>
            <a:ext cx="1761098" cy="207604"/>
          </a:xfrm>
          <a:prstGeom prst="rect">
            <a:avLst/>
          </a:prstGeom>
          <a:solidFill>
            <a:schemeClr val="accent1">
              <a:lumMod val="40000"/>
              <a:lumOff val="6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P2P System</a:t>
            </a:r>
          </a:p>
        </p:txBody>
      </p:sp>
      <p:graphicFrame>
        <p:nvGraphicFramePr>
          <p:cNvPr id="36" name="Object 84">
            <a:extLst>
              <a:ext uri="{FF2B5EF4-FFF2-40B4-BE49-F238E27FC236}">
                <a16:creationId xmlns:a16="http://schemas.microsoft.com/office/drawing/2014/main" id="{0F1490B1-3EC2-D74C-8DE5-4ED5EF70DD84}"/>
              </a:ext>
            </a:extLst>
          </p:cNvPr>
          <p:cNvGraphicFramePr>
            <a:graphicFrameLocks/>
          </p:cNvGraphicFramePr>
          <p:nvPr>
            <p:custDataLst>
              <p:tags r:id="rId1"/>
            </p:custDataLst>
            <p:extLst>
              <p:ext uri="{D42A27DB-BD31-4B8C-83A1-F6EECF244321}">
                <p14:modId xmlns:p14="http://schemas.microsoft.com/office/powerpoint/2010/main" val="2714120134"/>
              </p:ext>
            </p:extLst>
          </p:nvPr>
        </p:nvGraphicFramePr>
        <p:xfrm>
          <a:off x="6879836" y="2751426"/>
          <a:ext cx="4127662" cy="3317993"/>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89898987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3650" y="188057"/>
            <a:ext cx="11972473" cy="627684"/>
          </a:xfrm>
        </p:spPr>
        <p:txBody>
          <a:bodyPr vert="horz" lIns="91440" tIns="45720" rIns="91440" bIns="45720" rtlCol="0" anchor="t">
            <a:noAutofit/>
          </a:bodyPr>
          <a:lstStyle/>
          <a:p>
            <a:pPr marL="0" indent="0">
              <a:buNone/>
            </a:pPr>
            <a:r>
              <a:rPr lang="en-US" sz="2000">
                <a:latin typeface="Calibri" panose="020F0502020204030204" pitchFamily="34" charset="0"/>
                <a:cs typeface="Calibri" panose="020F0502020204030204" pitchFamily="34" charset="0"/>
              </a:rPr>
              <a:t>Cost Benefit Analysis + Incentives</a:t>
            </a:r>
          </a:p>
        </p:txBody>
      </p:sp>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sp>
        <p:nvSpPr>
          <p:cNvPr id="94" name="TextBox 93">
            <a:extLst>
              <a:ext uri="{FF2B5EF4-FFF2-40B4-BE49-F238E27FC236}">
                <a16:creationId xmlns:a16="http://schemas.microsoft.com/office/drawing/2014/main" id="{303843DF-C3F6-7C48-985A-918B2A87D688}"/>
              </a:ext>
            </a:extLst>
          </p:cNvPr>
          <p:cNvSpPr txBox="1"/>
          <p:nvPr/>
        </p:nvSpPr>
        <p:spPr>
          <a:xfrm>
            <a:off x="78617" y="5925607"/>
            <a:ext cx="6512154" cy="215444"/>
          </a:xfrm>
          <a:prstGeom prst="rect">
            <a:avLst/>
          </a:prstGeom>
          <a:noFill/>
          <a:ln>
            <a:noFill/>
          </a:ln>
        </p:spPr>
        <p:txBody>
          <a:bodyPr wrap="square" rtlCol="0">
            <a:spAutoFit/>
          </a:bodyPr>
          <a:lstStyle/>
          <a:p>
            <a:r>
              <a:rPr lang="en-US" sz="800"/>
              <a:t>1. Statista 2. Bain Analysis. 3. </a:t>
            </a:r>
            <a:r>
              <a:rPr lang="en-US" sz="800" err="1"/>
              <a:t>iPAC</a:t>
            </a:r>
            <a:r>
              <a:rPr lang="en-US" sz="800"/>
              <a:t> Analysis 4. Bain Analysis 5. Press Analysis</a:t>
            </a:r>
          </a:p>
        </p:txBody>
      </p:sp>
      <p:grpSp>
        <p:nvGrpSpPr>
          <p:cNvPr id="18" name="Group 17">
            <a:extLst>
              <a:ext uri="{FF2B5EF4-FFF2-40B4-BE49-F238E27FC236}">
                <a16:creationId xmlns:a16="http://schemas.microsoft.com/office/drawing/2014/main" id="{9CF4F8C4-0E14-E875-9CC5-A697FBB4CE0F}"/>
              </a:ext>
            </a:extLst>
          </p:cNvPr>
          <p:cNvGrpSpPr/>
          <p:nvPr/>
        </p:nvGrpSpPr>
        <p:grpSpPr>
          <a:xfrm>
            <a:off x="4811719" y="725791"/>
            <a:ext cx="4644860" cy="4384538"/>
            <a:chOff x="3278081" y="608753"/>
            <a:chExt cx="4644860" cy="4384538"/>
          </a:xfrm>
        </p:grpSpPr>
        <p:grpSp>
          <p:nvGrpSpPr>
            <p:cNvPr id="9" name="Group 8">
              <a:extLst>
                <a:ext uri="{FF2B5EF4-FFF2-40B4-BE49-F238E27FC236}">
                  <a16:creationId xmlns:a16="http://schemas.microsoft.com/office/drawing/2014/main" id="{95669AC5-33DC-11CE-1353-57867AEFB276}"/>
                </a:ext>
              </a:extLst>
            </p:cNvPr>
            <p:cNvGrpSpPr/>
            <p:nvPr/>
          </p:nvGrpSpPr>
          <p:grpSpPr>
            <a:xfrm>
              <a:off x="3348059" y="1109375"/>
              <a:ext cx="4531306" cy="3724039"/>
              <a:chOff x="3348059" y="849735"/>
              <a:chExt cx="4531306" cy="3724039"/>
            </a:xfrm>
          </p:grpSpPr>
          <p:graphicFrame>
            <p:nvGraphicFramePr>
              <p:cNvPr id="74" name="Chart 73">
                <a:extLst>
                  <a:ext uri="{FF2B5EF4-FFF2-40B4-BE49-F238E27FC236}">
                    <a16:creationId xmlns:a16="http://schemas.microsoft.com/office/drawing/2014/main" id="{72256287-0585-FFEE-7ED6-2A34D832B891}"/>
                  </a:ext>
                </a:extLst>
              </p:cNvPr>
              <p:cNvGraphicFramePr/>
              <p:nvPr>
                <p:extLst>
                  <p:ext uri="{D42A27DB-BD31-4B8C-83A1-F6EECF244321}">
                    <p14:modId xmlns:p14="http://schemas.microsoft.com/office/powerpoint/2010/main" val="214927721"/>
                  </p:ext>
                </p:extLst>
              </p:nvPr>
            </p:nvGraphicFramePr>
            <p:xfrm>
              <a:off x="3888320" y="849735"/>
              <a:ext cx="3301200" cy="3724039"/>
            </p:xfrm>
            <a:graphic>
              <a:graphicData uri="http://schemas.openxmlformats.org/drawingml/2006/chart">
                <c:chart xmlns:c="http://schemas.openxmlformats.org/drawingml/2006/chart" xmlns:r="http://schemas.openxmlformats.org/officeDocument/2006/relationships" r:id="rId2"/>
              </a:graphicData>
            </a:graphic>
          </p:graphicFrame>
          <p:sp>
            <p:nvSpPr>
              <p:cNvPr id="98" name="Line Callout 1 97">
                <a:extLst>
                  <a:ext uri="{FF2B5EF4-FFF2-40B4-BE49-F238E27FC236}">
                    <a16:creationId xmlns:a16="http://schemas.microsoft.com/office/drawing/2014/main" id="{09163EC2-67B5-12CD-E607-B9A6400C3A99}"/>
                  </a:ext>
                </a:extLst>
              </p:cNvPr>
              <p:cNvSpPr/>
              <p:nvPr/>
            </p:nvSpPr>
            <p:spPr>
              <a:xfrm>
                <a:off x="3348059" y="1564668"/>
                <a:ext cx="831600" cy="215444"/>
              </a:xfrm>
              <a:prstGeom prst="borderCallout1">
                <a:avLst>
                  <a:gd name="adj1" fmla="val 45294"/>
                  <a:gd name="adj2" fmla="val 98804"/>
                  <a:gd name="adj3" fmla="val -20427"/>
                  <a:gd name="adj4" fmla="val 110156"/>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300">
                    <a:solidFill>
                      <a:schemeClr val="tx1"/>
                    </a:solidFill>
                  </a:rPr>
                  <a:t>Co-Loading</a:t>
                </a:r>
              </a:p>
            </p:txBody>
          </p:sp>
          <p:sp>
            <p:nvSpPr>
              <p:cNvPr id="100" name="Line Callout 1 99">
                <a:extLst>
                  <a:ext uri="{FF2B5EF4-FFF2-40B4-BE49-F238E27FC236}">
                    <a16:creationId xmlns:a16="http://schemas.microsoft.com/office/drawing/2014/main" id="{26590484-C4D7-F473-50BA-80DEF7F940E1}"/>
                  </a:ext>
                </a:extLst>
              </p:cNvPr>
              <p:cNvSpPr/>
              <p:nvPr/>
            </p:nvSpPr>
            <p:spPr>
              <a:xfrm>
                <a:off x="3348059" y="1255453"/>
                <a:ext cx="831600" cy="215444"/>
              </a:xfrm>
              <a:prstGeom prst="borderCallout1">
                <a:avLst>
                  <a:gd name="adj1" fmla="val -1865"/>
                  <a:gd name="adj2" fmla="val 98804"/>
                  <a:gd name="adj3" fmla="val 26731"/>
                  <a:gd name="adj4" fmla="val 112036"/>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300">
                    <a:solidFill>
                      <a:schemeClr val="tx1"/>
                    </a:solidFill>
                  </a:rPr>
                  <a:t>CO</a:t>
                </a:r>
                <a:r>
                  <a:rPr lang="en-US" sz="1300" baseline="-25000">
                    <a:solidFill>
                      <a:schemeClr val="tx1"/>
                    </a:solidFill>
                  </a:rPr>
                  <a:t>2</a:t>
                </a:r>
                <a:r>
                  <a:rPr lang="en-US" sz="1300">
                    <a:solidFill>
                      <a:schemeClr val="tx1"/>
                    </a:solidFill>
                  </a:rPr>
                  <a:t> Credits</a:t>
                </a:r>
              </a:p>
            </p:txBody>
          </p:sp>
          <p:sp>
            <p:nvSpPr>
              <p:cNvPr id="101" name="Line Callout 1 100">
                <a:extLst>
                  <a:ext uri="{FF2B5EF4-FFF2-40B4-BE49-F238E27FC236}">
                    <a16:creationId xmlns:a16="http://schemas.microsoft.com/office/drawing/2014/main" id="{3BB3500B-E9E1-198F-8898-34F82BC11FE3}"/>
                  </a:ext>
                </a:extLst>
              </p:cNvPr>
              <p:cNvSpPr/>
              <p:nvPr/>
            </p:nvSpPr>
            <p:spPr>
              <a:xfrm>
                <a:off x="6923710" y="4239749"/>
                <a:ext cx="952560" cy="215444"/>
              </a:xfrm>
              <a:prstGeom prst="borderCallout1">
                <a:avLst>
                  <a:gd name="adj1" fmla="val 45293"/>
                  <a:gd name="adj2" fmla="val 349"/>
                  <a:gd name="adj3" fmla="val 52124"/>
                  <a:gd name="adj4" fmla="val -13494"/>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Employee Cost</a:t>
                </a:r>
              </a:p>
            </p:txBody>
          </p:sp>
          <p:sp>
            <p:nvSpPr>
              <p:cNvPr id="102" name="Line Callout 1 101">
                <a:extLst>
                  <a:ext uri="{FF2B5EF4-FFF2-40B4-BE49-F238E27FC236}">
                    <a16:creationId xmlns:a16="http://schemas.microsoft.com/office/drawing/2014/main" id="{535F970A-5C69-8B58-6B66-70E22A47E015}"/>
                  </a:ext>
                </a:extLst>
              </p:cNvPr>
              <p:cNvSpPr/>
              <p:nvPr/>
            </p:nvSpPr>
            <p:spPr>
              <a:xfrm>
                <a:off x="6926805" y="3990621"/>
                <a:ext cx="952560" cy="215444"/>
              </a:xfrm>
              <a:prstGeom prst="borderCallout1">
                <a:avLst>
                  <a:gd name="adj1" fmla="val 45293"/>
                  <a:gd name="adj2" fmla="val 349"/>
                  <a:gd name="adj3" fmla="val 84772"/>
                  <a:gd name="adj4" fmla="val -13494"/>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Fleet RMO</a:t>
                </a:r>
              </a:p>
            </p:txBody>
          </p:sp>
          <p:sp>
            <p:nvSpPr>
              <p:cNvPr id="103" name="Line Callout 1 102">
                <a:extLst>
                  <a:ext uri="{FF2B5EF4-FFF2-40B4-BE49-F238E27FC236}">
                    <a16:creationId xmlns:a16="http://schemas.microsoft.com/office/drawing/2014/main" id="{62496E60-03C2-8C33-57DA-44C46B38E726}"/>
                  </a:ext>
                </a:extLst>
              </p:cNvPr>
              <p:cNvSpPr/>
              <p:nvPr/>
            </p:nvSpPr>
            <p:spPr>
              <a:xfrm>
                <a:off x="6923710" y="3741493"/>
                <a:ext cx="952560" cy="215444"/>
              </a:xfrm>
              <a:prstGeom prst="borderCallout1">
                <a:avLst>
                  <a:gd name="adj1" fmla="val 45293"/>
                  <a:gd name="adj2" fmla="val 349"/>
                  <a:gd name="adj3" fmla="val 102910"/>
                  <a:gd name="adj4" fmla="val -13494"/>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Charging Setup</a:t>
                </a:r>
              </a:p>
            </p:txBody>
          </p:sp>
          <p:sp>
            <p:nvSpPr>
              <p:cNvPr id="104" name="Line Callout 1 103">
                <a:extLst>
                  <a:ext uri="{FF2B5EF4-FFF2-40B4-BE49-F238E27FC236}">
                    <a16:creationId xmlns:a16="http://schemas.microsoft.com/office/drawing/2014/main" id="{94AFF280-A644-78C6-572B-6B2ACCC0C174}"/>
                  </a:ext>
                </a:extLst>
              </p:cNvPr>
              <p:cNvSpPr/>
              <p:nvPr/>
            </p:nvSpPr>
            <p:spPr>
              <a:xfrm>
                <a:off x="6926805" y="3281155"/>
                <a:ext cx="952560" cy="355051"/>
              </a:xfrm>
              <a:prstGeom prst="borderCallout1">
                <a:avLst>
                  <a:gd name="adj1" fmla="val 45293"/>
                  <a:gd name="adj2" fmla="val 349"/>
                  <a:gd name="adj3" fmla="val 52124"/>
                  <a:gd name="adj4" fmla="val -13494"/>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Outsourced Fleet</a:t>
                </a:r>
              </a:p>
            </p:txBody>
          </p:sp>
          <p:sp>
            <p:nvSpPr>
              <p:cNvPr id="105" name="Line Callout 1 104">
                <a:extLst>
                  <a:ext uri="{FF2B5EF4-FFF2-40B4-BE49-F238E27FC236}">
                    <a16:creationId xmlns:a16="http://schemas.microsoft.com/office/drawing/2014/main" id="{2EF80FF3-1F9F-76FA-9104-AF7D977FA91C}"/>
                  </a:ext>
                </a:extLst>
              </p:cNvPr>
              <p:cNvSpPr/>
              <p:nvPr/>
            </p:nvSpPr>
            <p:spPr>
              <a:xfrm>
                <a:off x="6923710" y="2383712"/>
                <a:ext cx="952560" cy="215444"/>
              </a:xfrm>
              <a:prstGeom prst="borderCallout1">
                <a:avLst>
                  <a:gd name="adj1" fmla="val 45293"/>
                  <a:gd name="adj2" fmla="val 349"/>
                  <a:gd name="adj3" fmla="val -103861"/>
                  <a:gd name="adj4" fmla="val -15955"/>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Buddy Cost</a:t>
                </a:r>
              </a:p>
            </p:txBody>
          </p:sp>
          <p:sp>
            <p:nvSpPr>
              <p:cNvPr id="106" name="Line Callout 1 105">
                <a:extLst>
                  <a:ext uri="{FF2B5EF4-FFF2-40B4-BE49-F238E27FC236}">
                    <a16:creationId xmlns:a16="http://schemas.microsoft.com/office/drawing/2014/main" id="{5B0104A0-4F20-96A3-C373-E658AA23F643}"/>
                  </a:ext>
                </a:extLst>
              </p:cNvPr>
              <p:cNvSpPr/>
              <p:nvPr/>
            </p:nvSpPr>
            <p:spPr>
              <a:xfrm>
                <a:off x="6923710" y="2122572"/>
                <a:ext cx="952560" cy="215444"/>
              </a:xfrm>
              <a:prstGeom prst="borderCallout1">
                <a:avLst>
                  <a:gd name="adj1" fmla="val 45293"/>
                  <a:gd name="adj2" fmla="val 349"/>
                  <a:gd name="adj3" fmla="val -38565"/>
                  <a:gd name="adj4" fmla="val -16776"/>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Locker Setup</a:t>
                </a:r>
              </a:p>
            </p:txBody>
          </p:sp>
          <p:sp>
            <p:nvSpPr>
              <p:cNvPr id="107" name="Line Callout 1 106">
                <a:extLst>
                  <a:ext uri="{FF2B5EF4-FFF2-40B4-BE49-F238E27FC236}">
                    <a16:creationId xmlns:a16="http://schemas.microsoft.com/office/drawing/2014/main" id="{59B5827F-2FA5-2D50-F105-9750C87ED3F9}"/>
                  </a:ext>
                </a:extLst>
              </p:cNvPr>
              <p:cNvSpPr/>
              <p:nvPr/>
            </p:nvSpPr>
            <p:spPr>
              <a:xfrm>
                <a:off x="6923710" y="1854485"/>
                <a:ext cx="952560" cy="215444"/>
              </a:xfrm>
              <a:prstGeom prst="borderCallout1">
                <a:avLst>
                  <a:gd name="adj1" fmla="val 45293"/>
                  <a:gd name="adj2" fmla="val 349"/>
                  <a:gd name="adj3" fmla="val 63008"/>
                  <a:gd name="adj4" fmla="val -22519"/>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SDS Setup</a:t>
                </a:r>
              </a:p>
            </p:txBody>
          </p:sp>
          <p:sp>
            <p:nvSpPr>
              <p:cNvPr id="108" name="Line Callout 1 107">
                <a:extLst>
                  <a:ext uri="{FF2B5EF4-FFF2-40B4-BE49-F238E27FC236}">
                    <a16:creationId xmlns:a16="http://schemas.microsoft.com/office/drawing/2014/main" id="{538EDEA9-1631-7020-B160-4AED6DD9AB0A}"/>
                  </a:ext>
                </a:extLst>
              </p:cNvPr>
              <p:cNvSpPr/>
              <p:nvPr/>
            </p:nvSpPr>
            <p:spPr>
              <a:xfrm>
                <a:off x="6923710" y="1588977"/>
                <a:ext cx="952560" cy="215444"/>
              </a:xfrm>
              <a:prstGeom prst="borderCallout1">
                <a:avLst>
                  <a:gd name="adj1" fmla="val 45293"/>
                  <a:gd name="adj2" fmla="val 349"/>
                  <a:gd name="adj3" fmla="val 146442"/>
                  <a:gd name="adj4" fmla="val -22519"/>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EV Purchase</a:t>
                </a:r>
              </a:p>
            </p:txBody>
          </p:sp>
          <p:sp>
            <p:nvSpPr>
              <p:cNvPr id="3" name="Line Callout 1 2">
                <a:extLst>
                  <a:ext uri="{FF2B5EF4-FFF2-40B4-BE49-F238E27FC236}">
                    <a16:creationId xmlns:a16="http://schemas.microsoft.com/office/drawing/2014/main" id="{1BC66671-2940-9D43-DEC7-C68E3BB8C26D}"/>
                  </a:ext>
                </a:extLst>
              </p:cNvPr>
              <p:cNvSpPr/>
              <p:nvPr/>
            </p:nvSpPr>
            <p:spPr>
              <a:xfrm>
                <a:off x="3348059" y="2553852"/>
                <a:ext cx="831600" cy="215444"/>
              </a:xfrm>
              <a:prstGeom prst="borderCallout1">
                <a:avLst>
                  <a:gd name="adj1" fmla="val 45294"/>
                  <a:gd name="adj2" fmla="val 98804"/>
                  <a:gd name="adj3" fmla="val -20427"/>
                  <a:gd name="adj4" fmla="val 110156"/>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200">
                    <a:solidFill>
                      <a:schemeClr val="tx1"/>
                    </a:solidFill>
                  </a:rPr>
                  <a:t>Ad Revenue</a:t>
                </a:r>
              </a:p>
            </p:txBody>
          </p:sp>
          <p:sp>
            <p:nvSpPr>
              <p:cNvPr id="4" name="Line Callout 1 3">
                <a:extLst>
                  <a:ext uri="{FF2B5EF4-FFF2-40B4-BE49-F238E27FC236}">
                    <a16:creationId xmlns:a16="http://schemas.microsoft.com/office/drawing/2014/main" id="{AF645C71-CEFF-8D3A-59A7-BBB99E9E631C}"/>
                  </a:ext>
                </a:extLst>
              </p:cNvPr>
              <p:cNvSpPr/>
              <p:nvPr/>
            </p:nvSpPr>
            <p:spPr>
              <a:xfrm>
                <a:off x="3348059" y="2869856"/>
                <a:ext cx="831600" cy="402397"/>
              </a:xfrm>
              <a:prstGeom prst="borderCallout1">
                <a:avLst>
                  <a:gd name="adj1" fmla="val 45294"/>
                  <a:gd name="adj2" fmla="val 98804"/>
                  <a:gd name="adj3" fmla="val 67943"/>
                  <a:gd name="adj4" fmla="val 114907"/>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200">
                    <a:solidFill>
                      <a:schemeClr val="tx1"/>
                    </a:solidFill>
                  </a:rPr>
                  <a:t>E-Comm Delivery</a:t>
                </a:r>
              </a:p>
            </p:txBody>
          </p:sp>
        </p:grpSp>
        <p:sp>
          <p:nvSpPr>
            <p:cNvPr id="5" name="Rectangle 4">
              <a:extLst>
                <a:ext uri="{FF2B5EF4-FFF2-40B4-BE49-F238E27FC236}">
                  <a16:creationId xmlns:a16="http://schemas.microsoft.com/office/drawing/2014/main" id="{ECAFC2F2-FA6C-09CA-EEC3-36AAEE330E16}"/>
                </a:ext>
              </a:extLst>
            </p:cNvPr>
            <p:cNvSpPr/>
            <p:nvPr/>
          </p:nvSpPr>
          <p:spPr bwMode="gray">
            <a:xfrm>
              <a:off x="4208761" y="4723778"/>
              <a:ext cx="1120310" cy="215444"/>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Revenue</a:t>
              </a:r>
            </a:p>
          </p:txBody>
        </p:sp>
        <p:sp>
          <p:nvSpPr>
            <p:cNvPr id="6" name="Rectangle 5">
              <a:extLst>
                <a:ext uri="{FF2B5EF4-FFF2-40B4-BE49-F238E27FC236}">
                  <a16:creationId xmlns:a16="http://schemas.microsoft.com/office/drawing/2014/main" id="{5506B882-02A6-A5CB-D23E-1AFCF8F9BAAD}"/>
                </a:ext>
              </a:extLst>
            </p:cNvPr>
            <p:cNvSpPr/>
            <p:nvPr/>
          </p:nvSpPr>
          <p:spPr bwMode="gray">
            <a:xfrm>
              <a:off x="5742620" y="4706922"/>
              <a:ext cx="1120310" cy="232299"/>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Cost</a:t>
              </a:r>
            </a:p>
          </p:txBody>
        </p:sp>
        <p:sp>
          <p:nvSpPr>
            <p:cNvPr id="7" name="Rectangle 6">
              <a:extLst>
                <a:ext uri="{FF2B5EF4-FFF2-40B4-BE49-F238E27FC236}">
                  <a16:creationId xmlns:a16="http://schemas.microsoft.com/office/drawing/2014/main" id="{CB6A7752-DF1E-DB3A-3D4A-115606C67970}"/>
                </a:ext>
              </a:extLst>
            </p:cNvPr>
            <p:cNvSpPr/>
            <p:nvPr/>
          </p:nvSpPr>
          <p:spPr bwMode="gray">
            <a:xfrm>
              <a:off x="4230284" y="1116484"/>
              <a:ext cx="2617271" cy="232299"/>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Values in INR Billion</a:t>
              </a:r>
            </a:p>
          </p:txBody>
        </p:sp>
        <p:sp>
          <p:nvSpPr>
            <p:cNvPr id="8" name="Rectangle 7">
              <a:extLst>
                <a:ext uri="{FF2B5EF4-FFF2-40B4-BE49-F238E27FC236}">
                  <a16:creationId xmlns:a16="http://schemas.microsoft.com/office/drawing/2014/main" id="{00DAE24B-09BA-59F9-F15E-DAC56D7E1791}"/>
                </a:ext>
              </a:extLst>
            </p:cNvPr>
            <p:cNvSpPr/>
            <p:nvPr/>
          </p:nvSpPr>
          <p:spPr bwMode="gray">
            <a:xfrm>
              <a:off x="3278081" y="617595"/>
              <a:ext cx="4644860" cy="518606"/>
            </a:xfrm>
            <a:prstGeom prst="rect">
              <a:avLst/>
            </a:prstGeom>
            <a:solidFill>
              <a:schemeClr val="accent1">
                <a:lumMod val="50000"/>
              </a:schemeClr>
            </a:solidFill>
            <a:ln w="19050" algn="ctr">
              <a:noFill/>
              <a:miter lim="800000"/>
              <a:headEnd/>
              <a:tailEnd/>
            </a:ln>
            <a:effectLst/>
          </p:spPr>
          <p:txBody>
            <a:bodyPr wrap="square" lIns="72000" tIns="88900" rIns="72000" bIns="88900" rtlCol="0" anchor="ctr"/>
            <a:lstStyle/>
            <a:p>
              <a:pPr algn="ctr">
                <a:lnSpc>
                  <a:spcPct val="106000"/>
                </a:lnSpc>
                <a:defRPr/>
              </a:pPr>
              <a:r>
                <a:rPr lang="en-US" sz="1300" b="1">
                  <a:solidFill>
                    <a:schemeClr val="bg1"/>
                  </a:solidFill>
                  <a:latin typeface="Calibri" panose="020F0502020204030204" pitchFamily="34" charset="0"/>
                  <a:cs typeface="Calibri" panose="020F0502020204030204" pitchFamily="34" charset="0"/>
                </a:rPr>
                <a:t>New Model with 25% owned, EV fleet, 75% outsourced fleet &amp; 2M buddies: 2023</a:t>
              </a:r>
            </a:p>
          </p:txBody>
        </p:sp>
        <p:sp>
          <p:nvSpPr>
            <p:cNvPr id="10" name="Rectangle 9">
              <a:extLst>
                <a:ext uri="{FF2B5EF4-FFF2-40B4-BE49-F238E27FC236}">
                  <a16:creationId xmlns:a16="http://schemas.microsoft.com/office/drawing/2014/main" id="{F83F9CDD-92D5-FD82-8067-02F74CBDCF4C}"/>
                </a:ext>
              </a:extLst>
            </p:cNvPr>
            <p:cNvSpPr/>
            <p:nvPr/>
          </p:nvSpPr>
          <p:spPr>
            <a:xfrm>
              <a:off x="3278081" y="608753"/>
              <a:ext cx="4644860" cy="4384538"/>
            </a:xfrm>
            <a:prstGeom prst="rect">
              <a:avLst/>
            </a:prstGeom>
            <a:noFill/>
            <a:ln>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 name="Group 23">
            <a:extLst>
              <a:ext uri="{FF2B5EF4-FFF2-40B4-BE49-F238E27FC236}">
                <a16:creationId xmlns:a16="http://schemas.microsoft.com/office/drawing/2014/main" id="{810EBFE0-B764-7A73-7A24-AECAC8FECD60}"/>
              </a:ext>
            </a:extLst>
          </p:cNvPr>
          <p:cNvGrpSpPr/>
          <p:nvPr/>
        </p:nvGrpSpPr>
        <p:grpSpPr>
          <a:xfrm>
            <a:off x="100205" y="725791"/>
            <a:ext cx="4625096" cy="4384538"/>
            <a:chOff x="78617" y="716949"/>
            <a:chExt cx="4625096" cy="4384538"/>
          </a:xfrm>
        </p:grpSpPr>
        <p:sp>
          <p:nvSpPr>
            <p:cNvPr id="78" name="Rectangle 77">
              <a:extLst>
                <a:ext uri="{FF2B5EF4-FFF2-40B4-BE49-F238E27FC236}">
                  <a16:creationId xmlns:a16="http://schemas.microsoft.com/office/drawing/2014/main" id="{AB52155B-4FE9-1264-F063-80EC7B8D7AD1}"/>
                </a:ext>
              </a:extLst>
            </p:cNvPr>
            <p:cNvSpPr/>
            <p:nvPr/>
          </p:nvSpPr>
          <p:spPr bwMode="gray">
            <a:xfrm>
              <a:off x="948002" y="4833583"/>
              <a:ext cx="1120310" cy="215444"/>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Revenue</a:t>
              </a:r>
            </a:p>
          </p:txBody>
        </p:sp>
        <p:sp>
          <p:nvSpPr>
            <p:cNvPr id="79" name="Rectangle 78">
              <a:extLst>
                <a:ext uri="{FF2B5EF4-FFF2-40B4-BE49-F238E27FC236}">
                  <a16:creationId xmlns:a16="http://schemas.microsoft.com/office/drawing/2014/main" id="{CD1A4C09-54C1-977A-79B8-729783A0F551}"/>
                </a:ext>
              </a:extLst>
            </p:cNvPr>
            <p:cNvSpPr/>
            <p:nvPr/>
          </p:nvSpPr>
          <p:spPr bwMode="gray">
            <a:xfrm>
              <a:off x="2444963" y="4816727"/>
              <a:ext cx="1120310" cy="232299"/>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Cost</a:t>
              </a:r>
            </a:p>
          </p:txBody>
        </p:sp>
        <p:sp>
          <p:nvSpPr>
            <p:cNvPr id="80" name="Rectangle 79">
              <a:extLst>
                <a:ext uri="{FF2B5EF4-FFF2-40B4-BE49-F238E27FC236}">
                  <a16:creationId xmlns:a16="http://schemas.microsoft.com/office/drawing/2014/main" id="{BD3634D5-E6C3-3F0F-D5E6-FDB16D23799C}"/>
                </a:ext>
              </a:extLst>
            </p:cNvPr>
            <p:cNvSpPr/>
            <p:nvPr/>
          </p:nvSpPr>
          <p:spPr bwMode="gray">
            <a:xfrm>
              <a:off x="78617" y="1214232"/>
              <a:ext cx="4625096" cy="232299"/>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Values in INR Billion</a:t>
              </a:r>
            </a:p>
          </p:txBody>
        </p:sp>
        <p:sp>
          <p:nvSpPr>
            <p:cNvPr id="81" name="Rectangle 80">
              <a:extLst>
                <a:ext uri="{FF2B5EF4-FFF2-40B4-BE49-F238E27FC236}">
                  <a16:creationId xmlns:a16="http://schemas.microsoft.com/office/drawing/2014/main" id="{1FB67313-B3D9-B1F0-60CB-8F41B6BBA412}"/>
                </a:ext>
              </a:extLst>
            </p:cNvPr>
            <p:cNvSpPr/>
            <p:nvPr/>
          </p:nvSpPr>
          <p:spPr bwMode="gray">
            <a:xfrm>
              <a:off x="162805" y="725791"/>
              <a:ext cx="4442377" cy="518606"/>
            </a:xfrm>
            <a:prstGeom prst="rect">
              <a:avLst/>
            </a:prstGeom>
            <a:solidFill>
              <a:schemeClr val="accent1">
                <a:lumMod val="50000"/>
              </a:schemeClr>
            </a:solidFill>
            <a:ln w="19050" algn="ctr">
              <a:noFill/>
              <a:miter lim="800000"/>
              <a:headEnd/>
              <a:tailEnd/>
            </a:ln>
            <a:effectLst/>
          </p:spPr>
          <p:txBody>
            <a:bodyPr wrap="square" lIns="72000" tIns="88900" rIns="72000" bIns="88900" rtlCol="0" anchor="ctr"/>
            <a:lstStyle/>
            <a:p>
              <a:pPr algn="ctr">
                <a:lnSpc>
                  <a:spcPct val="106000"/>
                </a:lnSpc>
                <a:defRPr/>
              </a:pPr>
              <a:r>
                <a:rPr lang="en-US" sz="1400" b="1">
                  <a:solidFill>
                    <a:schemeClr val="bg1"/>
                  </a:solidFill>
                  <a:latin typeface="Calibri" panose="020F0502020204030204" pitchFamily="34" charset="0"/>
                  <a:cs typeface="Calibri" panose="020F0502020204030204" pitchFamily="34" charset="0"/>
                </a:rPr>
                <a:t>Current Model (Owned, non-EV Fleet): 2023</a:t>
              </a:r>
            </a:p>
          </p:txBody>
        </p:sp>
        <p:graphicFrame>
          <p:nvGraphicFramePr>
            <p:cNvPr id="72" name="Chart 71">
              <a:extLst>
                <a:ext uri="{FF2B5EF4-FFF2-40B4-BE49-F238E27FC236}">
                  <a16:creationId xmlns:a16="http://schemas.microsoft.com/office/drawing/2014/main" id="{827C4119-40A7-81BF-06E4-A9A6E5342C62}"/>
                </a:ext>
              </a:extLst>
            </p:cNvPr>
            <p:cNvGraphicFramePr/>
            <p:nvPr>
              <p:extLst>
                <p:ext uri="{D42A27DB-BD31-4B8C-83A1-F6EECF244321}">
                  <p14:modId xmlns:p14="http://schemas.microsoft.com/office/powerpoint/2010/main" val="1987364158"/>
                </p:ext>
              </p:extLst>
            </p:nvPr>
          </p:nvGraphicFramePr>
          <p:xfrm>
            <a:off x="622594" y="909512"/>
            <a:ext cx="3301200" cy="4020654"/>
          </p:xfrm>
          <a:graphic>
            <a:graphicData uri="http://schemas.openxmlformats.org/drawingml/2006/chart">
              <c:chart xmlns:c="http://schemas.openxmlformats.org/drawingml/2006/chart" xmlns:r="http://schemas.openxmlformats.org/officeDocument/2006/relationships" r:id="rId3"/>
            </a:graphicData>
          </a:graphic>
        </p:graphicFrame>
        <p:sp>
          <p:nvSpPr>
            <p:cNvPr id="19" name="Line Callout 1 18">
              <a:extLst>
                <a:ext uri="{FF2B5EF4-FFF2-40B4-BE49-F238E27FC236}">
                  <a16:creationId xmlns:a16="http://schemas.microsoft.com/office/drawing/2014/main" id="{55340FB5-553B-5688-CD05-C1BED6D9CB94}"/>
                </a:ext>
              </a:extLst>
            </p:cNvPr>
            <p:cNvSpPr/>
            <p:nvPr/>
          </p:nvSpPr>
          <p:spPr>
            <a:xfrm>
              <a:off x="201167" y="3587798"/>
              <a:ext cx="709049" cy="402397"/>
            </a:xfrm>
            <a:prstGeom prst="borderCallout1">
              <a:avLst>
                <a:gd name="adj1" fmla="val 45294"/>
                <a:gd name="adj2" fmla="val 98804"/>
                <a:gd name="adj3" fmla="val 67943"/>
                <a:gd name="adj4" fmla="val 114907"/>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200">
                  <a:solidFill>
                    <a:schemeClr val="tx1"/>
                  </a:solidFill>
                </a:rPr>
                <a:t>E-Comm Delivery</a:t>
              </a:r>
            </a:p>
          </p:txBody>
        </p:sp>
        <p:sp>
          <p:nvSpPr>
            <p:cNvPr id="20" name="Line Callout 1 19">
              <a:extLst>
                <a:ext uri="{FF2B5EF4-FFF2-40B4-BE49-F238E27FC236}">
                  <a16:creationId xmlns:a16="http://schemas.microsoft.com/office/drawing/2014/main" id="{16B20494-FD95-14C1-3EB0-249ADB35CC47}"/>
                </a:ext>
              </a:extLst>
            </p:cNvPr>
            <p:cNvSpPr/>
            <p:nvPr/>
          </p:nvSpPr>
          <p:spPr>
            <a:xfrm>
              <a:off x="3751153" y="3587274"/>
              <a:ext cx="782880" cy="402396"/>
            </a:xfrm>
            <a:prstGeom prst="borderCallout1">
              <a:avLst>
                <a:gd name="adj1" fmla="val 45293"/>
                <a:gd name="adj2" fmla="val 349"/>
                <a:gd name="adj3" fmla="val 52124"/>
                <a:gd name="adj4" fmla="val -25013"/>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36000" rIns="36000" rtlCol="0" anchor="ctr"/>
            <a:lstStyle/>
            <a:p>
              <a:pPr algn="ctr"/>
              <a:r>
                <a:rPr lang="en-US" sz="1200">
                  <a:solidFill>
                    <a:schemeClr val="tx1"/>
                  </a:solidFill>
                </a:rPr>
                <a:t>Employee Cost</a:t>
              </a:r>
            </a:p>
          </p:txBody>
        </p:sp>
        <p:sp>
          <p:nvSpPr>
            <p:cNvPr id="21" name="Line Callout 1 20">
              <a:extLst>
                <a:ext uri="{FF2B5EF4-FFF2-40B4-BE49-F238E27FC236}">
                  <a16:creationId xmlns:a16="http://schemas.microsoft.com/office/drawing/2014/main" id="{2E99ACA3-9516-51C5-189E-AB8ACFE23622}"/>
                </a:ext>
              </a:extLst>
            </p:cNvPr>
            <p:cNvSpPr/>
            <p:nvPr/>
          </p:nvSpPr>
          <p:spPr>
            <a:xfrm>
              <a:off x="3751153" y="4136751"/>
              <a:ext cx="782880" cy="221705"/>
            </a:xfrm>
            <a:prstGeom prst="borderCallout1">
              <a:avLst>
                <a:gd name="adj1" fmla="val 45293"/>
                <a:gd name="adj2" fmla="val 349"/>
                <a:gd name="adj3" fmla="val 93260"/>
                <a:gd name="adj4" fmla="val -19254"/>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200">
                  <a:solidFill>
                    <a:schemeClr val="tx1"/>
                  </a:solidFill>
                </a:rPr>
                <a:t>Fleet RMO</a:t>
              </a:r>
            </a:p>
          </p:txBody>
        </p:sp>
        <p:sp>
          <p:nvSpPr>
            <p:cNvPr id="23" name="Rectangle 22">
              <a:extLst>
                <a:ext uri="{FF2B5EF4-FFF2-40B4-BE49-F238E27FC236}">
                  <a16:creationId xmlns:a16="http://schemas.microsoft.com/office/drawing/2014/main" id="{34294A3F-413D-8526-0298-6B63AF7B8193}"/>
                </a:ext>
              </a:extLst>
            </p:cNvPr>
            <p:cNvSpPr/>
            <p:nvPr/>
          </p:nvSpPr>
          <p:spPr>
            <a:xfrm>
              <a:off x="162804" y="716949"/>
              <a:ext cx="4442378" cy="4384538"/>
            </a:xfrm>
            <a:prstGeom prst="rect">
              <a:avLst/>
            </a:prstGeom>
            <a:noFill/>
            <a:ln>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 name="Rectangle 24">
            <a:extLst>
              <a:ext uri="{FF2B5EF4-FFF2-40B4-BE49-F238E27FC236}">
                <a16:creationId xmlns:a16="http://schemas.microsoft.com/office/drawing/2014/main" id="{2F771B6D-FC74-68D1-E454-42057146D7B3}"/>
              </a:ext>
            </a:extLst>
          </p:cNvPr>
          <p:cNvSpPr/>
          <p:nvPr/>
        </p:nvSpPr>
        <p:spPr bwMode="gray">
          <a:xfrm>
            <a:off x="199532" y="5231592"/>
            <a:ext cx="1031859" cy="215444"/>
          </a:xfrm>
          <a:prstGeom prst="rect">
            <a:avLst/>
          </a:prstGeom>
          <a:solidFill>
            <a:schemeClr val="accent1">
              <a:lumMod val="5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Challenges</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27" name="Rectangle 26">
            <a:extLst>
              <a:ext uri="{FF2B5EF4-FFF2-40B4-BE49-F238E27FC236}">
                <a16:creationId xmlns:a16="http://schemas.microsoft.com/office/drawing/2014/main" id="{16A124C7-12D7-1DBE-8614-643DB89C1B12}"/>
              </a:ext>
            </a:extLst>
          </p:cNvPr>
          <p:cNvSpPr/>
          <p:nvPr/>
        </p:nvSpPr>
        <p:spPr bwMode="gray">
          <a:xfrm>
            <a:off x="1305848" y="5233947"/>
            <a:ext cx="1844478" cy="213089"/>
          </a:xfrm>
          <a:prstGeom prst="rect">
            <a:avLst/>
          </a:prstGeom>
          <a:solidFill>
            <a:schemeClr val="accent1">
              <a:lumMod val="40000"/>
              <a:lumOff val="6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Single source of Revenue</a:t>
            </a:r>
          </a:p>
        </p:txBody>
      </p:sp>
      <p:sp>
        <p:nvSpPr>
          <p:cNvPr id="28" name="Rectangle 27">
            <a:extLst>
              <a:ext uri="{FF2B5EF4-FFF2-40B4-BE49-F238E27FC236}">
                <a16:creationId xmlns:a16="http://schemas.microsoft.com/office/drawing/2014/main" id="{B6A379F5-7307-FEE1-AA96-D3D6A536222D}"/>
              </a:ext>
            </a:extLst>
          </p:cNvPr>
          <p:cNvSpPr/>
          <p:nvPr/>
        </p:nvSpPr>
        <p:spPr bwMode="gray">
          <a:xfrm>
            <a:off x="3224783" y="5239796"/>
            <a:ext cx="1401985" cy="213089"/>
          </a:xfrm>
          <a:prstGeom prst="rect">
            <a:avLst/>
          </a:prstGeom>
          <a:solidFill>
            <a:schemeClr val="accent1">
              <a:lumMod val="40000"/>
              <a:lumOff val="6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CO2 emissions</a:t>
            </a:r>
          </a:p>
        </p:txBody>
      </p:sp>
      <p:sp>
        <p:nvSpPr>
          <p:cNvPr id="29" name="Rectangle 28">
            <a:extLst>
              <a:ext uri="{FF2B5EF4-FFF2-40B4-BE49-F238E27FC236}">
                <a16:creationId xmlns:a16="http://schemas.microsoft.com/office/drawing/2014/main" id="{B1866D71-10BB-75C9-F79F-98489CF35B66}"/>
              </a:ext>
            </a:extLst>
          </p:cNvPr>
          <p:cNvSpPr/>
          <p:nvPr/>
        </p:nvSpPr>
        <p:spPr bwMode="gray">
          <a:xfrm>
            <a:off x="1302175" y="5529809"/>
            <a:ext cx="1409332" cy="214810"/>
          </a:xfrm>
          <a:prstGeom prst="rect">
            <a:avLst/>
          </a:prstGeom>
          <a:solidFill>
            <a:schemeClr val="accent1">
              <a:lumMod val="40000"/>
              <a:lumOff val="6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Fleet outsourcing</a:t>
            </a:r>
          </a:p>
        </p:txBody>
      </p:sp>
      <p:sp>
        <p:nvSpPr>
          <p:cNvPr id="30" name="Rectangle 29">
            <a:extLst>
              <a:ext uri="{FF2B5EF4-FFF2-40B4-BE49-F238E27FC236}">
                <a16:creationId xmlns:a16="http://schemas.microsoft.com/office/drawing/2014/main" id="{60C7A927-80B5-E27A-2840-FDF188D135F3}"/>
              </a:ext>
            </a:extLst>
          </p:cNvPr>
          <p:cNvSpPr/>
          <p:nvPr/>
        </p:nvSpPr>
        <p:spPr bwMode="gray">
          <a:xfrm>
            <a:off x="2782291" y="5535659"/>
            <a:ext cx="1844478" cy="214810"/>
          </a:xfrm>
          <a:prstGeom prst="rect">
            <a:avLst/>
          </a:prstGeom>
          <a:solidFill>
            <a:schemeClr val="accent1">
              <a:lumMod val="40000"/>
              <a:lumOff val="6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P2P System</a:t>
            </a:r>
          </a:p>
        </p:txBody>
      </p:sp>
      <p:sp>
        <p:nvSpPr>
          <p:cNvPr id="31" name="Rectangle 30">
            <a:extLst>
              <a:ext uri="{FF2B5EF4-FFF2-40B4-BE49-F238E27FC236}">
                <a16:creationId xmlns:a16="http://schemas.microsoft.com/office/drawing/2014/main" id="{1EF2BBEE-0C17-28D3-F388-D8892A728055}"/>
              </a:ext>
            </a:extLst>
          </p:cNvPr>
          <p:cNvSpPr/>
          <p:nvPr/>
        </p:nvSpPr>
        <p:spPr bwMode="gray">
          <a:xfrm>
            <a:off x="190726" y="5529809"/>
            <a:ext cx="1040666" cy="215444"/>
          </a:xfrm>
          <a:prstGeom prst="rect">
            <a:avLst/>
          </a:prstGeom>
          <a:solidFill>
            <a:schemeClr val="accent1">
              <a:lumMod val="5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Opportunity</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Tree>
    <p:extLst>
      <p:ext uri="{BB962C8B-B14F-4D97-AF65-F5344CB8AC3E}">
        <p14:creationId xmlns:p14="http://schemas.microsoft.com/office/powerpoint/2010/main" val="224824625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Left Brace 3">
            <a:extLst>
              <a:ext uri="{FF2B5EF4-FFF2-40B4-BE49-F238E27FC236}">
                <a16:creationId xmlns:a16="http://schemas.microsoft.com/office/drawing/2014/main" id="{F86FE474-7F61-01F6-0A32-93C2C6CF4702}"/>
              </a:ext>
            </a:extLst>
          </p:cNvPr>
          <p:cNvSpPr/>
          <p:nvPr/>
        </p:nvSpPr>
        <p:spPr>
          <a:xfrm rot="16200000">
            <a:off x="3574915" y="3675520"/>
            <a:ext cx="80463" cy="475546"/>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5" name="Left Brace 4">
            <a:extLst>
              <a:ext uri="{FF2B5EF4-FFF2-40B4-BE49-F238E27FC236}">
                <a16:creationId xmlns:a16="http://schemas.microsoft.com/office/drawing/2014/main" id="{0C8ACFEC-BC85-C969-003D-5BAAA5DBC053}"/>
              </a:ext>
            </a:extLst>
          </p:cNvPr>
          <p:cNvSpPr/>
          <p:nvPr/>
        </p:nvSpPr>
        <p:spPr>
          <a:xfrm rot="16200000">
            <a:off x="2514313" y="3126670"/>
            <a:ext cx="68125" cy="1560910"/>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6" name="Left Brace 5">
            <a:extLst>
              <a:ext uri="{FF2B5EF4-FFF2-40B4-BE49-F238E27FC236}">
                <a16:creationId xmlns:a16="http://schemas.microsoft.com/office/drawing/2014/main" id="{F8FD6965-B144-0EBB-9298-77D3B36428E4}"/>
              </a:ext>
            </a:extLst>
          </p:cNvPr>
          <p:cNvSpPr/>
          <p:nvPr/>
        </p:nvSpPr>
        <p:spPr>
          <a:xfrm rot="16200000">
            <a:off x="4861327" y="2916873"/>
            <a:ext cx="79200" cy="1985116"/>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7" name="Left Brace 6">
            <a:extLst>
              <a:ext uri="{FF2B5EF4-FFF2-40B4-BE49-F238E27FC236}">
                <a16:creationId xmlns:a16="http://schemas.microsoft.com/office/drawing/2014/main" id="{FB9CD2FA-6D32-0ED2-4278-E88DA4FC34CA}"/>
              </a:ext>
            </a:extLst>
          </p:cNvPr>
          <p:cNvSpPr/>
          <p:nvPr/>
        </p:nvSpPr>
        <p:spPr>
          <a:xfrm rot="16200000">
            <a:off x="6901892" y="2913749"/>
            <a:ext cx="79200" cy="1985115"/>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8" name="TextBox 7">
            <a:extLst>
              <a:ext uri="{FF2B5EF4-FFF2-40B4-BE49-F238E27FC236}">
                <a16:creationId xmlns:a16="http://schemas.microsoft.com/office/drawing/2014/main" id="{9C9C621C-268E-9FE6-3BD0-75911FA0ED1E}"/>
              </a:ext>
            </a:extLst>
          </p:cNvPr>
          <p:cNvSpPr txBox="1"/>
          <p:nvPr/>
        </p:nvSpPr>
        <p:spPr>
          <a:xfrm>
            <a:off x="1752365" y="3322316"/>
            <a:ext cx="278970" cy="138499"/>
          </a:xfrm>
          <a:prstGeom prst="rect">
            <a:avLst/>
          </a:prstGeom>
          <a:noFill/>
        </p:spPr>
        <p:txBody>
          <a:bodyPr wrap="square" lIns="0" tIns="0" rIns="0" bIns="0" rtlCol="0">
            <a:spAutoFit/>
          </a:bodyPr>
          <a:lstStyle/>
          <a:p>
            <a:r>
              <a:rPr lang="en-US" sz="900"/>
              <a:t>Seller</a:t>
            </a:r>
          </a:p>
        </p:txBody>
      </p:sp>
      <p:cxnSp>
        <p:nvCxnSpPr>
          <p:cNvPr id="9" name="Straight Arrow Connector 8">
            <a:extLst>
              <a:ext uri="{FF2B5EF4-FFF2-40B4-BE49-F238E27FC236}">
                <a16:creationId xmlns:a16="http://schemas.microsoft.com/office/drawing/2014/main" id="{6784C398-3EB5-E872-F6CB-69C52027826A}"/>
              </a:ext>
            </a:extLst>
          </p:cNvPr>
          <p:cNvCxnSpPr>
            <a:cxnSpLocks/>
          </p:cNvCxnSpPr>
          <p:nvPr/>
        </p:nvCxnSpPr>
        <p:spPr>
          <a:xfrm>
            <a:off x="2028374" y="3647471"/>
            <a:ext cx="206289" cy="0"/>
          </a:xfrm>
          <a:prstGeom prst="straightConnector1">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grpSp>
        <p:nvGrpSpPr>
          <p:cNvPr id="10" name="Group 9">
            <a:extLst>
              <a:ext uri="{FF2B5EF4-FFF2-40B4-BE49-F238E27FC236}">
                <a16:creationId xmlns:a16="http://schemas.microsoft.com/office/drawing/2014/main" id="{FCA42F8A-4D17-1432-F3E9-1D3D3D3A40F0}"/>
              </a:ext>
            </a:extLst>
          </p:cNvPr>
          <p:cNvGrpSpPr/>
          <p:nvPr/>
        </p:nvGrpSpPr>
        <p:grpSpPr>
          <a:xfrm>
            <a:off x="3172892" y="2984982"/>
            <a:ext cx="610370" cy="506751"/>
            <a:chOff x="3233382" y="3225840"/>
            <a:chExt cx="610370" cy="506751"/>
          </a:xfrm>
        </p:grpSpPr>
        <p:pic>
          <p:nvPicPr>
            <p:cNvPr id="11" name="Graphic 10" descr="Warehouse with solid fill">
              <a:extLst>
                <a:ext uri="{FF2B5EF4-FFF2-40B4-BE49-F238E27FC236}">
                  <a16:creationId xmlns:a16="http://schemas.microsoft.com/office/drawing/2014/main" id="{C31081B4-66E1-C387-E21B-81B2B67FD300}"/>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233382" y="3252261"/>
              <a:ext cx="480330" cy="480330"/>
            </a:xfrm>
            <a:prstGeom prst="rect">
              <a:avLst/>
            </a:prstGeom>
          </p:spPr>
        </p:pic>
        <p:sp>
          <p:nvSpPr>
            <p:cNvPr id="12" name="TextBox 11">
              <a:extLst>
                <a:ext uri="{FF2B5EF4-FFF2-40B4-BE49-F238E27FC236}">
                  <a16:creationId xmlns:a16="http://schemas.microsoft.com/office/drawing/2014/main" id="{A300F00F-32B1-FF94-DF6D-F08F4F896FDD}"/>
                </a:ext>
              </a:extLst>
            </p:cNvPr>
            <p:cNvSpPr txBox="1"/>
            <p:nvPr/>
          </p:nvSpPr>
          <p:spPr>
            <a:xfrm>
              <a:off x="3596699" y="3225840"/>
              <a:ext cx="247053" cy="138499"/>
            </a:xfrm>
            <a:prstGeom prst="rect">
              <a:avLst/>
            </a:prstGeom>
            <a:noFill/>
          </p:spPr>
          <p:txBody>
            <a:bodyPr wrap="square" lIns="0" tIns="0" rIns="0" bIns="0" rtlCol="0">
              <a:spAutoFit/>
            </a:bodyPr>
            <a:lstStyle/>
            <a:p>
              <a:pPr algn="ctr"/>
              <a:r>
                <a:rPr lang="en-US" sz="900"/>
                <a:t>Hub</a:t>
              </a:r>
            </a:p>
          </p:txBody>
        </p:sp>
      </p:grpSp>
      <p:sp>
        <p:nvSpPr>
          <p:cNvPr id="13" name="TextBox 12">
            <a:extLst>
              <a:ext uri="{FF2B5EF4-FFF2-40B4-BE49-F238E27FC236}">
                <a16:creationId xmlns:a16="http://schemas.microsoft.com/office/drawing/2014/main" id="{CB84A6DC-215B-53B2-1F90-2AA7BEE6C963}"/>
              </a:ext>
            </a:extLst>
          </p:cNvPr>
          <p:cNvSpPr txBox="1"/>
          <p:nvPr/>
        </p:nvSpPr>
        <p:spPr>
          <a:xfrm>
            <a:off x="2640643" y="3675310"/>
            <a:ext cx="944376" cy="138499"/>
          </a:xfrm>
          <a:prstGeom prst="rect">
            <a:avLst/>
          </a:prstGeom>
          <a:noFill/>
        </p:spPr>
        <p:txBody>
          <a:bodyPr wrap="square" lIns="0" tIns="0" rIns="0" bIns="0" rtlCol="0">
            <a:spAutoFit/>
          </a:bodyPr>
          <a:lstStyle/>
          <a:p>
            <a:pPr algn="ctr"/>
            <a:r>
              <a:rPr lang="en-US" sz="900"/>
              <a:t>Fulfillment Centre</a:t>
            </a:r>
          </a:p>
        </p:txBody>
      </p:sp>
      <p:cxnSp>
        <p:nvCxnSpPr>
          <p:cNvPr id="14" name="Elbow Connector 13">
            <a:extLst>
              <a:ext uri="{FF2B5EF4-FFF2-40B4-BE49-F238E27FC236}">
                <a16:creationId xmlns:a16="http://schemas.microsoft.com/office/drawing/2014/main" id="{4F789EEC-2C4E-7F76-E16E-A43A2E00AF5A}"/>
              </a:ext>
            </a:extLst>
          </p:cNvPr>
          <p:cNvCxnSpPr>
            <a:cxnSpLocks/>
          </p:cNvCxnSpPr>
          <p:nvPr/>
        </p:nvCxnSpPr>
        <p:spPr>
          <a:xfrm flipV="1">
            <a:off x="2697643" y="3497536"/>
            <a:ext cx="757005" cy="142268"/>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15" name="Graphic 14" descr="Delivery with solid fill">
            <a:extLst>
              <a:ext uri="{FF2B5EF4-FFF2-40B4-BE49-F238E27FC236}">
                <a16:creationId xmlns:a16="http://schemas.microsoft.com/office/drawing/2014/main" id="{0BE7DC9E-B8B0-BD09-F768-49FF9E6A34E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917773" y="3435336"/>
            <a:ext cx="219990" cy="219990"/>
          </a:xfrm>
          <a:prstGeom prst="rect">
            <a:avLst/>
          </a:prstGeom>
        </p:spPr>
      </p:pic>
      <p:pic>
        <p:nvPicPr>
          <p:cNvPr id="16" name="Graphic 15" descr="Store with solid fill">
            <a:extLst>
              <a:ext uri="{FF2B5EF4-FFF2-40B4-BE49-F238E27FC236}">
                <a16:creationId xmlns:a16="http://schemas.microsoft.com/office/drawing/2014/main" id="{E9C147CB-CB61-95A1-2AEF-053B06091551}"/>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687483" y="2857627"/>
            <a:ext cx="408721" cy="408721"/>
          </a:xfrm>
          <a:prstGeom prst="rect">
            <a:avLst/>
          </a:prstGeom>
        </p:spPr>
      </p:pic>
      <p:cxnSp>
        <p:nvCxnSpPr>
          <p:cNvPr id="17" name="Elbow Connector 16">
            <a:extLst>
              <a:ext uri="{FF2B5EF4-FFF2-40B4-BE49-F238E27FC236}">
                <a16:creationId xmlns:a16="http://schemas.microsoft.com/office/drawing/2014/main" id="{5F881C53-BAC8-4D33-BA83-4024E1FEC8B2}"/>
              </a:ext>
            </a:extLst>
          </p:cNvPr>
          <p:cNvCxnSpPr>
            <a:cxnSpLocks/>
          </p:cNvCxnSpPr>
          <p:nvPr/>
        </p:nvCxnSpPr>
        <p:spPr>
          <a:xfrm>
            <a:off x="1924877" y="3281786"/>
            <a:ext cx="472375" cy="179029"/>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18" name="Elbow Connector 17">
            <a:extLst>
              <a:ext uri="{FF2B5EF4-FFF2-40B4-BE49-F238E27FC236}">
                <a16:creationId xmlns:a16="http://schemas.microsoft.com/office/drawing/2014/main" id="{8EF56985-D05A-B955-6172-3DDBEBA6C3AC}"/>
              </a:ext>
            </a:extLst>
          </p:cNvPr>
          <p:cNvCxnSpPr>
            <a:cxnSpLocks/>
            <a:endCxn id="11" idx="1"/>
          </p:cNvCxnSpPr>
          <p:nvPr/>
        </p:nvCxnSpPr>
        <p:spPr>
          <a:xfrm>
            <a:off x="2096204" y="3061988"/>
            <a:ext cx="1076688" cy="189580"/>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19" name="Graphic 18" descr="Delivery with solid fill">
            <a:extLst>
              <a:ext uri="{FF2B5EF4-FFF2-40B4-BE49-F238E27FC236}">
                <a16:creationId xmlns:a16="http://schemas.microsoft.com/office/drawing/2014/main" id="{FAA16001-A2B1-88A3-68D4-668F96BF3C1B}"/>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480904" y="3297513"/>
            <a:ext cx="251075" cy="251075"/>
          </a:xfrm>
          <a:prstGeom prst="rect">
            <a:avLst/>
          </a:prstGeom>
        </p:spPr>
      </p:pic>
      <p:pic>
        <p:nvPicPr>
          <p:cNvPr id="20" name="Graphic 19" descr="Warehouse with solid fill">
            <a:extLst>
              <a:ext uri="{FF2B5EF4-FFF2-40B4-BE49-F238E27FC236}">
                <a16:creationId xmlns:a16="http://schemas.microsoft.com/office/drawing/2014/main" id="{000EA4BE-4336-5884-5440-78561B45E6B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677574" y="2998582"/>
            <a:ext cx="480330" cy="480330"/>
          </a:xfrm>
          <a:prstGeom prst="rect">
            <a:avLst/>
          </a:prstGeom>
        </p:spPr>
      </p:pic>
      <p:cxnSp>
        <p:nvCxnSpPr>
          <p:cNvPr id="21" name="Straight Arrow Connector 20">
            <a:extLst>
              <a:ext uri="{FF2B5EF4-FFF2-40B4-BE49-F238E27FC236}">
                <a16:creationId xmlns:a16="http://schemas.microsoft.com/office/drawing/2014/main" id="{ED96175F-7019-119A-F994-FA6FBF40633D}"/>
              </a:ext>
            </a:extLst>
          </p:cNvPr>
          <p:cNvCxnSpPr>
            <a:cxnSpLocks/>
          </p:cNvCxnSpPr>
          <p:nvPr/>
        </p:nvCxnSpPr>
        <p:spPr>
          <a:xfrm>
            <a:off x="5348994" y="3276421"/>
            <a:ext cx="328580" cy="0"/>
          </a:xfrm>
          <a:prstGeom prst="straightConnector1">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sp>
        <p:nvSpPr>
          <p:cNvPr id="22" name="TextBox 21">
            <a:extLst>
              <a:ext uri="{FF2B5EF4-FFF2-40B4-BE49-F238E27FC236}">
                <a16:creationId xmlns:a16="http://schemas.microsoft.com/office/drawing/2014/main" id="{B8D6CA48-727F-84E7-B457-CF8489EB4AB9}"/>
              </a:ext>
            </a:extLst>
          </p:cNvPr>
          <p:cNvSpPr txBox="1"/>
          <p:nvPr/>
        </p:nvSpPr>
        <p:spPr>
          <a:xfrm>
            <a:off x="5577907" y="3486074"/>
            <a:ext cx="679663" cy="276999"/>
          </a:xfrm>
          <a:prstGeom prst="rect">
            <a:avLst/>
          </a:prstGeom>
          <a:noFill/>
        </p:spPr>
        <p:txBody>
          <a:bodyPr wrap="square" lIns="0" tIns="0" rIns="0" bIns="0" rtlCol="0">
            <a:spAutoFit/>
          </a:bodyPr>
          <a:lstStyle/>
          <a:p>
            <a:pPr algn="ctr"/>
            <a:r>
              <a:rPr lang="en-US" sz="900"/>
              <a:t>Delivery Centre</a:t>
            </a:r>
          </a:p>
        </p:txBody>
      </p:sp>
      <p:cxnSp>
        <p:nvCxnSpPr>
          <p:cNvPr id="23" name="Straight Arrow Connector 22">
            <a:extLst>
              <a:ext uri="{FF2B5EF4-FFF2-40B4-BE49-F238E27FC236}">
                <a16:creationId xmlns:a16="http://schemas.microsoft.com/office/drawing/2014/main" id="{847F9559-13C5-E393-356E-53B58405BF86}"/>
              </a:ext>
            </a:extLst>
          </p:cNvPr>
          <p:cNvCxnSpPr>
            <a:cxnSpLocks/>
          </p:cNvCxnSpPr>
          <p:nvPr/>
        </p:nvCxnSpPr>
        <p:spPr>
          <a:xfrm>
            <a:off x="6157904" y="3276153"/>
            <a:ext cx="254620" cy="0"/>
          </a:xfrm>
          <a:prstGeom prst="straightConnector1">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24" name="Graphic 23" descr="Home with solid fill">
            <a:extLst>
              <a:ext uri="{FF2B5EF4-FFF2-40B4-BE49-F238E27FC236}">
                <a16:creationId xmlns:a16="http://schemas.microsoft.com/office/drawing/2014/main" id="{CE587184-0CEA-C550-5B14-8FE0DD5D0C7B}"/>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7073216" y="2884343"/>
            <a:ext cx="310808" cy="310808"/>
          </a:xfrm>
          <a:prstGeom prst="rect">
            <a:avLst/>
          </a:prstGeom>
        </p:spPr>
      </p:pic>
      <p:pic>
        <p:nvPicPr>
          <p:cNvPr id="25" name="Graphic 24" descr="City with solid fill">
            <a:extLst>
              <a:ext uri="{FF2B5EF4-FFF2-40B4-BE49-F238E27FC236}">
                <a16:creationId xmlns:a16="http://schemas.microsoft.com/office/drawing/2014/main" id="{E0712E04-1814-A099-5259-3A927C2F4919}"/>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7077878" y="3358855"/>
            <a:ext cx="332323" cy="332323"/>
          </a:xfrm>
          <a:prstGeom prst="rect">
            <a:avLst/>
          </a:prstGeom>
        </p:spPr>
      </p:pic>
      <p:sp>
        <p:nvSpPr>
          <p:cNvPr id="26" name="TextBox 25">
            <a:extLst>
              <a:ext uri="{FF2B5EF4-FFF2-40B4-BE49-F238E27FC236}">
                <a16:creationId xmlns:a16="http://schemas.microsoft.com/office/drawing/2014/main" id="{D6476E84-A112-A73B-0669-403069B4E832}"/>
              </a:ext>
            </a:extLst>
          </p:cNvPr>
          <p:cNvSpPr txBox="1"/>
          <p:nvPr/>
        </p:nvSpPr>
        <p:spPr>
          <a:xfrm>
            <a:off x="7361156" y="2998582"/>
            <a:ext cx="679663" cy="138499"/>
          </a:xfrm>
          <a:prstGeom prst="rect">
            <a:avLst/>
          </a:prstGeom>
          <a:noFill/>
        </p:spPr>
        <p:txBody>
          <a:bodyPr wrap="square" lIns="0" tIns="0" rIns="0" bIns="0" rtlCol="0">
            <a:spAutoFit/>
          </a:bodyPr>
          <a:lstStyle/>
          <a:p>
            <a:pPr algn="ctr"/>
            <a:r>
              <a:rPr lang="en-US" sz="900"/>
              <a:t>Household</a:t>
            </a:r>
          </a:p>
        </p:txBody>
      </p:sp>
      <p:sp>
        <p:nvSpPr>
          <p:cNvPr id="27" name="TextBox 26">
            <a:extLst>
              <a:ext uri="{FF2B5EF4-FFF2-40B4-BE49-F238E27FC236}">
                <a16:creationId xmlns:a16="http://schemas.microsoft.com/office/drawing/2014/main" id="{1D206C9C-0D03-D6D5-6459-8AE2BAE5E622}"/>
              </a:ext>
            </a:extLst>
          </p:cNvPr>
          <p:cNvSpPr txBox="1"/>
          <p:nvPr/>
        </p:nvSpPr>
        <p:spPr>
          <a:xfrm>
            <a:off x="7402543" y="3488987"/>
            <a:ext cx="679663" cy="138499"/>
          </a:xfrm>
          <a:prstGeom prst="rect">
            <a:avLst/>
          </a:prstGeom>
          <a:noFill/>
        </p:spPr>
        <p:txBody>
          <a:bodyPr wrap="square" lIns="0" tIns="0" rIns="0" bIns="0" rtlCol="0">
            <a:spAutoFit/>
          </a:bodyPr>
          <a:lstStyle/>
          <a:p>
            <a:pPr algn="ctr"/>
            <a:r>
              <a:rPr lang="en-US" sz="900"/>
              <a:t>Enterprise</a:t>
            </a:r>
          </a:p>
        </p:txBody>
      </p:sp>
      <p:cxnSp>
        <p:nvCxnSpPr>
          <p:cNvPr id="28" name="Elbow Connector 27">
            <a:extLst>
              <a:ext uri="{FF2B5EF4-FFF2-40B4-BE49-F238E27FC236}">
                <a16:creationId xmlns:a16="http://schemas.microsoft.com/office/drawing/2014/main" id="{A899DFA8-0143-91F6-714E-8D8751F861EE}"/>
              </a:ext>
            </a:extLst>
          </p:cNvPr>
          <p:cNvCxnSpPr>
            <a:cxnSpLocks/>
            <a:endCxn id="24" idx="1"/>
          </p:cNvCxnSpPr>
          <p:nvPr/>
        </p:nvCxnSpPr>
        <p:spPr>
          <a:xfrm flipV="1">
            <a:off x="6719256" y="3039747"/>
            <a:ext cx="353960" cy="257766"/>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29" name="Elbow Connector 28">
            <a:extLst>
              <a:ext uri="{FF2B5EF4-FFF2-40B4-BE49-F238E27FC236}">
                <a16:creationId xmlns:a16="http://schemas.microsoft.com/office/drawing/2014/main" id="{EC5FBDB7-0B08-68D1-6DA8-136526264B8F}"/>
              </a:ext>
            </a:extLst>
          </p:cNvPr>
          <p:cNvCxnSpPr>
            <a:cxnSpLocks/>
            <a:endCxn id="25" idx="1"/>
          </p:cNvCxnSpPr>
          <p:nvPr/>
        </p:nvCxnSpPr>
        <p:spPr>
          <a:xfrm>
            <a:off x="6720095" y="3300683"/>
            <a:ext cx="357783" cy="224334"/>
          </a:xfrm>
          <a:prstGeom prst="bentConnector3">
            <a:avLst>
              <a:gd name="adj1" fmla="val 49817"/>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30" name="Graphic 29" descr="Aeroplane with solid fill">
            <a:extLst>
              <a:ext uri="{FF2B5EF4-FFF2-40B4-BE49-F238E27FC236}">
                <a16:creationId xmlns:a16="http://schemas.microsoft.com/office/drawing/2014/main" id="{A8D1F92F-905E-BDC1-214C-7C4B871D1530}"/>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5400000">
            <a:off x="4163516" y="3380752"/>
            <a:ext cx="372219" cy="372219"/>
          </a:xfrm>
          <a:prstGeom prst="rect">
            <a:avLst/>
          </a:prstGeom>
        </p:spPr>
      </p:pic>
      <p:cxnSp>
        <p:nvCxnSpPr>
          <p:cNvPr id="31" name="Elbow Connector 30">
            <a:extLst>
              <a:ext uri="{FF2B5EF4-FFF2-40B4-BE49-F238E27FC236}">
                <a16:creationId xmlns:a16="http://schemas.microsoft.com/office/drawing/2014/main" id="{7FEDA8A1-7142-A9CB-B5EB-4E1E5015F044}"/>
              </a:ext>
            </a:extLst>
          </p:cNvPr>
          <p:cNvCxnSpPr>
            <a:cxnSpLocks/>
          </p:cNvCxnSpPr>
          <p:nvPr/>
        </p:nvCxnSpPr>
        <p:spPr>
          <a:xfrm flipV="1">
            <a:off x="3646676" y="2985055"/>
            <a:ext cx="475546" cy="212400"/>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32" name="Elbow Connector 31">
            <a:extLst>
              <a:ext uri="{FF2B5EF4-FFF2-40B4-BE49-F238E27FC236}">
                <a16:creationId xmlns:a16="http://schemas.microsoft.com/office/drawing/2014/main" id="{695636C5-579C-6C2D-5CF9-FAC25D18F367}"/>
              </a:ext>
            </a:extLst>
          </p:cNvPr>
          <p:cNvCxnSpPr>
            <a:cxnSpLocks/>
            <a:stCxn id="11" idx="3"/>
            <a:endCxn id="30" idx="2"/>
          </p:cNvCxnSpPr>
          <p:nvPr/>
        </p:nvCxnSpPr>
        <p:spPr>
          <a:xfrm>
            <a:off x="3653222" y="3251568"/>
            <a:ext cx="510294" cy="315294"/>
          </a:xfrm>
          <a:prstGeom prst="bentConnector3">
            <a:avLst>
              <a:gd name="adj1" fmla="val 44791"/>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33" name="Graphic 32" descr="Warehouse with solid fill">
            <a:extLst>
              <a:ext uri="{FF2B5EF4-FFF2-40B4-BE49-F238E27FC236}">
                <a16:creationId xmlns:a16="http://schemas.microsoft.com/office/drawing/2014/main" id="{2D152AFC-39A5-3155-3162-47F803661FA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872646" y="2998582"/>
            <a:ext cx="480330" cy="480330"/>
          </a:xfrm>
          <a:prstGeom prst="rect">
            <a:avLst/>
          </a:prstGeom>
        </p:spPr>
      </p:pic>
      <p:cxnSp>
        <p:nvCxnSpPr>
          <p:cNvPr id="34" name="Elbow Connector 33">
            <a:extLst>
              <a:ext uri="{FF2B5EF4-FFF2-40B4-BE49-F238E27FC236}">
                <a16:creationId xmlns:a16="http://schemas.microsoft.com/office/drawing/2014/main" id="{A34728BD-52C3-D46B-D672-A8B45EB72294}"/>
              </a:ext>
            </a:extLst>
          </p:cNvPr>
          <p:cNvCxnSpPr>
            <a:cxnSpLocks/>
            <a:stCxn id="30" idx="0"/>
            <a:endCxn id="33" idx="2"/>
          </p:cNvCxnSpPr>
          <p:nvPr/>
        </p:nvCxnSpPr>
        <p:spPr>
          <a:xfrm flipV="1">
            <a:off x="4535735" y="3478912"/>
            <a:ext cx="577076" cy="87950"/>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35" name="Elbow Connector 34">
            <a:extLst>
              <a:ext uri="{FF2B5EF4-FFF2-40B4-BE49-F238E27FC236}">
                <a16:creationId xmlns:a16="http://schemas.microsoft.com/office/drawing/2014/main" id="{45B190EC-1BAB-F13C-1564-21F59BF567F4}"/>
              </a:ext>
            </a:extLst>
          </p:cNvPr>
          <p:cNvCxnSpPr>
            <a:cxnSpLocks/>
          </p:cNvCxnSpPr>
          <p:nvPr/>
        </p:nvCxnSpPr>
        <p:spPr>
          <a:xfrm>
            <a:off x="4618858" y="2961317"/>
            <a:ext cx="503999" cy="86400"/>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sp>
        <p:nvSpPr>
          <p:cNvPr id="36" name="TextBox 35">
            <a:extLst>
              <a:ext uri="{FF2B5EF4-FFF2-40B4-BE49-F238E27FC236}">
                <a16:creationId xmlns:a16="http://schemas.microsoft.com/office/drawing/2014/main" id="{9507605E-59D4-598F-44F2-D9AAF114B70C}"/>
              </a:ext>
            </a:extLst>
          </p:cNvPr>
          <p:cNvSpPr txBox="1"/>
          <p:nvPr/>
        </p:nvSpPr>
        <p:spPr>
          <a:xfrm>
            <a:off x="5199257" y="2952031"/>
            <a:ext cx="247053" cy="138499"/>
          </a:xfrm>
          <a:prstGeom prst="rect">
            <a:avLst/>
          </a:prstGeom>
          <a:noFill/>
        </p:spPr>
        <p:txBody>
          <a:bodyPr wrap="square" lIns="0" tIns="0" rIns="0" bIns="0" rtlCol="0">
            <a:spAutoFit/>
          </a:bodyPr>
          <a:lstStyle/>
          <a:p>
            <a:pPr algn="ctr"/>
            <a:r>
              <a:rPr lang="en-US" sz="900"/>
              <a:t>Hub</a:t>
            </a:r>
          </a:p>
        </p:txBody>
      </p:sp>
      <p:cxnSp>
        <p:nvCxnSpPr>
          <p:cNvPr id="37" name="Straight Arrow Connector 36">
            <a:extLst>
              <a:ext uri="{FF2B5EF4-FFF2-40B4-BE49-F238E27FC236}">
                <a16:creationId xmlns:a16="http://schemas.microsoft.com/office/drawing/2014/main" id="{7DCC63F4-9CE4-A82B-739B-2322D67768A1}"/>
              </a:ext>
            </a:extLst>
          </p:cNvPr>
          <p:cNvCxnSpPr>
            <a:cxnSpLocks/>
          </p:cNvCxnSpPr>
          <p:nvPr/>
        </p:nvCxnSpPr>
        <p:spPr>
          <a:xfrm>
            <a:off x="4163516" y="3164410"/>
            <a:ext cx="0" cy="296405"/>
          </a:xfrm>
          <a:prstGeom prst="straightConnector1">
            <a:avLst/>
          </a:prstGeom>
          <a:ln w="12700">
            <a:solidFill>
              <a:schemeClr val="bg2">
                <a:lumMod val="50000"/>
              </a:schemeClr>
            </a:solidFill>
            <a:headEnd type="triangle" w="sm" len="sm"/>
            <a:tailEnd type="triangle" w="sm" len="sm"/>
          </a:ln>
        </p:spPr>
        <p:style>
          <a:lnRef idx="1">
            <a:schemeClr val="dk1"/>
          </a:lnRef>
          <a:fillRef idx="0">
            <a:schemeClr val="dk1"/>
          </a:fillRef>
          <a:effectRef idx="0">
            <a:schemeClr val="dk1"/>
          </a:effectRef>
          <a:fontRef idx="minor">
            <a:schemeClr val="tx1"/>
          </a:fontRef>
        </p:style>
      </p:cxnSp>
      <p:sp>
        <p:nvSpPr>
          <p:cNvPr id="38" name="TextBox 37">
            <a:extLst>
              <a:ext uri="{FF2B5EF4-FFF2-40B4-BE49-F238E27FC236}">
                <a16:creationId xmlns:a16="http://schemas.microsoft.com/office/drawing/2014/main" id="{2C4F88E9-D69B-C418-3B86-0E616DA0DC6D}"/>
              </a:ext>
            </a:extLst>
          </p:cNvPr>
          <p:cNvSpPr txBox="1"/>
          <p:nvPr/>
        </p:nvSpPr>
        <p:spPr>
          <a:xfrm>
            <a:off x="4208199" y="3223553"/>
            <a:ext cx="644982" cy="138499"/>
          </a:xfrm>
          <a:prstGeom prst="rect">
            <a:avLst/>
          </a:prstGeom>
          <a:noFill/>
        </p:spPr>
        <p:txBody>
          <a:bodyPr wrap="square" lIns="0" tIns="0" rIns="0" bIns="0" rtlCol="0">
            <a:spAutoFit/>
          </a:bodyPr>
          <a:lstStyle/>
          <a:p>
            <a:pPr algn="ctr"/>
            <a:r>
              <a:rPr lang="en-US" sz="900"/>
              <a:t>Multi-modal</a:t>
            </a:r>
          </a:p>
        </p:txBody>
      </p:sp>
      <p:grpSp>
        <p:nvGrpSpPr>
          <p:cNvPr id="39" name="Group 38">
            <a:extLst>
              <a:ext uri="{FF2B5EF4-FFF2-40B4-BE49-F238E27FC236}">
                <a16:creationId xmlns:a16="http://schemas.microsoft.com/office/drawing/2014/main" id="{98D2C7DF-1253-F7E3-C154-F6119E455A37}"/>
              </a:ext>
            </a:extLst>
          </p:cNvPr>
          <p:cNvGrpSpPr/>
          <p:nvPr/>
        </p:nvGrpSpPr>
        <p:grpSpPr>
          <a:xfrm>
            <a:off x="6296200" y="2916282"/>
            <a:ext cx="1762228" cy="865260"/>
            <a:chOff x="6248846" y="3157140"/>
            <a:chExt cx="1762228" cy="865260"/>
          </a:xfrm>
        </p:grpSpPr>
        <p:sp>
          <p:nvSpPr>
            <p:cNvPr id="40" name="Rectangle 39">
              <a:extLst>
                <a:ext uri="{FF2B5EF4-FFF2-40B4-BE49-F238E27FC236}">
                  <a16:creationId xmlns:a16="http://schemas.microsoft.com/office/drawing/2014/main" id="{B7866B18-A653-F865-6A06-B82D4A85A8E2}"/>
                </a:ext>
              </a:extLst>
            </p:cNvPr>
            <p:cNvSpPr/>
            <p:nvPr/>
          </p:nvSpPr>
          <p:spPr>
            <a:xfrm>
              <a:off x="6248846" y="3157140"/>
              <a:ext cx="1762228" cy="790451"/>
            </a:xfrm>
            <a:prstGeom prst="rect">
              <a:avLst/>
            </a:prstGeom>
            <a:noFill/>
            <a:ln w="952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ounded Rectangle 40">
              <a:extLst>
                <a:ext uri="{FF2B5EF4-FFF2-40B4-BE49-F238E27FC236}">
                  <a16:creationId xmlns:a16="http://schemas.microsoft.com/office/drawing/2014/main" id="{B8AFFD83-0496-E541-78D6-362AA397B222}"/>
                </a:ext>
              </a:extLst>
            </p:cNvPr>
            <p:cNvSpPr/>
            <p:nvPr/>
          </p:nvSpPr>
          <p:spPr>
            <a:xfrm>
              <a:off x="6450811" y="3883900"/>
              <a:ext cx="1392557" cy="138500"/>
            </a:xfrm>
            <a:prstGeom prst="round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t>Most Expensive</a:t>
              </a:r>
            </a:p>
          </p:txBody>
        </p:sp>
      </p:grpSp>
      <p:pic>
        <p:nvPicPr>
          <p:cNvPr id="42" name="Graphic 41" descr="Kiosk with solid fill">
            <a:extLst>
              <a:ext uri="{FF2B5EF4-FFF2-40B4-BE49-F238E27FC236}">
                <a16:creationId xmlns:a16="http://schemas.microsoft.com/office/drawing/2014/main" id="{7E63B05E-475E-5005-4D77-590DD792F9E7}"/>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1733339" y="3477067"/>
            <a:ext cx="302662" cy="302662"/>
          </a:xfrm>
          <a:prstGeom prst="rect">
            <a:avLst/>
          </a:prstGeom>
        </p:spPr>
      </p:pic>
      <p:pic>
        <p:nvPicPr>
          <p:cNvPr id="43" name="Picture 42">
            <a:extLst>
              <a:ext uri="{FF2B5EF4-FFF2-40B4-BE49-F238E27FC236}">
                <a16:creationId xmlns:a16="http://schemas.microsoft.com/office/drawing/2014/main" id="{D1031992-4204-9E31-0E3D-BBC43FAE99F1}"/>
              </a:ext>
            </a:extLst>
          </p:cNvPr>
          <p:cNvPicPr>
            <a:picLocks noChangeAspect="1"/>
          </p:cNvPicPr>
          <p:nvPr/>
        </p:nvPicPr>
        <p:blipFill>
          <a:blip r:embed="rId16"/>
          <a:stretch>
            <a:fillRect/>
          </a:stretch>
        </p:blipFill>
        <p:spPr>
          <a:xfrm>
            <a:off x="2305760" y="3460815"/>
            <a:ext cx="337588" cy="309968"/>
          </a:xfrm>
          <a:prstGeom prst="rect">
            <a:avLst/>
          </a:prstGeom>
        </p:spPr>
      </p:pic>
      <p:pic>
        <p:nvPicPr>
          <p:cNvPr id="44" name="Picture 43">
            <a:extLst>
              <a:ext uri="{FF2B5EF4-FFF2-40B4-BE49-F238E27FC236}">
                <a16:creationId xmlns:a16="http://schemas.microsoft.com/office/drawing/2014/main" id="{ED8E0660-BDAF-5F38-45B2-3FCCD278583E}"/>
              </a:ext>
            </a:extLst>
          </p:cNvPr>
          <p:cNvPicPr>
            <a:picLocks noChangeAspect="1"/>
          </p:cNvPicPr>
          <p:nvPr/>
        </p:nvPicPr>
        <p:blipFill>
          <a:blip r:embed="rId17"/>
          <a:stretch>
            <a:fillRect/>
          </a:stretch>
        </p:blipFill>
        <p:spPr>
          <a:xfrm>
            <a:off x="2716665" y="3033965"/>
            <a:ext cx="201080" cy="200246"/>
          </a:xfrm>
          <a:prstGeom prst="rect">
            <a:avLst/>
          </a:prstGeom>
        </p:spPr>
      </p:pic>
      <p:pic>
        <p:nvPicPr>
          <p:cNvPr id="45" name="Picture 44">
            <a:extLst>
              <a:ext uri="{FF2B5EF4-FFF2-40B4-BE49-F238E27FC236}">
                <a16:creationId xmlns:a16="http://schemas.microsoft.com/office/drawing/2014/main" id="{B6C85FF1-E504-66B2-4FF2-23BFE388B2DD}"/>
              </a:ext>
            </a:extLst>
          </p:cNvPr>
          <p:cNvPicPr>
            <a:picLocks noChangeAspect="1"/>
          </p:cNvPicPr>
          <p:nvPr/>
        </p:nvPicPr>
        <p:blipFill>
          <a:blip r:embed="rId18"/>
          <a:stretch>
            <a:fillRect/>
          </a:stretch>
        </p:blipFill>
        <p:spPr>
          <a:xfrm>
            <a:off x="4158167" y="2918224"/>
            <a:ext cx="425370" cy="210038"/>
          </a:xfrm>
          <a:prstGeom prst="rect">
            <a:avLst/>
          </a:prstGeom>
        </p:spPr>
      </p:pic>
      <p:pic>
        <p:nvPicPr>
          <p:cNvPr id="46" name="Picture 45">
            <a:extLst>
              <a:ext uri="{FF2B5EF4-FFF2-40B4-BE49-F238E27FC236}">
                <a16:creationId xmlns:a16="http://schemas.microsoft.com/office/drawing/2014/main" id="{73F79B1F-A539-3177-0867-69767F6EE5E2}"/>
              </a:ext>
            </a:extLst>
          </p:cNvPr>
          <p:cNvPicPr>
            <a:picLocks noChangeAspect="1"/>
          </p:cNvPicPr>
          <p:nvPr/>
        </p:nvPicPr>
        <p:blipFill>
          <a:blip r:embed="rId17"/>
          <a:stretch>
            <a:fillRect/>
          </a:stretch>
        </p:blipFill>
        <p:spPr>
          <a:xfrm>
            <a:off x="6494398" y="3046974"/>
            <a:ext cx="201080" cy="200246"/>
          </a:xfrm>
          <a:prstGeom prst="rect">
            <a:avLst/>
          </a:prstGeom>
        </p:spPr>
      </p:pic>
      <p:sp>
        <p:nvSpPr>
          <p:cNvPr id="47" name="Rounded Rectangle 46">
            <a:extLst>
              <a:ext uri="{FF2B5EF4-FFF2-40B4-BE49-F238E27FC236}">
                <a16:creationId xmlns:a16="http://schemas.microsoft.com/office/drawing/2014/main" id="{B8E04438-5FF5-005A-6B2C-ADB96B03A0F5}"/>
              </a:ext>
            </a:extLst>
          </p:cNvPr>
          <p:cNvSpPr/>
          <p:nvPr/>
        </p:nvSpPr>
        <p:spPr>
          <a:xfrm>
            <a:off x="2076187" y="3943473"/>
            <a:ext cx="944376" cy="15853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First Mile</a:t>
            </a:r>
          </a:p>
        </p:txBody>
      </p:sp>
      <p:sp>
        <p:nvSpPr>
          <p:cNvPr id="48" name="Rounded Rectangle 47">
            <a:extLst>
              <a:ext uri="{FF2B5EF4-FFF2-40B4-BE49-F238E27FC236}">
                <a16:creationId xmlns:a16="http://schemas.microsoft.com/office/drawing/2014/main" id="{322868DF-38D4-BCC9-6AD6-282CE8F30A8E}"/>
              </a:ext>
            </a:extLst>
          </p:cNvPr>
          <p:cNvSpPr/>
          <p:nvPr/>
        </p:nvSpPr>
        <p:spPr>
          <a:xfrm>
            <a:off x="3174488" y="3960131"/>
            <a:ext cx="944376" cy="15853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Sort Action</a:t>
            </a:r>
          </a:p>
        </p:txBody>
      </p:sp>
      <p:sp>
        <p:nvSpPr>
          <p:cNvPr id="49" name="Rounded Rectangle 48">
            <a:extLst>
              <a:ext uri="{FF2B5EF4-FFF2-40B4-BE49-F238E27FC236}">
                <a16:creationId xmlns:a16="http://schemas.microsoft.com/office/drawing/2014/main" id="{209AA3C8-451B-CE70-5A0C-115926BF255E}"/>
              </a:ext>
            </a:extLst>
          </p:cNvPr>
          <p:cNvSpPr/>
          <p:nvPr/>
        </p:nvSpPr>
        <p:spPr>
          <a:xfrm>
            <a:off x="4412741" y="3960131"/>
            <a:ext cx="944376" cy="15853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Line Haul</a:t>
            </a:r>
          </a:p>
        </p:txBody>
      </p:sp>
      <p:sp>
        <p:nvSpPr>
          <p:cNvPr id="50" name="Rounded Rectangle 49">
            <a:extLst>
              <a:ext uri="{FF2B5EF4-FFF2-40B4-BE49-F238E27FC236}">
                <a16:creationId xmlns:a16="http://schemas.microsoft.com/office/drawing/2014/main" id="{B3578259-BF4D-B7EB-5A6A-707690EB04D9}"/>
              </a:ext>
            </a:extLst>
          </p:cNvPr>
          <p:cNvSpPr/>
          <p:nvPr/>
        </p:nvSpPr>
        <p:spPr>
          <a:xfrm>
            <a:off x="6479510" y="3960131"/>
            <a:ext cx="944376" cy="15853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Last Mile</a:t>
            </a:r>
          </a:p>
        </p:txBody>
      </p:sp>
      <p:grpSp>
        <p:nvGrpSpPr>
          <p:cNvPr id="51" name="Group 50">
            <a:extLst>
              <a:ext uri="{FF2B5EF4-FFF2-40B4-BE49-F238E27FC236}">
                <a16:creationId xmlns:a16="http://schemas.microsoft.com/office/drawing/2014/main" id="{7580DBFF-E56D-C893-82DE-DA935895FE16}"/>
              </a:ext>
            </a:extLst>
          </p:cNvPr>
          <p:cNvGrpSpPr/>
          <p:nvPr/>
        </p:nvGrpSpPr>
        <p:grpSpPr>
          <a:xfrm>
            <a:off x="235701" y="4464859"/>
            <a:ext cx="8766313" cy="1380563"/>
            <a:chOff x="273243" y="2916295"/>
            <a:chExt cx="8766313" cy="1380563"/>
          </a:xfrm>
        </p:grpSpPr>
        <p:sp>
          <p:nvSpPr>
            <p:cNvPr id="52" name="Left Brace 51">
              <a:extLst>
                <a:ext uri="{FF2B5EF4-FFF2-40B4-BE49-F238E27FC236}">
                  <a16:creationId xmlns:a16="http://schemas.microsoft.com/office/drawing/2014/main" id="{3C42C010-7B7E-15C1-1BCE-F3A929847592}"/>
                </a:ext>
              </a:extLst>
            </p:cNvPr>
            <p:cNvSpPr/>
            <p:nvPr/>
          </p:nvSpPr>
          <p:spPr>
            <a:xfrm rot="5400000">
              <a:off x="3728323" y="2852357"/>
              <a:ext cx="75125" cy="670659"/>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53" name="Left Brace 52">
              <a:extLst>
                <a:ext uri="{FF2B5EF4-FFF2-40B4-BE49-F238E27FC236}">
                  <a16:creationId xmlns:a16="http://schemas.microsoft.com/office/drawing/2014/main" id="{5756C467-2C59-E160-4CD9-A66658020699}"/>
                </a:ext>
              </a:extLst>
            </p:cNvPr>
            <p:cNvSpPr/>
            <p:nvPr/>
          </p:nvSpPr>
          <p:spPr>
            <a:xfrm rot="5400000">
              <a:off x="2472420" y="2381934"/>
              <a:ext cx="79202" cy="1602404"/>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54" name="Left Brace 53">
              <a:extLst>
                <a:ext uri="{FF2B5EF4-FFF2-40B4-BE49-F238E27FC236}">
                  <a16:creationId xmlns:a16="http://schemas.microsoft.com/office/drawing/2014/main" id="{6EC63772-5DFF-34BB-AA50-B266C3ADDBAB}"/>
                </a:ext>
              </a:extLst>
            </p:cNvPr>
            <p:cNvSpPr/>
            <p:nvPr/>
          </p:nvSpPr>
          <p:spPr>
            <a:xfrm rot="5400000">
              <a:off x="5261219" y="2193423"/>
              <a:ext cx="79200" cy="1985116"/>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55" name="Left Brace 54">
              <a:extLst>
                <a:ext uri="{FF2B5EF4-FFF2-40B4-BE49-F238E27FC236}">
                  <a16:creationId xmlns:a16="http://schemas.microsoft.com/office/drawing/2014/main" id="{EC0864AF-4457-F687-5E96-44082EBA43CE}"/>
                </a:ext>
              </a:extLst>
            </p:cNvPr>
            <p:cNvSpPr/>
            <p:nvPr/>
          </p:nvSpPr>
          <p:spPr>
            <a:xfrm rot="5400000">
              <a:off x="7404128" y="2198997"/>
              <a:ext cx="79200" cy="1985115"/>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56" name="TextBox 55">
              <a:extLst>
                <a:ext uri="{FF2B5EF4-FFF2-40B4-BE49-F238E27FC236}">
                  <a16:creationId xmlns:a16="http://schemas.microsoft.com/office/drawing/2014/main" id="{67AFA6E4-18CC-A475-D462-22A021BFF4A8}"/>
                </a:ext>
              </a:extLst>
            </p:cNvPr>
            <p:cNvSpPr txBox="1"/>
            <p:nvPr/>
          </p:nvSpPr>
          <p:spPr>
            <a:xfrm>
              <a:off x="1702094" y="3683484"/>
              <a:ext cx="278970" cy="138499"/>
            </a:xfrm>
            <a:prstGeom prst="rect">
              <a:avLst/>
            </a:prstGeom>
            <a:noFill/>
          </p:spPr>
          <p:txBody>
            <a:bodyPr wrap="square" lIns="0" tIns="0" rIns="0" bIns="0" rtlCol="0">
              <a:spAutoFit/>
            </a:bodyPr>
            <a:lstStyle/>
            <a:p>
              <a:r>
                <a:rPr lang="en-US" sz="900"/>
                <a:t>Seller</a:t>
              </a:r>
            </a:p>
          </p:txBody>
        </p:sp>
        <p:cxnSp>
          <p:nvCxnSpPr>
            <p:cNvPr id="57" name="Straight Arrow Connector 56">
              <a:extLst>
                <a:ext uri="{FF2B5EF4-FFF2-40B4-BE49-F238E27FC236}">
                  <a16:creationId xmlns:a16="http://schemas.microsoft.com/office/drawing/2014/main" id="{2A37F6DD-AE3D-D89A-5018-7A4F7019E8D0}"/>
                </a:ext>
              </a:extLst>
            </p:cNvPr>
            <p:cNvCxnSpPr>
              <a:cxnSpLocks/>
            </p:cNvCxnSpPr>
            <p:nvPr/>
          </p:nvCxnSpPr>
          <p:spPr>
            <a:xfrm>
              <a:off x="1978103" y="4008639"/>
              <a:ext cx="206289" cy="0"/>
            </a:xfrm>
            <a:prstGeom prst="straightConnector1">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grpSp>
          <p:nvGrpSpPr>
            <p:cNvPr id="58" name="Group 57">
              <a:extLst>
                <a:ext uri="{FF2B5EF4-FFF2-40B4-BE49-F238E27FC236}">
                  <a16:creationId xmlns:a16="http://schemas.microsoft.com/office/drawing/2014/main" id="{E8BCAB42-01CA-A111-38DF-4FE70FF93C24}"/>
                </a:ext>
              </a:extLst>
            </p:cNvPr>
            <p:cNvGrpSpPr/>
            <p:nvPr/>
          </p:nvGrpSpPr>
          <p:grpSpPr>
            <a:xfrm>
              <a:off x="3405588" y="3329702"/>
              <a:ext cx="610370" cy="506751"/>
              <a:chOff x="3233382" y="3225840"/>
              <a:chExt cx="610370" cy="506751"/>
            </a:xfrm>
          </p:grpSpPr>
          <p:pic>
            <p:nvPicPr>
              <p:cNvPr id="103" name="Graphic 102" descr="Warehouse with solid fill">
                <a:extLst>
                  <a:ext uri="{FF2B5EF4-FFF2-40B4-BE49-F238E27FC236}">
                    <a16:creationId xmlns:a16="http://schemas.microsoft.com/office/drawing/2014/main" id="{432AE006-ED07-409E-6C3D-03513028C182}"/>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233382" y="3252261"/>
                <a:ext cx="480330" cy="480330"/>
              </a:xfrm>
              <a:prstGeom prst="rect">
                <a:avLst/>
              </a:prstGeom>
            </p:spPr>
          </p:pic>
          <p:sp>
            <p:nvSpPr>
              <p:cNvPr id="104" name="TextBox 103">
                <a:extLst>
                  <a:ext uri="{FF2B5EF4-FFF2-40B4-BE49-F238E27FC236}">
                    <a16:creationId xmlns:a16="http://schemas.microsoft.com/office/drawing/2014/main" id="{D1FC64C1-7FB5-B8C6-2D29-2B96BA2405E4}"/>
                  </a:ext>
                </a:extLst>
              </p:cNvPr>
              <p:cNvSpPr txBox="1"/>
              <p:nvPr/>
            </p:nvSpPr>
            <p:spPr>
              <a:xfrm>
                <a:off x="3596699" y="3225840"/>
                <a:ext cx="247053" cy="138499"/>
              </a:xfrm>
              <a:prstGeom prst="rect">
                <a:avLst/>
              </a:prstGeom>
              <a:noFill/>
            </p:spPr>
            <p:txBody>
              <a:bodyPr wrap="square" lIns="0" tIns="0" rIns="0" bIns="0" rtlCol="0">
                <a:spAutoFit/>
              </a:bodyPr>
              <a:lstStyle/>
              <a:p>
                <a:pPr algn="ctr"/>
                <a:r>
                  <a:rPr lang="en-US" sz="900"/>
                  <a:t>Hub</a:t>
                </a:r>
              </a:p>
            </p:txBody>
          </p:sp>
        </p:grpSp>
        <p:sp>
          <p:nvSpPr>
            <p:cNvPr id="59" name="TextBox 58">
              <a:extLst>
                <a:ext uri="{FF2B5EF4-FFF2-40B4-BE49-F238E27FC236}">
                  <a16:creationId xmlns:a16="http://schemas.microsoft.com/office/drawing/2014/main" id="{6CDAD13C-3648-221C-ED5B-3FC9234EF9A9}"/>
                </a:ext>
              </a:extLst>
            </p:cNvPr>
            <p:cNvSpPr txBox="1"/>
            <p:nvPr/>
          </p:nvSpPr>
          <p:spPr>
            <a:xfrm>
              <a:off x="2590372" y="4036478"/>
              <a:ext cx="944376" cy="138499"/>
            </a:xfrm>
            <a:prstGeom prst="rect">
              <a:avLst/>
            </a:prstGeom>
            <a:noFill/>
          </p:spPr>
          <p:txBody>
            <a:bodyPr wrap="square" lIns="0" tIns="0" rIns="0" bIns="0" rtlCol="0">
              <a:spAutoFit/>
            </a:bodyPr>
            <a:lstStyle/>
            <a:p>
              <a:pPr algn="ctr"/>
              <a:r>
                <a:rPr lang="en-US" sz="900"/>
                <a:t>Fulfillment Centre</a:t>
              </a:r>
            </a:p>
          </p:txBody>
        </p:sp>
        <p:cxnSp>
          <p:nvCxnSpPr>
            <p:cNvPr id="60" name="Elbow Connector 59">
              <a:extLst>
                <a:ext uri="{FF2B5EF4-FFF2-40B4-BE49-F238E27FC236}">
                  <a16:creationId xmlns:a16="http://schemas.microsoft.com/office/drawing/2014/main" id="{744EFB9F-F43C-505F-67AD-2672B0AE12D0}"/>
                </a:ext>
              </a:extLst>
            </p:cNvPr>
            <p:cNvCxnSpPr>
              <a:cxnSpLocks/>
              <a:endCxn id="103" idx="2"/>
            </p:cNvCxnSpPr>
            <p:nvPr/>
          </p:nvCxnSpPr>
          <p:spPr>
            <a:xfrm flipV="1">
              <a:off x="2647372" y="3836453"/>
              <a:ext cx="998381" cy="164519"/>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61" name="Graphic 60" descr="Delivery with solid fill">
              <a:extLst>
                <a:ext uri="{FF2B5EF4-FFF2-40B4-BE49-F238E27FC236}">
                  <a16:creationId xmlns:a16="http://schemas.microsoft.com/office/drawing/2014/main" id="{67C0E3D5-80C1-D3CE-945D-EF83A0FE1BE3}"/>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052571" y="3691433"/>
              <a:ext cx="366715" cy="366715"/>
            </a:xfrm>
            <a:prstGeom prst="rect">
              <a:avLst/>
            </a:prstGeom>
          </p:spPr>
        </p:pic>
        <p:pic>
          <p:nvPicPr>
            <p:cNvPr id="62" name="Graphic 61" descr="Store with solid fill">
              <a:extLst>
                <a:ext uri="{FF2B5EF4-FFF2-40B4-BE49-F238E27FC236}">
                  <a16:creationId xmlns:a16="http://schemas.microsoft.com/office/drawing/2014/main" id="{E07000FF-56F1-8726-0427-2F76C1A08DDC}"/>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637212" y="3218795"/>
              <a:ext cx="408721" cy="408721"/>
            </a:xfrm>
            <a:prstGeom prst="rect">
              <a:avLst/>
            </a:prstGeom>
          </p:spPr>
        </p:pic>
        <p:cxnSp>
          <p:nvCxnSpPr>
            <p:cNvPr id="63" name="Elbow Connector 62">
              <a:extLst>
                <a:ext uri="{FF2B5EF4-FFF2-40B4-BE49-F238E27FC236}">
                  <a16:creationId xmlns:a16="http://schemas.microsoft.com/office/drawing/2014/main" id="{C6B36CB0-6CCF-9D3F-0F62-C9B18C672DB0}"/>
                </a:ext>
              </a:extLst>
            </p:cNvPr>
            <p:cNvCxnSpPr>
              <a:cxnSpLocks/>
            </p:cNvCxnSpPr>
            <p:nvPr/>
          </p:nvCxnSpPr>
          <p:spPr>
            <a:xfrm>
              <a:off x="1874606" y="3642954"/>
              <a:ext cx="472375" cy="179029"/>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64" name="Elbow Connector 63">
              <a:extLst>
                <a:ext uri="{FF2B5EF4-FFF2-40B4-BE49-F238E27FC236}">
                  <a16:creationId xmlns:a16="http://schemas.microsoft.com/office/drawing/2014/main" id="{BC7BE7E9-F14F-E997-33AD-3E6823818093}"/>
                </a:ext>
              </a:extLst>
            </p:cNvPr>
            <p:cNvCxnSpPr>
              <a:cxnSpLocks/>
              <a:endCxn id="103" idx="1"/>
            </p:cNvCxnSpPr>
            <p:nvPr/>
          </p:nvCxnSpPr>
          <p:spPr>
            <a:xfrm>
              <a:off x="2029189" y="3406131"/>
              <a:ext cx="1376399" cy="190157"/>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65" name="Graphic 64" descr="Delivery with solid fill">
              <a:extLst>
                <a:ext uri="{FF2B5EF4-FFF2-40B4-BE49-F238E27FC236}">
                  <a16:creationId xmlns:a16="http://schemas.microsoft.com/office/drawing/2014/main" id="{ACA040E5-0CD8-3CEE-EF5A-6DE49091809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851417" y="3658681"/>
              <a:ext cx="251075" cy="251075"/>
            </a:xfrm>
            <a:prstGeom prst="rect">
              <a:avLst/>
            </a:prstGeom>
          </p:spPr>
        </p:pic>
        <p:pic>
          <p:nvPicPr>
            <p:cNvPr id="66" name="Graphic 65" descr="Warehouse with solid fill">
              <a:extLst>
                <a:ext uri="{FF2B5EF4-FFF2-40B4-BE49-F238E27FC236}">
                  <a16:creationId xmlns:a16="http://schemas.microsoft.com/office/drawing/2014/main" id="{F451F222-B779-E571-9972-C8C8FD2EEB25}"/>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967167" y="3359750"/>
              <a:ext cx="480330" cy="480330"/>
            </a:xfrm>
            <a:prstGeom prst="rect">
              <a:avLst/>
            </a:prstGeom>
          </p:spPr>
        </p:pic>
        <p:cxnSp>
          <p:nvCxnSpPr>
            <p:cNvPr id="67" name="Straight Arrow Connector 66">
              <a:extLst>
                <a:ext uri="{FF2B5EF4-FFF2-40B4-BE49-F238E27FC236}">
                  <a16:creationId xmlns:a16="http://schemas.microsoft.com/office/drawing/2014/main" id="{C4AF71DD-2951-CB3C-F5AC-E66ADA2C4AA2}"/>
                </a:ext>
              </a:extLst>
            </p:cNvPr>
            <p:cNvCxnSpPr>
              <a:cxnSpLocks/>
            </p:cNvCxnSpPr>
            <p:nvPr/>
          </p:nvCxnSpPr>
          <p:spPr>
            <a:xfrm>
              <a:off x="5638587" y="3637589"/>
              <a:ext cx="328580" cy="0"/>
            </a:xfrm>
            <a:prstGeom prst="straightConnector1">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sp>
          <p:nvSpPr>
            <p:cNvPr id="68" name="TextBox 67">
              <a:extLst>
                <a:ext uri="{FF2B5EF4-FFF2-40B4-BE49-F238E27FC236}">
                  <a16:creationId xmlns:a16="http://schemas.microsoft.com/office/drawing/2014/main" id="{8FD92221-9A78-96CF-6B3B-E7D363CEFE2B}"/>
                </a:ext>
              </a:extLst>
            </p:cNvPr>
            <p:cNvSpPr txBox="1"/>
            <p:nvPr/>
          </p:nvSpPr>
          <p:spPr>
            <a:xfrm>
              <a:off x="5867500" y="3847242"/>
              <a:ext cx="679663" cy="276999"/>
            </a:xfrm>
            <a:prstGeom prst="rect">
              <a:avLst/>
            </a:prstGeom>
            <a:noFill/>
          </p:spPr>
          <p:txBody>
            <a:bodyPr wrap="square" lIns="0" tIns="0" rIns="0" bIns="0" rtlCol="0">
              <a:spAutoFit/>
            </a:bodyPr>
            <a:lstStyle/>
            <a:p>
              <a:pPr algn="ctr"/>
              <a:r>
                <a:rPr lang="en-US" sz="900"/>
                <a:t>Delivery Centre</a:t>
              </a:r>
            </a:p>
          </p:txBody>
        </p:sp>
        <p:cxnSp>
          <p:nvCxnSpPr>
            <p:cNvPr id="69" name="Straight Arrow Connector 68">
              <a:extLst>
                <a:ext uri="{FF2B5EF4-FFF2-40B4-BE49-F238E27FC236}">
                  <a16:creationId xmlns:a16="http://schemas.microsoft.com/office/drawing/2014/main" id="{1CF12159-DAF0-545F-F419-95DDEBBDAD99}"/>
                </a:ext>
              </a:extLst>
            </p:cNvPr>
            <p:cNvCxnSpPr>
              <a:cxnSpLocks/>
            </p:cNvCxnSpPr>
            <p:nvPr/>
          </p:nvCxnSpPr>
          <p:spPr>
            <a:xfrm>
              <a:off x="6528417" y="3637321"/>
              <a:ext cx="254620" cy="0"/>
            </a:xfrm>
            <a:prstGeom prst="straightConnector1">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70" name="Graphic 69" descr="Home with solid fill">
              <a:extLst>
                <a:ext uri="{FF2B5EF4-FFF2-40B4-BE49-F238E27FC236}">
                  <a16:creationId xmlns:a16="http://schemas.microsoft.com/office/drawing/2014/main" id="{89295A6C-EC54-BA29-53D7-03316FCFD5D0}"/>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7443729" y="3245511"/>
              <a:ext cx="310808" cy="310808"/>
            </a:xfrm>
            <a:prstGeom prst="rect">
              <a:avLst/>
            </a:prstGeom>
          </p:spPr>
        </p:pic>
        <p:pic>
          <p:nvPicPr>
            <p:cNvPr id="71" name="Graphic 70" descr="City with solid fill">
              <a:extLst>
                <a:ext uri="{FF2B5EF4-FFF2-40B4-BE49-F238E27FC236}">
                  <a16:creationId xmlns:a16="http://schemas.microsoft.com/office/drawing/2014/main" id="{5BAA08EC-99CF-1124-DFC6-0EA5D4647F47}"/>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7448391" y="3720023"/>
              <a:ext cx="332323" cy="332323"/>
            </a:xfrm>
            <a:prstGeom prst="rect">
              <a:avLst/>
            </a:prstGeom>
          </p:spPr>
        </p:pic>
        <p:sp>
          <p:nvSpPr>
            <p:cNvPr id="72" name="TextBox 71">
              <a:extLst>
                <a:ext uri="{FF2B5EF4-FFF2-40B4-BE49-F238E27FC236}">
                  <a16:creationId xmlns:a16="http://schemas.microsoft.com/office/drawing/2014/main" id="{A0700C1C-768D-116A-9B07-17021294C723}"/>
                </a:ext>
              </a:extLst>
            </p:cNvPr>
            <p:cNvSpPr txBox="1"/>
            <p:nvPr/>
          </p:nvSpPr>
          <p:spPr>
            <a:xfrm>
              <a:off x="7731669" y="3359750"/>
              <a:ext cx="679663" cy="138499"/>
            </a:xfrm>
            <a:prstGeom prst="rect">
              <a:avLst/>
            </a:prstGeom>
            <a:noFill/>
          </p:spPr>
          <p:txBody>
            <a:bodyPr wrap="square" lIns="0" tIns="0" rIns="0" bIns="0" rtlCol="0">
              <a:spAutoFit/>
            </a:bodyPr>
            <a:lstStyle/>
            <a:p>
              <a:pPr algn="ctr"/>
              <a:r>
                <a:rPr lang="en-US" sz="900"/>
                <a:t>Household</a:t>
              </a:r>
            </a:p>
          </p:txBody>
        </p:sp>
        <p:sp>
          <p:nvSpPr>
            <p:cNvPr id="73" name="TextBox 72">
              <a:extLst>
                <a:ext uri="{FF2B5EF4-FFF2-40B4-BE49-F238E27FC236}">
                  <a16:creationId xmlns:a16="http://schemas.microsoft.com/office/drawing/2014/main" id="{EEEAB42E-DD70-68CD-31C2-97C87B923B89}"/>
                </a:ext>
              </a:extLst>
            </p:cNvPr>
            <p:cNvSpPr txBox="1"/>
            <p:nvPr/>
          </p:nvSpPr>
          <p:spPr>
            <a:xfrm>
              <a:off x="7773056" y="3850155"/>
              <a:ext cx="679663" cy="138499"/>
            </a:xfrm>
            <a:prstGeom prst="rect">
              <a:avLst/>
            </a:prstGeom>
            <a:noFill/>
          </p:spPr>
          <p:txBody>
            <a:bodyPr wrap="square" lIns="0" tIns="0" rIns="0" bIns="0" rtlCol="0">
              <a:spAutoFit/>
            </a:bodyPr>
            <a:lstStyle/>
            <a:p>
              <a:pPr algn="ctr"/>
              <a:r>
                <a:rPr lang="en-US" sz="900"/>
                <a:t>Enterprise</a:t>
              </a:r>
            </a:p>
          </p:txBody>
        </p:sp>
        <p:cxnSp>
          <p:nvCxnSpPr>
            <p:cNvPr id="74" name="Elbow Connector 73">
              <a:extLst>
                <a:ext uri="{FF2B5EF4-FFF2-40B4-BE49-F238E27FC236}">
                  <a16:creationId xmlns:a16="http://schemas.microsoft.com/office/drawing/2014/main" id="{3BDF4DB5-A210-0192-321F-139053409016}"/>
                </a:ext>
              </a:extLst>
            </p:cNvPr>
            <p:cNvCxnSpPr>
              <a:cxnSpLocks/>
              <a:endCxn id="70" idx="1"/>
            </p:cNvCxnSpPr>
            <p:nvPr/>
          </p:nvCxnSpPr>
          <p:spPr>
            <a:xfrm flipV="1">
              <a:off x="7089769" y="3400915"/>
              <a:ext cx="353960" cy="257766"/>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75" name="Elbow Connector 74">
              <a:extLst>
                <a:ext uri="{FF2B5EF4-FFF2-40B4-BE49-F238E27FC236}">
                  <a16:creationId xmlns:a16="http://schemas.microsoft.com/office/drawing/2014/main" id="{6570313B-A5EB-266D-64F5-5EC700237FD4}"/>
                </a:ext>
              </a:extLst>
            </p:cNvPr>
            <p:cNvCxnSpPr>
              <a:cxnSpLocks/>
              <a:endCxn id="71" idx="1"/>
            </p:cNvCxnSpPr>
            <p:nvPr/>
          </p:nvCxnSpPr>
          <p:spPr>
            <a:xfrm>
              <a:off x="7090608" y="3661851"/>
              <a:ext cx="357783" cy="224334"/>
            </a:xfrm>
            <a:prstGeom prst="bentConnector3">
              <a:avLst>
                <a:gd name="adj1" fmla="val 49817"/>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76" name="Graphic 75" descr="Aeroplane with solid fill">
              <a:extLst>
                <a:ext uri="{FF2B5EF4-FFF2-40B4-BE49-F238E27FC236}">
                  <a16:creationId xmlns:a16="http://schemas.microsoft.com/office/drawing/2014/main" id="{404D1610-C017-2C83-DDB8-A1D71BF9891C}"/>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5400000">
              <a:off x="4453109" y="3741920"/>
              <a:ext cx="372219" cy="372219"/>
            </a:xfrm>
            <a:prstGeom prst="rect">
              <a:avLst/>
            </a:prstGeom>
          </p:spPr>
        </p:pic>
        <p:cxnSp>
          <p:nvCxnSpPr>
            <p:cNvPr id="77" name="Elbow Connector 76">
              <a:extLst>
                <a:ext uri="{FF2B5EF4-FFF2-40B4-BE49-F238E27FC236}">
                  <a16:creationId xmlns:a16="http://schemas.microsoft.com/office/drawing/2014/main" id="{7AF5DEE6-D428-6A56-840E-75FACD73F965}"/>
                </a:ext>
              </a:extLst>
            </p:cNvPr>
            <p:cNvCxnSpPr>
              <a:cxnSpLocks/>
              <a:stCxn id="103" idx="3"/>
              <a:endCxn id="93" idx="1"/>
            </p:cNvCxnSpPr>
            <p:nvPr/>
          </p:nvCxnSpPr>
          <p:spPr>
            <a:xfrm flipV="1">
              <a:off x="3885918" y="3384411"/>
              <a:ext cx="561842" cy="211877"/>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78" name="Elbow Connector 77">
              <a:extLst>
                <a:ext uri="{FF2B5EF4-FFF2-40B4-BE49-F238E27FC236}">
                  <a16:creationId xmlns:a16="http://schemas.microsoft.com/office/drawing/2014/main" id="{0CD6E971-1B45-F009-2DB3-12C00F221C2D}"/>
                </a:ext>
              </a:extLst>
            </p:cNvPr>
            <p:cNvCxnSpPr>
              <a:cxnSpLocks/>
              <a:stCxn id="103" idx="3"/>
              <a:endCxn id="76" idx="2"/>
            </p:cNvCxnSpPr>
            <p:nvPr/>
          </p:nvCxnSpPr>
          <p:spPr>
            <a:xfrm>
              <a:off x="3885918" y="3596288"/>
              <a:ext cx="567191" cy="331742"/>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79" name="Graphic 78" descr="Warehouse with solid fill">
              <a:extLst>
                <a:ext uri="{FF2B5EF4-FFF2-40B4-BE49-F238E27FC236}">
                  <a16:creationId xmlns:a16="http://schemas.microsoft.com/office/drawing/2014/main" id="{5E1C03A9-E136-3E11-6286-13570849E378}"/>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162239" y="3359750"/>
              <a:ext cx="480330" cy="480330"/>
            </a:xfrm>
            <a:prstGeom prst="rect">
              <a:avLst/>
            </a:prstGeom>
          </p:spPr>
        </p:pic>
        <p:cxnSp>
          <p:nvCxnSpPr>
            <p:cNvPr id="80" name="Elbow Connector 79">
              <a:extLst>
                <a:ext uri="{FF2B5EF4-FFF2-40B4-BE49-F238E27FC236}">
                  <a16:creationId xmlns:a16="http://schemas.microsoft.com/office/drawing/2014/main" id="{C3FE38D9-0FF6-C266-2A37-4299B02DDD25}"/>
                </a:ext>
              </a:extLst>
            </p:cNvPr>
            <p:cNvCxnSpPr>
              <a:cxnSpLocks/>
              <a:stCxn id="76" idx="0"/>
              <a:endCxn id="79" idx="2"/>
            </p:cNvCxnSpPr>
            <p:nvPr/>
          </p:nvCxnSpPr>
          <p:spPr>
            <a:xfrm flipV="1">
              <a:off x="4825328" y="3840080"/>
              <a:ext cx="577076" cy="87950"/>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81" name="Elbow Connector 80">
              <a:extLst>
                <a:ext uri="{FF2B5EF4-FFF2-40B4-BE49-F238E27FC236}">
                  <a16:creationId xmlns:a16="http://schemas.microsoft.com/office/drawing/2014/main" id="{68112ADE-63B9-334A-6A67-B1304D9CD511}"/>
                </a:ext>
              </a:extLst>
            </p:cNvPr>
            <p:cNvCxnSpPr>
              <a:cxnSpLocks/>
            </p:cNvCxnSpPr>
            <p:nvPr/>
          </p:nvCxnSpPr>
          <p:spPr>
            <a:xfrm>
              <a:off x="4908451" y="3322485"/>
              <a:ext cx="503999" cy="86400"/>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sp>
          <p:nvSpPr>
            <p:cNvPr id="82" name="TextBox 81">
              <a:extLst>
                <a:ext uri="{FF2B5EF4-FFF2-40B4-BE49-F238E27FC236}">
                  <a16:creationId xmlns:a16="http://schemas.microsoft.com/office/drawing/2014/main" id="{E63D9111-F877-6EFC-F99D-3A351A206396}"/>
                </a:ext>
              </a:extLst>
            </p:cNvPr>
            <p:cNvSpPr txBox="1"/>
            <p:nvPr/>
          </p:nvSpPr>
          <p:spPr>
            <a:xfrm>
              <a:off x="5488850" y="3313199"/>
              <a:ext cx="247053" cy="138499"/>
            </a:xfrm>
            <a:prstGeom prst="rect">
              <a:avLst/>
            </a:prstGeom>
            <a:noFill/>
          </p:spPr>
          <p:txBody>
            <a:bodyPr wrap="square" lIns="0" tIns="0" rIns="0" bIns="0" rtlCol="0">
              <a:spAutoFit/>
            </a:bodyPr>
            <a:lstStyle/>
            <a:p>
              <a:pPr algn="ctr"/>
              <a:r>
                <a:rPr lang="en-US" sz="900"/>
                <a:t>Hub</a:t>
              </a:r>
            </a:p>
          </p:txBody>
        </p:sp>
        <p:cxnSp>
          <p:nvCxnSpPr>
            <p:cNvPr id="83" name="Straight Arrow Connector 82">
              <a:extLst>
                <a:ext uri="{FF2B5EF4-FFF2-40B4-BE49-F238E27FC236}">
                  <a16:creationId xmlns:a16="http://schemas.microsoft.com/office/drawing/2014/main" id="{CFDC6EC5-4989-D495-8DAA-CF7600FB72B2}"/>
                </a:ext>
              </a:extLst>
            </p:cNvPr>
            <p:cNvCxnSpPr>
              <a:cxnSpLocks/>
            </p:cNvCxnSpPr>
            <p:nvPr/>
          </p:nvCxnSpPr>
          <p:spPr>
            <a:xfrm>
              <a:off x="4453109" y="3525578"/>
              <a:ext cx="0" cy="296405"/>
            </a:xfrm>
            <a:prstGeom prst="straightConnector1">
              <a:avLst/>
            </a:prstGeom>
            <a:ln w="12700">
              <a:solidFill>
                <a:schemeClr val="bg2">
                  <a:lumMod val="50000"/>
                </a:schemeClr>
              </a:solidFill>
              <a:headEnd type="triangle" w="sm" len="sm"/>
              <a:tailEnd type="triangle" w="sm" len="sm"/>
            </a:ln>
          </p:spPr>
          <p:style>
            <a:lnRef idx="1">
              <a:schemeClr val="dk1"/>
            </a:lnRef>
            <a:fillRef idx="0">
              <a:schemeClr val="dk1"/>
            </a:fillRef>
            <a:effectRef idx="0">
              <a:schemeClr val="dk1"/>
            </a:effectRef>
            <a:fontRef idx="minor">
              <a:schemeClr val="tx1"/>
            </a:fontRef>
          </p:style>
        </p:cxnSp>
        <p:sp>
          <p:nvSpPr>
            <p:cNvPr id="84" name="TextBox 83">
              <a:extLst>
                <a:ext uri="{FF2B5EF4-FFF2-40B4-BE49-F238E27FC236}">
                  <a16:creationId xmlns:a16="http://schemas.microsoft.com/office/drawing/2014/main" id="{F6C074FA-B6AC-2B63-8646-EB46A9A1BFEA}"/>
                </a:ext>
              </a:extLst>
            </p:cNvPr>
            <p:cNvSpPr txBox="1"/>
            <p:nvPr/>
          </p:nvSpPr>
          <p:spPr>
            <a:xfrm>
              <a:off x="4497792" y="3584721"/>
              <a:ext cx="644982" cy="138499"/>
            </a:xfrm>
            <a:prstGeom prst="rect">
              <a:avLst/>
            </a:prstGeom>
            <a:noFill/>
          </p:spPr>
          <p:txBody>
            <a:bodyPr wrap="square" lIns="0" tIns="0" rIns="0" bIns="0" rtlCol="0">
              <a:spAutoFit/>
            </a:bodyPr>
            <a:lstStyle/>
            <a:p>
              <a:pPr algn="ctr"/>
              <a:r>
                <a:rPr lang="en-US" sz="900"/>
                <a:t>Multi-modal</a:t>
              </a:r>
            </a:p>
          </p:txBody>
        </p:sp>
        <p:grpSp>
          <p:nvGrpSpPr>
            <p:cNvPr id="85" name="Group 84">
              <a:extLst>
                <a:ext uri="{FF2B5EF4-FFF2-40B4-BE49-F238E27FC236}">
                  <a16:creationId xmlns:a16="http://schemas.microsoft.com/office/drawing/2014/main" id="{D04DB845-0033-5CED-4470-8E622D52727B}"/>
                </a:ext>
              </a:extLst>
            </p:cNvPr>
            <p:cNvGrpSpPr/>
            <p:nvPr/>
          </p:nvGrpSpPr>
          <p:grpSpPr>
            <a:xfrm>
              <a:off x="6666713" y="3277450"/>
              <a:ext cx="1762228" cy="865260"/>
              <a:chOff x="6248846" y="3157140"/>
              <a:chExt cx="1762228" cy="865260"/>
            </a:xfrm>
          </p:grpSpPr>
          <p:sp>
            <p:nvSpPr>
              <p:cNvPr id="101" name="Rectangle 100">
                <a:extLst>
                  <a:ext uri="{FF2B5EF4-FFF2-40B4-BE49-F238E27FC236}">
                    <a16:creationId xmlns:a16="http://schemas.microsoft.com/office/drawing/2014/main" id="{7604A497-BB09-3FB4-5378-E9F3E357F6EA}"/>
                  </a:ext>
                </a:extLst>
              </p:cNvPr>
              <p:cNvSpPr/>
              <p:nvPr/>
            </p:nvSpPr>
            <p:spPr>
              <a:xfrm>
                <a:off x="6248846" y="3157140"/>
                <a:ext cx="1762228" cy="790451"/>
              </a:xfrm>
              <a:prstGeom prst="rect">
                <a:avLst/>
              </a:prstGeom>
              <a:noFill/>
              <a:ln w="952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ounded Rectangle 101">
                <a:extLst>
                  <a:ext uri="{FF2B5EF4-FFF2-40B4-BE49-F238E27FC236}">
                    <a16:creationId xmlns:a16="http://schemas.microsoft.com/office/drawing/2014/main" id="{0B8DD448-4F19-682F-5A16-AD9E4D0EF4A7}"/>
                  </a:ext>
                </a:extLst>
              </p:cNvPr>
              <p:cNvSpPr/>
              <p:nvPr/>
            </p:nvSpPr>
            <p:spPr>
              <a:xfrm>
                <a:off x="6450811" y="3883900"/>
                <a:ext cx="1392557" cy="138500"/>
              </a:xfrm>
              <a:prstGeom prst="round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t>Most Expensive</a:t>
                </a:r>
              </a:p>
            </p:txBody>
          </p:sp>
        </p:grpSp>
        <p:sp>
          <p:nvSpPr>
            <p:cNvPr id="86" name="Rectangle 85">
              <a:extLst>
                <a:ext uri="{FF2B5EF4-FFF2-40B4-BE49-F238E27FC236}">
                  <a16:creationId xmlns:a16="http://schemas.microsoft.com/office/drawing/2014/main" id="{3A9799CA-83B5-F0D6-DDE8-5849EFA75A41}"/>
                </a:ext>
              </a:extLst>
            </p:cNvPr>
            <p:cNvSpPr/>
            <p:nvPr/>
          </p:nvSpPr>
          <p:spPr>
            <a:xfrm>
              <a:off x="574486" y="3255419"/>
              <a:ext cx="972341" cy="319339"/>
            </a:xfrm>
            <a:prstGeom prst="rect">
              <a:avLst/>
            </a:prstGeom>
            <a:solidFill>
              <a:schemeClr val="accent1">
                <a:lumMod val="20000"/>
                <a:lumOff val="80000"/>
              </a:schemeClr>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1100" b="1">
                  <a:solidFill>
                    <a:schemeClr val="tx1"/>
                  </a:solidFill>
                </a:rPr>
                <a:t>Marketplace </a:t>
              </a:r>
            </a:p>
            <a:p>
              <a:pPr algn="ctr"/>
              <a:r>
                <a:rPr lang="en-US" sz="1100" b="1">
                  <a:solidFill>
                    <a:schemeClr val="tx1"/>
                  </a:solidFill>
                </a:rPr>
                <a:t>Model</a:t>
              </a:r>
            </a:p>
          </p:txBody>
        </p:sp>
        <p:sp>
          <p:nvSpPr>
            <p:cNvPr id="87" name="Rectangle 86">
              <a:extLst>
                <a:ext uri="{FF2B5EF4-FFF2-40B4-BE49-F238E27FC236}">
                  <a16:creationId xmlns:a16="http://schemas.microsoft.com/office/drawing/2014/main" id="{F2F4576B-B617-F9FE-D28E-86CBF175C25D}"/>
                </a:ext>
              </a:extLst>
            </p:cNvPr>
            <p:cNvSpPr/>
            <p:nvPr/>
          </p:nvSpPr>
          <p:spPr>
            <a:xfrm>
              <a:off x="574486" y="3806340"/>
              <a:ext cx="972341" cy="319339"/>
            </a:xfrm>
            <a:prstGeom prst="rect">
              <a:avLst/>
            </a:prstGeom>
            <a:solidFill>
              <a:schemeClr val="accent1">
                <a:lumMod val="20000"/>
                <a:lumOff val="80000"/>
              </a:schemeClr>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1100" b="1">
                  <a:solidFill>
                    <a:schemeClr val="tx1"/>
                  </a:solidFill>
                </a:rPr>
                <a:t>Inventory </a:t>
              </a:r>
            </a:p>
            <a:p>
              <a:pPr algn="ctr"/>
              <a:r>
                <a:rPr lang="en-US" sz="1100" b="1">
                  <a:solidFill>
                    <a:schemeClr val="tx1"/>
                  </a:solidFill>
                </a:rPr>
                <a:t>Model</a:t>
              </a:r>
            </a:p>
          </p:txBody>
        </p:sp>
        <p:sp>
          <p:nvSpPr>
            <p:cNvPr id="88" name="Rectangle 87">
              <a:extLst>
                <a:ext uri="{FF2B5EF4-FFF2-40B4-BE49-F238E27FC236}">
                  <a16:creationId xmlns:a16="http://schemas.microsoft.com/office/drawing/2014/main" id="{7ADA6C5D-2AA4-4BF6-71A5-D19ED4D24D92}"/>
                </a:ext>
              </a:extLst>
            </p:cNvPr>
            <p:cNvSpPr/>
            <p:nvPr/>
          </p:nvSpPr>
          <p:spPr>
            <a:xfrm rot="16200000">
              <a:off x="-299371" y="3495780"/>
              <a:ext cx="1376941" cy="217972"/>
            </a:xfrm>
            <a:prstGeom prst="rect">
              <a:avLst/>
            </a:prstGeom>
            <a:solidFill>
              <a:schemeClr val="accent1"/>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1300" b="1">
                  <a:solidFill>
                    <a:schemeClr val="bg1"/>
                  </a:solidFill>
                </a:rPr>
                <a:t>Supply Chain &amp; Us</a:t>
              </a:r>
            </a:p>
          </p:txBody>
        </p:sp>
        <p:sp>
          <p:nvSpPr>
            <p:cNvPr id="89" name="Rectangle 88">
              <a:extLst>
                <a:ext uri="{FF2B5EF4-FFF2-40B4-BE49-F238E27FC236}">
                  <a16:creationId xmlns:a16="http://schemas.microsoft.com/office/drawing/2014/main" id="{E5177477-305B-5077-9BAA-6618835C6B2F}"/>
                </a:ext>
              </a:extLst>
            </p:cNvPr>
            <p:cNvSpPr/>
            <p:nvPr/>
          </p:nvSpPr>
          <p:spPr>
            <a:xfrm>
              <a:off x="273243" y="2919917"/>
              <a:ext cx="8766313" cy="1376941"/>
            </a:xfrm>
            <a:prstGeom prst="rect">
              <a:avLst/>
            </a:prstGeom>
            <a:noFill/>
            <a:ln>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0" name="Graphic 89" descr="Kiosk with solid fill">
              <a:extLst>
                <a:ext uri="{FF2B5EF4-FFF2-40B4-BE49-F238E27FC236}">
                  <a16:creationId xmlns:a16="http://schemas.microsoft.com/office/drawing/2014/main" id="{7C8BC83C-3B8D-2CFE-AEE7-EC9DDE2F2A5F}"/>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1683068" y="3838235"/>
              <a:ext cx="302662" cy="302662"/>
            </a:xfrm>
            <a:prstGeom prst="rect">
              <a:avLst/>
            </a:prstGeom>
          </p:spPr>
        </p:pic>
        <p:pic>
          <p:nvPicPr>
            <p:cNvPr id="91" name="Picture 90">
              <a:extLst>
                <a:ext uri="{FF2B5EF4-FFF2-40B4-BE49-F238E27FC236}">
                  <a16:creationId xmlns:a16="http://schemas.microsoft.com/office/drawing/2014/main" id="{A3A45E3C-40F7-3257-2446-8D4A419D1272}"/>
                </a:ext>
              </a:extLst>
            </p:cNvPr>
            <p:cNvPicPr>
              <a:picLocks noChangeAspect="1"/>
            </p:cNvPicPr>
            <p:nvPr/>
          </p:nvPicPr>
          <p:blipFill>
            <a:blip r:embed="rId16"/>
            <a:stretch>
              <a:fillRect/>
            </a:stretch>
          </p:blipFill>
          <p:spPr>
            <a:xfrm>
              <a:off x="2255489" y="3821983"/>
              <a:ext cx="337588" cy="309968"/>
            </a:xfrm>
            <a:prstGeom prst="rect">
              <a:avLst/>
            </a:prstGeom>
          </p:spPr>
        </p:pic>
        <p:pic>
          <p:nvPicPr>
            <p:cNvPr id="92" name="Picture 91">
              <a:extLst>
                <a:ext uri="{FF2B5EF4-FFF2-40B4-BE49-F238E27FC236}">
                  <a16:creationId xmlns:a16="http://schemas.microsoft.com/office/drawing/2014/main" id="{08AD14CA-15BD-45C5-AC60-82B8005A404F}"/>
                </a:ext>
              </a:extLst>
            </p:cNvPr>
            <p:cNvPicPr>
              <a:picLocks noChangeAspect="1"/>
            </p:cNvPicPr>
            <p:nvPr/>
          </p:nvPicPr>
          <p:blipFill>
            <a:blip r:embed="rId17"/>
            <a:stretch>
              <a:fillRect/>
            </a:stretch>
          </p:blipFill>
          <p:spPr>
            <a:xfrm>
              <a:off x="2907923" y="3282605"/>
              <a:ext cx="307392" cy="306117"/>
            </a:xfrm>
            <a:prstGeom prst="rect">
              <a:avLst/>
            </a:prstGeom>
          </p:spPr>
        </p:pic>
        <p:pic>
          <p:nvPicPr>
            <p:cNvPr id="93" name="Picture 92">
              <a:extLst>
                <a:ext uri="{FF2B5EF4-FFF2-40B4-BE49-F238E27FC236}">
                  <a16:creationId xmlns:a16="http://schemas.microsoft.com/office/drawing/2014/main" id="{0AF3314D-7E91-54D6-8A40-371D21E5BBC0}"/>
                </a:ext>
              </a:extLst>
            </p:cNvPr>
            <p:cNvPicPr>
              <a:picLocks noChangeAspect="1"/>
            </p:cNvPicPr>
            <p:nvPr/>
          </p:nvPicPr>
          <p:blipFill>
            <a:blip r:embed="rId18"/>
            <a:stretch>
              <a:fillRect/>
            </a:stretch>
          </p:blipFill>
          <p:spPr>
            <a:xfrm>
              <a:off x="4447760" y="3279392"/>
              <a:ext cx="425370" cy="210038"/>
            </a:xfrm>
            <a:prstGeom prst="rect">
              <a:avLst/>
            </a:prstGeom>
          </p:spPr>
        </p:pic>
        <p:pic>
          <p:nvPicPr>
            <p:cNvPr id="94" name="Picture 93">
              <a:extLst>
                <a:ext uri="{FF2B5EF4-FFF2-40B4-BE49-F238E27FC236}">
                  <a16:creationId xmlns:a16="http://schemas.microsoft.com/office/drawing/2014/main" id="{C39BEBC1-6FE4-3EBB-A9A9-A915FF3F8055}"/>
                </a:ext>
              </a:extLst>
            </p:cNvPr>
            <p:cNvPicPr>
              <a:picLocks noChangeAspect="1"/>
            </p:cNvPicPr>
            <p:nvPr/>
          </p:nvPicPr>
          <p:blipFill>
            <a:blip r:embed="rId17"/>
            <a:stretch>
              <a:fillRect/>
            </a:stretch>
          </p:blipFill>
          <p:spPr>
            <a:xfrm>
              <a:off x="6864911" y="3408142"/>
              <a:ext cx="201080" cy="200246"/>
            </a:xfrm>
            <a:prstGeom prst="rect">
              <a:avLst/>
            </a:prstGeom>
          </p:spPr>
        </p:pic>
        <p:sp>
          <p:nvSpPr>
            <p:cNvPr id="95" name="Rounded Rectangle 94">
              <a:extLst>
                <a:ext uri="{FF2B5EF4-FFF2-40B4-BE49-F238E27FC236}">
                  <a16:creationId xmlns:a16="http://schemas.microsoft.com/office/drawing/2014/main" id="{8FEE6C27-8936-BA53-557D-962089918D6A}"/>
                </a:ext>
              </a:extLst>
            </p:cNvPr>
            <p:cNvSpPr/>
            <p:nvPr/>
          </p:nvSpPr>
          <p:spPr>
            <a:xfrm>
              <a:off x="2051012" y="2981376"/>
              <a:ext cx="944376" cy="15853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First Mile</a:t>
              </a:r>
            </a:p>
          </p:txBody>
        </p:sp>
        <p:sp>
          <p:nvSpPr>
            <p:cNvPr id="96" name="Rounded Rectangle 95">
              <a:extLst>
                <a:ext uri="{FF2B5EF4-FFF2-40B4-BE49-F238E27FC236}">
                  <a16:creationId xmlns:a16="http://schemas.microsoft.com/office/drawing/2014/main" id="{28747445-379D-2DDF-F8A8-DDE0FBA67192}"/>
                </a:ext>
              </a:extLst>
            </p:cNvPr>
            <p:cNvSpPr/>
            <p:nvPr/>
          </p:nvSpPr>
          <p:spPr>
            <a:xfrm>
              <a:off x="3352257" y="2976720"/>
              <a:ext cx="944376" cy="15853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Sort Action</a:t>
              </a:r>
            </a:p>
          </p:txBody>
        </p:sp>
        <p:sp>
          <p:nvSpPr>
            <p:cNvPr id="97" name="Rounded Rectangle 96">
              <a:extLst>
                <a:ext uri="{FF2B5EF4-FFF2-40B4-BE49-F238E27FC236}">
                  <a16:creationId xmlns:a16="http://schemas.microsoft.com/office/drawing/2014/main" id="{D0383A0C-EF3E-003D-D65D-3CE41A022BFC}"/>
                </a:ext>
              </a:extLst>
            </p:cNvPr>
            <p:cNvSpPr/>
            <p:nvPr/>
          </p:nvSpPr>
          <p:spPr>
            <a:xfrm>
              <a:off x="4828631" y="2978087"/>
              <a:ext cx="944376" cy="15853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Line Haul</a:t>
              </a:r>
            </a:p>
          </p:txBody>
        </p:sp>
        <p:sp>
          <p:nvSpPr>
            <p:cNvPr id="98" name="Rounded Rectangle 97">
              <a:extLst>
                <a:ext uri="{FF2B5EF4-FFF2-40B4-BE49-F238E27FC236}">
                  <a16:creationId xmlns:a16="http://schemas.microsoft.com/office/drawing/2014/main" id="{9AF27111-EF12-0D10-7223-9BE112801065}"/>
                </a:ext>
              </a:extLst>
            </p:cNvPr>
            <p:cNvSpPr/>
            <p:nvPr/>
          </p:nvSpPr>
          <p:spPr>
            <a:xfrm>
              <a:off x="6981943" y="2977385"/>
              <a:ext cx="944376" cy="15853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Last Mile</a:t>
              </a:r>
            </a:p>
          </p:txBody>
        </p:sp>
        <p:pic>
          <p:nvPicPr>
            <p:cNvPr id="99" name="Picture 98">
              <a:extLst>
                <a:ext uri="{FF2B5EF4-FFF2-40B4-BE49-F238E27FC236}">
                  <a16:creationId xmlns:a16="http://schemas.microsoft.com/office/drawing/2014/main" id="{3DA9AB0E-52B9-CF69-1193-1342B8FDFC69}"/>
                </a:ext>
              </a:extLst>
            </p:cNvPr>
            <p:cNvPicPr>
              <a:picLocks noChangeAspect="1"/>
            </p:cNvPicPr>
            <p:nvPr/>
          </p:nvPicPr>
          <p:blipFill>
            <a:blip r:embed="rId19">
              <a:extLst>
                <a:ext uri="{BEBA8EAE-BF5A-486C-A8C5-ECC9F3942E4B}">
                  <a14:imgProps xmlns:a14="http://schemas.microsoft.com/office/drawing/2010/main">
                    <a14:imgLayer r:embed="rId20">
                      <a14:imgEffect>
                        <a14:backgroundRemoval t="5096" b="89809" l="6416" r="92478">
                          <a14:foregroundMark x1="6637" y1="48408" x2="6637" y2="48408"/>
                          <a14:foregroundMark x1="74558" y1="9076" x2="74558" y2="9076"/>
                          <a14:foregroundMark x1="75000" y1="6529" x2="75000" y2="6529"/>
                          <a14:foregroundMark x1="75000" y1="5096" x2="75000" y2="5096"/>
                          <a14:foregroundMark x1="90044" y1="78981" x2="90044" y2="78981"/>
                          <a14:foregroundMark x1="92478" y1="78822" x2="92478" y2="78822"/>
                        </a14:backgroundRemoval>
                      </a14:imgEffect>
                    </a14:imgLayer>
                  </a14:imgProps>
                </a:ext>
              </a:extLst>
            </a:blip>
            <a:stretch>
              <a:fillRect/>
            </a:stretch>
          </p:blipFill>
          <p:spPr>
            <a:xfrm>
              <a:off x="8465386" y="3699744"/>
              <a:ext cx="411690" cy="571993"/>
            </a:xfrm>
            <a:prstGeom prst="rect">
              <a:avLst/>
            </a:prstGeom>
          </p:spPr>
        </p:pic>
        <p:sp>
          <p:nvSpPr>
            <p:cNvPr id="100" name="Rounded Rectangle 99">
              <a:extLst>
                <a:ext uri="{FF2B5EF4-FFF2-40B4-BE49-F238E27FC236}">
                  <a16:creationId xmlns:a16="http://schemas.microsoft.com/office/drawing/2014/main" id="{38E1DCCD-EE84-E315-32D1-4C9BAEB04C57}"/>
                </a:ext>
              </a:extLst>
            </p:cNvPr>
            <p:cNvSpPr/>
            <p:nvPr/>
          </p:nvSpPr>
          <p:spPr>
            <a:xfrm>
              <a:off x="8031376" y="3512460"/>
              <a:ext cx="872389" cy="202837"/>
            </a:xfrm>
            <a:prstGeom prst="roundRect">
              <a:avLst/>
            </a:prstGeom>
            <a:solidFill>
              <a:srgbClr val="247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b="1" err="1"/>
                <a:t>EcoDelivery</a:t>
              </a:r>
              <a:endParaRPr lang="en-US" sz="1050" b="1"/>
            </a:p>
          </p:txBody>
        </p:sp>
      </p:grpSp>
    </p:spTree>
    <p:extLst>
      <p:ext uri="{BB962C8B-B14F-4D97-AF65-F5344CB8AC3E}">
        <p14:creationId xmlns:p14="http://schemas.microsoft.com/office/powerpoint/2010/main" val="34245734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78617" y="121491"/>
            <a:ext cx="11972473" cy="627684"/>
          </a:xfrm>
        </p:spPr>
        <p:txBody>
          <a:bodyPr vert="horz" lIns="91440" tIns="45720" rIns="91440" bIns="45720" rtlCol="0" anchor="t">
            <a:noAutofit/>
          </a:bodyPr>
          <a:lstStyle/>
          <a:p>
            <a:pPr marL="0" indent="0">
              <a:buNone/>
            </a:pPr>
            <a:r>
              <a:rPr lang="en-US" sz="2000">
                <a:latin typeface="Calibri" panose="020F0502020204030204" pitchFamily="34" charset="0"/>
                <a:cs typeface="Calibri" panose="020F0502020204030204" pitchFamily="34" charset="0"/>
              </a:rPr>
              <a:t>Problems of LMD</a:t>
            </a:r>
            <a:br>
              <a:rPr lang="en-US" sz="2000">
                <a:latin typeface="Calibri" panose="020F0502020204030204" pitchFamily="34" charset="0"/>
                <a:cs typeface="Calibri" panose="020F0502020204030204" pitchFamily="34" charset="0"/>
              </a:rPr>
            </a:br>
            <a:r>
              <a:rPr lang="en-US" sz="2000">
                <a:latin typeface="Calibri" panose="020F0502020204030204" pitchFamily="34" charset="0"/>
                <a:cs typeface="Calibri" panose="020F0502020204030204" pitchFamily="34" charset="0"/>
              </a:rPr>
              <a:t>Story of one parcel -&gt; all the problems it faces/creates</a:t>
            </a:r>
          </a:p>
        </p:txBody>
      </p:sp>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sp>
        <p:nvSpPr>
          <p:cNvPr id="94" name="TextBox 93">
            <a:extLst>
              <a:ext uri="{FF2B5EF4-FFF2-40B4-BE49-F238E27FC236}">
                <a16:creationId xmlns:a16="http://schemas.microsoft.com/office/drawing/2014/main" id="{303843DF-C3F6-7C48-985A-918B2A87D688}"/>
              </a:ext>
            </a:extLst>
          </p:cNvPr>
          <p:cNvSpPr txBox="1"/>
          <p:nvPr/>
        </p:nvSpPr>
        <p:spPr>
          <a:xfrm>
            <a:off x="78617" y="5925607"/>
            <a:ext cx="6512154" cy="215444"/>
          </a:xfrm>
          <a:prstGeom prst="rect">
            <a:avLst/>
          </a:prstGeom>
          <a:noFill/>
          <a:ln>
            <a:noFill/>
          </a:ln>
        </p:spPr>
        <p:txBody>
          <a:bodyPr wrap="square" rtlCol="0">
            <a:spAutoFit/>
          </a:bodyPr>
          <a:lstStyle/>
          <a:p>
            <a:r>
              <a:rPr lang="en-US" sz="800"/>
              <a:t>1. KPMG Report 2. Press Analysis 3. WEF Analysis 4. Statista</a:t>
            </a:r>
          </a:p>
        </p:txBody>
      </p:sp>
      <p:sp>
        <p:nvSpPr>
          <p:cNvPr id="19" name="Rectangle 18">
            <a:extLst>
              <a:ext uri="{FF2B5EF4-FFF2-40B4-BE49-F238E27FC236}">
                <a16:creationId xmlns:a16="http://schemas.microsoft.com/office/drawing/2014/main" id="{63A5F461-DD76-114C-B140-FF228ACBFA87}"/>
              </a:ext>
            </a:extLst>
          </p:cNvPr>
          <p:cNvSpPr/>
          <p:nvPr/>
        </p:nvSpPr>
        <p:spPr>
          <a:xfrm>
            <a:off x="159025" y="5108466"/>
            <a:ext cx="3082940" cy="814118"/>
          </a:xfrm>
          <a:prstGeom prst="rect">
            <a:avLst/>
          </a:prstGeom>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t>E-retail is expected to grow 4x by 2025 &amp; online shoppers 3x</a:t>
            </a:r>
            <a:r>
              <a:rPr lang="en-US" sz="1400" baseline="30000"/>
              <a:t>4</a:t>
            </a:r>
            <a:r>
              <a:rPr lang="en-US" sz="1400"/>
              <a:t>, further aggravating the LMD problems of today.</a:t>
            </a:r>
          </a:p>
        </p:txBody>
      </p:sp>
      <p:sp>
        <p:nvSpPr>
          <p:cNvPr id="20" name="Rectangle 19">
            <a:extLst>
              <a:ext uri="{FF2B5EF4-FFF2-40B4-BE49-F238E27FC236}">
                <a16:creationId xmlns:a16="http://schemas.microsoft.com/office/drawing/2014/main" id="{273C7A3D-A3CF-E44B-9905-87ACA5E9E9C6}"/>
              </a:ext>
            </a:extLst>
          </p:cNvPr>
          <p:cNvSpPr/>
          <p:nvPr/>
        </p:nvSpPr>
        <p:spPr>
          <a:xfrm>
            <a:off x="3317070" y="5108095"/>
            <a:ext cx="1909407" cy="814118"/>
          </a:xfrm>
          <a:prstGeom prst="rect">
            <a:avLst/>
          </a:prstGeom>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People</a:t>
            </a:r>
          </a:p>
        </p:txBody>
      </p:sp>
      <p:sp>
        <p:nvSpPr>
          <p:cNvPr id="21" name="Rectangle 20">
            <a:extLst>
              <a:ext uri="{FF2B5EF4-FFF2-40B4-BE49-F238E27FC236}">
                <a16:creationId xmlns:a16="http://schemas.microsoft.com/office/drawing/2014/main" id="{53835B73-DF4D-4B49-B75A-4AB08E79E48D}"/>
              </a:ext>
            </a:extLst>
          </p:cNvPr>
          <p:cNvSpPr/>
          <p:nvPr/>
        </p:nvSpPr>
        <p:spPr>
          <a:xfrm>
            <a:off x="5331251" y="5108095"/>
            <a:ext cx="1723900" cy="814118"/>
          </a:xfrm>
          <a:prstGeom prst="rect">
            <a:avLst/>
          </a:prstGeom>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sz="1050" i="0" u="none" strike="noStrike" kern="1200" cap="none" spc="0" normalizeH="0" baseline="0" noProof="0">
                <a:ln>
                  <a:noFill/>
                </a:ln>
                <a:effectLst/>
                <a:uLnTx/>
                <a:uFillTx/>
                <a:latin typeface="Calibri"/>
                <a:ea typeface="+mn-ea"/>
                <a:cs typeface="Verdana" panose="020B0604030504040204" pitchFamily="34" charset="0"/>
              </a:rPr>
              <a:t>LMD vehicles will emit extra 6Mt CO2 by 2030, adding pressure on national decarbonization targets</a:t>
            </a:r>
            <a:r>
              <a:rPr kumimoji="0" lang="en-US" sz="1050" i="0" u="none" strike="noStrike" kern="1200" cap="none" spc="0" normalizeH="0" baseline="30000" noProof="0">
                <a:ln>
                  <a:noFill/>
                </a:ln>
                <a:effectLst/>
                <a:uLnTx/>
                <a:uFillTx/>
                <a:latin typeface="Calibri"/>
                <a:ea typeface="+mn-ea"/>
                <a:cs typeface="Verdana" panose="020B0604030504040204" pitchFamily="34" charset="0"/>
              </a:rPr>
              <a:t>3</a:t>
            </a:r>
            <a:r>
              <a:rPr kumimoji="0" lang="en-US" sz="1050" i="0" u="none" strike="noStrike" kern="1200" cap="none" spc="0" normalizeH="0" baseline="0" noProof="0">
                <a:ln>
                  <a:noFill/>
                </a:ln>
                <a:effectLst/>
                <a:uLnTx/>
                <a:uFillTx/>
                <a:latin typeface="Calibri"/>
                <a:ea typeface="+mn-ea"/>
                <a:cs typeface="Verdana" panose="020B0604030504040204" pitchFamily="34" charset="0"/>
              </a:rPr>
              <a:t> </a:t>
            </a:r>
          </a:p>
        </p:txBody>
      </p:sp>
      <p:sp>
        <p:nvSpPr>
          <p:cNvPr id="23" name="Rectangle 22">
            <a:extLst>
              <a:ext uri="{FF2B5EF4-FFF2-40B4-BE49-F238E27FC236}">
                <a16:creationId xmlns:a16="http://schemas.microsoft.com/office/drawing/2014/main" id="{F21B019F-258A-6B47-9383-1A6C44A601E6}"/>
              </a:ext>
            </a:extLst>
          </p:cNvPr>
          <p:cNvSpPr/>
          <p:nvPr/>
        </p:nvSpPr>
        <p:spPr>
          <a:xfrm>
            <a:off x="7152257" y="5115159"/>
            <a:ext cx="1765412" cy="814118"/>
          </a:xfrm>
          <a:prstGeom prst="rect">
            <a:avLst/>
          </a:prstGeom>
          <a:solidFill>
            <a:schemeClr val="accent1">
              <a:lumMod val="40000"/>
              <a:lumOff val="60000"/>
            </a:schemeClr>
          </a:solidFill>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200" b="1">
                <a:solidFill>
                  <a:sysClr val="windowText" lastClr="000000"/>
                </a:solidFill>
                <a:latin typeface="Calibri"/>
                <a:cs typeface="Verdana" panose="020B0604030504040204" pitchFamily="34" charset="0"/>
              </a:rPr>
              <a:t>26% profit erosion </a:t>
            </a:r>
            <a:r>
              <a:rPr lang="en-US" sz="1200">
                <a:solidFill>
                  <a:sysClr val="windowText" lastClr="000000"/>
                </a:solidFill>
                <a:latin typeface="Calibri"/>
                <a:cs typeface="Verdana" panose="020B0604030504040204" pitchFamily="34" charset="0"/>
              </a:rPr>
              <a:t>as only 1% customers ready to absorb LMD cost</a:t>
            </a:r>
            <a:r>
              <a:rPr lang="en-US" sz="1200" baseline="30000">
                <a:solidFill>
                  <a:sysClr val="windowText" lastClr="000000"/>
                </a:solidFill>
                <a:latin typeface="Calibri"/>
                <a:cs typeface="Verdana" panose="020B0604030504040204" pitchFamily="34" charset="0"/>
              </a:rPr>
              <a:t>1</a:t>
            </a:r>
            <a:endParaRPr kumimoji="0" lang="en-US" sz="1200" i="0" u="none" strike="noStrike" kern="1200" cap="none" spc="0" normalizeH="0" baseline="30000" noProof="0">
              <a:ln>
                <a:noFill/>
              </a:ln>
              <a:solidFill>
                <a:sysClr val="windowText" lastClr="000000"/>
              </a:solidFill>
              <a:effectLst/>
              <a:uLnTx/>
              <a:uFillTx/>
              <a:latin typeface="Calibri"/>
              <a:ea typeface="+mn-ea"/>
              <a:cs typeface="Verdana" panose="020B0604030504040204" pitchFamily="34" charset="0"/>
            </a:endParaRPr>
          </a:p>
        </p:txBody>
      </p:sp>
      <p:sp>
        <p:nvSpPr>
          <p:cNvPr id="86" name="Rectangle 85">
            <a:extLst>
              <a:ext uri="{FF2B5EF4-FFF2-40B4-BE49-F238E27FC236}">
                <a16:creationId xmlns:a16="http://schemas.microsoft.com/office/drawing/2014/main" id="{5CDA3A72-AF91-6F88-DF46-7C3D56CC441A}"/>
              </a:ext>
            </a:extLst>
          </p:cNvPr>
          <p:cNvSpPr/>
          <p:nvPr/>
        </p:nvSpPr>
        <p:spPr>
          <a:xfrm>
            <a:off x="9010934" y="827617"/>
            <a:ext cx="3034958" cy="5083142"/>
          </a:xfrm>
          <a:prstGeom prst="rect">
            <a:avLst/>
          </a:prstGeom>
          <a:noFill/>
          <a:ln w="1270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p>
        </p:txBody>
      </p:sp>
      <p:sp>
        <p:nvSpPr>
          <p:cNvPr id="113" name="TextBox 112">
            <a:extLst>
              <a:ext uri="{FF2B5EF4-FFF2-40B4-BE49-F238E27FC236}">
                <a16:creationId xmlns:a16="http://schemas.microsoft.com/office/drawing/2014/main" id="{A11B3211-37FB-CDD8-E745-97E59E92D361}"/>
              </a:ext>
            </a:extLst>
          </p:cNvPr>
          <p:cNvSpPr txBox="1"/>
          <p:nvPr/>
        </p:nvSpPr>
        <p:spPr>
          <a:xfrm>
            <a:off x="9166892" y="742787"/>
            <a:ext cx="2660083" cy="265648"/>
          </a:xfrm>
          <a:prstGeom prst="rect">
            <a:avLst/>
          </a:prstGeom>
          <a:solidFill>
            <a:schemeClr val="bg1"/>
          </a:solidFill>
          <a:ln>
            <a:noFill/>
          </a:ln>
        </p:spPr>
        <p:txBody>
          <a:bodyPr wrap="none" lIns="0" tIns="0" rIns="0" bIns="0" rtlCol="0">
            <a:noAutofit/>
          </a:bodyPr>
          <a:lstStyle/>
          <a:p>
            <a:pPr algn="ctr" defTabSz="190492">
              <a:spcAft>
                <a:spcPts val="1000"/>
              </a:spcAft>
            </a:pPr>
            <a:r>
              <a:rPr lang="en-US" sz="1400" b="1">
                <a:solidFill>
                  <a:srgbClr val="002060"/>
                </a:solidFill>
                <a:latin typeface="Calibri" panose="020F0502020204030204" pitchFamily="34" charset="0"/>
                <a:cs typeface="Calibri" panose="020F0502020204030204" pitchFamily="34" charset="0"/>
              </a:rPr>
              <a:t>How-To-Win: </a:t>
            </a:r>
            <a:r>
              <a:rPr lang="en-US" sz="1400" b="1" err="1">
                <a:solidFill>
                  <a:srgbClr val="002060"/>
                </a:solidFill>
                <a:latin typeface="Calibri" panose="020F0502020204030204" pitchFamily="34" charset="0"/>
                <a:cs typeface="Calibri" panose="020F0502020204030204" pitchFamily="34" charset="0"/>
              </a:rPr>
              <a:t>EcoDeliver’s</a:t>
            </a:r>
            <a:r>
              <a:rPr lang="en-US" sz="1400" b="1">
                <a:solidFill>
                  <a:srgbClr val="002060"/>
                </a:solidFill>
                <a:latin typeface="Calibri" panose="020F0502020204030204" pitchFamily="34" charset="0"/>
                <a:cs typeface="Calibri" panose="020F0502020204030204" pitchFamily="34" charset="0"/>
              </a:rPr>
              <a:t> strategy </a:t>
            </a:r>
          </a:p>
        </p:txBody>
      </p:sp>
      <p:sp>
        <p:nvSpPr>
          <p:cNvPr id="116" name="Oval 20">
            <a:extLst>
              <a:ext uri="{FF2B5EF4-FFF2-40B4-BE49-F238E27FC236}">
                <a16:creationId xmlns:a16="http://schemas.microsoft.com/office/drawing/2014/main" id="{C64C7F21-A71B-D7EE-1FBE-C7CDFB1620B3}"/>
              </a:ext>
            </a:extLst>
          </p:cNvPr>
          <p:cNvSpPr>
            <a:spLocks noChangeArrowheads="1"/>
          </p:cNvSpPr>
          <p:nvPr/>
        </p:nvSpPr>
        <p:spPr bwMode="auto">
          <a:xfrm>
            <a:off x="9144267" y="2366518"/>
            <a:ext cx="193857" cy="197776"/>
          </a:xfrm>
          <a:prstGeom prst="ellipse">
            <a:avLst/>
          </a:prstGeom>
          <a:solidFill>
            <a:schemeClr val="accent1"/>
          </a:solidFill>
          <a:ln>
            <a:noFill/>
          </a:ln>
        </p:spPr>
        <p:txBody>
          <a:bodyPr vert="horz" wrap="square" lIns="0" tIns="0" rIns="0" bIns="0" numCol="1" anchor="ctr" anchorCtr="0" compatLnSpc="1">
            <a:prstTxWarp prst="textNoShape">
              <a:avLst/>
            </a:prstTxWarp>
          </a:bodyPr>
          <a:lstStyle/>
          <a:p>
            <a:pPr algn="ctr"/>
            <a:r>
              <a:rPr lang="en-US" sz="700">
                <a:solidFill>
                  <a:srgbClr val="FFFFFF"/>
                </a:solidFill>
              </a:rPr>
              <a:t>2</a:t>
            </a:r>
          </a:p>
        </p:txBody>
      </p:sp>
      <p:sp>
        <p:nvSpPr>
          <p:cNvPr id="117" name="TextBox 116">
            <a:extLst>
              <a:ext uri="{FF2B5EF4-FFF2-40B4-BE49-F238E27FC236}">
                <a16:creationId xmlns:a16="http://schemas.microsoft.com/office/drawing/2014/main" id="{15BDC27E-EFD9-C882-9A70-1FE21024CAF1}"/>
              </a:ext>
            </a:extLst>
          </p:cNvPr>
          <p:cNvSpPr txBox="1"/>
          <p:nvPr/>
        </p:nvSpPr>
        <p:spPr>
          <a:xfrm>
            <a:off x="9348165" y="2282378"/>
            <a:ext cx="2570113" cy="461665"/>
          </a:xfrm>
          <a:prstGeom prst="rect">
            <a:avLst/>
          </a:prstGeom>
          <a:noFill/>
        </p:spPr>
        <p:txBody>
          <a:bodyPr wrap="square" rtlCol="0">
            <a:spAutoFit/>
          </a:bodyPr>
          <a:lstStyle/>
          <a:p>
            <a:r>
              <a:rPr lang="en-US" sz="1200" b="1"/>
              <a:t>Turning sustainable via operational excellence and interventions</a:t>
            </a:r>
          </a:p>
        </p:txBody>
      </p:sp>
      <p:sp>
        <p:nvSpPr>
          <p:cNvPr id="118" name="TextBox 117">
            <a:extLst>
              <a:ext uri="{FF2B5EF4-FFF2-40B4-BE49-F238E27FC236}">
                <a16:creationId xmlns:a16="http://schemas.microsoft.com/office/drawing/2014/main" id="{22E91A4D-8370-2784-9DC8-D9766E446F63}"/>
              </a:ext>
            </a:extLst>
          </p:cNvPr>
          <p:cNvSpPr txBox="1"/>
          <p:nvPr/>
        </p:nvSpPr>
        <p:spPr>
          <a:xfrm>
            <a:off x="9316870" y="2043028"/>
            <a:ext cx="1132041" cy="261610"/>
          </a:xfrm>
          <a:prstGeom prst="rect">
            <a:avLst/>
          </a:prstGeom>
          <a:noFill/>
        </p:spPr>
        <p:txBody>
          <a:bodyPr wrap="none" rtlCol="0">
            <a:spAutoFit/>
          </a:bodyPr>
          <a:lstStyle/>
          <a:p>
            <a:r>
              <a:rPr lang="en-US" sz="1100" i="1">
                <a:solidFill>
                  <a:schemeClr val="bg2">
                    <a:lumMod val="50000"/>
                  </a:schemeClr>
                </a:solidFill>
              </a:rPr>
              <a:t>Deep dive ahead</a:t>
            </a:r>
          </a:p>
        </p:txBody>
      </p:sp>
      <p:sp>
        <p:nvSpPr>
          <p:cNvPr id="119" name="Oval 20">
            <a:extLst>
              <a:ext uri="{FF2B5EF4-FFF2-40B4-BE49-F238E27FC236}">
                <a16:creationId xmlns:a16="http://schemas.microsoft.com/office/drawing/2014/main" id="{FB6CEECE-85D6-FA00-F48F-964E53A20355}"/>
              </a:ext>
            </a:extLst>
          </p:cNvPr>
          <p:cNvSpPr>
            <a:spLocks noChangeArrowheads="1"/>
          </p:cNvSpPr>
          <p:nvPr/>
        </p:nvSpPr>
        <p:spPr bwMode="auto">
          <a:xfrm>
            <a:off x="9194563" y="4388449"/>
            <a:ext cx="193857" cy="197776"/>
          </a:xfrm>
          <a:prstGeom prst="ellipse">
            <a:avLst/>
          </a:prstGeom>
          <a:solidFill>
            <a:schemeClr val="accent1"/>
          </a:solidFill>
          <a:ln>
            <a:noFill/>
          </a:ln>
        </p:spPr>
        <p:txBody>
          <a:bodyPr vert="horz" wrap="square" lIns="0" tIns="0" rIns="0" bIns="0" numCol="1" anchor="ctr" anchorCtr="0" compatLnSpc="1">
            <a:prstTxWarp prst="textNoShape">
              <a:avLst/>
            </a:prstTxWarp>
          </a:bodyPr>
          <a:lstStyle/>
          <a:p>
            <a:pPr algn="ctr"/>
            <a:r>
              <a:rPr lang="en-US" sz="700">
                <a:solidFill>
                  <a:srgbClr val="FFFFFF"/>
                </a:solidFill>
              </a:rPr>
              <a:t>3</a:t>
            </a:r>
          </a:p>
        </p:txBody>
      </p:sp>
      <p:sp>
        <p:nvSpPr>
          <p:cNvPr id="120" name="TextBox 119">
            <a:extLst>
              <a:ext uri="{FF2B5EF4-FFF2-40B4-BE49-F238E27FC236}">
                <a16:creationId xmlns:a16="http://schemas.microsoft.com/office/drawing/2014/main" id="{E4B1D23C-BD10-E455-0451-CB74D503CF78}"/>
              </a:ext>
            </a:extLst>
          </p:cNvPr>
          <p:cNvSpPr txBox="1"/>
          <p:nvPr/>
        </p:nvSpPr>
        <p:spPr>
          <a:xfrm>
            <a:off x="9338124" y="4378441"/>
            <a:ext cx="2570113" cy="276999"/>
          </a:xfrm>
          <a:prstGeom prst="rect">
            <a:avLst/>
          </a:prstGeom>
          <a:noFill/>
        </p:spPr>
        <p:txBody>
          <a:bodyPr wrap="square" rtlCol="0">
            <a:spAutoFit/>
          </a:bodyPr>
          <a:lstStyle/>
          <a:p>
            <a:r>
              <a:rPr lang="en-US" sz="1200" b="1"/>
              <a:t>Becoming a market shaping force</a:t>
            </a:r>
          </a:p>
        </p:txBody>
      </p:sp>
      <p:sp>
        <p:nvSpPr>
          <p:cNvPr id="122" name="TextBox 121">
            <a:extLst>
              <a:ext uri="{FF2B5EF4-FFF2-40B4-BE49-F238E27FC236}">
                <a16:creationId xmlns:a16="http://schemas.microsoft.com/office/drawing/2014/main" id="{B12FEA67-D89E-69F9-EB19-C808EB7A378C}"/>
              </a:ext>
            </a:extLst>
          </p:cNvPr>
          <p:cNvSpPr txBox="1"/>
          <p:nvPr/>
        </p:nvSpPr>
        <p:spPr>
          <a:xfrm>
            <a:off x="9165898" y="2892737"/>
            <a:ext cx="1047082" cy="215444"/>
          </a:xfrm>
          <a:prstGeom prst="rect">
            <a:avLst/>
          </a:prstGeom>
          <a:noFill/>
        </p:spPr>
        <p:txBody>
          <a:bodyPr wrap="none" rtlCol="0">
            <a:spAutoFit/>
          </a:bodyPr>
          <a:lstStyle/>
          <a:p>
            <a:r>
              <a:rPr lang="en-US" sz="800" i="1">
                <a:solidFill>
                  <a:schemeClr val="bg2">
                    <a:lumMod val="50000"/>
                  </a:schemeClr>
                </a:solidFill>
              </a:rPr>
              <a:t>Scope for next phase</a:t>
            </a:r>
          </a:p>
        </p:txBody>
      </p:sp>
      <p:sp>
        <p:nvSpPr>
          <p:cNvPr id="150" name="Oval 20">
            <a:extLst>
              <a:ext uri="{FF2B5EF4-FFF2-40B4-BE49-F238E27FC236}">
                <a16:creationId xmlns:a16="http://schemas.microsoft.com/office/drawing/2014/main" id="{7E1D011C-B8CC-BE45-9E51-27817A151D03}"/>
              </a:ext>
            </a:extLst>
          </p:cNvPr>
          <p:cNvSpPr>
            <a:spLocks noChangeArrowheads="1"/>
          </p:cNvSpPr>
          <p:nvPr/>
        </p:nvSpPr>
        <p:spPr bwMode="auto">
          <a:xfrm>
            <a:off x="9123013" y="1055889"/>
            <a:ext cx="193857" cy="197776"/>
          </a:xfrm>
          <a:prstGeom prst="ellipse">
            <a:avLst/>
          </a:prstGeom>
          <a:solidFill>
            <a:schemeClr val="accent1"/>
          </a:solidFill>
          <a:ln>
            <a:noFill/>
          </a:ln>
        </p:spPr>
        <p:txBody>
          <a:bodyPr vert="horz" wrap="square" lIns="0" tIns="0" rIns="0" bIns="0" numCol="1" anchor="ctr" anchorCtr="0" compatLnSpc="1">
            <a:prstTxWarp prst="textNoShape">
              <a:avLst/>
            </a:prstTxWarp>
          </a:bodyPr>
          <a:lstStyle/>
          <a:p>
            <a:pPr algn="ctr"/>
            <a:r>
              <a:rPr lang="en-US" sz="700">
                <a:solidFill>
                  <a:srgbClr val="FFFFFF"/>
                </a:solidFill>
              </a:rPr>
              <a:t>1</a:t>
            </a:r>
          </a:p>
        </p:txBody>
      </p:sp>
      <p:sp>
        <p:nvSpPr>
          <p:cNvPr id="151" name="TextBox 150">
            <a:extLst>
              <a:ext uri="{FF2B5EF4-FFF2-40B4-BE49-F238E27FC236}">
                <a16:creationId xmlns:a16="http://schemas.microsoft.com/office/drawing/2014/main" id="{FBEBF4DF-8A88-AB8C-6625-FA314F84D26E}"/>
              </a:ext>
            </a:extLst>
          </p:cNvPr>
          <p:cNvSpPr txBox="1"/>
          <p:nvPr/>
        </p:nvSpPr>
        <p:spPr>
          <a:xfrm>
            <a:off x="9326911" y="971749"/>
            <a:ext cx="2570113" cy="461665"/>
          </a:xfrm>
          <a:prstGeom prst="rect">
            <a:avLst/>
          </a:prstGeom>
          <a:noFill/>
        </p:spPr>
        <p:txBody>
          <a:bodyPr wrap="square" rtlCol="0">
            <a:spAutoFit/>
          </a:bodyPr>
          <a:lstStyle/>
          <a:p>
            <a:r>
              <a:rPr lang="en-US" sz="1200" b="1"/>
              <a:t>Mitigating high process costs by fleet optimization (outsource/P2P)</a:t>
            </a:r>
          </a:p>
        </p:txBody>
      </p:sp>
      <p:sp>
        <p:nvSpPr>
          <p:cNvPr id="155" name="Rounded Rectangle 154">
            <a:extLst>
              <a:ext uri="{FF2B5EF4-FFF2-40B4-BE49-F238E27FC236}">
                <a16:creationId xmlns:a16="http://schemas.microsoft.com/office/drawing/2014/main" id="{87DCF1D7-5FA6-D95A-EFBA-2309BDEEE7DA}"/>
              </a:ext>
            </a:extLst>
          </p:cNvPr>
          <p:cNvSpPr/>
          <p:nvPr/>
        </p:nvSpPr>
        <p:spPr>
          <a:xfrm>
            <a:off x="9246934" y="1410098"/>
            <a:ext cx="1069301" cy="468475"/>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Customer</a:t>
            </a:r>
          </a:p>
          <a:p>
            <a:pPr algn="ctr"/>
            <a:r>
              <a:rPr lang="en-US" sz="1200">
                <a:latin typeface="Calibri" panose="020F0502020204030204" pitchFamily="34" charset="0"/>
                <a:cs typeface="Calibri" panose="020F0502020204030204" pitchFamily="34" charset="0"/>
              </a:rPr>
              <a:t>Cost</a:t>
            </a:r>
          </a:p>
        </p:txBody>
      </p:sp>
      <p:sp>
        <p:nvSpPr>
          <p:cNvPr id="156" name="Rounded Rectangle 155">
            <a:extLst>
              <a:ext uri="{FF2B5EF4-FFF2-40B4-BE49-F238E27FC236}">
                <a16:creationId xmlns:a16="http://schemas.microsoft.com/office/drawing/2014/main" id="{846801BB-13D0-3C59-A019-AD1EA27200C8}"/>
              </a:ext>
            </a:extLst>
          </p:cNvPr>
          <p:cNvSpPr/>
          <p:nvPr/>
        </p:nvSpPr>
        <p:spPr>
          <a:xfrm>
            <a:off x="10443565" y="1413085"/>
            <a:ext cx="1403163" cy="461664"/>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Driver</a:t>
            </a:r>
          </a:p>
        </p:txBody>
      </p:sp>
      <p:grpSp>
        <p:nvGrpSpPr>
          <p:cNvPr id="238" name="Group 237">
            <a:extLst>
              <a:ext uri="{FF2B5EF4-FFF2-40B4-BE49-F238E27FC236}">
                <a16:creationId xmlns:a16="http://schemas.microsoft.com/office/drawing/2014/main" id="{C682F803-8075-C571-0F78-BA3D2871AE9F}"/>
              </a:ext>
            </a:extLst>
          </p:cNvPr>
          <p:cNvGrpSpPr/>
          <p:nvPr/>
        </p:nvGrpSpPr>
        <p:grpSpPr>
          <a:xfrm>
            <a:off x="8980361" y="4774071"/>
            <a:ext cx="1445958" cy="1677264"/>
            <a:chOff x="9124624" y="4762958"/>
            <a:chExt cx="1874863" cy="2108774"/>
          </a:xfrm>
        </p:grpSpPr>
        <p:grpSp>
          <p:nvGrpSpPr>
            <p:cNvPr id="240" name="Group 239">
              <a:extLst>
                <a:ext uri="{FF2B5EF4-FFF2-40B4-BE49-F238E27FC236}">
                  <a16:creationId xmlns:a16="http://schemas.microsoft.com/office/drawing/2014/main" id="{C756A9F3-C444-51E3-98E9-F7A90176949E}"/>
                </a:ext>
              </a:extLst>
            </p:cNvPr>
            <p:cNvGrpSpPr/>
            <p:nvPr/>
          </p:nvGrpSpPr>
          <p:grpSpPr>
            <a:xfrm>
              <a:off x="9124624" y="4762958"/>
              <a:ext cx="1445959" cy="1442611"/>
              <a:chOff x="1116587" y="809181"/>
              <a:chExt cx="5252977" cy="5252209"/>
            </a:xfrm>
          </p:grpSpPr>
          <p:sp>
            <p:nvSpPr>
              <p:cNvPr id="247" name="Freeform 5">
                <a:extLst>
                  <a:ext uri="{FF2B5EF4-FFF2-40B4-BE49-F238E27FC236}">
                    <a16:creationId xmlns:a16="http://schemas.microsoft.com/office/drawing/2014/main" id="{5C83CB0F-2E0E-1AA9-8889-5F47D517C87B}"/>
                  </a:ext>
                </a:extLst>
              </p:cNvPr>
              <p:cNvSpPr>
                <a:spLocks/>
              </p:cNvSpPr>
              <p:nvPr/>
            </p:nvSpPr>
            <p:spPr bwMode="auto">
              <a:xfrm rot="2419960">
                <a:off x="2444266" y="809181"/>
                <a:ext cx="2662209" cy="2260919"/>
              </a:xfrm>
              <a:custGeom>
                <a:avLst/>
                <a:gdLst>
                  <a:gd name="T0" fmla="*/ 252 w 1605"/>
                  <a:gd name="T1" fmla="*/ 1119 h 1367"/>
                  <a:gd name="T2" fmla="*/ 460 w 1605"/>
                  <a:gd name="T3" fmla="*/ 1367 h 1367"/>
                  <a:gd name="T4" fmla="*/ 1353 w 1605"/>
                  <a:gd name="T5" fmla="*/ 461 h 1367"/>
                  <a:gd name="T6" fmla="*/ 1605 w 1605"/>
                  <a:gd name="T7" fmla="*/ 250 h 1367"/>
                  <a:gd name="T8" fmla="*/ 1395 w 1605"/>
                  <a:gd name="T9" fmla="*/ 0 h 1367"/>
                  <a:gd name="T10" fmla="*/ 1381 w 1605"/>
                  <a:gd name="T11" fmla="*/ 0 h 1367"/>
                  <a:gd name="T12" fmla="*/ 0 w 1605"/>
                  <a:gd name="T13" fmla="*/ 1331 h 1367"/>
                  <a:gd name="T14" fmla="*/ 252 w 1605"/>
                  <a:gd name="T15" fmla="*/ 1119 h 13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5" h="1367">
                    <a:moveTo>
                      <a:pt x="252" y="1119"/>
                    </a:moveTo>
                    <a:cubicBezTo>
                      <a:pt x="460" y="1367"/>
                      <a:pt x="460" y="1367"/>
                      <a:pt x="460" y="1367"/>
                    </a:cubicBezTo>
                    <a:cubicBezTo>
                      <a:pt x="468" y="874"/>
                      <a:pt x="862" y="476"/>
                      <a:pt x="1353" y="461"/>
                    </a:cubicBezTo>
                    <a:cubicBezTo>
                      <a:pt x="1605" y="250"/>
                      <a:pt x="1605" y="250"/>
                      <a:pt x="1605" y="250"/>
                    </a:cubicBezTo>
                    <a:cubicBezTo>
                      <a:pt x="1395" y="0"/>
                      <a:pt x="1395" y="0"/>
                      <a:pt x="1395" y="0"/>
                    </a:cubicBezTo>
                    <a:cubicBezTo>
                      <a:pt x="1391" y="0"/>
                      <a:pt x="1386" y="0"/>
                      <a:pt x="1381" y="0"/>
                    </a:cubicBezTo>
                    <a:cubicBezTo>
                      <a:pt x="635" y="0"/>
                      <a:pt x="27" y="591"/>
                      <a:pt x="0" y="1331"/>
                    </a:cubicBezTo>
                    <a:lnTo>
                      <a:pt x="252" y="1119"/>
                    </a:lnTo>
                    <a:close/>
                  </a:path>
                </a:pathLst>
              </a:custGeom>
              <a:solidFill>
                <a:srgbClr val="002060"/>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solidFill>
                    <a:sysClr val="windowText" lastClr="000000"/>
                  </a:solidFill>
                </a:endParaRPr>
              </a:p>
            </p:txBody>
          </p:sp>
          <p:sp>
            <p:nvSpPr>
              <p:cNvPr id="248" name="Freeform 6">
                <a:extLst>
                  <a:ext uri="{FF2B5EF4-FFF2-40B4-BE49-F238E27FC236}">
                    <a16:creationId xmlns:a16="http://schemas.microsoft.com/office/drawing/2014/main" id="{246A63AA-42BB-AADA-72DA-F59C49337F71}"/>
                  </a:ext>
                </a:extLst>
              </p:cNvPr>
              <p:cNvSpPr>
                <a:spLocks/>
              </p:cNvSpPr>
              <p:nvPr/>
            </p:nvSpPr>
            <p:spPr bwMode="auto">
              <a:xfrm rot="2419960">
                <a:off x="4103750" y="2141963"/>
                <a:ext cx="2265814" cy="2656092"/>
              </a:xfrm>
              <a:custGeom>
                <a:avLst/>
                <a:gdLst>
                  <a:gd name="T0" fmla="*/ 247 w 1366"/>
                  <a:gd name="T1" fmla="*/ 252 h 1605"/>
                  <a:gd name="T2" fmla="*/ 0 w 1366"/>
                  <a:gd name="T3" fmla="*/ 460 h 1605"/>
                  <a:gd name="T4" fmla="*/ 905 w 1366"/>
                  <a:gd name="T5" fmla="*/ 1353 h 1605"/>
                  <a:gd name="T6" fmla="*/ 1116 w 1366"/>
                  <a:gd name="T7" fmla="*/ 1605 h 1605"/>
                  <a:gd name="T8" fmla="*/ 1366 w 1366"/>
                  <a:gd name="T9" fmla="*/ 1396 h 1605"/>
                  <a:gd name="T10" fmla="*/ 1366 w 1366"/>
                  <a:gd name="T11" fmla="*/ 1381 h 1605"/>
                  <a:gd name="T12" fmla="*/ 35 w 1366"/>
                  <a:gd name="T13" fmla="*/ 0 h 1605"/>
                  <a:gd name="T14" fmla="*/ 247 w 1366"/>
                  <a:gd name="T15" fmla="*/ 252 h 16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6" h="1605">
                    <a:moveTo>
                      <a:pt x="247" y="252"/>
                    </a:moveTo>
                    <a:cubicBezTo>
                      <a:pt x="0" y="460"/>
                      <a:pt x="0" y="460"/>
                      <a:pt x="0" y="460"/>
                    </a:cubicBezTo>
                    <a:cubicBezTo>
                      <a:pt x="492" y="468"/>
                      <a:pt x="890" y="863"/>
                      <a:pt x="905" y="1353"/>
                    </a:cubicBezTo>
                    <a:cubicBezTo>
                      <a:pt x="1116" y="1605"/>
                      <a:pt x="1116" y="1605"/>
                      <a:pt x="1116" y="1605"/>
                    </a:cubicBezTo>
                    <a:cubicBezTo>
                      <a:pt x="1366" y="1396"/>
                      <a:pt x="1366" y="1396"/>
                      <a:pt x="1366" y="1396"/>
                    </a:cubicBezTo>
                    <a:cubicBezTo>
                      <a:pt x="1366" y="1391"/>
                      <a:pt x="1366" y="1386"/>
                      <a:pt x="1366" y="1381"/>
                    </a:cubicBezTo>
                    <a:cubicBezTo>
                      <a:pt x="1366" y="635"/>
                      <a:pt x="775" y="27"/>
                      <a:pt x="35" y="0"/>
                    </a:cubicBezTo>
                    <a:lnTo>
                      <a:pt x="247" y="252"/>
                    </a:lnTo>
                    <a:close/>
                  </a:path>
                </a:pathLst>
              </a:custGeom>
              <a:solidFill>
                <a:schemeClr val="accent1">
                  <a:lumMod val="75000"/>
                </a:schemeClr>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solidFill>
                    <a:sysClr val="windowText" lastClr="000000"/>
                  </a:solidFill>
                </a:endParaRPr>
              </a:p>
            </p:txBody>
          </p:sp>
          <p:sp>
            <p:nvSpPr>
              <p:cNvPr id="249" name="Freeform 7">
                <a:extLst>
                  <a:ext uri="{FF2B5EF4-FFF2-40B4-BE49-F238E27FC236}">
                    <a16:creationId xmlns:a16="http://schemas.microsoft.com/office/drawing/2014/main" id="{FD585718-858C-1472-0EA3-207FC311670E}"/>
                  </a:ext>
                </a:extLst>
              </p:cNvPr>
              <p:cNvSpPr>
                <a:spLocks/>
              </p:cNvSpPr>
              <p:nvPr/>
            </p:nvSpPr>
            <p:spPr bwMode="auto">
              <a:xfrm rot="2419960">
                <a:off x="1116587" y="2081086"/>
                <a:ext cx="2265814" cy="2654867"/>
              </a:xfrm>
              <a:custGeom>
                <a:avLst/>
                <a:gdLst>
                  <a:gd name="T0" fmla="*/ 1119 w 1366"/>
                  <a:gd name="T1" fmla="*/ 1353 h 1605"/>
                  <a:gd name="T2" fmla="*/ 1366 w 1366"/>
                  <a:gd name="T3" fmla="*/ 1145 h 1605"/>
                  <a:gd name="T4" fmla="*/ 461 w 1366"/>
                  <a:gd name="T5" fmla="*/ 252 h 1605"/>
                  <a:gd name="T6" fmla="*/ 250 w 1366"/>
                  <a:gd name="T7" fmla="*/ 0 h 1605"/>
                  <a:gd name="T8" fmla="*/ 0 w 1366"/>
                  <a:gd name="T9" fmla="*/ 210 h 1605"/>
                  <a:gd name="T10" fmla="*/ 0 w 1366"/>
                  <a:gd name="T11" fmla="*/ 224 h 1605"/>
                  <a:gd name="T12" fmla="*/ 1331 w 1366"/>
                  <a:gd name="T13" fmla="*/ 1605 h 1605"/>
                  <a:gd name="T14" fmla="*/ 1119 w 1366"/>
                  <a:gd name="T15" fmla="*/ 1353 h 16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6" h="1605">
                    <a:moveTo>
                      <a:pt x="1119" y="1353"/>
                    </a:moveTo>
                    <a:cubicBezTo>
                      <a:pt x="1366" y="1145"/>
                      <a:pt x="1366" y="1145"/>
                      <a:pt x="1366" y="1145"/>
                    </a:cubicBezTo>
                    <a:cubicBezTo>
                      <a:pt x="874" y="1137"/>
                      <a:pt x="476" y="743"/>
                      <a:pt x="461" y="252"/>
                    </a:cubicBezTo>
                    <a:cubicBezTo>
                      <a:pt x="250" y="0"/>
                      <a:pt x="250" y="0"/>
                      <a:pt x="250" y="0"/>
                    </a:cubicBezTo>
                    <a:cubicBezTo>
                      <a:pt x="0" y="210"/>
                      <a:pt x="0" y="210"/>
                      <a:pt x="0" y="210"/>
                    </a:cubicBezTo>
                    <a:cubicBezTo>
                      <a:pt x="0" y="215"/>
                      <a:pt x="0" y="219"/>
                      <a:pt x="0" y="224"/>
                    </a:cubicBezTo>
                    <a:cubicBezTo>
                      <a:pt x="0" y="970"/>
                      <a:pt x="591" y="1578"/>
                      <a:pt x="1331" y="1605"/>
                    </a:cubicBezTo>
                    <a:lnTo>
                      <a:pt x="1119" y="1353"/>
                    </a:lnTo>
                    <a:close/>
                  </a:path>
                </a:pathLst>
              </a:custGeom>
              <a:solidFill>
                <a:schemeClr val="accent1">
                  <a:lumMod val="20000"/>
                  <a:lumOff val="80000"/>
                </a:schemeClr>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p>
            </p:txBody>
          </p:sp>
          <p:sp>
            <p:nvSpPr>
              <p:cNvPr id="250" name="Freeform 8">
                <a:extLst>
                  <a:ext uri="{FF2B5EF4-FFF2-40B4-BE49-F238E27FC236}">
                    <a16:creationId xmlns:a16="http://schemas.microsoft.com/office/drawing/2014/main" id="{1F35978B-1919-B904-D1B7-2D39D96B128C}"/>
                  </a:ext>
                </a:extLst>
              </p:cNvPr>
              <p:cNvSpPr>
                <a:spLocks/>
              </p:cNvSpPr>
              <p:nvPr/>
            </p:nvSpPr>
            <p:spPr bwMode="auto">
              <a:xfrm rot="2419960">
                <a:off x="2405027" y="3801694"/>
                <a:ext cx="2662209" cy="2259696"/>
              </a:xfrm>
              <a:custGeom>
                <a:avLst/>
                <a:gdLst>
                  <a:gd name="T0" fmla="*/ 1353 w 1605"/>
                  <a:gd name="T1" fmla="*/ 247 h 1366"/>
                  <a:gd name="T2" fmla="*/ 1145 w 1605"/>
                  <a:gd name="T3" fmla="*/ 0 h 1366"/>
                  <a:gd name="T4" fmla="*/ 252 w 1605"/>
                  <a:gd name="T5" fmla="*/ 905 h 1366"/>
                  <a:gd name="T6" fmla="*/ 0 w 1605"/>
                  <a:gd name="T7" fmla="*/ 1116 h 1366"/>
                  <a:gd name="T8" fmla="*/ 210 w 1605"/>
                  <a:gd name="T9" fmla="*/ 1366 h 1366"/>
                  <a:gd name="T10" fmla="*/ 224 w 1605"/>
                  <a:gd name="T11" fmla="*/ 1366 h 1366"/>
                  <a:gd name="T12" fmla="*/ 1605 w 1605"/>
                  <a:gd name="T13" fmla="*/ 35 h 1366"/>
                  <a:gd name="T14" fmla="*/ 1353 w 1605"/>
                  <a:gd name="T15" fmla="*/ 247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5" h="1366">
                    <a:moveTo>
                      <a:pt x="1353" y="247"/>
                    </a:moveTo>
                    <a:cubicBezTo>
                      <a:pt x="1145" y="0"/>
                      <a:pt x="1145" y="0"/>
                      <a:pt x="1145" y="0"/>
                    </a:cubicBezTo>
                    <a:cubicBezTo>
                      <a:pt x="1137" y="492"/>
                      <a:pt x="743" y="890"/>
                      <a:pt x="252" y="905"/>
                    </a:cubicBezTo>
                    <a:cubicBezTo>
                      <a:pt x="0" y="1116"/>
                      <a:pt x="0" y="1116"/>
                      <a:pt x="0" y="1116"/>
                    </a:cubicBezTo>
                    <a:cubicBezTo>
                      <a:pt x="210" y="1366"/>
                      <a:pt x="210" y="1366"/>
                      <a:pt x="210" y="1366"/>
                    </a:cubicBezTo>
                    <a:cubicBezTo>
                      <a:pt x="214" y="1366"/>
                      <a:pt x="219" y="1366"/>
                      <a:pt x="224" y="1366"/>
                    </a:cubicBezTo>
                    <a:cubicBezTo>
                      <a:pt x="970" y="1366"/>
                      <a:pt x="1578" y="775"/>
                      <a:pt x="1605" y="35"/>
                    </a:cubicBezTo>
                    <a:lnTo>
                      <a:pt x="1353" y="247"/>
                    </a:lnTo>
                    <a:close/>
                  </a:path>
                </a:pathLst>
              </a:custGeom>
              <a:solidFill>
                <a:schemeClr val="accent1">
                  <a:lumMod val="60000"/>
                  <a:lumOff val="40000"/>
                </a:schemeClr>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solidFill>
                    <a:sysClr val="windowText" lastClr="000000"/>
                  </a:solidFill>
                </a:endParaRPr>
              </a:p>
            </p:txBody>
          </p:sp>
        </p:grpSp>
        <p:sp>
          <p:nvSpPr>
            <p:cNvPr id="242" name="Oval 20">
              <a:extLst>
                <a:ext uri="{FF2B5EF4-FFF2-40B4-BE49-F238E27FC236}">
                  <a16:creationId xmlns:a16="http://schemas.microsoft.com/office/drawing/2014/main" id="{B65E14B4-1AF3-F4C1-C33A-39F4B5EA079B}"/>
                </a:ext>
              </a:extLst>
            </p:cNvPr>
            <p:cNvSpPr>
              <a:spLocks noChangeArrowheads="1"/>
            </p:cNvSpPr>
            <p:nvPr/>
          </p:nvSpPr>
          <p:spPr bwMode="auto">
            <a:xfrm>
              <a:off x="9738141" y="4862336"/>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1</a:t>
              </a:r>
            </a:p>
          </p:txBody>
        </p:sp>
        <p:sp>
          <p:nvSpPr>
            <p:cNvPr id="243" name="Oval 20">
              <a:extLst>
                <a:ext uri="{FF2B5EF4-FFF2-40B4-BE49-F238E27FC236}">
                  <a16:creationId xmlns:a16="http://schemas.microsoft.com/office/drawing/2014/main" id="{DE690FF4-4442-1BC9-721F-06F793474F37}"/>
                </a:ext>
              </a:extLst>
            </p:cNvPr>
            <p:cNvSpPr>
              <a:spLocks noChangeArrowheads="1"/>
            </p:cNvSpPr>
            <p:nvPr/>
          </p:nvSpPr>
          <p:spPr bwMode="auto">
            <a:xfrm>
              <a:off x="10260391" y="5321367"/>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2</a:t>
              </a:r>
            </a:p>
          </p:txBody>
        </p:sp>
        <p:sp>
          <p:nvSpPr>
            <p:cNvPr id="244" name="Oval 20">
              <a:extLst>
                <a:ext uri="{FF2B5EF4-FFF2-40B4-BE49-F238E27FC236}">
                  <a16:creationId xmlns:a16="http://schemas.microsoft.com/office/drawing/2014/main" id="{7745C054-9896-20ED-B55E-83C76A839895}"/>
                </a:ext>
              </a:extLst>
            </p:cNvPr>
            <p:cNvSpPr>
              <a:spLocks noChangeArrowheads="1"/>
            </p:cNvSpPr>
            <p:nvPr/>
          </p:nvSpPr>
          <p:spPr bwMode="auto">
            <a:xfrm>
              <a:off x="9768115" y="5903912"/>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3</a:t>
              </a:r>
            </a:p>
          </p:txBody>
        </p:sp>
        <p:sp>
          <p:nvSpPr>
            <p:cNvPr id="245" name="Oval 20">
              <a:extLst>
                <a:ext uri="{FF2B5EF4-FFF2-40B4-BE49-F238E27FC236}">
                  <a16:creationId xmlns:a16="http://schemas.microsoft.com/office/drawing/2014/main" id="{6E8834AF-5FCF-7AE0-81D7-BE78E3130660}"/>
                </a:ext>
              </a:extLst>
            </p:cNvPr>
            <p:cNvSpPr>
              <a:spLocks noChangeArrowheads="1"/>
            </p:cNvSpPr>
            <p:nvPr/>
          </p:nvSpPr>
          <p:spPr bwMode="auto">
            <a:xfrm>
              <a:off x="9241168" y="5380996"/>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4</a:t>
              </a:r>
            </a:p>
          </p:txBody>
        </p:sp>
        <p:sp>
          <p:nvSpPr>
            <p:cNvPr id="246" name="TextBox 245">
              <a:extLst>
                <a:ext uri="{FF2B5EF4-FFF2-40B4-BE49-F238E27FC236}">
                  <a16:creationId xmlns:a16="http://schemas.microsoft.com/office/drawing/2014/main" id="{2EE4D4EA-345A-12D2-C08B-C900EFBA451F}"/>
                </a:ext>
              </a:extLst>
            </p:cNvPr>
            <p:cNvSpPr txBox="1"/>
            <p:nvPr/>
          </p:nvSpPr>
          <p:spPr>
            <a:xfrm>
              <a:off x="10814756" y="6502400"/>
              <a:ext cx="184731" cy="369332"/>
            </a:xfrm>
            <a:prstGeom prst="rect">
              <a:avLst/>
            </a:prstGeom>
            <a:noFill/>
          </p:spPr>
          <p:txBody>
            <a:bodyPr wrap="none" rtlCol="0">
              <a:spAutoFit/>
            </a:bodyPr>
            <a:lstStyle/>
            <a:p>
              <a:endParaRPr lang="en-US"/>
            </a:p>
          </p:txBody>
        </p:sp>
      </p:grpSp>
      <p:sp>
        <p:nvSpPr>
          <p:cNvPr id="251" name="TextBox 250">
            <a:extLst>
              <a:ext uri="{FF2B5EF4-FFF2-40B4-BE49-F238E27FC236}">
                <a16:creationId xmlns:a16="http://schemas.microsoft.com/office/drawing/2014/main" id="{A47407E8-EF56-1892-7F21-052970A5C712}"/>
              </a:ext>
            </a:extLst>
          </p:cNvPr>
          <p:cNvSpPr txBox="1"/>
          <p:nvPr/>
        </p:nvSpPr>
        <p:spPr>
          <a:xfrm>
            <a:off x="9254775" y="5186087"/>
            <a:ext cx="643125" cy="338554"/>
          </a:xfrm>
          <a:prstGeom prst="rect">
            <a:avLst/>
          </a:prstGeom>
          <a:noFill/>
        </p:spPr>
        <p:txBody>
          <a:bodyPr wrap="none" rtlCol="0">
            <a:spAutoFit/>
          </a:bodyPr>
          <a:lstStyle/>
          <a:p>
            <a:pPr algn="ctr"/>
            <a:r>
              <a:rPr lang="en-US" sz="800">
                <a:solidFill>
                  <a:schemeClr val="bg2">
                    <a:lumMod val="50000"/>
                  </a:schemeClr>
                </a:solidFill>
              </a:rPr>
              <a:t>Leadership</a:t>
            </a:r>
          </a:p>
          <a:p>
            <a:pPr algn="ctr"/>
            <a:r>
              <a:rPr lang="en-US" sz="800">
                <a:solidFill>
                  <a:schemeClr val="bg2">
                    <a:lumMod val="50000"/>
                  </a:schemeClr>
                </a:solidFill>
              </a:rPr>
              <a:t>Playbook</a:t>
            </a:r>
          </a:p>
        </p:txBody>
      </p:sp>
      <p:sp>
        <p:nvSpPr>
          <p:cNvPr id="252" name="TextBox 251">
            <a:extLst>
              <a:ext uri="{FF2B5EF4-FFF2-40B4-BE49-F238E27FC236}">
                <a16:creationId xmlns:a16="http://schemas.microsoft.com/office/drawing/2014/main" id="{B9FCDEAD-215F-30D7-2A14-EC0D0FCEDEFF}"/>
              </a:ext>
            </a:extLst>
          </p:cNvPr>
          <p:cNvSpPr txBox="1"/>
          <p:nvPr/>
        </p:nvSpPr>
        <p:spPr>
          <a:xfrm>
            <a:off x="10029177" y="4872912"/>
            <a:ext cx="2043317" cy="1015663"/>
          </a:xfrm>
          <a:prstGeom prst="rect">
            <a:avLst/>
          </a:prstGeom>
          <a:noFill/>
        </p:spPr>
        <p:txBody>
          <a:bodyPr wrap="square" rtlCol="0">
            <a:spAutoFit/>
          </a:bodyPr>
          <a:lstStyle/>
          <a:p>
            <a:pPr marL="228600" indent="-228600">
              <a:buAutoNum type="arabicPeriod"/>
            </a:pPr>
            <a:r>
              <a:rPr lang="en-US" sz="1200"/>
              <a:t>Enforce standards battle</a:t>
            </a:r>
          </a:p>
          <a:p>
            <a:pPr marL="228600" indent="-228600">
              <a:buAutoNum type="arabicPeriod"/>
            </a:pPr>
            <a:r>
              <a:rPr lang="en-US" sz="1200"/>
              <a:t>Establish virtuous cycle</a:t>
            </a:r>
          </a:p>
          <a:p>
            <a:pPr marL="228600" indent="-228600">
              <a:buAutoNum type="arabicPeriod"/>
            </a:pPr>
            <a:r>
              <a:rPr lang="en-US" sz="1200"/>
              <a:t>Break performance barriers</a:t>
            </a:r>
          </a:p>
          <a:p>
            <a:pPr marL="228600" indent="-228600">
              <a:buAutoNum type="arabicPeriod"/>
            </a:pPr>
            <a:r>
              <a:rPr lang="en-US" sz="1200"/>
              <a:t>Reinforce market shaping </a:t>
            </a:r>
          </a:p>
        </p:txBody>
      </p:sp>
      <p:sp>
        <p:nvSpPr>
          <p:cNvPr id="5" name="Rectangle 4">
            <a:extLst>
              <a:ext uri="{FF2B5EF4-FFF2-40B4-BE49-F238E27FC236}">
                <a16:creationId xmlns:a16="http://schemas.microsoft.com/office/drawing/2014/main" id="{8595FBDD-AF5E-C72C-7AA5-504DF4CD77EF}"/>
              </a:ext>
            </a:extLst>
          </p:cNvPr>
          <p:cNvSpPr/>
          <p:nvPr/>
        </p:nvSpPr>
        <p:spPr>
          <a:xfrm>
            <a:off x="660281" y="832425"/>
            <a:ext cx="3759319" cy="393155"/>
          </a:xfrm>
          <a:prstGeom prst="rect">
            <a:avLst/>
          </a:prstGeom>
          <a:solidFill>
            <a:schemeClr val="accent1">
              <a:lumMod val="20000"/>
              <a:lumOff val="80000"/>
            </a:schemeClr>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IN" sz="1100" b="0" i="0">
                <a:solidFill>
                  <a:schemeClr val="tx1"/>
                </a:solidFill>
                <a:effectLst/>
                <a:latin typeface="Calibri" panose="020F0502020204030204" pitchFamily="34" charset="0"/>
                <a:cs typeface="Calibri" panose="020F0502020204030204" pitchFamily="34" charset="0"/>
              </a:rPr>
              <a:t>A last-mile delivery solution, dedicated to ensuring high customer satisfaction through swift &amp; secure delivery of parcels.</a:t>
            </a:r>
            <a:endParaRPr lang="en-US" sz="1100">
              <a:solidFill>
                <a:schemeClr val="tx1"/>
              </a:solidFill>
              <a:latin typeface="Calibri" panose="020F0502020204030204" pitchFamily="34" charset="0"/>
              <a:cs typeface="Calibri" panose="020F0502020204030204" pitchFamily="34" charset="0"/>
            </a:endParaRPr>
          </a:p>
        </p:txBody>
      </p:sp>
      <p:sp>
        <p:nvSpPr>
          <p:cNvPr id="126" name="Rectangle 125">
            <a:extLst>
              <a:ext uri="{FF2B5EF4-FFF2-40B4-BE49-F238E27FC236}">
                <a16:creationId xmlns:a16="http://schemas.microsoft.com/office/drawing/2014/main" id="{A6CE0FE2-F8DD-3378-9958-50A942DAD934}"/>
              </a:ext>
            </a:extLst>
          </p:cNvPr>
          <p:cNvSpPr/>
          <p:nvPr/>
        </p:nvSpPr>
        <p:spPr>
          <a:xfrm>
            <a:off x="155409" y="842946"/>
            <a:ext cx="494831" cy="382634"/>
          </a:xfrm>
          <a:prstGeom prst="rect">
            <a:avLst/>
          </a:prstGeom>
          <a:solidFill>
            <a:schemeClr val="accent1"/>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1300" b="1">
                <a:solidFill>
                  <a:schemeClr val="bg1"/>
                </a:solidFill>
              </a:rPr>
              <a:t>Who</a:t>
            </a:r>
          </a:p>
        </p:txBody>
      </p:sp>
      <p:sp>
        <p:nvSpPr>
          <p:cNvPr id="131" name="Rectangle 130">
            <a:extLst>
              <a:ext uri="{FF2B5EF4-FFF2-40B4-BE49-F238E27FC236}">
                <a16:creationId xmlns:a16="http://schemas.microsoft.com/office/drawing/2014/main" id="{D5B72485-C7DC-B62E-24BA-9E2BB37D53DA}"/>
              </a:ext>
            </a:extLst>
          </p:cNvPr>
          <p:cNvSpPr/>
          <p:nvPr/>
        </p:nvSpPr>
        <p:spPr>
          <a:xfrm>
            <a:off x="4411054" y="847335"/>
            <a:ext cx="494831" cy="382634"/>
          </a:xfrm>
          <a:prstGeom prst="rect">
            <a:avLst/>
          </a:prstGeom>
          <a:solidFill>
            <a:schemeClr val="accent1"/>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1300" b="1">
                <a:solidFill>
                  <a:schemeClr val="bg1"/>
                </a:solidFill>
              </a:rPr>
              <a:t>What</a:t>
            </a:r>
          </a:p>
        </p:txBody>
      </p:sp>
      <p:sp>
        <p:nvSpPr>
          <p:cNvPr id="133" name="Rectangle 132">
            <a:extLst>
              <a:ext uri="{FF2B5EF4-FFF2-40B4-BE49-F238E27FC236}">
                <a16:creationId xmlns:a16="http://schemas.microsoft.com/office/drawing/2014/main" id="{66E45CC8-AD4C-3DD5-2843-96C01735B6A9}"/>
              </a:ext>
            </a:extLst>
          </p:cNvPr>
          <p:cNvSpPr/>
          <p:nvPr/>
        </p:nvSpPr>
        <p:spPr>
          <a:xfrm>
            <a:off x="4910288" y="851819"/>
            <a:ext cx="2428929" cy="368832"/>
          </a:xfrm>
          <a:prstGeom prst="rect">
            <a:avLst/>
          </a:prstGeom>
          <a:solidFill>
            <a:schemeClr val="accent1">
              <a:lumMod val="20000"/>
              <a:lumOff val="80000"/>
            </a:schemeClr>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100">
                <a:solidFill>
                  <a:schemeClr val="tx1"/>
                </a:solidFill>
                <a:latin typeface="Calibri" panose="020F0502020204030204" pitchFamily="34" charset="0"/>
                <a:cs typeface="Calibri" panose="020F0502020204030204" pitchFamily="34" charset="0"/>
              </a:rPr>
              <a:t>Redefining the </a:t>
            </a:r>
            <a:r>
              <a:rPr lang="en-IN" sz="1100" b="0" i="0">
                <a:solidFill>
                  <a:schemeClr val="tx1"/>
                </a:solidFill>
                <a:effectLst/>
                <a:latin typeface="Calibri" panose="020F0502020204030204" pitchFamily="34" charset="0"/>
                <a:cs typeface="Calibri" panose="020F0502020204030204" pitchFamily="34" charset="0"/>
              </a:rPr>
              <a:t>performance frontier for sustainable competitive advantage</a:t>
            </a:r>
            <a:endParaRPr lang="en-US" sz="1100" b="1">
              <a:solidFill>
                <a:schemeClr val="tx1"/>
              </a:solidFill>
              <a:latin typeface="Calibri" panose="020F0502020204030204" pitchFamily="34" charset="0"/>
              <a:cs typeface="Calibri" panose="020F0502020204030204" pitchFamily="34" charset="0"/>
            </a:endParaRPr>
          </a:p>
        </p:txBody>
      </p:sp>
      <p:sp>
        <p:nvSpPr>
          <p:cNvPr id="134" name="Rectangle 133">
            <a:extLst>
              <a:ext uri="{FF2B5EF4-FFF2-40B4-BE49-F238E27FC236}">
                <a16:creationId xmlns:a16="http://schemas.microsoft.com/office/drawing/2014/main" id="{27D46609-F639-846C-E0C6-BD5C9ED81A6A}"/>
              </a:ext>
            </a:extLst>
          </p:cNvPr>
          <p:cNvSpPr/>
          <p:nvPr/>
        </p:nvSpPr>
        <p:spPr>
          <a:xfrm>
            <a:off x="7345371" y="847335"/>
            <a:ext cx="491988" cy="382634"/>
          </a:xfrm>
          <a:prstGeom prst="rect">
            <a:avLst/>
          </a:prstGeom>
          <a:solidFill>
            <a:schemeClr val="accent1"/>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1300" b="1">
                <a:solidFill>
                  <a:schemeClr val="bg1"/>
                </a:solidFill>
              </a:rPr>
              <a:t>Why</a:t>
            </a:r>
          </a:p>
        </p:txBody>
      </p:sp>
      <p:sp>
        <p:nvSpPr>
          <p:cNvPr id="138" name="Rectangle 137">
            <a:extLst>
              <a:ext uri="{FF2B5EF4-FFF2-40B4-BE49-F238E27FC236}">
                <a16:creationId xmlns:a16="http://schemas.microsoft.com/office/drawing/2014/main" id="{F1D2049A-CEE5-E913-55FC-17ABBCE339F0}"/>
              </a:ext>
            </a:extLst>
          </p:cNvPr>
          <p:cNvSpPr/>
          <p:nvPr/>
        </p:nvSpPr>
        <p:spPr>
          <a:xfrm>
            <a:off x="7845915" y="851819"/>
            <a:ext cx="1071754" cy="368832"/>
          </a:xfrm>
          <a:prstGeom prst="rect">
            <a:avLst/>
          </a:prstGeom>
          <a:solidFill>
            <a:schemeClr val="accent1">
              <a:lumMod val="20000"/>
              <a:lumOff val="80000"/>
            </a:schemeClr>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100" b="1">
                <a:solidFill>
                  <a:schemeClr val="tx1"/>
                </a:solidFill>
                <a:latin typeface="Calibri" panose="020F0502020204030204" pitchFamily="34" charset="0"/>
                <a:cs typeface="Calibri" panose="020F0502020204030204" pitchFamily="34" charset="0"/>
              </a:rPr>
              <a:t>People, Profit, Planet</a:t>
            </a:r>
            <a:endParaRPr lang="en-US" sz="1100" b="1">
              <a:solidFill>
                <a:schemeClr val="tx1"/>
              </a:solidFill>
              <a:latin typeface="Calibri" panose="020F0502020204030204" pitchFamily="34" charset="0"/>
              <a:cs typeface="Calibri" panose="020F0502020204030204" pitchFamily="34" charset="0"/>
            </a:endParaRPr>
          </a:p>
        </p:txBody>
      </p:sp>
      <p:grpSp>
        <p:nvGrpSpPr>
          <p:cNvPr id="3" name="Group 2">
            <a:extLst>
              <a:ext uri="{FF2B5EF4-FFF2-40B4-BE49-F238E27FC236}">
                <a16:creationId xmlns:a16="http://schemas.microsoft.com/office/drawing/2014/main" id="{93C07D03-8974-4E22-2B1D-B694C0DFD31A}"/>
              </a:ext>
            </a:extLst>
          </p:cNvPr>
          <p:cNvGrpSpPr/>
          <p:nvPr/>
        </p:nvGrpSpPr>
        <p:grpSpPr>
          <a:xfrm>
            <a:off x="157912" y="1308830"/>
            <a:ext cx="8766313" cy="1380563"/>
            <a:chOff x="273243" y="2916295"/>
            <a:chExt cx="8766313" cy="1380563"/>
          </a:xfrm>
        </p:grpSpPr>
        <p:sp>
          <p:nvSpPr>
            <p:cNvPr id="4" name="Left Brace 3">
              <a:extLst>
                <a:ext uri="{FF2B5EF4-FFF2-40B4-BE49-F238E27FC236}">
                  <a16:creationId xmlns:a16="http://schemas.microsoft.com/office/drawing/2014/main" id="{46A9EC11-3078-F6D8-7850-21AA67D37C10}"/>
                </a:ext>
              </a:extLst>
            </p:cNvPr>
            <p:cNvSpPr/>
            <p:nvPr/>
          </p:nvSpPr>
          <p:spPr>
            <a:xfrm rot="5400000">
              <a:off x="3728323" y="2852357"/>
              <a:ext cx="75125" cy="670659"/>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6" name="Left Brace 5">
              <a:extLst>
                <a:ext uri="{FF2B5EF4-FFF2-40B4-BE49-F238E27FC236}">
                  <a16:creationId xmlns:a16="http://schemas.microsoft.com/office/drawing/2014/main" id="{6B1F0D96-D84B-E4B8-6D15-23D285682D7F}"/>
                </a:ext>
              </a:extLst>
            </p:cNvPr>
            <p:cNvSpPr/>
            <p:nvPr/>
          </p:nvSpPr>
          <p:spPr>
            <a:xfrm rot="5400000">
              <a:off x="2472420" y="2381934"/>
              <a:ext cx="79202" cy="1602404"/>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7" name="Left Brace 6">
              <a:extLst>
                <a:ext uri="{FF2B5EF4-FFF2-40B4-BE49-F238E27FC236}">
                  <a16:creationId xmlns:a16="http://schemas.microsoft.com/office/drawing/2014/main" id="{907D801D-714D-DD10-9128-4718DA39D9B2}"/>
                </a:ext>
              </a:extLst>
            </p:cNvPr>
            <p:cNvSpPr/>
            <p:nvPr/>
          </p:nvSpPr>
          <p:spPr>
            <a:xfrm rot="5400000">
              <a:off x="5261219" y="2193423"/>
              <a:ext cx="79200" cy="1985116"/>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8" name="Left Brace 7">
              <a:extLst>
                <a:ext uri="{FF2B5EF4-FFF2-40B4-BE49-F238E27FC236}">
                  <a16:creationId xmlns:a16="http://schemas.microsoft.com/office/drawing/2014/main" id="{55DB4EB6-EF6C-A6F1-AE39-B3FB76E2A99F}"/>
                </a:ext>
              </a:extLst>
            </p:cNvPr>
            <p:cNvSpPr/>
            <p:nvPr/>
          </p:nvSpPr>
          <p:spPr>
            <a:xfrm rot="5400000">
              <a:off x="7404128" y="2198997"/>
              <a:ext cx="79200" cy="1985115"/>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9" name="TextBox 8">
              <a:extLst>
                <a:ext uri="{FF2B5EF4-FFF2-40B4-BE49-F238E27FC236}">
                  <a16:creationId xmlns:a16="http://schemas.microsoft.com/office/drawing/2014/main" id="{E4E0CFFB-62FB-582B-3E6C-904D5D9883E1}"/>
                </a:ext>
              </a:extLst>
            </p:cNvPr>
            <p:cNvSpPr txBox="1"/>
            <p:nvPr/>
          </p:nvSpPr>
          <p:spPr>
            <a:xfrm>
              <a:off x="1702094" y="3683484"/>
              <a:ext cx="278970" cy="138499"/>
            </a:xfrm>
            <a:prstGeom prst="rect">
              <a:avLst/>
            </a:prstGeom>
            <a:noFill/>
          </p:spPr>
          <p:txBody>
            <a:bodyPr wrap="square" lIns="0" tIns="0" rIns="0" bIns="0" rtlCol="0">
              <a:spAutoFit/>
            </a:bodyPr>
            <a:lstStyle/>
            <a:p>
              <a:r>
                <a:rPr lang="en-US" sz="900"/>
                <a:t>Seller</a:t>
              </a:r>
            </a:p>
          </p:txBody>
        </p:sp>
        <p:cxnSp>
          <p:nvCxnSpPr>
            <p:cNvPr id="10" name="Straight Arrow Connector 9">
              <a:extLst>
                <a:ext uri="{FF2B5EF4-FFF2-40B4-BE49-F238E27FC236}">
                  <a16:creationId xmlns:a16="http://schemas.microsoft.com/office/drawing/2014/main" id="{479E7BA6-4DEE-038B-5BE5-569A0E92DACB}"/>
                </a:ext>
              </a:extLst>
            </p:cNvPr>
            <p:cNvCxnSpPr>
              <a:cxnSpLocks/>
            </p:cNvCxnSpPr>
            <p:nvPr/>
          </p:nvCxnSpPr>
          <p:spPr>
            <a:xfrm>
              <a:off x="1978103" y="4008639"/>
              <a:ext cx="206289" cy="0"/>
            </a:xfrm>
            <a:prstGeom prst="straightConnector1">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grpSp>
          <p:nvGrpSpPr>
            <p:cNvPr id="18" name="Group 17">
              <a:extLst>
                <a:ext uri="{FF2B5EF4-FFF2-40B4-BE49-F238E27FC236}">
                  <a16:creationId xmlns:a16="http://schemas.microsoft.com/office/drawing/2014/main" id="{FFAE8DC9-A165-5378-AAAC-39320FAF8B8B}"/>
                </a:ext>
              </a:extLst>
            </p:cNvPr>
            <p:cNvGrpSpPr/>
            <p:nvPr/>
          </p:nvGrpSpPr>
          <p:grpSpPr>
            <a:xfrm>
              <a:off x="3405588" y="3329702"/>
              <a:ext cx="610370" cy="506751"/>
              <a:chOff x="3233382" y="3225840"/>
              <a:chExt cx="610370" cy="506751"/>
            </a:xfrm>
          </p:grpSpPr>
          <p:pic>
            <p:nvPicPr>
              <p:cNvPr id="147" name="Graphic 146" descr="Warehouse with solid fill">
                <a:extLst>
                  <a:ext uri="{FF2B5EF4-FFF2-40B4-BE49-F238E27FC236}">
                    <a16:creationId xmlns:a16="http://schemas.microsoft.com/office/drawing/2014/main" id="{FEE4A7A4-A013-FEAD-5479-991929EBC96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3233382" y="3252261"/>
                <a:ext cx="480330" cy="480330"/>
              </a:xfrm>
              <a:prstGeom prst="rect">
                <a:avLst/>
              </a:prstGeom>
            </p:spPr>
          </p:pic>
          <p:sp>
            <p:nvSpPr>
              <p:cNvPr id="148" name="TextBox 147">
                <a:extLst>
                  <a:ext uri="{FF2B5EF4-FFF2-40B4-BE49-F238E27FC236}">
                    <a16:creationId xmlns:a16="http://schemas.microsoft.com/office/drawing/2014/main" id="{4FBB01CF-0C4E-922F-926C-D9B8792D2DD9}"/>
                  </a:ext>
                </a:extLst>
              </p:cNvPr>
              <p:cNvSpPr txBox="1"/>
              <p:nvPr/>
            </p:nvSpPr>
            <p:spPr>
              <a:xfrm>
                <a:off x="3596699" y="3225840"/>
                <a:ext cx="247053" cy="138499"/>
              </a:xfrm>
              <a:prstGeom prst="rect">
                <a:avLst/>
              </a:prstGeom>
              <a:noFill/>
            </p:spPr>
            <p:txBody>
              <a:bodyPr wrap="square" lIns="0" tIns="0" rIns="0" bIns="0" rtlCol="0">
                <a:spAutoFit/>
              </a:bodyPr>
              <a:lstStyle/>
              <a:p>
                <a:pPr algn="ctr"/>
                <a:r>
                  <a:rPr lang="en-US" sz="900"/>
                  <a:t>Hub</a:t>
                </a:r>
              </a:p>
            </p:txBody>
          </p:sp>
        </p:grpSp>
        <p:sp>
          <p:nvSpPr>
            <p:cNvPr id="22" name="TextBox 21">
              <a:extLst>
                <a:ext uri="{FF2B5EF4-FFF2-40B4-BE49-F238E27FC236}">
                  <a16:creationId xmlns:a16="http://schemas.microsoft.com/office/drawing/2014/main" id="{872609C8-DA8A-ACCE-D15E-FE1151F28F73}"/>
                </a:ext>
              </a:extLst>
            </p:cNvPr>
            <p:cNvSpPr txBox="1"/>
            <p:nvPr/>
          </p:nvSpPr>
          <p:spPr>
            <a:xfrm>
              <a:off x="2590372" y="4036478"/>
              <a:ext cx="944376" cy="138499"/>
            </a:xfrm>
            <a:prstGeom prst="rect">
              <a:avLst/>
            </a:prstGeom>
            <a:noFill/>
          </p:spPr>
          <p:txBody>
            <a:bodyPr wrap="square" lIns="0" tIns="0" rIns="0" bIns="0" rtlCol="0">
              <a:spAutoFit/>
            </a:bodyPr>
            <a:lstStyle/>
            <a:p>
              <a:pPr algn="ctr"/>
              <a:r>
                <a:rPr lang="en-US" sz="900"/>
                <a:t>Fulfillment Centre</a:t>
              </a:r>
            </a:p>
          </p:txBody>
        </p:sp>
        <p:cxnSp>
          <p:nvCxnSpPr>
            <p:cNvPr id="24" name="Elbow Connector 23">
              <a:extLst>
                <a:ext uri="{FF2B5EF4-FFF2-40B4-BE49-F238E27FC236}">
                  <a16:creationId xmlns:a16="http://schemas.microsoft.com/office/drawing/2014/main" id="{2EE85DB2-0153-0A0A-B8E8-8A4F014BD5FB}"/>
                </a:ext>
              </a:extLst>
            </p:cNvPr>
            <p:cNvCxnSpPr>
              <a:cxnSpLocks/>
              <a:endCxn id="147" idx="2"/>
            </p:cNvCxnSpPr>
            <p:nvPr/>
          </p:nvCxnSpPr>
          <p:spPr>
            <a:xfrm flipV="1">
              <a:off x="2647372" y="3836453"/>
              <a:ext cx="998381" cy="164519"/>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25" name="Graphic 24" descr="Delivery with solid fill">
              <a:extLst>
                <a:ext uri="{FF2B5EF4-FFF2-40B4-BE49-F238E27FC236}">
                  <a16:creationId xmlns:a16="http://schemas.microsoft.com/office/drawing/2014/main" id="{4EB92DD5-BDFA-4D62-4E15-C2D6A0EF6438}"/>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3052571" y="3691433"/>
              <a:ext cx="366715" cy="366715"/>
            </a:xfrm>
            <a:prstGeom prst="rect">
              <a:avLst/>
            </a:prstGeom>
          </p:spPr>
        </p:pic>
        <p:pic>
          <p:nvPicPr>
            <p:cNvPr id="26" name="Graphic 25" descr="Store with solid fill">
              <a:extLst>
                <a:ext uri="{FF2B5EF4-FFF2-40B4-BE49-F238E27FC236}">
                  <a16:creationId xmlns:a16="http://schemas.microsoft.com/office/drawing/2014/main" id="{FF9294E8-6897-635C-B940-64148642ABF9}"/>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637212" y="3218795"/>
              <a:ext cx="408721" cy="408721"/>
            </a:xfrm>
            <a:prstGeom prst="rect">
              <a:avLst/>
            </a:prstGeom>
          </p:spPr>
        </p:pic>
        <p:cxnSp>
          <p:nvCxnSpPr>
            <p:cNvPr id="27" name="Elbow Connector 26">
              <a:extLst>
                <a:ext uri="{FF2B5EF4-FFF2-40B4-BE49-F238E27FC236}">
                  <a16:creationId xmlns:a16="http://schemas.microsoft.com/office/drawing/2014/main" id="{31EB1232-19F9-944C-DB94-E78CC7D99E8F}"/>
                </a:ext>
              </a:extLst>
            </p:cNvPr>
            <p:cNvCxnSpPr>
              <a:cxnSpLocks/>
            </p:cNvCxnSpPr>
            <p:nvPr/>
          </p:nvCxnSpPr>
          <p:spPr>
            <a:xfrm>
              <a:off x="1874606" y="3642954"/>
              <a:ext cx="472375" cy="179029"/>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28" name="Elbow Connector 27">
              <a:extLst>
                <a:ext uri="{FF2B5EF4-FFF2-40B4-BE49-F238E27FC236}">
                  <a16:creationId xmlns:a16="http://schemas.microsoft.com/office/drawing/2014/main" id="{2EA3FFB6-27D4-8748-8BF9-8601DB551323}"/>
                </a:ext>
              </a:extLst>
            </p:cNvPr>
            <p:cNvCxnSpPr>
              <a:cxnSpLocks/>
              <a:endCxn id="147" idx="1"/>
            </p:cNvCxnSpPr>
            <p:nvPr/>
          </p:nvCxnSpPr>
          <p:spPr>
            <a:xfrm>
              <a:off x="2029189" y="3406131"/>
              <a:ext cx="1376399" cy="190157"/>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29" name="Graphic 28" descr="Delivery with solid fill">
              <a:extLst>
                <a:ext uri="{FF2B5EF4-FFF2-40B4-BE49-F238E27FC236}">
                  <a16:creationId xmlns:a16="http://schemas.microsoft.com/office/drawing/2014/main" id="{BE9107FE-BE29-823D-7A3C-51773820ACF6}"/>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6851417" y="3658681"/>
              <a:ext cx="251075" cy="251075"/>
            </a:xfrm>
            <a:prstGeom prst="rect">
              <a:avLst/>
            </a:prstGeom>
          </p:spPr>
        </p:pic>
        <p:pic>
          <p:nvPicPr>
            <p:cNvPr id="30" name="Graphic 29" descr="Warehouse with solid fill">
              <a:extLst>
                <a:ext uri="{FF2B5EF4-FFF2-40B4-BE49-F238E27FC236}">
                  <a16:creationId xmlns:a16="http://schemas.microsoft.com/office/drawing/2014/main" id="{0BCFE51C-8813-1501-AB21-A5EC80834EC5}"/>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967167" y="3359750"/>
              <a:ext cx="480330" cy="480330"/>
            </a:xfrm>
            <a:prstGeom prst="rect">
              <a:avLst/>
            </a:prstGeom>
          </p:spPr>
        </p:pic>
        <p:cxnSp>
          <p:nvCxnSpPr>
            <p:cNvPr id="87" name="Straight Arrow Connector 86">
              <a:extLst>
                <a:ext uri="{FF2B5EF4-FFF2-40B4-BE49-F238E27FC236}">
                  <a16:creationId xmlns:a16="http://schemas.microsoft.com/office/drawing/2014/main" id="{17F18D41-AE17-D971-33FD-03BB76B24E18}"/>
                </a:ext>
              </a:extLst>
            </p:cNvPr>
            <p:cNvCxnSpPr>
              <a:cxnSpLocks/>
            </p:cNvCxnSpPr>
            <p:nvPr/>
          </p:nvCxnSpPr>
          <p:spPr>
            <a:xfrm>
              <a:off x="5638587" y="3637589"/>
              <a:ext cx="328580" cy="0"/>
            </a:xfrm>
            <a:prstGeom prst="straightConnector1">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sp>
          <p:nvSpPr>
            <p:cNvPr id="88" name="TextBox 87">
              <a:extLst>
                <a:ext uri="{FF2B5EF4-FFF2-40B4-BE49-F238E27FC236}">
                  <a16:creationId xmlns:a16="http://schemas.microsoft.com/office/drawing/2014/main" id="{D1C64B89-BE44-9208-4F7D-C9BE4E44C76E}"/>
                </a:ext>
              </a:extLst>
            </p:cNvPr>
            <p:cNvSpPr txBox="1"/>
            <p:nvPr/>
          </p:nvSpPr>
          <p:spPr>
            <a:xfrm>
              <a:off x="5867500" y="3847242"/>
              <a:ext cx="679663" cy="276999"/>
            </a:xfrm>
            <a:prstGeom prst="rect">
              <a:avLst/>
            </a:prstGeom>
            <a:noFill/>
          </p:spPr>
          <p:txBody>
            <a:bodyPr wrap="square" lIns="0" tIns="0" rIns="0" bIns="0" rtlCol="0">
              <a:spAutoFit/>
            </a:bodyPr>
            <a:lstStyle/>
            <a:p>
              <a:pPr algn="ctr"/>
              <a:r>
                <a:rPr lang="en-US" sz="900"/>
                <a:t>Delivery Centre</a:t>
              </a:r>
            </a:p>
          </p:txBody>
        </p:sp>
        <p:cxnSp>
          <p:nvCxnSpPr>
            <p:cNvPr id="89" name="Straight Arrow Connector 88">
              <a:extLst>
                <a:ext uri="{FF2B5EF4-FFF2-40B4-BE49-F238E27FC236}">
                  <a16:creationId xmlns:a16="http://schemas.microsoft.com/office/drawing/2014/main" id="{606DCD49-C191-E580-667C-2CB815B5DA4B}"/>
                </a:ext>
              </a:extLst>
            </p:cNvPr>
            <p:cNvCxnSpPr>
              <a:cxnSpLocks/>
            </p:cNvCxnSpPr>
            <p:nvPr/>
          </p:nvCxnSpPr>
          <p:spPr>
            <a:xfrm>
              <a:off x="6528417" y="3637321"/>
              <a:ext cx="254620" cy="0"/>
            </a:xfrm>
            <a:prstGeom prst="straightConnector1">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90" name="Graphic 89" descr="Home with solid fill">
              <a:extLst>
                <a:ext uri="{FF2B5EF4-FFF2-40B4-BE49-F238E27FC236}">
                  <a16:creationId xmlns:a16="http://schemas.microsoft.com/office/drawing/2014/main" id="{EFAA4DCC-7E05-8C12-1002-F297A8B2691B}"/>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7443729" y="3245511"/>
              <a:ext cx="310808" cy="310808"/>
            </a:xfrm>
            <a:prstGeom prst="rect">
              <a:avLst/>
            </a:prstGeom>
          </p:spPr>
        </p:pic>
        <p:pic>
          <p:nvPicPr>
            <p:cNvPr id="91" name="Graphic 90" descr="City with solid fill">
              <a:extLst>
                <a:ext uri="{FF2B5EF4-FFF2-40B4-BE49-F238E27FC236}">
                  <a16:creationId xmlns:a16="http://schemas.microsoft.com/office/drawing/2014/main" id="{82F28319-67D8-720A-B82D-93B2C956B86B}"/>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7448391" y="3720023"/>
              <a:ext cx="332323" cy="332323"/>
            </a:xfrm>
            <a:prstGeom prst="rect">
              <a:avLst/>
            </a:prstGeom>
          </p:spPr>
        </p:pic>
        <p:sp>
          <p:nvSpPr>
            <p:cNvPr id="93" name="TextBox 92">
              <a:extLst>
                <a:ext uri="{FF2B5EF4-FFF2-40B4-BE49-F238E27FC236}">
                  <a16:creationId xmlns:a16="http://schemas.microsoft.com/office/drawing/2014/main" id="{B97BA739-9754-56BA-715A-A83E412AD135}"/>
                </a:ext>
              </a:extLst>
            </p:cNvPr>
            <p:cNvSpPr txBox="1"/>
            <p:nvPr/>
          </p:nvSpPr>
          <p:spPr>
            <a:xfrm>
              <a:off x="7731669" y="3359750"/>
              <a:ext cx="679663" cy="138499"/>
            </a:xfrm>
            <a:prstGeom prst="rect">
              <a:avLst/>
            </a:prstGeom>
            <a:noFill/>
          </p:spPr>
          <p:txBody>
            <a:bodyPr wrap="square" lIns="0" tIns="0" rIns="0" bIns="0" rtlCol="0">
              <a:spAutoFit/>
            </a:bodyPr>
            <a:lstStyle/>
            <a:p>
              <a:pPr algn="ctr"/>
              <a:r>
                <a:rPr lang="en-US" sz="900"/>
                <a:t>Household</a:t>
              </a:r>
            </a:p>
          </p:txBody>
        </p:sp>
        <p:sp>
          <p:nvSpPr>
            <p:cNvPr id="95" name="TextBox 94">
              <a:extLst>
                <a:ext uri="{FF2B5EF4-FFF2-40B4-BE49-F238E27FC236}">
                  <a16:creationId xmlns:a16="http://schemas.microsoft.com/office/drawing/2014/main" id="{3F963291-E530-662F-B025-BAD420819D3B}"/>
                </a:ext>
              </a:extLst>
            </p:cNvPr>
            <p:cNvSpPr txBox="1"/>
            <p:nvPr/>
          </p:nvSpPr>
          <p:spPr>
            <a:xfrm>
              <a:off x="7773056" y="3850155"/>
              <a:ext cx="679663" cy="138499"/>
            </a:xfrm>
            <a:prstGeom prst="rect">
              <a:avLst/>
            </a:prstGeom>
            <a:noFill/>
          </p:spPr>
          <p:txBody>
            <a:bodyPr wrap="square" lIns="0" tIns="0" rIns="0" bIns="0" rtlCol="0">
              <a:spAutoFit/>
            </a:bodyPr>
            <a:lstStyle/>
            <a:p>
              <a:pPr algn="ctr"/>
              <a:r>
                <a:rPr lang="en-US" sz="900"/>
                <a:t>Enterprise</a:t>
              </a:r>
            </a:p>
          </p:txBody>
        </p:sp>
        <p:cxnSp>
          <p:nvCxnSpPr>
            <p:cNvPr id="96" name="Elbow Connector 95">
              <a:extLst>
                <a:ext uri="{FF2B5EF4-FFF2-40B4-BE49-F238E27FC236}">
                  <a16:creationId xmlns:a16="http://schemas.microsoft.com/office/drawing/2014/main" id="{D08DCF6B-2C01-2883-B8CC-C17840C04974}"/>
                </a:ext>
              </a:extLst>
            </p:cNvPr>
            <p:cNvCxnSpPr>
              <a:cxnSpLocks/>
              <a:endCxn id="90" idx="1"/>
            </p:cNvCxnSpPr>
            <p:nvPr/>
          </p:nvCxnSpPr>
          <p:spPr>
            <a:xfrm flipV="1">
              <a:off x="7089769" y="3400915"/>
              <a:ext cx="353960" cy="257766"/>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97" name="Elbow Connector 96">
              <a:extLst>
                <a:ext uri="{FF2B5EF4-FFF2-40B4-BE49-F238E27FC236}">
                  <a16:creationId xmlns:a16="http://schemas.microsoft.com/office/drawing/2014/main" id="{13C1CD5A-B1DE-ED18-CFDE-D4303F4AD8B2}"/>
                </a:ext>
              </a:extLst>
            </p:cNvPr>
            <p:cNvCxnSpPr>
              <a:cxnSpLocks/>
              <a:endCxn id="91" idx="1"/>
            </p:cNvCxnSpPr>
            <p:nvPr/>
          </p:nvCxnSpPr>
          <p:spPr>
            <a:xfrm>
              <a:off x="7090608" y="3661851"/>
              <a:ext cx="357783" cy="224334"/>
            </a:xfrm>
            <a:prstGeom prst="bentConnector3">
              <a:avLst>
                <a:gd name="adj1" fmla="val 49817"/>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104" name="Graphic 103" descr="Aeroplane with solid fill">
              <a:extLst>
                <a:ext uri="{FF2B5EF4-FFF2-40B4-BE49-F238E27FC236}">
                  <a16:creationId xmlns:a16="http://schemas.microsoft.com/office/drawing/2014/main" id="{BB32E389-AD3F-D1B4-56B0-E2EAC8C9DF23}"/>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rot="5400000">
              <a:off x="4453109" y="3741920"/>
              <a:ext cx="372219" cy="372219"/>
            </a:xfrm>
            <a:prstGeom prst="rect">
              <a:avLst/>
            </a:prstGeom>
          </p:spPr>
        </p:pic>
        <p:cxnSp>
          <p:nvCxnSpPr>
            <p:cNvPr id="105" name="Elbow Connector 104">
              <a:extLst>
                <a:ext uri="{FF2B5EF4-FFF2-40B4-BE49-F238E27FC236}">
                  <a16:creationId xmlns:a16="http://schemas.microsoft.com/office/drawing/2014/main" id="{1F24BC0C-09A6-9C7D-6791-75C93A0BFECF}"/>
                </a:ext>
              </a:extLst>
            </p:cNvPr>
            <p:cNvCxnSpPr>
              <a:cxnSpLocks/>
              <a:stCxn id="147" idx="3"/>
              <a:endCxn id="136" idx="1"/>
            </p:cNvCxnSpPr>
            <p:nvPr/>
          </p:nvCxnSpPr>
          <p:spPr>
            <a:xfrm flipV="1">
              <a:off x="3885918" y="3384411"/>
              <a:ext cx="561842" cy="211877"/>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106" name="Elbow Connector 105">
              <a:extLst>
                <a:ext uri="{FF2B5EF4-FFF2-40B4-BE49-F238E27FC236}">
                  <a16:creationId xmlns:a16="http://schemas.microsoft.com/office/drawing/2014/main" id="{F5C73A29-423B-77C2-9FC1-7C23E06FF822}"/>
                </a:ext>
              </a:extLst>
            </p:cNvPr>
            <p:cNvCxnSpPr>
              <a:cxnSpLocks/>
              <a:stCxn id="147" idx="3"/>
              <a:endCxn id="104" idx="2"/>
            </p:cNvCxnSpPr>
            <p:nvPr/>
          </p:nvCxnSpPr>
          <p:spPr>
            <a:xfrm>
              <a:off x="3885918" y="3596288"/>
              <a:ext cx="567191" cy="331742"/>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107" name="Graphic 106" descr="Warehouse with solid fill">
              <a:extLst>
                <a:ext uri="{FF2B5EF4-FFF2-40B4-BE49-F238E27FC236}">
                  <a16:creationId xmlns:a16="http://schemas.microsoft.com/office/drawing/2014/main" id="{CE2B6CEE-2FAB-66B6-BE0A-AF11BD9B16B3}"/>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162239" y="3359750"/>
              <a:ext cx="480330" cy="480330"/>
            </a:xfrm>
            <a:prstGeom prst="rect">
              <a:avLst/>
            </a:prstGeom>
          </p:spPr>
        </p:pic>
        <p:cxnSp>
          <p:nvCxnSpPr>
            <p:cNvPr id="109" name="Elbow Connector 108">
              <a:extLst>
                <a:ext uri="{FF2B5EF4-FFF2-40B4-BE49-F238E27FC236}">
                  <a16:creationId xmlns:a16="http://schemas.microsoft.com/office/drawing/2014/main" id="{B7837A6C-FDE5-B64B-0D2B-EF1B99637E6E}"/>
                </a:ext>
              </a:extLst>
            </p:cNvPr>
            <p:cNvCxnSpPr>
              <a:cxnSpLocks/>
              <a:stCxn id="104" idx="0"/>
              <a:endCxn id="107" idx="2"/>
            </p:cNvCxnSpPr>
            <p:nvPr/>
          </p:nvCxnSpPr>
          <p:spPr>
            <a:xfrm flipV="1">
              <a:off x="4825328" y="3840080"/>
              <a:ext cx="577076" cy="87950"/>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110" name="Elbow Connector 109">
              <a:extLst>
                <a:ext uri="{FF2B5EF4-FFF2-40B4-BE49-F238E27FC236}">
                  <a16:creationId xmlns:a16="http://schemas.microsoft.com/office/drawing/2014/main" id="{86A95EA2-4BD2-200E-09D6-4403276F78F2}"/>
                </a:ext>
              </a:extLst>
            </p:cNvPr>
            <p:cNvCxnSpPr>
              <a:cxnSpLocks/>
            </p:cNvCxnSpPr>
            <p:nvPr/>
          </p:nvCxnSpPr>
          <p:spPr>
            <a:xfrm>
              <a:off x="4908451" y="3322485"/>
              <a:ext cx="503999" cy="86400"/>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sp>
          <p:nvSpPr>
            <p:cNvPr id="111" name="TextBox 110">
              <a:extLst>
                <a:ext uri="{FF2B5EF4-FFF2-40B4-BE49-F238E27FC236}">
                  <a16:creationId xmlns:a16="http://schemas.microsoft.com/office/drawing/2014/main" id="{FAE74B4A-0374-8E03-AB3F-789FDBAC23DF}"/>
                </a:ext>
              </a:extLst>
            </p:cNvPr>
            <p:cNvSpPr txBox="1"/>
            <p:nvPr/>
          </p:nvSpPr>
          <p:spPr>
            <a:xfrm>
              <a:off x="5488850" y="3313199"/>
              <a:ext cx="247053" cy="138499"/>
            </a:xfrm>
            <a:prstGeom prst="rect">
              <a:avLst/>
            </a:prstGeom>
            <a:noFill/>
          </p:spPr>
          <p:txBody>
            <a:bodyPr wrap="square" lIns="0" tIns="0" rIns="0" bIns="0" rtlCol="0">
              <a:spAutoFit/>
            </a:bodyPr>
            <a:lstStyle/>
            <a:p>
              <a:pPr algn="ctr"/>
              <a:r>
                <a:rPr lang="en-US" sz="900"/>
                <a:t>Hub</a:t>
              </a:r>
            </a:p>
          </p:txBody>
        </p:sp>
        <p:cxnSp>
          <p:nvCxnSpPr>
            <p:cNvPr id="112" name="Straight Arrow Connector 111">
              <a:extLst>
                <a:ext uri="{FF2B5EF4-FFF2-40B4-BE49-F238E27FC236}">
                  <a16:creationId xmlns:a16="http://schemas.microsoft.com/office/drawing/2014/main" id="{50549D5B-ACD4-56E7-1F68-6A59C78B1213}"/>
                </a:ext>
              </a:extLst>
            </p:cNvPr>
            <p:cNvCxnSpPr>
              <a:cxnSpLocks/>
            </p:cNvCxnSpPr>
            <p:nvPr/>
          </p:nvCxnSpPr>
          <p:spPr>
            <a:xfrm>
              <a:off x="4453109" y="3525578"/>
              <a:ext cx="0" cy="296405"/>
            </a:xfrm>
            <a:prstGeom prst="straightConnector1">
              <a:avLst/>
            </a:prstGeom>
            <a:ln w="12700">
              <a:solidFill>
                <a:schemeClr val="bg2">
                  <a:lumMod val="50000"/>
                </a:schemeClr>
              </a:solidFill>
              <a:headEnd type="triangle" w="sm" len="sm"/>
              <a:tailEnd type="triangle" w="sm" len="sm"/>
            </a:ln>
          </p:spPr>
          <p:style>
            <a:lnRef idx="1">
              <a:schemeClr val="dk1"/>
            </a:lnRef>
            <a:fillRef idx="0">
              <a:schemeClr val="dk1"/>
            </a:fillRef>
            <a:effectRef idx="0">
              <a:schemeClr val="dk1"/>
            </a:effectRef>
            <a:fontRef idx="minor">
              <a:schemeClr val="tx1"/>
            </a:fontRef>
          </p:style>
        </p:cxnSp>
        <p:sp>
          <p:nvSpPr>
            <p:cNvPr id="114" name="TextBox 113">
              <a:extLst>
                <a:ext uri="{FF2B5EF4-FFF2-40B4-BE49-F238E27FC236}">
                  <a16:creationId xmlns:a16="http://schemas.microsoft.com/office/drawing/2014/main" id="{561DD5D5-AD3C-94FC-7140-86D3F8566F5E}"/>
                </a:ext>
              </a:extLst>
            </p:cNvPr>
            <p:cNvSpPr txBox="1"/>
            <p:nvPr/>
          </p:nvSpPr>
          <p:spPr>
            <a:xfrm>
              <a:off x="4497792" y="3584721"/>
              <a:ext cx="644982" cy="138499"/>
            </a:xfrm>
            <a:prstGeom prst="rect">
              <a:avLst/>
            </a:prstGeom>
            <a:noFill/>
          </p:spPr>
          <p:txBody>
            <a:bodyPr wrap="square" lIns="0" tIns="0" rIns="0" bIns="0" rtlCol="0">
              <a:spAutoFit/>
            </a:bodyPr>
            <a:lstStyle/>
            <a:p>
              <a:pPr algn="ctr"/>
              <a:r>
                <a:rPr lang="en-US" sz="900"/>
                <a:t>Multi-modal</a:t>
              </a:r>
            </a:p>
          </p:txBody>
        </p:sp>
        <p:grpSp>
          <p:nvGrpSpPr>
            <p:cNvPr id="115" name="Group 114">
              <a:extLst>
                <a:ext uri="{FF2B5EF4-FFF2-40B4-BE49-F238E27FC236}">
                  <a16:creationId xmlns:a16="http://schemas.microsoft.com/office/drawing/2014/main" id="{8AFC99E8-54C9-59B4-F5FF-E83D96D873F8}"/>
                </a:ext>
              </a:extLst>
            </p:cNvPr>
            <p:cNvGrpSpPr/>
            <p:nvPr/>
          </p:nvGrpSpPr>
          <p:grpSpPr>
            <a:xfrm>
              <a:off x="6666713" y="3277450"/>
              <a:ext cx="1762228" cy="865260"/>
              <a:chOff x="6248846" y="3157140"/>
              <a:chExt cx="1762228" cy="865260"/>
            </a:xfrm>
          </p:grpSpPr>
          <p:sp>
            <p:nvSpPr>
              <p:cNvPr id="145" name="Rectangle 144">
                <a:extLst>
                  <a:ext uri="{FF2B5EF4-FFF2-40B4-BE49-F238E27FC236}">
                    <a16:creationId xmlns:a16="http://schemas.microsoft.com/office/drawing/2014/main" id="{D42DF6B4-E4CD-E777-58F4-FAE187704988}"/>
                  </a:ext>
                </a:extLst>
              </p:cNvPr>
              <p:cNvSpPr/>
              <p:nvPr/>
            </p:nvSpPr>
            <p:spPr>
              <a:xfrm>
                <a:off x="6248846" y="3157140"/>
                <a:ext cx="1762228" cy="790451"/>
              </a:xfrm>
              <a:prstGeom prst="rect">
                <a:avLst/>
              </a:prstGeom>
              <a:noFill/>
              <a:ln w="952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Rounded Rectangle 145">
                <a:extLst>
                  <a:ext uri="{FF2B5EF4-FFF2-40B4-BE49-F238E27FC236}">
                    <a16:creationId xmlns:a16="http://schemas.microsoft.com/office/drawing/2014/main" id="{B1DDF80E-34DD-A006-3B3F-C555D3186CAB}"/>
                  </a:ext>
                </a:extLst>
              </p:cNvPr>
              <p:cNvSpPr/>
              <p:nvPr/>
            </p:nvSpPr>
            <p:spPr>
              <a:xfrm>
                <a:off x="6450811" y="3883900"/>
                <a:ext cx="1392557" cy="138500"/>
              </a:xfrm>
              <a:prstGeom prst="round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t>Most Expensive</a:t>
                </a:r>
              </a:p>
            </p:txBody>
          </p:sp>
        </p:grpSp>
        <p:sp>
          <p:nvSpPr>
            <p:cNvPr id="125" name="Rectangle 124">
              <a:extLst>
                <a:ext uri="{FF2B5EF4-FFF2-40B4-BE49-F238E27FC236}">
                  <a16:creationId xmlns:a16="http://schemas.microsoft.com/office/drawing/2014/main" id="{61271781-0C67-CF28-93F1-EDF9FAA0554E}"/>
                </a:ext>
              </a:extLst>
            </p:cNvPr>
            <p:cNvSpPr/>
            <p:nvPr/>
          </p:nvSpPr>
          <p:spPr>
            <a:xfrm>
              <a:off x="574486" y="3255419"/>
              <a:ext cx="972341" cy="319339"/>
            </a:xfrm>
            <a:prstGeom prst="rect">
              <a:avLst/>
            </a:prstGeom>
            <a:solidFill>
              <a:schemeClr val="accent1">
                <a:lumMod val="20000"/>
                <a:lumOff val="80000"/>
              </a:schemeClr>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1100" b="1">
                  <a:solidFill>
                    <a:schemeClr val="tx1"/>
                  </a:solidFill>
                </a:rPr>
                <a:t>Marketplace </a:t>
              </a:r>
            </a:p>
            <a:p>
              <a:pPr algn="ctr"/>
              <a:r>
                <a:rPr lang="en-US" sz="1100" b="1">
                  <a:solidFill>
                    <a:schemeClr val="tx1"/>
                  </a:solidFill>
                </a:rPr>
                <a:t>Model</a:t>
              </a:r>
            </a:p>
          </p:txBody>
        </p:sp>
        <p:sp>
          <p:nvSpPr>
            <p:cNvPr id="127" name="Rectangle 126">
              <a:extLst>
                <a:ext uri="{FF2B5EF4-FFF2-40B4-BE49-F238E27FC236}">
                  <a16:creationId xmlns:a16="http://schemas.microsoft.com/office/drawing/2014/main" id="{81E64005-8CFA-4DF0-8F94-8667E3F50724}"/>
                </a:ext>
              </a:extLst>
            </p:cNvPr>
            <p:cNvSpPr/>
            <p:nvPr/>
          </p:nvSpPr>
          <p:spPr>
            <a:xfrm>
              <a:off x="574486" y="3806340"/>
              <a:ext cx="972341" cy="319339"/>
            </a:xfrm>
            <a:prstGeom prst="rect">
              <a:avLst/>
            </a:prstGeom>
            <a:solidFill>
              <a:schemeClr val="accent1">
                <a:lumMod val="20000"/>
                <a:lumOff val="80000"/>
              </a:schemeClr>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1100" b="1">
                  <a:solidFill>
                    <a:schemeClr val="tx1"/>
                  </a:solidFill>
                </a:rPr>
                <a:t>Inventory </a:t>
              </a:r>
            </a:p>
            <a:p>
              <a:pPr algn="ctr"/>
              <a:r>
                <a:rPr lang="en-US" sz="1100" b="1">
                  <a:solidFill>
                    <a:schemeClr val="tx1"/>
                  </a:solidFill>
                </a:rPr>
                <a:t>Model</a:t>
              </a:r>
            </a:p>
          </p:txBody>
        </p:sp>
        <p:sp>
          <p:nvSpPr>
            <p:cNvPr id="128" name="Rectangle 127">
              <a:extLst>
                <a:ext uri="{FF2B5EF4-FFF2-40B4-BE49-F238E27FC236}">
                  <a16:creationId xmlns:a16="http://schemas.microsoft.com/office/drawing/2014/main" id="{A6CF6356-5A4C-BA28-C86B-A7F7E272B8A1}"/>
                </a:ext>
              </a:extLst>
            </p:cNvPr>
            <p:cNvSpPr/>
            <p:nvPr/>
          </p:nvSpPr>
          <p:spPr>
            <a:xfrm rot="16200000">
              <a:off x="-299371" y="3495780"/>
              <a:ext cx="1376941" cy="217972"/>
            </a:xfrm>
            <a:prstGeom prst="rect">
              <a:avLst/>
            </a:prstGeom>
            <a:solidFill>
              <a:schemeClr val="accent1"/>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1300" b="1">
                  <a:solidFill>
                    <a:schemeClr val="bg1"/>
                  </a:solidFill>
                </a:rPr>
                <a:t>Supply Chain &amp; Us</a:t>
              </a:r>
            </a:p>
          </p:txBody>
        </p:sp>
        <p:sp>
          <p:nvSpPr>
            <p:cNvPr id="129" name="Rectangle 128">
              <a:extLst>
                <a:ext uri="{FF2B5EF4-FFF2-40B4-BE49-F238E27FC236}">
                  <a16:creationId xmlns:a16="http://schemas.microsoft.com/office/drawing/2014/main" id="{EAEF0162-F7BE-E123-3683-B59FC30C9FE4}"/>
                </a:ext>
              </a:extLst>
            </p:cNvPr>
            <p:cNvSpPr/>
            <p:nvPr/>
          </p:nvSpPr>
          <p:spPr>
            <a:xfrm>
              <a:off x="273243" y="2919917"/>
              <a:ext cx="8766313" cy="1376941"/>
            </a:xfrm>
            <a:prstGeom prst="rect">
              <a:avLst/>
            </a:prstGeom>
            <a:noFill/>
            <a:ln>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0" name="Graphic 129" descr="Kiosk with solid fill">
              <a:extLst>
                <a:ext uri="{FF2B5EF4-FFF2-40B4-BE49-F238E27FC236}">
                  <a16:creationId xmlns:a16="http://schemas.microsoft.com/office/drawing/2014/main" id="{D9E7137C-A7C5-DD17-E6C7-021F116AF54F}"/>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1683068" y="3838235"/>
              <a:ext cx="302662" cy="302662"/>
            </a:xfrm>
            <a:prstGeom prst="rect">
              <a:avLst/>
            </a:prstGeom>
          </p:spPr>
        </p:pic>
        <p:pic>
          <p:nvPicPr>
            <p:cNvPr id="132" name="Picture 131">
              <a:extLst>
                <a:ext uri="{FF2B5EF4-FFF2-40B4-BE49-F238E27FC236}">
                  <a16:creationId xmlns:a16="http://schemas.microsoft.com/office/drawing/2014/main" id="{94E3E9A0-797F-B6CE-A367-C767EC69CF41}"/>
                </a:ext>
              </a:extLst>
            </p:cNvPr>
            <p:cNvPicPr>
              <a:picLocks noChangeAspect="1"/>
            </p:cNvPicPr>
            <p:nvPr/>
          </p:nvPicPr>
          <p:blipFill>
            <a:blip r:embed="rId22"/>
            <a:stretch>
              <a:fillRect/>
            </a:stretch>
          </p:blipFill>
          <p:spPr>
            <a:xfrm>
              <a:off x="2255489" y="3821983"/>
              <a:ext cx="337588" cy="309968"/>
            </a:xfrm>
            <a:prstGeom prst="rect">
              <a:avLst/>
            </a:prstGeom>
          </p:spPr>
        </p:pic>
        <p:pic>
          <p:nvPicPr>
            <p:cNvPr id="135" name="Picture 134">
              <a:extLst>
                <a:ext uri="{FF2B5EF4-FFF2-40B4-BE49-F238E27FC236}">
                  <a16:creationId xmlns:a16="http://schemas.microsoft.com/office/drawing/2014/main" id="{0FF1687E-FB1B-F309-0E21-BDF787646391}"/>
                </a:ext>
              </a:extLst>
            </p:cNvPr>
            <p:cNvPicPr>
              <a:picLocks noChangeAspect="1"/>
            </p:cNvPicPr>
            <p:nvPr/>
          </p:nvPicPr>
          <p:blipFill>
            <a:blip r:embed="rId23"/>
            <a:stretch>
              <a:fillRect/>
            </a:stretch>
          </p:blipFill>
          <p:spPr>
            <a:xfrm>
              <a:off x="2907923" y="3282605"/>
              <a:ext cx="307392" cy="306117"/>
            </a:xfrm>
            <a:prstGeom prst="rect">
              <a:avLst/>
            </a:prstGeom>
          </p:spPr>
        </p:pic>
        <p:pic>
          <p:nvPicPr>
            <p:cNvPr id="136" name="Picture 135">
              <a:extLst>
                <a:ext uri="{FF2B5EF4-FFF2-40B4-BE49-F238E27FC236}">
                  <a16:creationId xmlns:a16="http://schemas.microsoft.com/office/drawing/2014/main" id="{AA4C828C-F500-B60A-BB4E-4D6BB23CB37E}"/>
                </a:ext>
              </a:extLst>
            </p:cNvPr>
            <p:cNvPicPr>
              <a:picLocks noChangeAspect="1"/>
            </p:cNvPicPr>
            <p:nvPr/>
          </p:nvPicPr>
          <p:blipFill>
            <a:blip r:embed="rId24"/>
            <a:stretch>
              <a:fillRect/>
            </a:stretch>
          </p:blipFill>
          <p:spPr>
            <a:xfrm>
              <a:off x="4447760" y="3279392"/>
              <a:ext cx="425370" cy="210038"/>
            </a:xfrm>
            <a:prstGeom prst="rect">
              <a:avLst/>
            </a:prstGeom>
          </p:spPr>
        </p:pic>
        <p:pic>
          <p:nvPicPr>
            <p:cNvPr id="137" name="Picture 136">
              <a:extLst>
                <a:ext uri="{FF2B5EF4-FFF2-40B4-BE49-F238E27FC236}">
                  <a16:creationId xmlns:a16="http://schemas.microsoft.com/office/drawing/2014/main" id="{04610305-7CE9-C91F-66B3-0278E1F6D261}"/>
                </a:ext>
              </a:extLst>
            </p:cNvPr>
            <p:cNvPicPr>
              <a:picLocks noChangeAspect="1"/>
            </p:cNvPicPr>
            <p:nvPr/>
          </p:nvPicPr>
          <p:blipFill>
            <a:blip r:embed="rId23"/>
            <a:stretch>
              <a:fillRect/>
            </a:stretch>
          </p:blipFill>
          <p:spPr>
            <a:xfrm>
              <a:off x="6864911" y="3408142"/>
              <a:ext cx="201080" cy="200246"/>
            </a:xfrm>
            <a:prstGeom prst="rect">
              <a:avLst/>
            </a:prstGeom>
          </p:spPr>
        </p:pic>
        <p:sp>
          <p:nvSpPr>
            <p:cNvPr id="139" name="Rounded Rectangle 138">
              <a:extLst>
                <a:ext uri="{FF2B5EF4-FFF2-40B4-BE49-F238E27FC236}">
                  <a16:creationId xmlns:a16="http://schemas.microsoft.com/office/drawing/2014/main" id="{692DFD90-66AC-D2A1-C62D-24AAAA3DB324}"/>
                </a:ext>
              </a:extLst>
            </p:cNvPr>
            <p:cNvSpPr/>
            <p:nvPr/>
          </p:nvSpPr>
          <p:spPr>
            <a:xfrm>
              <a:off x="2051012" y="2981376"/>
              <a:ext cx="944376" cy="15853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First Mile</a:t>
              </a:r>
            </a:p>
          </p:txBody>
        </p:sp>
        <p:sp>
          <p:nvSpPr>
            <p:cNvPr id="140" name="Rounded Rectangle 139">
              <a:extLst>
                <a:ext uri="{FF2B5EF4-FFF2-40B4-BE49-F238E27FC236}">
                  <a16:creationId xmlns:a16="http://schemas.microsoft.com/office/drawing/2014/main" id="{2C2C1E48-D3D6-FA9F-0AF0-0088C6D453BA}"/>
                </a:ext>
              </a:extLst>
            </p:cNvPr>
            <p:cNvSpPr/>
            <p:nvPr/>
          </p:nvSpPr>
          <p:spPr>
            <a:xfrm>
              <a:off x="3352257" y="2976720"/>
              <a:ext cx="944376" cy="15853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Sort Action</a:t>
              </a:r>
            </a:p>
          </p:txBody>
        </p:sp>
        <p:sp>
          <p:nvSpPr>
            <p:cNvPr id="141" name="Rounded Rectangle 140">
              <a:extLst>
                <a:ext uri="{FF2B5EF4-FFF2-40B4-BE49-F238E27FC236}">
                  <a16:creationId xmlns:a16="http://schemas.microsoft.com/office/drawing/2014/main" id="{EB4B237E-8548-9358-CDA6-CD58606A4D33}"/>
                </a:ext>
              </a:extLst>
            </p:cNvPr>
            <p:cNvSpPr/>
            <p:nvPr/>
          </p:nvSpPr>
          <p:spPr>
            <a:xfrm>
              <a:off x="4828631" y="2978087"/>
              <a:ext cx="944376" cy="15853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Line Haul</a:t>
              </a:r>
            </a:p>
          </p:txBody>
        </p:sp>
        <p:sp>
          <p:nvSpPr>
            <p:cNvPr id="142" name="Rounded Rectangle 141">
              <a:extLst>
                <a:ext uri="{FF2B5EF4-FFF2-40B4-BE49-F238E27FC236}">
                  <a16:creationId xmlns:a16="http://schemas.microsoft.com/office/drawing/2014/main" id="{7B452255-2421-DCF1-692A-0D48537CFA64}"/>
                </a:ext>
              </a:extLst>
            </p:cNvPr>
            <p:cNvSpPr/>
            <p:nvPr/>
          </p:nvSpPr>
          <p:spPr>
            <a:xfrm>
              <a:off x="6981943" y="2977385"/>
              <a:ext cx="944376" cy="15853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Last Mile</a:t>
              </a:r>
            </a:p>
          </p:txBody>
        </p:sp>
        <p:pic>
          <p:nvPicPr>
            <p:cNvPr id="143" name="Picture 142">
              <a:extLst>
                <a:ext uri="{FF2B5EF4-FFF2-40B4-BE49-F238E27FC236}">
                  <a16:creationId xmlns:a16="http://schemas.microsoft.com/office/drawing/2014/main" id="{B493D8ED-F648-161D-9246-DFA1176FE8FF}"/>
                </a:ext>
              </a:extLst>
            </p:cNvPr>
            <p:cNvPicPr>
              <a:picLocks noChangeAspect="1"/>
            </p:cNvPicPr>
            <p:nvPr/>
          </p:nvPicPr>
          <p:blipFill>
            <a:blip r:embed="rId25">
              <a:extLst>
                <a:ext uri="{BEBA8EAE-BF5A-486C-A8C5-ECC9F3942E4B}">
                  <a14:imgProps xmlns:a14="http://schemas.microsoft.com/office/drawing/2010/main">
                    <a14:imgLayer r:embed="rId26">
                      <a14:imgEffect>
                        <a14:backgroundRemoval t="5096" b="89809" l="6416" r="92478">
                          <a14:foregroundMark x1="6637" y1="48408" x2="6637" y2="48408"/>
                          <a14:foregroundMark x1="74558" y1="9076" x2="74558" y2="9076"/>
                          <a14:foregroundMark x1="75000" y1="6529" x2="75000" y2="6529"/>
                          <a14:foregroundMark x1="75000" y1="5096" x2="75000" y2="5096"/>
                          <a14:foregroundMark x1="90044" y1="78981" x2="90044" y2="78981"/>
                          <a14:foregroundMark x1="92478" y1="78822" x2="92478" y2="78822"/>
                        </a14:backgroundRemoval>
                      </a14:imgEffect>
                    </a14:imgLayer>
                  </a14:imgProps>
                </a:ext>
              </a:extLst>
            </a:blip>
            <a:stretch>
              <a:fillRect/>
            </a:stretch>
          </p:blipFill>
          <p:spPr>
            <a:xfrm>
              <a:off x="8465386" y="3699744"/>
              <a:ext cx="411690" cy="571993"/>
            </a:xfrm>
            <a:prstGeom prst="rect">
              <a:avLst/>
            </a:prstGeom>
          </p:spPr>
        </p:pic>
        <p:sp>
          <p:nvSpPr>
            <p:cNvPr id="144" name="Rounded Rectangle 143">
              <a:extLst>
                <a:ext uri="{FF2B5EF4-FFF2-40B4-BE49-F238E27FC236}">
                  <a16:creationId xmlns:a16="http://schemas.microsoft.com/office/drawing/2014/main" id="{EAEFAD88-83D4-7A70-B60B-A79F0842EBFC}"/>
                </a:ext>
              </a:extLst>
            </p:cNvPr>
            <p:cNvSpPr/>
            <p:nvPr/>
          </p:nvSpPr>
          <p:spPr>
            <a:xfrm>
              <a:off x="8031376" y="3512460"/>
              <a:ext cx="872389" cy="202837"/>
            </a:xfrm>
            <a:prstGeom prst="roundRect">
              <a:avLst/>
            </a:prstGeom>
            <a:solidFill>
              <a:srgbClr val="247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b="1"/>
                <a:t>EcoDeliver</a:t>
              </a:r>
            </a:p>
          </p:txBody>
        </p:sp>
      </p:grpSp>
      <p:sp>
        <p:nvSpPr>
          <p:cNvPr id="239" name="Triangle 238">
            <a:extLst>
              <a:ext uri="{FF2B5EF4-FFF2-40B4-BE49-F238E27FC236}">
                <a16:creationId xmlns:a16="http://schemas.microsoft.com/office/drawing/2014/main" id="{578493F5-377E-45FF-856F-24A631C36345}"/>
              </a:ext>
            </a:extLst>
          </p:cNvPr>
          <p:cNvSpPr/>
          <p:nvPr/>
        </p:nvSpPr>
        <p:spPr>
          <a:xfrm>
            <a:off x="155410" y="2583935"/>
            <a:ext cx="8768816" cy="222318"/>
          </a:xfrm>
          <a:prstGeom prst="triangle">
            <a:avLst>
              <a:gd name="adj" fmla="val 80706"/>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Rectangle 148">
            <a:extLst>
              <a:ext uri="{FF2B5EF4-FFF2-40B4-BE49-F238E27FC236}">
                <a16:creationId xmlns:a16="http://schemas.microsoft.com/office/drawing/2014/main" id="{0BB73E83-B5DF-B7AB-32BF-A7B45307C929}"/>
              </a:ext>
            </a:extLst>
          </p:cNvPr>
          <p:cNvSpPr/>
          <p:nvPr/>
        </p:nvSpPr>
        <p:spPr>
          <a:xfrm>
            <a:off x="151356" y="2868202"/>
            <a:ext cx="8766313" cy="2126476"/>
          </a:xfrm>
          <a:prstGeom prst="rect">
            <a:avLst/>
          </a:prstGeom>
          <a:noFill/>
          <a:ln>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2" name="Group 151">
            <a:extLst>
              <a:ext uri="{FF2B5EF4-FFF2-40B4-BE49-F238E27FC236}">
                <a16:creationId xmlns:a16="http://schemas.microsoft.com/office/drawing/2014/main" id="{1CF7F2DB-A5EE-7D22-E259-CEC5C36C9D45}"/>
              </a:ext>
            </a:extLst>
          </p:cNvPr>
          <p:cNvGrpSpPr>
            <a:grpSpLocks noChangeAspect="1"/>
          </p:cNvGrpSpPr>
          <p:nvPr>
            <p:custDataLst>
              <p:tags r:id="rId1"/>
            </p:custDataLst>
          </p:nvPr>
        </p:nvGrpSpPr>
        <p:grpSpPr>
          <a:xfrm>
            <a:off x="1431496" y="3603368"/>
            <a:ext cx="535294" cy="634161"/>
            <a:chOff x="3525926" y="2604211"/>
            <a:chExt cx="1887322" cy="2235900"/>
          </a:xfrm>
          <a:solidFill>
            <a:schemeClr val="accent1"/>
          </a:solidFill>
          <a:effectLst>
            <a:outerShdw blurRad="50800" dist="38100" algn="l" rotWithShape="0">
              <a:prstClr val="black">
                <a:alpha val="40000"/>
              </a:prstClr>
            </a:outerShdw>
          </a:effectLst>
        </p:grpSpPr>
        <p:sp>
          <p:nvSpPr>
            <p:cNvPr id="153" name="Freeform 36">
              <a:extLst>
                <a:ext uri="{FF2B5EF4-FFF2-40B4-BE49-F238E27FC236}">
                  <a16:creationId xmlns:a16="http://schemas.microsoft.com/office/drawing/2014/main" id="{F4E5929A-8E01-67C5-D4BF-A0FC2FF31F53}"/>
                </a:ext>
              </a:extLst>
            </p:cNvPr>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rgbClr val="6F36FF"/>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sp>
          <p:nvSpPr>
            <p:cNvPr id="154" name="Freeform 37">
              <a:extLst>
                <a:ext uri="{FF2B5EF4-FFF2-40B4-BE49-F238E27FC236}">
                  <a16:creationId xmlns:a16="http://schemas.microsoft.com/office/drawing/2014/main" id="{8F72C2CD-A8E9-6360-8A7F-258E0D3B2782}"/>
                </a:ext>
              </a:extLst>
            </p:cNvPr>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solidFill>
              <a:srgbClr val="3A1D8A"/>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400" b="1" i="0" u="none" strike="noStrike" kern="1200" cap="none" spc="0" normalizeH="0" baseline="0" noProof="0">
                  <a:ln>
                    <a:noFill/>
                  </a:ln>
                  <a:solidFill>
                    <a:schemeClr val="bg1"/>
                  </a:solidFill>
                  <a:effectLst/>
                  <a:uLnTx/>
                  <a:uFillTx/>
                  <a:latin typeface="Calibri"/>
                  <a:ea typeface="+mn-ea"/>
                  <a:cs typeface="+mn-cs"/>
                </a:rPr>
                <a:t>1</a:t>
              </a:r>
            </a:p>
          </p:txBody>
        </p:sp>
        <p:sp>
          <p:nvSpPr>
            <p:cNvPr id="157" name="Freeform 38">
              <a:extLst>
                <a:ext uri="{FF2B5EF4-FFF2-40B4-BE49-F238E27FC236}">
                  <a16:creationId xmlns:a16="http://schemas.microsoft.com/office/drawing/2014/main" id="{6CD001D3-A104-C530-C435-11321D15F1FB}"/>
                </a:ext>
              </a:extLst>
            </p:cNvPr>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rgbClr val="582BD0"/>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grpSp>
      <p:grpSp>
        <p:nvGrpSpPr>
          <p:cNvPr id="165" name="Group 164">
            <a:extLst>
              <a:ext uri="{FF2B5EF4-FFF2-40B4-BE49-F238E27FC236}">
                <a16:creationId xmlns:a16="http://schemas.microsoft.com/office/drawing/2014/main" id="{28E57BE6-321D-0587-10D8-82161FE6C251}"/>
              </a:ext>
            </a:extLst>
          </p:cNvPr>
          <p:cNvGrpSpPr>
            <a:grpSpLocks noChangeAspect="1"/>
          </p:cNvGrpSpPr>
          <p:nvPr>
            <p:custDataLst>
              <p:tags r:id="rId2"/>
            </p:custDataLst>
          </p:nvPr>
        </p:nvGrpSpPr>
        <p:grpSpPr>
          <a:xfrm>
            <a:off x="2524945" y="3608466"/>
            <a:ext cx="535294" cy="634159"/>
            <a:chOff x="3525926" y="2604211"/>
            <a:chExt cx="1887322" cy="2235900"/>
          </a:xfrm>
          <a:solidFill>
            <a:schemeClr val="accent1"/>
          </a:solidFill>
          <a:effectLst>
            <a:outerShdw blurRad="50800" dist="38100" algn="l" rotWithShape="0">
              <a:prstClr val="black">
                <a:alpha val="40000"/>
              </a:prstClr>
            </a:outerShdw>
          </a:effectLst>
        </p:grpSpPr>
        <p:sp>
          <p:nvSpPr>
            <p:cNvPr id="166" name="Freeform 36">
              <a:extLst>
                <a:ext uri="{FF2B5EF4-FFF2-40B4-BE49-F238E27FC236}">
                  <a16:creationId xmlns:a16="http://schemas.microsoft.com/office/drawing/2014/main" id="{23BCC2AB-AF68-1CC1-2A94-83653E27F52E}"/>
                </a:ext>
              </a:extLst>
            </p:cNvPr>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chemeClr val="accent1">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sp>
          <p:nvSpPr>
            <p:cNvPr id="167" name="Freeform 37">
              <a:extLst>
                <a:ext uri="{FF2B5EF4-FFF2-40B4-BE49-F238E27FC236}">
                  <a16:creationId xmlns:a16="http://schemas.microsoft.com/office/drawing/2014/main" id="{AB5C505A-989D-7D08-2CFD-01D54EB37484}"/>
                </a:ext>
              </a:extLst>
            </p:cNvPr>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400" b="1">
                  <a:solidFill>
                    <a:schemeClr val="bg1"/>
                  </a:solidFill>
                  <a:latin typeface="Calibri"/>
                </a:rPr>
                <a:t>2</a:t>
              </a:r>
              <a:endParaRPr kumimoji="0" lang="fr-CA" sz="1400" b="1" i="0" u="none" strike="noStrike" kern="1200" cap="none" spc="0" normalizeH="0" baseline="0" noProof="0">
                <a:ln>
                  <a:noFill/>
                </a:ln>
                <a:solidFill>
                  <a:schemeClr val="bg1"/>
                </a:solidFill>
                <a:effectLst/>
                <a:uLnTx/>
                <a:uFillTx/>
                <a:latin typeface="Calibri"/>
                <a:ea typeface="+mn-ea"/>
                <a:cs typeface="+mn-cs"/>
              </a:endParaRPr>
            </a:p>
          </p:txBody>
        </p:sp>
        <p:sp>
          <p:nvSpPr>
            <p:cNvPr id="168" name="Freeform 38">
              <a:extLst>
                <a:ext uri="{FF2B5EF4-FFF2-40B4-BE49-F238E27FC236}">
                  <a16:creationId xmlns:a16="http://schemas.microsoft.com/office/drawing/2014/main" id="{8FF09703-5ED1-754C-03C8-4CA584EC2C10}"/>
                </a:ext>
              </a:extLst>
            </p:cNvPr>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chemeClr val="accent1">
                <a:lumMod val="60000"/>
                <a:lumOff val="4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grpSp>
      <p:grpSp>
        <p:nvGrpSpPr>
          <p:cNvPr id="169" name="Group 168">
            <a:extLst>
              <a:ext uri="{FF2B5EF4-FFF2-40B4-BE49-F238E27FC236}">
                <a16:creationId xmlns:a16="http://schemas.microsoft.com/office/drawing/2014/main" id="{C99610DD-6F33-C69C-8D31-AC93F1B1589B}"/>
              </a:ext>
            </a:extLst>
          </p:cNvPr>
          <p:cNvGrpSpPr>
            <a:grpSpLocks noChangeAspect="1"/>
          </p:cNvGrpSpPr>
          <p:nvPr>
            <p:custDataLst>
              <p:tags r:id="rId3"/>
            </p:custDataLst>
          </p:nvPr>
        </p:nvGrpSpPr>
        <p:grpSpPr>
          <a:xfrm>
            <a:off x="4183575" y="3605426"/>
            <a:ext cx="535294" cy="634159"/>
            <a:chOff x="3525926" y="2604211"/>
            <a:chExt cx="1887322" cy="2235900"/>
          </a:xfrm>
          <a:solidFill>
            <a:schemeClr val="accent1"/>
          </a:solidFill>
          <a:effectLst>
            <a:outerShdw blurRad="50800" dist="38100" algn="l" rotWithShape="0">
              <a:prstClr val="black">
                <a:alpha val="40000"/>
              </a:prstClr>
            </a:outerShdw>
          </a:effectLst>
        </p:grpSpPr>
        <p:sp>
          <p:nvSpPr>
            <p:cNvPr id="170" name="Freeform 36">
              <a:extLst>
                <a:ext uri="{FF2B5EF4-FFF2-40B4-BE49-F238E27FC236}">
                  <a16:creationId xmlns:a16="http://schemas.microsoft.com/office/drawing/2014/main" id="{F6171EFC-D185-572F-0ED2-6F071911547A}"/>
                </a:ext>
              </a:extLst>
            </p:cNvPr>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rgbClr val="00E1E5"/>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sp>
          <p:nvSpPr>
            <p:cNvPr id="171" name="Freeform 37">
              <a:extLst>
                <a:ext uri="{FF2B5EF4-FFF2-40B4-BE49-F238E27FC236}">
                  <a16:creationId xmlns:a16="http://schemas.microsoft.com/office/drawing/2014/main" id="{9A9F255D-94C5-598B-1A8A-76A504ABFD59}"/>
                </a:ext>
              </a:extLst>
            </p:cNvPr>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solidFill>
              <a:srgbClr val="009193"/>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400" b="1">
                  <a:solidFill>
                    <a:schemeClr val="bg1"/>
                  </a:solidFill>
                  <a:latin typeface="Calibri"/>
                </a:rPr>
                <a:t>3</a:t>
              </a:r>
              <a:endParaRPr kumimoji="0" lang="fr-CA" sz="1400" b="1" i="0" u="none" strike="noStrike" kern="1200" cap="none" spc="0" normalizeH="0" baseline="0" noProof="0">
                <a:ln>
                  <a:noFill/>
                </a:ln>
                <a:solidFill>
                  <a:schemeClr val="bg1"/>
                </a:solidFill>
                <a:effectLst/>
                <a:uLnTx/>
                <a:uFillTx/>
                <a:latin typeface="Calibri"/>
                <a:ea typeface="+mn-ea"/>
                <a:cs typeface="+mn-cs"/>
              </a:endParaRPr>
            </a:p>
          </p:txBody>
        </p:sp>
        <p:sp>
          <p:nvSpPr>
            <p:cNvPr id="172" name="Freeform 38">
              <a:extLst>
                <a:ext uri="{FF2B5EF4-FFF2-40B4-BE49-F238E27FC236}">
                  <a16:creationId xmlns:a16="http://schemas.microsoft.com/office/drawing/2014/main" id="{E230A6AB-9ED8-B7D8-5FF4-DD547292A3EB}"/>
                </a:ext>
              </a:extLst>
            </p:cNvPr>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rgbClr val="00B6B9"/>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grpSp>
      <p:grpSp>
        <p:nvGrpSpPr>
          <p:cNvPr id="181" name="Group 180">
            <a:extLst>
              <a:ext uri="{FF2B5EF4-FFF2-40B4-BE49-F238E27FC236}">
                <a16:creationId xmlns:a16="http://schemas.microsoft.com/office/drawing/2014/main" id="{41326A2C-093E-FCBA-8EA7-72423F605AA7}"/>
              </a:ext>
            </a:extLst>
          </p:cNvPr>
          <p:cNvGrpSpPr>
            <a:grpSpLocks noChangeAspect="1"/>
          </p:cNvGrpSpPr>
          <p:nvPr>
            <p:custDataLst>
              <p:tags r:id="rId4"/>
            </p:custDataLst>
          </p:nvPr>
        </p:nvGrpSpPr>
        <p:grpSpPr>
          <a:xfrm>
            <a:off x="5841433" y="3603366"/>
            <a:ext cx="535294" cy="634159"/>
            <a:chOff x="3525926" y="2604211"/>
            <a:chExt cx="1887322" cy="2235900"/>
          </a:xfrm>
          <a:solidFill>
            <a:schemeClr val="accent1"/>
          </a:solidFill>
          <a:effectLst>
            <a:outerShdw blurRad="50800" dist="38100" algn="l" rotWithShape="0">
              <a:prstClr val="black">
                <a:alpha val="40000"/>
              </a:prstClr>
            </a:outerShdw>
          </a:effectLst>
        </p:grpSpPr>
        <p:sp>
          <p:nvSpPr>
            <p:cNvPr id="182" name="Freeform 36">
              <a:extLst>
                <a:ext uri="{FF2B5EF4-FFF2-40B4-BE49-F238E27FC236}">
                  <a16:creationId xmlns:a16="http://schemas.microsoft.com/office/drawing/2014/main" id="{9113DD30-7849-60C6-02A1-9F66FBCA23F8}"/>
                </a:ext>
              </a:extLst>
            </p:cNvPr>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chemeClr val="accent1">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sp>
          <p:nvSpPr>
            <p:cNvPr id="183" name="Freeform 37">
              <a:extLst>
                <a:ext uri="{FF2B5EF4-FFF2-40B4-BE49-F238E27FC236}">
                  <a16:creationId xmlns:a16="http://schemas.microsoft.com/office/drawing/2014/main" id="{684FDB3C-FD09-2912-9EA1-C3F53E44FFF8}"/>
                </a:ext>
              </a:extLst>
            </p:cNvPr>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400" b="1">
                  <a:solidFill>
                    <a:schemeClr val="bg1"/>
                  </a:solidFill>
                  <a:latin typeface="Calibri"/>
                </a:rPr>
                <a:t>4</a:t>
              </a:r>
              <a:endParaRPr kumimoji="0" lang="fr-CA" sz="1400" b="1" i="0" u="none" strike="noStrike" kern="1200" cap="none" spc="0" normalizeH="0" baseline="0" noProof="0">
                <a:ln>
                  <a:noFill/>
                </a:ln>
                <a:solidFill>
                  <a:schemeClr val="bg1"/>
                </a:solidFill>
                <a:effectLst/>
                <a:uLnTx/>
                <a:uFillTx/>
                <a:latin typeface="Calibri"/>
                <a:ea typeface="+mn-ea"/>
                <a:cs typeface="+mn-cs"/>
              </a:endParaRPr>
            </a:p>
          </p:txBody>
        </p:sp>
        <p:sp>
          <p:nvSpPr>
            <p:cNvPr id="184" name="Freeform 38">
              <a:extLst>
                <a:ext uri="{FF2B5EF4-FFF2-40B4-BE49-F238E27FC236}">
                  <a16:creationId xmlns:a16="http://schemas.microsoft.com/office/drawing/2014/main" id="{A6F2378C-CE0E-48C8-A571-5666A1BC46B3}"/>
                </a:ext>
              </a:extLst>
            </p:cNvPr>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chemeClr val="accent1">
                <a:lumMod val="60000"/>
                <a:lumOff val="4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grpSp>
      <p:grpSp>
        <p:nvGrpSpPr>
          <p:cNvPr id="185" name="Group 184">
            <a:extLst>
              <a:ext uri="{FF2B5EF4-FFF2-40B4-BE49-F238E27FC236}">
                <a16:creationId xmlns:a16="http://schemas.microsoft.com/office/drawing/2014/main" id="{2457B72A-1A93-BAC5-C30D-0979B5393EE1}"/>
              </a:ext>
            </a:extLst>
          </p:cNvPr>
          <p:cNvGrpSpPr>
            <a:grpSpLocks noChangeAspect="1"/>
          </p:cNvGrpSpPr>
          <p:nvPr>
            <p:custDataLst>
              <p:tags r:id="rId5"/>
            </p:custDataLst>
          </p:nvPr>
        </p:nvGrpSpPr>
        <p:grpSpPr>
          <a:xfrm>
            <a:off x="6937839" y="3603366"/>
            <a:ext cx="535294" cy="634159"/>
            <a:chOff x="3525926" y="2604211"/>
            <a:chExt cx="1887322" cy="2235900"/>
          </a:xfrm>
          <a:solidFill>
            <a:schemeClr val="accent1"/>
          </a:solidFill>
          <a:effectLst>
            <a:outerShdw blurRad="50800" dist="38100" algn="l" rotWithShape="0">
              <a:prstClr val="black">
                <a:alpha val="40000"/>
              </a:prstClr>
            </a:outerShdw>
          </a:effectLst>
        </p:grpSpPr>
        <p:sp>
          <p:nvSpPr>
            <p:cNvPr id="186" name="Freeform 36">
              <a:extLst>
                <a:ext uri="{FF2B5EF4-FFF2-40B4-BE49-F238E27FC236}">
                  <a16:creationId xmlns:a16="http://schemas.microsoft.com/office/drawing/2014/main" id="{2CF5F26A-18FC-20F5-15A8-E9B10EB0C408}"/>
                </a:ext>
              </a:extLst>
            </p:cNvPr>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rgbClr val="6F36FF"/>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sp>
          <p:nvSpPr>
            <p:cNvPr id="187" name="Freeform 37">
              <a:extLst>
                <a:ext uri="{FF2B5EF4-FFF2-40B4-BE49-F238E27FC236}">
                  <a16:creationId xmlns:a16="http://schemas.microsoft.com/office/drawing/2014/main" id="{2FD7E4FE-1B25-9AE7-140F-9CB6A13EAFBB}"/>
                </a:ext>
              </a:extLst>
            </p:cNvPr>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solidFill>
              <a:srgbClr val="3A1D8A"/>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400" b="1">
                  <a:solidFill>
                    <a:schemeClr val="bg1"/>
                  </a:solidFill>
                  <a:latin typeface="Calibri"/>
                </a:rPr>
                <a:t>5</a:t>
              </a:r>
              <a:endParaRPr kumimoji="0" lang="fr-CA" sz="1400" b="1" i="0" u="none" strike="noStrike" kern="1200" cap="none" spc="0" normalizeH="0" baseline="0" noProof="0">
                <a:ln>
                  <a:noFill/>
                </a:ln>
                <a:solidFill>
                  <a:schemeClr val="bg1"/>
                </a:solidFill>
                <a:effectLst/>
                <a:uLnTx/>
                <a:uFillTx/>
                <a:latin typeface="Calibri"/>
                <a:ea typeface="+mn-ea"/>
                <a:cs typeface="+mn-cs"/>
              </a:endParaRPr>
            </a:p>
          </p:txBody>
        </p:sp>
        <p:sp>
          <p:nvSpPr>
            <p:cNvPr id="188" name="Freeform 38">
              <a:extLst>
                <a:ext uri="{FF2B5EF4-FFF2-40B4-BE49-F238E27FC236}">
                  <a16:creationId xmlns:a16="http://schemas.microsoft.com/office/drawing/2014/main" id="{F650EDD0-9D97-BF07-A1ED-C5FFFCEA0A20}"/>
                </a:ext>
              </a:extLst>
            </p:cNvPr>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rgbClr val="582BD0"/>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grpSp>
      <p:sp>
        <p:nvSpPr>
          <p:cNvPr id="193" name="Rectangle 192">
            <a:extLst>
              <a:ext uri="{FF2B5EF4-FFF2-40B4-BE49-F238E27FC236}">
                <a16:creationId xmlns:a16="http://schemas.microsoft.com/office/drawing/2014/main" id="{C978A68B-AFD0-DE1D-5B2A-0EE7233C966C}"/>
              </a:ext>
            </a:extLst>
          </p:cNvPr>
          <p:cNvSpPr/>
          <p:nvPr/>
        </p:nvSpPr>
        <p:spPr bwMode="gray">
          <a:xfrm>
            <a:off x="3743711" y="3110412"/>
            <a:ext cx="1407582" cy="205244"/>
          </a:xfrm>
          <a:prstGeom prst="rect">
            <a:avLst/>
          </a:prstGeom>
          <a:solidFill>
            <a:srgbClr val="039093"/>
          </a:solidFill>
          <a:ln w="19050" algn="ctr">
            <a:noFill/>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High Expectations</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cxnSp>
        <p:nvCxnSpPr>
          <p:cNvPr id="195" name="Straight Connector 194">
            <a:extLst>
              <a:ext uri="{FF2B5EF4-FFF2-40B4-BE49-F238E27FC236}">
                <a16:creationId xmlns:a16="http://schemas.microsoft.com/office/drawing/2014/main" id="{F69D11C5-55DF-1C95-02CE-E735AE6EA729}"/>
              </a:ext>
            </a:extLst>
          </p:cNvPr>
          <p:cNvCxnSpPr>
            <a:cxnSpLocks/>
            <a:stCxn id="170" idx="1"/>
            <a:endCxn id="193" idx="2"/>
          </p:cNvCxnSpPr>
          <p:nvPr/>
        </p:nvCxnSpPr>
        <p:spPr>
          <a:xfrm flipV="1">
            <a:off x="4447073" y="3315656"/>
            <a:ext cx="429" cy="289771"/>
          </a:xfrm>
          <a:prstGeom prst="line">
            <a:avLst/>
          </a:prstGeom>
          <a:ln w="12700">
            <a:solidFill>
              <a:srgbClr val="039093"/>
            </a:solidFill>
          </a:ln>
        </p:spPr>
        <p:style>
          <a:lnRef idx="1">
            <a:schemeClr val="accent1"/>
          </a:lnRef>
          <a:fillRef idx="0">
            <a:schemeClr val="accent1"/>
          </a:fillRef>
          <a:effectRef idx="0">
            <a:schemeClr val="accent1"/>
          </a:effectRef>
          <a:fontRef idx="minor">
            <a:schemeClr val="tx1"/>
          </a:fontRef>
        </p:style>
      </p:cxnSp>
      <p:grpSp>
        <p:nvGrpSpPr>
          <p:cNvPr id="207" name="Group 206">
            <a:extLst>
              <a:ext uri="{FF2B5EF4-FFF2-40B4-BE49-F238E27FC236}">
                <a16:creationId xmlns:a16="http://schemas.microsoft.com/office/drawing/2014/main" id="{68ED000F-8696-8265-D677-334DC5F97128}"/>
              </a:ext>
            </a:extLst>
          </p:cNvPr>
          <p:cNvGrpSpPr/>
          <p:nvPr/>
        </p:nvGrpSpPr>
        <p:grpSpPr>
          <a:xfrm>
            <a:off x="3558400" y="4259822"/>
            <a:ext cx="1791053" cy="738398"/>
            <a:chOff x="3665701" y="4266987"/>
            <a:chExt cx="1791053" cy="738398"/>
          </a:xfrm>
        </p:grpSpPr>
        <p:sp>
          <p:nvSpPr>
            <p:cNvPr id="201" name="Rectangle 200">
              <a:extLst>
                <a:ext uri="{FF2B5EF4-FFF2-40B4-BE49-F238E27FC236}">
                  <a16:creationId xmlns:a16="http://schemas.microsoft.com/office/drawing/2014/main" id="{E7656157-26AB-A853-EA2A-FE84F17697AB}"/>
                </a:ext>
              </a:extLst>
            </p:cNvPr>
            <p:cNvSpPr/>
            <p:nvPr/>
          </p:nvSpPr>
          <p:spPr bwMode="gray">
            <a:xfrm>
              <a:off x="4163353" y="4266987"/>
              <a:ext cx="1293401" cy="396476"/>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0" tIns="88900" rIns="0" bIns="88900" rtlCol="0" anchor="ctr"/>
            <a:lstStyle/>
            <a:p>
              <a:pPr marL="0" marR="0" lvl="0" indent="0"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00" i="0" u="none" strike="noStrike" kern="1200" cap="none" spc="0" normalizeH="0" baseline="0" noProof="0">
                  <a:ln>
                    <a:noFill/>
                  </a:ln>
                  <a:effectLst/>
                  <a:uLnTx/>
                  <a:uFillTx/>
                  <a:latin typeface="Calibri"/>
                  <a:ea typeface="+mn-ea"/>
                  <a:cs typeface="Verdana" panose="020B0604030504040204" pitchFamily="34" charset="0"/>
                </a:rPr>
                <a:t>Customer prefer convenience over speed</a:t>
              </a:r>
              <a:endParaRPr kumimoji="0" lang="en-US" sz="1000"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203" name="Rectangle 202">
              <a:extLst>
                <a:ext uri="{FF2B5EF4-FFF2-40B4-BE49-F238E27FC236}">
                  <a16:creationId xmlns:a16="http://schemas.microsoft.com/office/drawing/2014/main" id="{2522F614-A96C-89DE-2D1B-82937D0127F4}"/>
                </a:ext>
              </a:extLst>
            </p:cNvPr>
            <p:cNvSpPr/>
            <p:nvPr/>
          </p:nvSpPr>
          <p:spPr bwMode="gray">
            <a:xfrm>
              <a:off x="3665701" y="4299045"/>
              <a:ext cx="531145" cy="341967"/>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a:ln>
                    <a:noFill/>
                  </a:ln>
                  <a:effectLst/>
                  <a:uLnTx/>
                  <a:uFillTx/>
                  <a:latin typeface="Calibri"/>
                  <a:ea typeface="+mn-ea"/>
                  <a:cs typeface="Verdana" panose="020B0604030504040204" pitchFamily="34" charset="0"/>
                </a:rPr>
                <a:t>73%</a:t>
              </a:r>
              <a:endParaRPr kumimoji="0" lang="en-US" sz="1400" b="1"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204" name="Rectangle 203">
              <a:extLst>
                <a:ext uri="{FF2B5EF4-FFF2-40B4-BE49-F238E27FC236}">
                  <a16:creationId xmlns:a16="http://schemas.microsoft.com/office/drawing/2014/main" id="{D3162437-DEE1-6908-1DCA-2AE14AAFAE1A}"/>
                </a:ext>
              </a:extLst>
            </p:cNvPr>
            <p:cNvSpPr/>
            <p:nvPr/>
          </p:nvSpPr>
          <p:spPr bwMode="gray">
            <a:xfrm>
              <a:off x="4163353" y="4608909"/>
              <a:ext cx="1293401" cy="396476"/>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0" tIns="88900" rIns="0" bIns="88900" rtlCol="0" anchor="ctr"/>
            <a:lstStyle/>
            <a:p>
              <a:pPr marL="0" marR="0" lvl="0" indent="0"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i="0" u="none" strike="noStrike" kern="1200" cap="none" spc="0" normalizeH="0" baseline="0" noProof="0">
                  <a:ln>
                    <a:noFill/>
                  </a:ln>
                  <a:effectLst/>
                  <a:uLnTx/>
                  <a:uFillTx/>
                  <a:latin typeface="Calibri"/>
                  <a:ea typeface="+mn-ea"/>
                  <a:cs typeface="Verdana" panose="020B0604030504040204" pitchFamily="34" charset="0"/>
                </a:rPr>
                <a:t>Firms prioritize convenience</a:t>
              </a:r>
              <a:r>
                <a:rPr kumimoji="0" lang="en-US" sz="1050" i="0" u="none" strike="noStrike" kern="1200" cap="none" spc="0" normalizeH="0" baseline="30000" noProof="0">
                  <a:ln>
                    <a:noFill/>
                  </a:ln>
                  <a:effectLst/>
                  <a:uLnTx/>
                  <a:uFillTx/>
                  <a:latin typeface="Calibri"/>
                  <a:ea typeface="+mn-ea"/>
                  <a:cs typeface="Verdana" panose="020B0604030504040204" pitchFamily="34" charset="0"/>
                </a:rPr>
                <a:t>1</a:t>
              </a:r>
            </a:p>
          </p:txBody>
        </p:sp>
        <p:sp>
          <p:nvSpPr>
            <p:cNvPr id="205" name="Rectangle 204">
              <a:extLst>
                <a:ext uri="{FF2B5EF4-FFF2-40B4-BE49-F238E27FC236}">
                  <a16:creationId xmlns:a16="http://schemas.microsoft.com/office/drawing/2014/main" id="{57E9B026-7309-5E9F-4913-7AB4D5D26EEB}"/>
                </a:ext>
              </a:extLst>
            </p:cNvPr>
            <p:cNvSpPr/>
            <p:nvPr/>
          </p:nvSpPr>
          <p:spPr bwMode="gray">
            <a:xfrm>
              <a:off x="3665701" y="4640967"/>
              <a:ext cx="531145" cy="341967"/>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a:ln>
                    <a:noFill/>
                  </a:ln>
                  <a:effectLst/>
                  <a:uLnTx/>
                  <a:uFillTx/>
                  <a:latin typeface="Calibri"/>
                  <a:ea typeface="+mn-ea"/>
                  <a:cs typeface="Verdana" panose="020B0604030504040204" pitchFamily="34" charset="0"/>
                </a:rPr>
                <a:t>19%</a:t>
              </a:r>
              <a:endParaRPr kumimoji="0" lang="en-US" sz="1400" b="1"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206" name="Rectangle 205">
              <a:extLst>
                <a:ext uri="{FF2B5EF4-FFF2-40B4-BE49-F238E27FC236}">
                  <a16:creationId xmlns:a16="http://schemas.microsoft.com/office/drawing/2014/main" id="{A592CA92-33B4-5D6E-324F-3B7396921288}"/>
                </a:ext>
              </a:extLst>
            </p:cNvPr>
            <p:cNvSpPr/>
            <p:nvPr/>
          </p:nvSpPr>
          <p:spPr bwMode="gray">
            <a:xfrm>
              <a:off x="3706069" y="4311400"/>
              <a:ext cx="1750685" cy="653804"/>
            </a:xfrm>
            <a:prstGeom prst="rect">
              <a:avLst/>
            </a:prstGeom>
            <a:noFill/>
            <a:ln w="9525" algn="ctr">
              <a:solidFill>
                <a:srgbClr val="039093"/>
              </a:solidFill>
              <a:prstDash val="dash"/>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grpSp>
      <p:sp>
        <p:nvSpPr>
          <p:cNvPr id="208" name="Rectangle 207">
            <a:extLst>
              <a:ext uri="{FF2B5EF4-FFF2-40B4-BE49-F238E27FC236}">
                <a16:creationId xmlns:a16="http://schemas.microsoft.com/office/drawing/2014/main" id="{E1AEB8E8-4496-A281-C236-91E4059D09CB}"/>
              </a:ext>
            </a:extLst>
          </p:cNvPr>
          <p:cNvSpPr/>
          <p:nvPr/>
        </p:nvSpPr>
        <p:spPr bwMode="gray">
          <a:xfrm>
            <a:off x="2088801" y="4553427"/>
            <a:ext cx="1407582" cy="205244"/>
          </a:xfrm>
          <a:prstGeom prst="rect">
            <a:avLst/>
          </a:prstGeom>
          <a:solidFill>
            <a:schemeClr val="accent1"/>
          </a:solidFill>
          <a:ln w="19050" algn="ctr">
            <a:noFill/>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5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Unknown Demand</a:t>
            </a:r>
            <a:endParaRPr kumimoji="0" lang="en-US" sz="125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cxnSp>
        <p:nvCxnSpPr>
          <p:cNvPr id="209" name="Straight Connector 208">
            <a:extLst>
              <a:ext uri="{FF2B5EF4-FFF2-40B4-BE49-F238E27FC236}">
                <a16:creationId xmlns:a16="http://schemas.microsoft.com/office/drawing/2014/main" id="{1A580F01-289B-3B2D-B1CD-3C1823566C90}"/>
              </a:ext>
            </a:extLst>
          </p:cNvPr>
          <p:cNvCxnSpPr>
            <a:cxnSpLocks/>
            <a:stCxn id="208" idx="0"/>
            <a:endCxn id="167" idx="1"/>
          </p:cNvCxnSpPr>
          <p:nvPr/>
        </p:nvCxnSpPr>
        <p:spPr>
          <a:xfrm flipV="1">
            <a:off x="2792592" y="4241275"/>
            <a:ext cx="4150" cy="312152"/>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14" name="Rectangle 213">
            <a:extLst>
              <a:ext uri="{FF2B5EF4-FFF2-40B4-BE49-F238E27FC236}">
                <a16:creationId xmlns:a16="http://schemas.microsoft.com/office/drawing/2014/main" id="{C7CA96B7-A2DA-4421-4E24-40D67B127F6E}"/>
              </a:ext>
            </a:extLst>
          </p:cNvPr>
          <p:cNvSpPr/>
          <p:nvPr/>
        </p:nvSpPr>
        <p:spPr bwMode="gray">
          <a:xfrm>
            <a:off x="5409439" y="4560128"/>
            <a:ext cx="1407582" cy="205244"/>
          </a:xfrm>
          <a:prstGeom prst="rect">
            <a:avLst/>
          </a:prstGeom>
          <a:solidFill>
            <a:schemeClr val="accent1"/>
          </a:solidFill>
          <a:ln w="19050" algn="ctr">
            <a:noFill/>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5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Traffic Congestion</a:t>
            </a:r>
            <a:endParaRPr kumimoji="0" lang="en-US" sz="125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cxnSp>
        <p:nvCxnSpPr>
          <p:cNvPr id="215" name="Straight Connector 214">
            <a:extLst>
              <a:ext uri="{FF2B5EF4-FFF2-40B4-BE49-F238E27FC236}">
                <a16:creationId xmlns:a16="http://schemas.microsoft.com/office/drawing/2014/main" id="{E9ADE8E9-AA37-195A-BCBC-046C8318F379}"/>
              </a:ext>
            </a:extLst>
          </p:cNvPr>
          <p:cNvCxnSpPr>
            <a:cxnSpLocks/>
            <a:stCxn id="214" idx="0"/>
            <a:endCxn id="183" idx="1"/>
          </p:cNvCxnSpPr>
          <p:nvPr/>
        </p:nvCxnSpPr>
        <p:spPr>
          <a:xfrm flipV="1">
            <a:off x="6113230" y="4236175"/>
            <a:ext cx="0" cy="32395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219" name="Group 218">
            <a:extLst>
              <a:ext uri="{FF2B5EF4-FFF2-40B4-BE49-F238E27FC236}">
                <a16:creationId xmlns:a16="http://schemas.microsoft.com/office/drawing/2014/main" id="{49343FD1-475A-3760-325D-98F8EAC36E5A}"/>
              </a:ext>
            </a:extLst>
          </p:cNvPr>
          <p:cNvGrpSpPr/>
          <p:nvPr/>
        </p:nvGrpSpPr>
        <p:grpSpPr>
          <a:xfrm>
            <a:off x="5209439" y="2861417"/>
            <a:ext cx="1791053" cy="738398"/>
            <a:chOff x="3665701" y="4266987"/>
            <a:chExt cx="1791053" cy="738398"/>
          </a:xfrm>
        </p:grpSpPr>
        <p:sp>
          <p:nvSpPr>
            <p:cNvPr id="220" name="Rectangle 219">
              <a:extLst>
                <a:ext uri="{FF2B5EF4-FFF2-40B4-BE49-F238E27FC236}">
                  <a16:creationId xmlns:a16="http://schemas.microsoft.com/office/drawing/2014/main" id="{CFA26219-94B4-FB58-6463-0C857F888FB2}"/>
                </a:ext>
              </a:extLst>
            </p:cNvPr>
            <p:cNvSpPr/>
            <p:nvPr/>
          </p:nvSpPr>
          <p:spPr bwMode="gray">
            <a:xfrm>
              <a:off x="4163353" y="4266987"/>
              <a:ext cx="1293401" cy="396476"/>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0" tIns="88900" rIns="0" bIns="88900" rtlCol="0" anchor="ctr"/>
            <a:lstStyle/>
            <a:p>
              <a:pPr marL="0" marR="0" lvl="0" indent="0"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00" i="0" u="none" strike="noStrike" kern="1200" cap="none" spc="0" normalizeH="0" baseline="0" noProof="0">
                  <a:ln>
                    <a:noFill/>
                  </a:ln>
                  <a:effectLst/>
                  <a:uLnTx/>
                  <a:uFillTx/>
                  <a:latin typeface="Calibri"/>
                  <a:ea typeface="+mn-ea"/>
                  <a:cs typeface="Verdana" panose="020B0604030504040204" pitchFamily="34" charset="0"/>
                </a:rPr>
                <a:t>Increase in delivery vehicles on road by 2030</a:t>
              </a:r>
              <a:endParaRPr kumimoji="0" lang="en-US" sz="1000"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221" name="Rectangle 220">
              <a:extLst>
                <a:ext uri="{FF2B5EF4-FFF2-40B4-BE49-F238E27FC236}">
                  <a16:creationId xmlns:a16="http://schemas.microsoft.com/office/drawing/2014/main" id="{56AF4F70-3A2A-E56A-6C30-690731199278}"/>
                </a:ext>
              </a:extLst>
            </p:cNvPr>
            <p:cNvSpPr/>
            <p:nvPr/>
          </p:nvSpPr>
          <p:spPr bwMode="gray">
            <a:xfrm>
              <a:off x="3665701" y="4299045"/>
              <a:ext cx="531145" cy="341967"/>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50" b="1" i="0" u="none" strike="noStrike" kern="1200" cap="none" spc="0" normalizeH="0" baseline="0" noProof="0">
                  <a:ln>
                    <a:noFill/>
                  </a:ln>
                  <a:effectLst/>
                  <a:uLnTx/>
                  <a:uFillTx/>
                  <a:latin typeface="Calibri"/>
                  <a:ea typeface="+mn-ea"/>
                  <a:cs typeface="Verdana" panose="020B0604030504040204" pitchFamily="34" charset="0"/>
                </a:rPr>
                <a:t>36%</a:t>
              </a:r>
              <a:endParaRPr kumimoji="0" lang="en-US" sz="1350" b="1"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222" name="Rectangle 221">
              <a:extLst>
                <a:ext uri="{FF2B5EF4-FFF2-40B4-BE49-F238E27FC236}">
                  <a16:creationId xmlns:a16="http://schemas.microsoft.com/office/drawing/2014/main" id="{A598A5AF-1EA2-0B97-77EE-E676FF40E7EA}"/>
                </a:ext>
              </a:extLst>
            </p:cNvPr>
            <p:cNvSpPr/>
            <p:nvPr/>
          </p:nvSpPr>
          <p:spPr bwMode="gray">
            <a:xfrm>
              <a:off x="4163353" y="4608909"/>
              <a:ext cx="1293401" cy="396476"/>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0" tIns="88900" rIns="0" bIns="88900" rtlCol="0" anchor="ctr"/>
            <a:lstStyle/>
            <a:p>
              <a:pPr marL="0" marR="0" lvl="0" indent="0"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i="0" u="none" strike="noStrike" kern="1200" cap="none" spc="0" normalizeH="0" baseline="0" noProof="0">
                  <a:ln>
                    <a:noFill/>
                  </a:ln>
                  <a:effectLst/>
                  <a:uLnTx/>
                  <a:uFillTx/>
                  <a:latin typeface="Calibri"/>
                  <a:ea typeface="+mn-ea"/>
                  <a:cs typeface="Verdana" panose="020B0604030504040204" pitchFamily="34" charset="0"/>
                </a:rPr>
                <a:t>Average commute time increase by 2030</a:t>
              </a:r>
              <a:r>
                <a:rPr kumimoji="0" lang="en-US" sz="1050" i="0" u="none" strike="noStrike" kern="1200" cap="none" spc="0" normalizeH="0" baseline="30000" noProof="0">
                  <a:ln>
                    <a:noFill/>
                  </a:ln>
                  <a:effectLst/>
                  <a:uLnTx/>
                  <a:uFillTx/>
                  <a:latin typeface="Calibri"/>
                  <a:ea typeface="+mn-ea"/>
                  <a:cs typeface="Verdana" panose="020B0604030504040204" pitchFamily="34" charset="0"/>
                </a:rPr>
                <a:t>3</a:t>
              </a:r>
            </a:p>
          </p:txBody>
        </p:sp>
        <p:sp>
          <p:nvSpPr>
            <p:cNvPr id="223" name="Rectangle 222">
              <a:extLst>
                <a:ext uri="{FF2B5EF4-FFF2-40B4-BE49-F238E27FC236}">
                  <a16:creationId xmlns:a16="http://schemas.microsoft.com/office/drawing/2014/main" id="{0355D75A-EF29-3FC1-B677-14550987C62B}"/>
                </a:ext>
              </a:extLst>
            </p:cNvPr>
            <p:cNvSpPr/>
            <p:nvPr/>
          </p:nvSpPr>
          <p:spPr bwMode="gray">
            <a:xfrm>
              <a:off x="3665701" y="4640967"/>
              <a:ext cx="531145" cy="341967"/>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a:ln>
                    <a:noFill/>
                  </a:ln>
                  <a:effectLst/>
                  <a:uLnTx/>
                  <a:uFillTx/>
                  <a:latin typeface="Calibri"/>
                  <a:ea typeface="+mn-ea"/>
                  <a:cs typeface="Verdana" panose="020B0604030504040204" pitchFamily="34" charset="0"/>
                </a:rPr>
                <a:t>21%</a:t>
              </a:r>
              <a:endParaRPr kumimoji="0" lang="en-US" sz="1400" b="1"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224" name="Rectangle 223">
              <a:extLst>
                <a:ext uri="{FF2B5EF4-FFF2-40B4-BE49-F238E27FC236}">
                  <a16:creationId xmlns:a16="http://schemas.microsoft.com/office/drawing/2014/main" id="{D36B63BF-5D88-507F-3CBD-C9D4A3BAA83E}"/>
                </a:ext>
              </a:extLst>
            </p:cNvPr>
            <p:cNvSpPr/>
            <p:nvPr/>
          </p:nvSpPr>
          <p:spPr bwMode="gray">
            <a:xfrm>
              <a:off x="3706069" y="4311400"/>
              <a:ext cx="1750685" cy="653804"/>
            </a:xfrm>
            <a:prstGeom prst="rect">
              <a:avLst/>
            </a:prstGeom>
            <a:noFill/>
            <a:ln w="9525" algn="ctr">
              <a:solidFill>
                <a:schemeClr val="accent1"/>
              </a:solidFill>
              <a:prstDash val="dash"/>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grpSp>
      <p:grpSp>
        <p:nvGrpSpPr>
          <p:cNvPr id="225" name="Group 224">
            <a:extLst>
              <a:ext uri="{FF2B5EF4-FFF2-40B4-BE49-F238E27FC236}">
                <a16:creationId xmlns:a16="http://schemas.microsoft.com/office/drawing/2014/main" id="{F4E8546F-CE4B-32D7-82B5-1A25E3FD999C}"/>
              </a:ext>
            </a:extLst>
          </p:cNvPr>
          <p:cNvGrpSpPr/>
          <p:nvPr/>
        </p:nvGrpSpPr>
        <p:grpSpPr>
          <a:xfrm>
            <a:off x="1905468" y="2858025"/>
            <a:ext cx="1791053" cy="738398"/>
            <a:chOff x="3665701" y="4266987"/>
            <a:chExt cx="1791053" cy="738398"/>
          </a:xfrm>
        </p:grpSpPr>
        <p:sp>
          <p:nvSpPr>
            <p:cNvPr id="226" name="Rectangle 225">
              <a:extLst>
                <a:ext uri="{FF2B5EF4-FFF2-40B4-BE49-F238E27FC236}">
                  <a16:creationId xmlns:a16="http://schemas.microsoft.com/office/drawing/2014/main" id="{702FF591-84B8-E04E-3C8B-82D7555ED9C1}"/>
                </a:ext>
              </a:extLst>
            </p:cNvPr>
            <p:cNvSpPr/>
            <p:nvPr/>
          </p:nvSpPr>
          <p:spPr bwMode="gray">
            <a:xfrm>
              <a:off x="4163353" y="4266987"/>
              <a:ext cx="1293401" cy="396476"/>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0" tIns="88900" rIns="0" bIns="88900" rtlCol="0" anchor="ctr"/>
            <a:lstStyle/>
            <a:p>
              <a:pPr marL="0" marR="0" lvl="0" indent="0"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00" i="0" u="none" strike="noStrike" kern="1200" cap="none" spc="0" normalizeH="0" baseline="0" noProof="0">
                  <a:ln>
                    <a:noFill/>
                  </a:ln>
                  <a:effectLst/>
                  <a:uLnTx/>
                  <a:uFillTx/>
                  <a:latin typeface="Calibri"/>
                  <a:ea typeface="+mn-ea"/>
                  <a:cs typeface="Verdana" panose="020B0604030504040204" pitchFamily="34" charset="0"/>
                </a:rPr>
                <a:t>LMD forecast accuracy</a:t>
              </a:r>
              <a:endParaRPr kumimoji="0" lang="en-US" sz="1000"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227" name="Rectangle 226">
              <a:extLst>
                <a:ext uri="{FF2B5EF4-FFF2-40B4-BE49-F238E27FC236}">
                  <a16:creationId xmlns:a16="http://schemas.microsoft.com/office/drawing/2014/main" id="{D00949D1-2644-D002-B078-7A57FC657905}"/>
                </a:ext>
              </a:extLst>
            </p:cNvPr>
            <p:cNvSpPr/>
            <p:nvPr/>
          </p:nvSpPr>
          <p:spPr bwMode="gray">
            <a:xfrm>
              <a:off x="3665701" y="4299045"/>
              <a:ext cx="531145" cy="341967"/>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50" b="1" i="0" u="none" strike="noStrike" kern="1200" cap="none" spc="0" normalizeH="0" baseline="0" noProof="0">
                  <a:ln>
                    <a:noFill/>
                  </a:ln>
                  <a:effectLst/>
                  <a:uLnTx/>
                  <a:uFillTx/>
                  <a:latin typeface="Calibri"/>
                  <a:ea typeface="+mn-ea"/>
                  <a:cs typeface="Verdana" panose="020B0604030504040204" pitchFamily="34" charset="0"/>
                </a:rPr>
                <a:t>~60%</a:t>
              </a:r>
              <a:endParaRPr kumimoji="0" lang="en-US" sz="1350" b="1"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228" name="Rectangle 227">
              <a:extLst>
                <a:ext uri="{FF2B5EF4-FFF2-40B4-BE49-F238E27FC236}">
                  <a16:creationId xmlns:a16="http://schemas.microsoft.com/office/drawing/2014/main" id="{ABF61C2A-219A-F0AA-849B-227FBA955A2A}"/>
                </a:ext>
              </a:extLst>
            </p:cNvPr>
            <p:cNvSpPr/>
            <p:nvPr/>
          </p:nvSpPr>
          <p:spPr bwMode="gray">
            <a:xfrm>
              <a:off x="4163353" y="4608909"/>
              <a:ext cx="1293401" cy="396476"/>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0" tIns="88900" rIns="0" bIns="88900" rtlCol="0" anchor="ctr"/>
            <a:lstStyle/>
            <a:p>
              <a:pPr marL="0" marR="0" lvl="0" indent="0"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i="0" u="none" strike="noStrike" kern="1200" cap="none" spc="0" normalizeH="0" baseline="0" noProof="0">
                  <a:ln>
                    <a:noFill/>
                  </a:ln>
                  <a:effectLst/>
                  <a:uLnTx/>
                  <a:uFillTx/>
                  <a:latin typeface="Calibri"/>
                  <a:ea typeface="+mn-ea"/>
                  <a:cs typeface="Verdana" panose="020B0604030504040204" pitchFamily="34" charset="0"/>
                </a:rPr>
                <a:t>Consumption from 55% area in India</a:t>
              </a:r>
              <a:endParaRPr kumimoji="0" lang="en-US" sz="1050"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229" name="Rectangle 228">
              <a:extLst>
                <a:ext uri="{FF2B5EF4-FFF2-40B4-BE49-F238E27FC236}">
                  <a16:creationId xmlns:a16="http://schemas.microsoft.com/office/drawing/2014/main" id="{57176F63-D313-45E5-3993-55E8FB93C798}"/>
                </a:ext>
              </a:extLst>
            </p:cNvPr>
            <p:cNvSpPr/>
            <p:nvPr/>
          </p:nvSpPr>
          <p:spPr bwMode="gray">
            <a:xfrm>
              <a:off x="3665701" y="4640967"/>
              <a:ext cx="531145" cy="341967"/>
            </a:xfrm>
            <a:prstGeom prst="rect">
              <a:avLst/>
            </a:prstGeom>
            <a:noFill/>
            <a:ln w="9525" algn="ctr">
              <a:noFill/>
              <a:prstDash val="dash"/>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a:ln>
                    <a:noFill/>
                  </a:ln>
                  <a:effectLst/>
                  <a:uLnTx/>
                  <a:uFillTx/>
                  <a:latin typeface="Calibri"/>
                  <a:ea typeface="+mn-ea"/>
                  <a:cs typeface="Verdana" panose="020B0604030504040204" pitchFamily="34" charset="0"/>
                </a:rPr>
                <a:t>80%</a:t>
              </a:r>
              <a:endParaRPr kumimoji="0" lang="en-US" sz="1400" b="1"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230" name="Rectangle 229">
              <a:extLst>
                <a:ext uri="{FF2B5EF4-FFF2-40B4-BE49-F238E27FC236}">
                  <a16:creationId xmlns:a16="http://schemas.microsoft.com/office/drawing/2014/main" id="{913208FD-CC7E-3BE4-E2F5-97A4838E4B8C}"/>
                </a:ext>
              </a:extLst>
            </p:cNvPr>
            <p:cNvSpPr/>
            <p:nvPr/>
          </p:nvSpPr>
          <p:spPr bwMode="gray">
            <a:xfrm>
              <a:off x="3706069" y="4311400"/>
              <a:ext cx="1750685" cy="653804"/>
            </a:xfrm>
            <a:prstGeom prst="rect">
              <a:avLst/>
            </a:prstGeom>
            <a:noFill/>
            <a:ln w="9525" algn="ctr">
              <a:solidFill>
                <a:schemeClr val="accent1"/>
              </a:solidFill>
              <a:prstDash val="dash"/>
              <a:miter lim="800000"/>
              <a:headEnd/>
              <a:tailEnd/>
            </a:ln>
            <a:effectLst>
              <a:outerShdw blurRad="63500" sx="102000" sy="102000" algn="ct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grpSp>
    </p:spTree>
    <p:extLst>
      <p:ext uri="{BB962C8B-B14F-4D97-AF65-F5344CB8AC3E}">
        <p14:creationId xmlns:p14="http://schemas.microsoft.com/office/powerpoint/2010/main" val="609260165"/>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78617" y="121491"/>
            <a:ext cx="11972473" cy="627684"/>
          </a:xfrm>
        </p:spPr>
        <p:txBody>
          <a:bodyPr vert="horz" lIns="91440" tIns="45720" rIns="91440" bIns="45720" rtlCol="0" anchor="t">
            <a:noAutofit/>
          </a:bodyPr>
          <a:lstStyle/>
          <a:p>
            <a:pPr marL="0" indent="0">
              <a:buNone/>
            </a:pPr>
            <a:r>
              <a:rPr lang="en-US" sz="2000" err="1">
                <a:latin typeface="Calibri" panose="020F0502020204030204" pitchFamily="34" charset="0"/>
                <a:cs typeface="Calibri" panose="020F0502020204030204" pitchFamily="34" charset="0"/>
              </a:rPr>
              <a:t>EcoDeliver</a:t>
            </a:r>
            <a:r>
              <a:rPr lang="en-US" sz="2000">
                <a:latin typeface="Calibri" panose="020F0502020204030204" pitchFamily="34" charset="0"/>
                <a:cs typeface="Calibri" panose="020F0502020204030204" pitchFamily="34" charset="0"/>
              </a:rPr>
              <a:t> needs to rethink supply chain architecture to solve for key challenges of LMD and changing consumer preferences </a:t>
            </a:r>
          </a:p>
        </p:txBody>
      </p:sp>
      <p:sp>
        <p:nvSpPr>
          <p:cNvPr id="3" name="Rectangle 2">
            <a:extLst>
              <a:ext uri="{FF2B5EF4-FFF2-40B4-BE49-F238E27FC236}">
                <a16:creationId xmlns:a16="http://schemas.microsoft.com/office/drawing/2014/main" id="{6320B5A0-D203-E84F-A2D0-8DA8E903C9E9}"/>
              </a:ext>
            </a:extLst>
          </p:cNvPr>
          <p:cNvSpPr/>
          <p:nvPr/>
        </p:nvSpPr>
        <p:spPr>
          <a:xfrm>
            <a:off x="78617" y="852427"/>
            <a:ext cx="2669166" cy="1419723"/>
          </a:xfrm>
          <a:prstGeom prst="rect">
            <a:avLst/>
          </a:prstGeom>
          <a:noFill/>
          <a:ln w="1905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p>
        </p:txBody>
      </p:sp>
      <p:sp>
        <p:nvSpPr>
          <p:cNvPr id="4" name="TextBox 3">
            <a:extLst>
              <a:ext uri="{FF2B5EF4-FFF2-40B4-BE49-F238E27FC236}">
                <a16:creationId xmlns:a16="http://schemas.microsoft.com/office/drawing/2014/main" id="{E2DE7244-BDFD-A648-BB48-70D2A942EDDF}"/>
              </a:ext>
            </a:extLst>
          </p:cNvPr>
          <p:cNvSpPr txBox="1"/>
          <p:nvPr/>
        </p:nvSpPr>
        <p:spPr>
          <a:xfrm>
            <a:off x="298539" y="755847"/>
            <a:ext cx="2182203" cy="259016"/>
          </a:xfrm>
          <a:prstGeom prst="rect">
            <a:avLst/>
          </a:prstGeom>
          <a:solidFill>
            <a:schemeClr val="bg1"/>
          </a:solidFill>
          <a:ln>
            <a:noFill/>
          </a:ln>
        </p:spPr>
        <p:txBody>
          <a:bodyPr wrap="none" lIns="0" tIns="0" rIns="0" bIns="0" rtlCol="0">
            <a:noAutofit/>
          </a:bodyPr>
          <a:lstStyle/>
          <a:p>
            <a:pPr algn="ctr" defTabSz="190492">
              <a:spcAft>
                <a:spcPts val="1000"/>
              </a:spcAft>
            </a:pPr>
            <a:r>
              <a:rPr lang="en-US" sz="1167" b="1">
                <a:solidFill>
                  <a:srgbClr val="002060"/>
                </a:solidFill>
                <a:latin typeface="Calibri" panose="020F0502020204030204" pitchFamily="34" charset="0"/>
                <a:cs typeface="Calibri" panose="020F0502020204030204" pitchFamily="34" charset="0"/>
              </a:rPr>
              <a:t>E-retail to grow 4x by 2025</a:t>
            </a:r>
            <a:r>
              <a:rPr lang="en-US" sz="1167" b="1" baseline="30000">
                <a:solidFill>
                  <a:srgbClr val="002060"/>
                </a:solidFill>
                <a:latin typeface="Calibri" panose="020F0502020204030204" pitchFamily="34" charset="0"/>
                <a:cs typeface="Calibri" panose="020F0502020204030204" pitchFamily="34" charset="0"/>
              </a:rPr>
              <a:t>1</a:t>
            </a:r>
            <a:r>
              <a:rPr lang="en-US" sz="1167" b="1">
                <a:solidFill>
                  <a:srgbClr val="002060"/>
                </a:solidFill>
                <a:latin typeface="Calibri" panose="020F0502020204030204" pitchFamily="34" charset="0"/>
                <a:cs typeface="Calibri" panose="020F0502020204030204" pitchFamily="34" charset="0"/>
              </a:rPr>
              <a:t>..</a:t>
            </a:r>
          </a:p>
        </p:txBody>
      </p:sp>
      <p:sp>
        <p:nvSpPr>
          <p:cNvPr id="5" name="Rectangle 4">
            <a:extLst>
              <a:ext uri="{FF2B5EF4-FFF2-40B4-BE49-F238E27FC236}">
                <a16:creationId xmlns:a16="http://schemas.microsoft.com/office/drawing/2014/main" id="{8A8E7DB8-964B-8B43-A9BC-D9B82DA166CF}"/>
              </a:ext>
            </a:extLst>
          </p:cNvPr>
          <p:cNvSpPr/>
          <p:nvPr/>
        </p:nvSpPr>
        <p:spPr>
          <a:xfrm>
            <a:off x="5636157" y="845707"/>
            <a:ext cx="3281340" cy="1419723"/>
          </a:xfrm>
          <a:prstGeom prst="rect">
            <a:avLst/>
          </a:prstGeom>
          <a:noFill/>
          <a:ln w="1905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p>
        </p:txBody>
      </p:sp>
      <p:sp>
        <p:nvSpPr>
          <p:cNvPr id="6" name="TextBox 5">
            <a:extLst>
              <a:ext uri="{FF2B5EF4-FFF2-40B4-BE49-F238E27FC236}">
                <a16:creationId xmlns:a16="http://schemas.microsoft.com/office/drawing/2014/main" id="{ED41B5A2-3DDB-0244-96D4-644FA9C3CE28}"/>
              </a:ext>
            </a:extLst>
          </p:cNvPr>
          <p:cNvSpPr txBox="1"/>
          <p:nvPr/>
        </p:nvSpPr>
        <p:spPr>
          <a:xfrm>
            <a:off x="5958500" y="755847"/>
            <a:ext cx="2669166" cy="259016"/>
          </a:xfrm>
          <a:prstGeom prst="rect">
            <a:avLst/>
          </a:prstGeom>
          <a:solidFill>
            <a:schemeClr val="bg1"/>
          </a:solidFill>
          <a:ln>
            <a:noFill/>
          </a:ln>
        </p:spPr>
        <p:txBody>
          <a:bodyPr wrap="none" lIns="0" tIns="0" rIns="0" bIns="0" rtlCol="0">
            <a:noAutofit/>
          </a:bodyPr>
          <a:lstStyle/>
          <a:p>
            <a:pPr algn="ctr" defTabSz="190492">
              <a:spcAft>
                <a:spcPts val="1000"/>
              </a:spcAft>
            </a:pPr>
            <a:r>
              <a:rPr lang="en-US" sz="1167" b="1">
                <a:solidFill>
                  <a:srgbClr val="002060"/>
                </a:solidFill>
                <a:latin typeface="Calibri" panose="020F0502020204030204" pitchFamily="34" charset="0"/>
                <a:cs typeface="Calibri" panose="020F0502020204030204" pitchFamily="34" charset="0"/>
              </a:rPr>
              <a:t>...as does Indian regional demand</a:t>
            </a:r>
            <a:r>
              <a:rPr lang="en-US" sz="1167" b="1" baseline="30000">
                <a:solidFill>
                  <a:srgbClr val="002060"/>
                </a:solidFill>
                <a:latin typeface="Calibri" panose="020F0502020204030204" pitchFamily="34" charset="0"/>
                <a:cs typeface="Calibri" panose="020F0502020204030204" pitchFamily="34" charset="0"/>
              </a:rPr>
              <a:t>4</a:t>
            </a:r>
          </a:p>
        </p:txBody>
      </p:sp>
      <p:sp>
        <p:nvSpPr>
          <p:cNvPr id="7" name="Rectangle 6">
            <a:extLst>
              <a:ext uri="{FF2B5EF4-FFF2-40B4-BE49-F238E27FC236}">
                <a16:creationId xmlns:a16="http://schemas.microsoft.com/office/drawing/2014/main" id="{A9762378-766F-4941-B4FE-9D288D6E4E80}"/>
              </a:ext>
            </a:extLst>
          </p:cNvPr>
          <p:cNvSpPr/>
          <p:nvPr/>
        </p:nvSpPr>
        <p:spPr>
          <a:xfrm>
            <a:off x="9010934" y="827617"/>
            <a:ext cx="3034958" cy="5083142"/>
          </a:xfrm>
          <a:prstGeom prst="rect">
            <a:avLst/>
          </a:prstGeom>
          <a:noFill/>
          <a:ln w="1905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p>
        </p:txBody>
      </p:sp>
      <p:sp>
        <p:nvSpPr>
          <p:cNvPr id="8" name="TextBox 7">
            <a:extLst>
              <a:ext uri="{FF2B5EF4-FFF2-40B4-BE49-F238E27FC236}">
                <a16:creationId xmlns:a16="http://schemas.microsoft.com/office/drawing/2014/main" id="{890747FC-6584-EA47-B969-6F3BC58AFF79}"/>
              </a:ext>
            </a:extLst>
          </p:cNvPr>
          <p:cNvSpPr txBox="1"/>
          <p:nvPr/>
        </p:nvSpPr>
        <p:spPr>
          <a:xfrm>
            <a:off x="9166892" y="742787"/>
            <a:ext cx="2660083" cy="265648"/>
          </a:xfrm>
          <a:prstGeom prst="rect">
            <a:avLst/>
          </a:prstGeom>
          <a:solidFill>
            <a:schemeClr val="bg1"/>
          </a:solidFill>
          <a:ln>
            <a:noFill/>
          </a:ln>
        </p:spPr>
        <p:txBody>
          <a:bodyPr wrap="none" lIns="0" tIns="0" rIns="0" bIns="0" rtlCol="0">
            <a:noAutofit/>
          </a:bodyPr>
          <a:lstStyle/>
          <a:p>
            <a:pPr algn="ctr" defTabSz="190492">
              <a:spcAft>
                <a:spcPts val="1000"/>
              </a:spcAft>
            </a:pPr>
            <a:r>
              <a:rPr lang="en-US" sz="1100" b="1">
                <a:solidFill>
                  <a:srgbClr val="002060"/>
                </a:solidFill>
                <a:latin typeface="Calibri" panose="020F0502020204030204" pitchFamily="34" charset="0"/>
                <a:cs typeface="Calibri" panose="020F0502020204030204" pitchFamily="34" charset="0"/>
              </a:rPr>
              <a:t>How-To-Win: </a:t>
            </a:r>
            <a:r>
              <a:rPr lang="en-US" sz="1100" b="1" err="1">
                <a:solidFill>
                  <a:srgbClr val="002060"/>
                </a:solidFill>
                <a:latin typeface="Calibri" panose="020F0502020204030204" pitchFamily="34" charset="0"/>
                <a:cs typeface="Calibri" panose="020F0502020204030204" pitchFamily="34" charset="0"/>
              </a:rPr>
              <a:t>EcoDeliver’s</a:t>
            </a:r>
            <a:r>
              <a:rPr lang="en-US" sz="1100" b="1">
                <a:solidFill>
                  <a:srgbClr val="002060"/>
                </a:solidFill>
                <a:latin typeface="Calibri" panose="020F0502020204030204" pitchFamily="34" charset="0"/>
                <a:cs typeface="Calibri" panose="020F0502020204030204" pitchFamily="34" charset="0"/>
              </a:rPr>
              <a:t> disruption strategy </a:t>
            </a:r>
          </a:p>
        </p:txBody>
      </p:sp>
      <p:sp>
        <p:nvSpPr>
          <p:cNvPr id="9" name="TextBox 8">
            <a:extLst>
              <a:ext uri="{FF2B5EF4-FFF2-40B4-BE49-F238E27FC236}">
                <a16:creationId xmlns:a16="http://schemas.microsoft.com/office/drawing/2014/main" id="{1D495F5F-47E0-8A35-27C1-69E4AB18AD75}"/>
              </a:ext>
            </a:extLst>
          </p:cNvPr>
          <p:cNvSpPr txBox="1"/>
          <p:nvPr/>
        </p:nvSpPr>
        <p:spPr>
          <a:xfrm>
            <a:off x="146108" y="3197872"/>
            <a:ext cx="2157706" cy="646331"/>
          </a:xfrm>
          <a:prstGeom prst="rect">
            <a:avLst/>
          </a:prstGeom>
          <a:noFill/>
          <a:ln>
            <a:noFill/>
          </a:ln>
        </p:spPr>
        <p:txBody>
          <a:bodyPr wrap="square" rtlCol="0">
            <a:spAutoFit/>
          </a:bodyPr>
          <a:lstStyle/>
          <a:p>
            <a:r>
              <a:rPr lang="en-US" sz="1200"/>
              <a:t>consumers are more likely to choose retailers that offer more sustainable delivery options</a:t>
            </a:r>
          </a:p>
        </p:txBody>
      </p:sp>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sp>
        <p:nvSpPr>
          <p:cNvPr id="20" name="Rectangle 19">
            <a:extLst>
              <a:ext uri="{FF2B5EF4-FFF2-40B4-BE49-F238E27FC236}">
                <a16:creationId xmlns:a16="http://schemas.microsoft.com/office/drawing/2014/main" id="{C4D8DEFE-00D6-1740-AD63-5081CA18A83F}"/>
              </a:ext>
            </a:extLst>
          </p:cNvPr>
          <p:cNvSpPr/>
          <p:nvPr/>
        </p:nvSpPr>
        <p:spPr>
          <a:xfrm>
            <a:off x="2857387" y="845707"/>
            <a:ext cx="2669166" cy="1419723"/>
          </a:xfrm>
          <a:prstGeom prst="rect">
            <a:avLst/>
          </a:prstGeom>
          <a:noFill/>
          <a:ln w="1905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p>
        </p:txBody>
      </p:sp>
      <p:sp>
        <p:nvSpPr>
          <p:cNvPr id="21" name="TextBox 20">
            <a:extLst>
              <a:ext uri="{FF2B5EF4-FFF2-40B4-BE49-F238E27FC236}">
                <a16:creationId xmlns:a16="http://schemas.microsoft.com/office/drawing/2014/main" id="{B0C69509-2568-CE4A-8D3C-270C7A959E57}"/>
              </a:ext>
            </a:extLst>
          </p:cNvPr>
          <p:cNvSpPr txBox="1"/>
          <p:nvPr/>
        </p:nvSpPr>
        <p:spPr>
          <a:xfrm>
            <a:off x="3034252" y="755847"/>
            <a:ext cx="2312073" cy="259016"/>
          </a:xfrm>
          <a:prstGeom prst="rect">
            <a:avLst/>
          </a:prstGeom>
          <a:solidFill>
            <a:schemeClr val="bg1"/>
          </a:solidFill>
          <a:ln>
            <a:noFill/>
          </a:ln>
        </p:spPr>
        <p:txBody>
          <a:bodyPr wrap="none" lIns="0" tIns="0" rIns="0" bIns="0" rtlCol="0">
            <a:noAutofit/>
          </a:bodyPr>
          <a:lstStyle/>
          <a:p>
            <a:pPr algn="ctr" defTabSz="190492">
              <a:spcAft>
                <a:spcPts val="1000"/>
              </a:spcAft>
            </a:pPr>
            <a:r>
              <a:rPr lang="en-US" sz="1167" b="1">
                <a:solidFill>
                  <a:srgbClr val="002060"/>
                </a:solidFill>
                <a:latin typeface="Calibri" panose="020F0502020204030204" pitchFamily="34" charset="0"/>
                <a:cs typeface="Calibri" panose="020F0502020204030204" pitchFamily="34" charset="0"/>
              </a:rPr>
              <a:t>..but supply remains fragmented..</a:t>
            </a:r>
          </a:p>
        </p:txBody>
      </p:sp>
      <p:graphicFrame>
        <p:nvGraphicFramePr>
          <p:cNvPr id="23" name="Chart 22">
            <a:extLst>
              <a:ext uri="{FF2B5EF4-FFF2-40B4-BE49-F238E27FC236}">
                <a16:creationId xmlns:a16="http://schemas.microsoft.com/office/drawing/2014/main" id="{CCC51673-AC19-9B4C-B934-4431E1C2B458}"/>
              </a:ext>
            </a:extLst>
          </p:cNvPr>
          <p:cNvGraphicFramePr/>
          <p:nvPr/>
        </p:nvGraphicFramePr>
        <p:xfrm>
          <a:off x="2632746" y="586254"/>
          <a:ext cx="1766103" cy="1785136"/>
        </p:xfrm>
        <a:graphic>
          <a:graphicData uri="http://schemas.openxmlformats.org/drawingml/2006/chart">
            <c:chart xmlns:c="http://schemas.openxmlformats.org/drawingml/2006/chart" xmlns:r="http://schemas.openxmlformats.org/officeDocument/2006/relationships" r:id="rId6"/>
          </a:graphicData>
        </a:graphic>
      </p:graphicFrame>
      <p:sp>
        <p:nvSpPr>
          <p:cNvPr id="24" name="TextBox 23">
            <a:extLst>
              <a:ext uri="{FF2B5EF4-FFF2-40B4-BE49-F238E27FC236}">
                <a16:creationId xmlns:a16="http://schemas.microsoft.com/office/drawing/2014/main" id="{CE7EE84B-D9F4-1F49-9A2A-7834E11E3CC5}"/>
              </a:ext>
            </a:extLst>
          </p:cNvPr>
          <p:cNvSpPr txBox="1"/>
          <p:nvPr/>
        </p:nvSpPr>
        <p:spPr>
          <a:xfrm rot="16200000">
            <a:off x="2444627" y="1360381"/>
            <a:ext cx="1183180" cy="276999"/>
          </a:xfrm>
          <a:prstGeom prst="rect">
            <a:avLst/>
          </a:prstGeom>
          <a:noFill/>
          <a:ln>
            <a:noFill/>
          </a:ln>
        </p:spPr>
        <p:txBody>
          <a:bodyPr wrap="square" rtlCol="0">
            <a:spAutoFit/>
          </a:bodyPr>
          <a:lstStyle/>
          <a:p>
            <a:r>
              <a:rPr lang="en-US" sz="1200">
                <a:solidFill>
                  <a:schemeClr val="bg2">
                    <a:lumMod val="50000"/>
                  </a:schemeClr>
                </a:solidFill>
              </a:rPr>
              <a:t>Market Share</a:t>
            </a:r>
            <a:r>
              <a:rPr lang="en-US" sz="1200" baseline="30000">
                <a:solidFill>
                  <a:schemeClr val="bg2">
                    <a:lumMod val="50000"/>
                  </a:schemeClr>
                </a:solidFill>
              </a:rPr>
              <a:t>1</a:t>
            </a:r>
            <a:endParaRPr lang="en-IN" sz="1200" baseline="30000">
              <a:solidFill>
                <a:schemeClr val="bg2">
                  <a:lumMod val="50000"/>
                </a:schemeClr>
              </a:solidFill>
            </a:endParaRPr>
          </a:p>
        </p:txBody>
      </p:sp>
      <p:sp>
        <p:nvSpPr>
          <p:cNvPr id="25" name="TextBox 24">
            <a:extLst>
              <a:ext uri="{FF2B5EF4-FFF2-40B4-BE49-F238E27FC236}">
                <a16:creationId xmlns:a16="http://schemas.microsoft.com/office/drawing/2014/main" id="{8D1503FD-B5A5-3545-9F29-C90D8E950FDF}"/>
              </a:ext>
            </a:extLst>
          </p:cNvPr>
          <p:cNvSpPr txBox="1"/>
          <p:nvPr/>
        </p:nvSpPr>
        <p:spPr>
          <a:xfrm>
            <a:off x="58289" y="891126"/>
            <a:ext cx="2201949" cy="276999"/>
          </a:xfrm>
          <a:prstGeom prst="rect">
            <a:avLst/>
          </a:prstGeom>
          <a:noFill/>
        </p:spPr>
        <p:txBody>
          <a:bodyPr wrap="none" rtlCol="0">
            <a:spAutoFit/>
          </a:bodyPr>
          <a:lstStyle/>
          <a:p>
            <a:r>
              <a:rPr lang="en-US" sz="1200">
                <a:solidFill>
                  <a:schemeClr val="bg2">
                    <a:lumMod val="50000"/>
                  </a:schemeClr>
                </a:solidFill>
              </a:rPr>
              <a:t>Indian online retail market ($Bn)</a:t>
            </a:r>
          </a:p>
        </p:txBody>
      </p:sp>
      <p:graphicFrame>
        <p:nvGraphicFramePr>
          <p:cNvPr id="26" name="Chart 25">
            <a:extLst>
              <a:ext uri="{FF2B5EF4-FFF2-40B4-BE49-F238E27FC236}">
                <a16:creationId xmlns:a16="http://schemas.microsoft.com/office/drawing/2014/main" id="{44B26B53-A700-4C4A-AB71-A0D13A24ED73}"/>
              </a:ext>
            </a:extLst>
          </p:cNvPr>
          <p:cNvGraphicFramePr/>
          <p:nvPr/>
        </p:nvGraphicFramePr>
        <p:xfrm>
          <a:off x="-59233" y="755846"/>
          <a:ext cx="2182203" cy="1578597"/>
        </p:xfrm>
        <a:graphic>
          <a:graphicData uri="http://schemas.openxmlformats.org/drawingml/2006/chart">
            <c:chart xmlns:c="http://schemas.openxmlformats.org/drawingml/2006/chart" xmlns:r="http://schemas.openxmlformats.org/officeDocument/2006/relationships" r:id="rId7"/>
          </a:graphicData>
        </a:graphic>
      </p:graphicFrame>
      <p:cxnSp>
        <p:nvCxnSpPr>
          <p:cNvPr id="28" name="Straight Arrow Connector 27">
            <a:extLst>
              <a:ext uri="{FF2B5EF4-FFF2-40B4-BE49-F238E27FC236}">
                <a16:creationId xmlns:a16="http://schemas.microsoft.com/office/drawing/2014/main" id="{365BA8D2-0347-364F-AA24-BA5AD3023C70}"/>
              </a:ext>
            </a:extLst>
          </p:cNvPr>
          <p:cNvCxnSpPr/>
          <p:nvPr/>
        </p:nvCxnSpPr>
        <p:spPr>
          <a:xfrm flipV="1">
            <a:off x="510705" y="1246913"/>
            <a:ext cx="763913" cy="46181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371375A3-651D-C243-8D55-5DF661AE5038}"/>
              </a:ext>
            </a:extLst>
          </p:cNvPr>
          <p:cNvSpPr txBox="1"/>
          <p:nvPr/>
        </p:nvSpPr>
        <p:spPr>
          <a:xfrm>
            <a:off x="346568" y="1351824"/>
            <a:ext cx="885645" cy="276999"/>
          </a:xfrm>
          <a:prstGeom prst="rect">
            <a:avLst/>
          </a:prstGeom>
          <a:solidFill>
            <a:schemeClr val="bg1"/>
          </a:solidFill>
          <a:ln>
            <a:noFill/>
          </a:ln>
        </p:spPr>
        <p:txBody>
          <a:bodyPr wrap="square" rtlCol="0">
            <a:spAutoFit/>
          </a:bodyPr>
          <a:lstStyle/>
          <a:p>
            <a:r>
              <a:rPr lang="en-US" sz="1200"/>
              <a:t>CAGR: 30%</a:t>
            </a:r>
            <a:endParaRPr lang="en-IN" sz="1200"/>
          </a:p>
        </p:txBody>
      </p:sp>
      <p:sp>
        <p:nvSpPr>
          <p:cNvPr id="30" name="Rectangle 29">
            <a:extLst>
              <a:ext uri="{FF2B5EF4-FFF2-40B4-BE49-F238E27FC236}">
                <a16:creationId xmlns:a16="http://schemas.microsoft.com/office/drawing/2014/main" id="{8D2FB2EF-E9DB-DB4C-83A2-AC47B07EDEBE}"/>
              </a:ext>
            </a:extLst>
          </p:cNvPr>
          <p:cNvSpPr/>
          <p:nvPr/>
        </p:nvSpPr>
        <p:spPr>
          <a:xfrm>
            <a:off x="1620079" y="1275332"/>
            <a:ext cx="1191127" cy="710490"/>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solidFill>
                <a:latin typeface="Calibri" panose="020F0502020204030204" pitchFamily="34" charset="0"/>
                <a:cs typeface="Calibri" panose="020F0502020204030204" pitchFamily="34" charset="0"/>
              </a:rPr>
              <a:t>Online shoppers growing from 100 Mn to </a:t>
            </a:r>
          </a:p>
          <a:p>
            <a:pPr algn="ctr"/>
            <a:r>
              <a:rPr lang="en-US" sz="1100">
                <a:solidFill>
                  <a:schemeClr val="tx1"/>
                </a:solidFill>
                <a:latin typeface="Calibri" panose="020F0502020204030204" pitchFamily="34" charset="0"/>
                <a:cs typeface="Calibri" panose="020F0502020204030204" pitchFamily="34" charset="0"/>
              </a:rPr>
              <a:t>300-350Mn</a:t>
            </a:r>
          </a:p>
        </p:txBody>
      </p:sp>
      <p:sp>
        <p:nvSpPr>
          <p:cNvPr id="33" name="TextBox 32">
            <a:extLst>
              <a:ext uri="{FF2B5EF4-FFF2-40B4-BE49-F238E27FC236}">
                <a16:creationId xmlns:a16="http://schemas.microsoft.com/office/drawing/2014/main" id="{69AA5D39-578B-3740-9FA3-CA82C3CA899F}"/>
              </a:ext>
            </a:extLst>
          </p:cNvPr>
          <p:cNvSpPr txBox="1"/>
          <p:nvPr/>
        </p:nvSpPr>
        <p:spPr>
          <a:xfrm>
            <a:off x="3869128" y="2028779"/>
            <a:ext cx="1405086" cy="276999"/>
          </a:xfrm>
          <a:prstGeom prst="rect">
            <a:avLst/>
          </a:prstGeom>
          <a:noFill/>
          <a:ln>
            <a:noFill/>
          </a:ln>
        </p:spPr>
        <p:txBody>
          <a:bodyPr wrap="square" rtlCol="0">
            <a:spAutoFit/>
          </a:bodyPr>
          <a:lstStyle/>
          <a:p>
            <a:r>
              <a:rPr lang="en-US" sz="1200"/>
              <a:t>Parcel Focus, 5%</a:t>
            </a:r>
            <a:endParaRPr lang="en-IN" sz="1200"/>
          </a:p>
        </p:txBody>
      </p:sp>
      <p:sp>
        <p:nvSpPr>
          <p:cNvPr id="34" name="Rectangle 33">
            <a:extLst>
              <a:ext uri="{FF2B5EF4-FFF2-40B4-BE49-F238E27FC236}">
                <a16:creationId xmlns:a16="http://schemas.microsoft.com/office/drawing/2014/main" id="{B8DA00C1-D2E7-B94B-875F-2DD7CCF941C2}"/>
              </a:ext>
            </a:extLst>
          </p:cNvPr>
          <p:cNvSpPr/>
          <p:nvPr/>
        </p:nvSpPr>
        <p:spPr>
          <a:xfrm>
            <a:off x="3920264" y="979581"/>
            <a:ext cx="1632319" cy="646331"/>
          </a:xfrm>
          <a:prstGeom prst="rect">
            <a:avLst/>
          </a:prstGeom>
        </p:spPr>
        <p:txBody>
          <a:bodyPr wrap="square">
            <a:spAutoFit/>
          </a:bodyPr>
          <a:lstStyle/>
          <a:p>
            <a:r>
              <a:rPr lang="en-IN" sz="1200"/>
              <a:t>Long tail of mid-major players that cater to regional markets</a:t>
            </a:r>
            <a:endParaRPr lang="en-US" sz="1200"/>
          </a:p>
        </p:txBody>
      </p:sp>
      <p:sp>
        <p:nvSpPr>
          <p:cNvPr id="35" name="Rectangle 34">
            <a:extLst>
              <a:ext uri="{FF2B5EF4-FFF2-40B4-BE49-F238E27FC236}">
                <a16:creationId xmlns:a16="http://schemas.microsoft.com/office/drawing/2014/main" id="{A9218D0D-7898-F44C-B819-60695033AE91}"/>
              </a:ext>
            </a:extLst>
          </p:cNvPr>
          <p:cNvSpPr/>
          <p:nvPr/>
        </p:nvSpPr>
        <p:spPr>
          <a:xfrm>
            <a:off x="3875475" y="1773896"/>
            <a:ext cx="1632319" cy="276999"/>
          </a:xfrm>
          <a:prstGeom prst="rect">
            <a:avLst/>
          </a:prstGeom>
        </p:spPr>
        <p:txBody>
          <a:bodyPr wrap="square">
            <a:spAutoFit/>
          </a:bodyPr>
          <a:lstStyle/>
          <a:p>
            <a:r>
              <a:rPr lang="en-IN" sz="1200"/>
              <a:t>Big &amp; bulky focus</a:t>
            </a:r>
            <a:endParaRPr lang="en-US" sz="1200"/>
          </a:p>
        </p:txBody>
      </p:sp>
      <p:grpSp>
        <p:nvGrpSpPr>
          <p:cNvPr id="37" name="Group 36">
            <a:extLst>
              <a:ext uri="{FF2B5EF4-FFF2-40B4-BE49-F238E27FC236}">
                <a16:creationId xmlns:a16="http://schemas.microsoft.com/office/drawing/2014/main" id="{48E455BC-C402-9247-8260-0324CF2C4B4D}"/>
              </a:ext>
            </a:extLst>
          </p:cNvPr>
          <p:cNvGrpSpPr/>
          <p:nvPr/>
        </p:nvGrpSpPr>
        <p:grpSpPr>
          <a:xfrm>
            <a:off x="3745883" y="1188309"/>
            <a:ext cx="126337" cy="134219"/>
            <a:chOff x="7812684" y="2660359"/>
            <a:chExt cx="306171" cy="306910"/>
          </a:xfrm>
        </p:grpSpPr>
        <p:sp>
          <p:nvSpPr>
            <p:cNvPr id="38" name="Freeform 94">
              <a:extLst>
                <a:ext uri="{FF2B5EF4-FFF2-40B4-BE49-F238E27FC236}">
                  <a16:creationId xmlns:a16="http://schemas.microsoft.com/office/drawing/2014/main" id="{11FED670-214A-3742-A389-0977A7AB3978}"/>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39" name="Freeform 95">
              <a:extLst>
                <a:ext uri="{FF2B5EF4-FFF2-40B4-BE49-F238E27FC236}">
                  <a16:creationId xmlns:a16="http://schemas.microsoft.com/office/drawing/2014/main" id="{A064CC2C-8DDF-8E48-9A4E-1291EC35DD27}"/>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grpSp>
        <p:nvGrpSpPr>
          <p:cNvPr id="40" name="Group 39">
            <a:extLst>
              <a:ext uri="{FF2B5EF4-FFF2-40B4-BE49-F238E27FC236}">
                <a16:creationId xmlns:a16="http://schemas.microsoft.com/office/drawing/2014/main" id="{F83B35E2-CC5D-C24F-AFAC-58D50D91DBAD}"/>
              </a:ext>
            </a:extLst>
          </p:cNvPr>
          <p:cNvGrpSpPr/>
          <p:nvPr/>
        </p:nvGrpSpPr>
        <p:grpSpPr>
          <a:xfrm>
            <a:off x="3742791" y="1956252"/>
            <a:ext cx="126337" cy="134219"/>
            <a:chOff x="7812684" y="2660359"/>
            <a:chExt cx="306171" cy="306910"/>
          </a:xfrm>
        </p:grpSpPr>
        <p:sp>
          <p:nvSpPr>
            <p:cNvPr id="41" name="Freeform 94">
              <a:extLst>
                <a:ext uri="{FF2B5EF4-FFF2-40B4-BE49-F238E27FC236}">
                  <a16:creationId xmlns:a16="http://schemas.microsoft.com/office/drawing/2014/main" id="{BD8C0A23-A86D-E647-9450-950454EA7F06}"/>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42" name="Freeform 95">
              <a:extLst>
                <a:ext uri="{FF2B5EF4-FFF2-40B4-BE49-F238E27FC236}">
                  <a16:creationId xmlns:a16="http://schemas.microsoft.com/office/drawing/2014/main" id="{C9B86F67-EE7D-6040-B576-8D8A0362834F}"/>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grpSp>
        <p:nvGrpSpPr>
          <p:cNvPr id="43" name="Group 42">
            <a:extLst>
              <a:ext uri="{FF2B5EF4-FFF2-40B4-BE49-F238E27FC236}">
                <a16:creationId xmlns:a16="http://schemas.microsoft.com/office/drawing/2014/main" id="{4B443374-B564-8A4E-9B23-F53FCEFA2DEE}"/>
              </a:ext>
            </a:extLst>
          </p:cNvPr>
          <p:cNvGrpSpPr/>
          <p:nvPr/>
        </p:nvGrpSpPr>
        <p:grpSpPr>
          <a:xfrm>
            <a:off x="3747985" y="2137931"/>
            <a:ext cx="126337" cy="134219"/>
            <a:chOff x="7812684" y="2660359"/>
            <a:chExt cx="306171" cy="306910"/>
          </a:xfrm>
        </p:grpSpPr>
        <p:sp>
          <p:nvSpPr>
            <p:cNvPr id="44" name="Freeform 94">
              <a:extLst>
                <a:ext uri="{FF2B5EF4-FFF2-40B4-BE49-F238E27FC236}">
                  <a16:creationId xmlns:a16="http://schemas.microsoft.com/office/drawing/2014/main" id="{767435D5-6D82-9B4B-8093-BCE9DA1602F4}"/>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45" name="Freeform 95">
              <a:extLst>
                <a:ext uri="{FF2B5EF4-FFF2-40B4-BE49-F238E27FC236}">
                  <a16:creationId xmlns:a16="http://schemas.microsoft.com/office/drawing/2014/main" id="{4E0975C0-C7FD-BE44-A6E0-FDF4CC6E3D73}"/>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sp>
        <p:nvSpPr>
          <p:cNvPr id="46" name="Rectangle 45">
            <a:extLst>
              <a:ext uri="{FF2B5EF4-FFF2-40B4-BE49-F238E27FC236}">
                <a16:creationId xmlns:a16="http://schemas.microsoft.com/office/drawing/2014/main" id="{0F71C39C-889C-E34F-A3E1-690B5934668A}"/>
              </a:ext>
            </a:extLst>
          </p:cNvPr>
          <p:cNvSpPr/>
          <p:nvPr/>
        </p:nvSpPr>
        <p:spPr>
          <a:xfrm>
            <a:off x="82525" y="2513376"/>
            <a:ext cx="8834972" cy="1419723"/>
          </a:xfrm>
          <a:prstGeom prst="rect">
            <a:avLst/>
          </a:prstGeom>
          <a:noFill/>
          <a:ln w="1905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p>
        </p:txBody>
      </p:sp>
      <p:sp>
        <p:nvSpPr>
          <p:cNvPr id="47" name="TextBox 46">
            <a:extLst>
              <a:ext uri="{FF2B5EF4-FFF2-40B4-BE49-F238E27FC236}">
                <a16:creationId xmlns:a16="http://schemas.microsoft.com/office/drawing/2014/main" id="{A3B1172E-360B-A44F-A942-E51408878A62}"/>
              </a:ext>
            </a:extLst>
          </p:cNvPr>
          <p:cNvSpPr txBox="1"/>
          <p:nvPr/>
        </p:nvSpPr>
        <p:spPr>
          <a:xfrm>
            <a:off x="906661" y="2446161"/>
            <a:ext cx="7186700" cy="259016"/>
          </a:xfrm>
          <a:prstGeom prst="rect">
            <a:avLst/>
          </a:prstGeom>
          <a:solidFill>
            <a:schemeClr val="bg1"/>
          </a:solidFill>
          <a:ln>
            <a:noFill/>
          </a:ln>
        </p:spPr>
        <p:txBody>
          <a:bodyPr wrap="none" lIns="0" tIns="0" rIns="0" bIns="0" rtlCol="0">
            <a:noAutofit/>
          </a:bodyPr>
          <a:lstStyle/>
          <a:p>
            <a:pPr algn="ctr" defTabSz="190492">
              <a:spcAft>
                <a:spcPts val="1000"/>
              </a:spcAft>
            </a:pPr>
            <a:r>
              <a:rPr lang="en-US" sz="1200" b="1">
                <a:solidFill>
                  <a:srgbClr val="002060"/>
                </a:solidFill>
                <a:latin typeface="Calibri" panose="020F0502020204030204" pitchFamily="34" charset="0"/>
                <a:cs typeface="Calibri" panose="020F0502020204030204" pitchFamily="34" charset="0"/>
              </a:rPr>
              <a:t>Significant shift in consumer preferences has also been observed in the industry leading to market gaps</a:t>
            </a:r>
            <a:r>
              <a:rPr lang="en-US" sz="1200" b="1" baseline="30000">
                <a:solidFill>
                  <a:srgbClr val="002060"/>
                </a:solidFill>
                <a:latin typeface="Calibri" panose="020F0502020204030204" pitchFamily="34" charset="0"/>
                <a:cs typeface="Calibri" panose="020F0502020204030204" pitchFamily="34" charset="0"/>
              </a:rPr>
              <a:t>5</a:t>
            </a:r>
            <a:r>
              <a:rPr lang="en-US" sz="1200" b="1">
                <a:solidFill>
                  <a:srgbClr val="002060"/>
                </a:solidFill>
                <a:latin typeface="Calibri" panose="020F0502020204030204" pitchFamily="34" charset="0"/>
                <a:cs typeface="Calibri" panose="020F0502020204030204" pitchFamily="34" charset="0"/>
              </a:rPr>
              <a:t> </a:t>
            </a:r>
          </a:p>
        </p:txBody>
      </p:sp>
      <p:sp>
        <p:nvSpPr>
          <p:cNvPr id="48" name="TextBox 47">
            <a:extLst>
              <a:ext uri="{FF2B5EF4-FFF2-40B4-BE49-F238E27FC236}">
                <a16:creationId xmlns:a16="http://schemas.microsoft.com/office/drawing/2014/main" id="{60EC83EA-EC10-BB42-A875-D7BE1516DD06}"/>
              </a:ext>
            </a:extLst>
          </p:cNvPr>
          <p:cNvSpPr txBox="1"/>
          <p:nvPr/>
        </p:nvSpPr>
        <p:spPr>
          <a:xfrm>
            <a:off x="630859" y="2688299"/>
            <a:ext cx="1287518" cy="584775"/>
          </a:xfrm>
          <a:prstGeom prst="rect">
            <a:avLst/>
          </a:prstGeom>
          <a:noFill/>
        </p:spPr>
        <p:txBody>
          <a:bodyPr wrap="square" rtlCol="0">
            <a:spAutoFit/>
          </a:bodyPr>
          <a:lstStyle/>
          <a:p>
            <a:r>
              <a:rPr lang="en-US" sz="3200">
                <a:solidFill>
                  <a:srgbClr val="55247C"/>
                </a:solidFill>
              </a:rPr>
              <a:t>43%</a:t>
            </a:r>
          </a:p>
        </p:txBody>
      </p:sp>
      <p:sp>
        <p:nvSpPr>
          <p:cNvPr id="49" name="TextBox 48">
            <a:extLst>
              <a:ext uri="{FF2B5EF4-FFF2-40B4-BE49-F238E27FC236}">
                <a16:creationId xmlns:a16="http://schemas.microsoft.com/office/drawing/2014/main" id="{571F49C1-3BD0-8B48-A1EF-4CF82848A384}"/>
              </a:ext>
            </a:extLst>
          </p:cNvPr>
          <p:cNvSpPr txBox="1"/>
          <p:nvPr/>
        </p:nvSpPr>
        <p:spPr>
          <a:xfrm>
            <a:off x="2276423" y="3186461"/>
            <a:ext cx="2157706" cy="646331"/>
          </a:xfrm>
          <a:prstGeom prst="rect">
            <a:avLst/>
          </a:prstGeom>
          <a:noFill/>
          <a:ln>
            <a:noFill/>
          </a:ln>
        </p:spPr>
        <p:txBody>
          <a:bodyPr wrap="square" rtlCol="0">
            <a:spAutoFit/>
          </a:bodyPr>
          <a:lstStyle/>
          <a:p>
            <a:r>
              <a:rPr lang="en-US" sz="1200"/>
              <a:t>customers were okay with waiting reasonably longer for green packaging</a:t>
            </a:r>
          </a:p>
        </p:txBody>
      </p:sp>
      <p:sp>
        <p:nvSpPr>
          <p:cNvPr id="50" name="TextBox 49">
            <a:extLst>
              <a:ext uri="{FF2B5EF4-FFF2-40B4-BE49-F238E27FC236}">
                <a16:creationId xmlns:a16="http://schemas.microsoft.com/office/drawing/2014/main" id="{EE458D68-4E74-9A41-9C40-1011D5C804C7}"/>
              </a:ext>
            </a:extLst>
          </p:cNvPr>
          <p:cNvSpPr txBox="1"/>
          <p:nvPr/>
        </p:nvSpPr>
        <p:spPr>
          <a:xfrm>
            <a:off x="2747898" y="2688299"/>
            <a:ext cx="1287518" cy="584775"/>
          </a:xfrm>
          <a:prstGeom prst="rect">
            <a:avLst/>
          </a:prstGeom>
          <a:noFill/>
        </p:spPr>
        <p:txBody>
          <a:bodyPr wrap="square" rtlCol="0">
            <a:spAutoFit/>
          </a:bodyPr>
          <a:lstStyle/>
          <a:p>
            <a:r>
              <a:rPr lang="en-US" sz="3200">
                <a:solidFill>
                  <a:srgbClr val="55247C"/>
                </a:solidFill>
              </a:rPr>
              <a:t>62%</a:t>
            </a:r>
          </a:p>
        </p:txBody>
      </p:sp>
      <p:sp>
        <p:nvSpPr>
          <p:cNvPr id="51" name="TextBox 50">
            <a:extLst>
              <a:ext uri="{FF2B5EF4-FFF2-40B4-BE49-F238E27FC236}">
                <a16:creationId xmlns:a16="http://schemas.microsoft.com/office/drawing/2014/main" id="{51D6C2F2-5593-0244-ACF1-72CEB1AD170C}"/>
              </a:ext>
            </a:extLst>
          </p:cNvPr>
          <p:cNvSpPr txBox="1"/>
          <p:nvPr/>
        </p:nvSpPr>
        <p:spPr>
          <a:xfrm>
            <a:off x="4397965" y="3157124"/>
            <a:ext cx="2367037" cy="646331"/>
          </a:xfrm>
          <a:prstGeom prst="rect">
            <a:avLst/>
          </a:prstGeom>
          <a:noFill/>
          <a:ln>
            <a:noFill/>
          </a:ln>
        </p:spPr>
        <p:txBody>
          <a:bodyPr wrap="square" rtlCol="0">
            <a:spAutoFit/>
          </a:bodyPr>
          <a:lstStyle/>
          <a:p>
            <a:r>
              <a:rPr lang="en-US" sz="1200"/>
              <a:t>consumers rated a social media enabled differentiated customer service offering the highest </a:t>
            </a:r>
          </a:p>
        </p:txBody>
      </p:sp>
      <p:sp>
        <p:nvSpPr>
          <p:cNvPr id="52" name="TextBox 51">
            <a:extLst>
              <a:ext uri="{FF2B5EF4-FFF2-40B4-BE49-F238E27FC236}">
                <a16:creationId xmlns:a16="http://schemas.microsoft.com/office/drawing/2014/main" id="{0B58B28A-A89F-904C-B8CC-C9566BD2549C}"/>
              </a:ext>
            </a:extLst>
          </p:cNvPr>
          <p:cNvSpPr txBox="1"/>
          <p:nvPr/>
        </p:nvSpPr>
        <p:spPr>
          <a:xfrm>
            <a:off x="4882717" y="2688299"/>
            <a:ext cx="1287518" cy="584775"/>
          </a:xfrm>
          <a:prstGeom prst="rect">
            <a:avLst/>
          </a:prstGeom>
          <a:noFill/>
        </p:spPr>
        <p:txBody>
          <a:bodyPr wrap="square" rtlCol="0">
            <a:spAutoFit/>
          </a:bodyPr>
          <a:lstStyle/>
          <a:p>
            <a:r>
              <a:rPr lang="en-US" sz="3200">
                <a:solidFill>
                  <a:srgbClr val="55247C"/>
                </a:solidFill>
              </a:rPr>
              <a:t>37%</a:t>
            </a:r>
          </a:p>
        </p:txBody>
      </p:sp>
      <p:sp>
        <p:nvSpPr>
          <p:cNvPr id="55" name="Rectangle 54">
            <a:extLst>
              <a:ext uri="{FF2B5EF4-FFF2-40B4-BE49-F238E27FC236}">
                <a16:creationId xmlns:a16="http://schemas.microsoft.com/office/drawing/2014/main" id="{DDE5F363-D5B7-5448-A595-AAFD76D27AFC}"/>
              </a:ext>
            </a:extLst>
          </p:cNvPr>
          <p:cNvSpPr/>
          <p:nvPr/>
        </p:nvSpPr>
        <p:spPr>
          <a:xfrm>
            <a:off x="78617" y="4068786"/>
            <a:ext cx="4320232" cy="1842628"/>
          </a:xfrm>
          <a:prstGeom prst="rect">
            <a:avLst/>
          </a:prstGeom>
          <a:noFill/>
          <a:ln w="1905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p>
        </p:txBody>
      </p:sp>
      <p:sp>
        <p:nvSpPr>
          <p:cNvPr id="56" name="TextBox 55">
            <a:extLst>
              <a:ext uri="{FF2B5EF4-FFF2-40B4-BE49-F238E27FC236}">
                <a16:creationId xmlns:a16="http://schemas.microsoft.com/office/drawing/2014/main" id="{BE43EAE5-862C-A349-B8CF-28055BD23565}"/>
              </a:ext>
            </a:extLst>
          </p:cNvPr>
          <p:cNvSpPr txBox="1"/>
          <p:nvPr/>
        </p:nvSpPr>
        <p:spPr>
          <a:xfrm>
            <a:off x="345101" y="4039217"/>
            <a:ext cx="3741081" cy="408822"/>
          </a:xfrm>
          <a:prstGeom prst="rect">
            <a:avLst/>
          </a:prstGeom>
          <a:solidFill>
            <a:schemeClr val="bg1"/>
          </a:solidFill>
          <a:ln>
            <a:noFill/>
          </a:ln>
        </p:spPr>
        <p:txBody>
          <a:bodyPr wrap="none" lIns="0" tIns="0" rIns="0" bIns="0" rtlCol="0">
            <a:noAutofit/>
          </a:bodyPr>
          <a:lstStyle/>
          <a:p>
            <a:pPr algn="ctr" defTabSz="190492">
              <a:spcAft>
                <a:spcPts val="1000"/>
              </a:spcAft>
            </a:pPr>
            <a:r>
              <a:rPr lang="en-US" sz="1200" b="1">
                <a:solidFill>
                  <a:srgbClr val="002060"/>
                </a:solidFill>
                <a:latin typeface="Calibri" panose="020F0502020204030204" pitchFamily="34" charset="0"/>
                <a:cs typeface="Calibri" panose="020F0502020204030204" pitchFamily="34" charset="0"/>
              </a:rPr>
              <a:t>Various delivery models have evolved….</a:t>
            </a:r>
          </a:p>
        </p:txBody>
      </p:sp>
      <p:sp>
        <p:nvSpPr>
          <p:cNvPr id="57" name="Rectangle 56">
            <a:extLst>
              <a:ext uri="{FF2B5EF4-FFF2-40B4-BE49-F238E27FC236}">
                <a16:creationId xmlns:a16="http://schemas.microsoft.com/office/drawing/2014/main" id="{1D125EED-FA79-E645-AB5F-3110A20E2F70}"/>
              </a:ext>
            </a:extLst>
          </p:cNvPr>
          <p:cNvSpPr/>
          <p:nvPr/>
        </p:nvSpPr>
        <p:spPr>
          <a:xfrm>
            <a:off x="4533871" y="4068131"/>
            <a:ext cx="4383626" cy="1842628"/>
          </a:xfrm>
          <a:prstGeom prst="rect">
            <a:avLst/>
          </a:prstGeom>
          <a:noFill/>
          <a:ln w="1905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p>
        </p:txBody>
      </p:sp>
      <p:sp>
        <p:nvSpPr>
          <p:cNvPr id="58" name="TextBox 57">
            <a:extLst>
              <a:ext uri="{FF2B5EF4-FFF2-40B4-BE49-F238E27FC236}">
                <a16:creationId xmlns:a16="http://schemas.microsoft.com/office/drawing/2014/main" id="{73220EA7-72C1-8342-B95A-3C7F00B0FC78}"/>
              </a:ext>
            </a:extLst>
          </p:cNvPr>
          <p:cNvSpPr txBox="1"/>
          <p:nvPr/>
        </p:nvSpPr>
        <p:spPr>
          <a:xfrm>
            <a:off x="4800355" y="4038562"/>
            <a:ext cx="3741081" cy="408822"/>
          </a:xfrm>
          <a:prstGeom prst="rect">
            <a:avLst/>
          </a:prstGeom>
          <a:solidFill>
            <a:schemeClr val="bg1"/>
          </a:solidFill>
          <a:ln>
            <a:noFill/>
          </a:ln>
        </p:spPr>
        <p:txBody>
          <a:bodyPr wrap="none" lIns="0" tIns="0" rIns="0" bIns="0" rtlCol="0">
            <a:noAutofit/>
          </a:bodyPr>
          <a:lstStyle/>
          <a:p>
            <a:pPr algn="ctr" defTabSz="190492">
              <a:spcAft>
                <a:spcPts val="1000"/>
              </a:spcAft>
            </a:pPr>
            <a:r>
              <a:rPr lang="en-US" sz="1200" b="1">
                <a:solidFill>
                  <a:srgbClr val="002060"/>
                </a:solidFill>
                <a:latin typeface="Calibri" panose="020F0502020204030204" pitchFamily="34" charset="0"/>
                <a:cs typeface="Calibri" panose="020F0502020204030204" pitchFamily="34" charset="0"/>
              </a:rPr>
              <a:t>…but core challenges are yet to be addressed</a:t>
            </a:r>
          </a:p>
        </p:txBody>
      </p:sp>
      <p:grpSp>
        <p:nvGrpSpPr>
          <p:cNvPr id="60" name="Group 59">
            <a:extLst>
              <a:ext uri="{FF2B5EF4-FFF2-40B4-BE49-F238E27FC236}">
                <a16:creationId xmlns:a16="http://schemas.microsoft.com/office/drawing/2014/main" id="{6D1C6307-258B-0542-B507-71CEF54FCA53}"/>
              </a:ext>
            </a:extLst>
          </p:cNvPr>
          <p:cNvGrpSpPr/>
          <p:nvPr/>
        </p:nvGrpSpPr>
        <p:grpSpPr>
          <a:xfrm>
            <a:off x="7997706" y="1901817"/>
            <a:ext cx="126337" cy="134219"/>
            <a:chOff x="7812684" y="2660359"/>
            <a:chExt cx="306171" cy="306910"/>
          </a:xfrm>
        </p:grpSpPr>
        <p:sp>
          <p:nvSpPr>
            <p:cNvPr id="61" name="Freeform 94">
              <a:extLst>
                <a:ext uri="{FF2B5EF4-FFF2-40B4-BE49-F238E27FC236}">
                  <a16:creationId xmlns:a16="http://schemas.microsoft.com/office/drawing/2014/main" id="{885464A4-8074-FD46-B922-0B72288733A0}"/>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62" name="Freeform 95">
              <a:extLst>
                <a:ext uri="{FF2B5EF4-FFF2-40B4-BE49-F238E27FC236}">
                  <a16:creationId xmlns:a16="http://schemas.microsoft.com/office/drawing/2014/main" id="{2591B666-53BC-0E4C-AE30-25DFF42D6875}"/>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sp>
        <p:nvSpPr>
          <p:cNvPr id="63" name="Rectangle 62">
            <a:extLst>
              <a:ext uri="{FF2B5EF4-FFF2-40B4-BE49-F238E27FC236}">
                <a16:creationId xmlns:a16="http://schemas.microsoft.com/office/drawing/2014/main" id="{BA0B2EA9-FB3C-674A-BCCB-AA0BCF7ECEA3}"/>
              </a:ext>
            </a:extLst>
          </p:cNvPr>
          <p:cNvSpPr/>
          <p:nvPr/>
        </p:nvSpPr>
        <p:spPr>
          <a:xfrm>
            <a:off x="5645243" y="893873"/>
            <a:ext cx="875647" cy="646331"/>
          </a:xfrm>
          <a:prstGeom prst="rect">
            <a:avLst/>
          </a:prstGeom>
        </p:spPr>
        <p:txBody>
          <a:bodyPr wrap="square">
            <a:spAutoFit/>
          </a:bodyPr>
          <a:lstStyle/>
          <a:p>
            <a:r>
              <a:rPr lang="en-IN" sz="900"/>
              <a:t>Area (km</a:t>
            </a:r>
            <a:r>
              <a:rPr lang="en-IN" sz="900" baseline="30000"/>
              <a:t>2</a:t>
            </a:r>
            <a:r>
              <a:rPr lang="en-IN" sz="900"/>
              <a:t>)</a:t>
            </a:r>
          </a:p>
          <a:p>
            <a:r>
              <a:rPr lang="en-IN" sz="900"/>
              <a:t>vs 2020F Consumption ($B)</a:t>
            </a:r>
            <a:endParaRPr lang="en-US" sz="900"/>
          </a:p>
        </p:txBody>
      </p:sp>
      <p:grpSp>
        <p:nvGrpSpPr>
          <p:cNvPr id="64" name="Group 63">
            <a:extLst>
              <a:ext uri="{FF2B5EF4-FFF2-40B4-BE49-F238E27FC236}">
                <a16:creationId xmlns:a16="http://schemas.microsoft.com/office/drawing/2014/main" id="{3F30CB88-F75E-C541-A734-BD46D7442E78}"/>
              </a:ext>
            </a:extLst>
          </p:cNvPr>
          <p:cNvGrpSpPr/>
          <p:nvPr/>
        </p:nvGrpSpPr>
        <p:grpSpPr>
          <a:xfrm>
            <a:off x="8007391" y="1473094"/>
            <a:ext cx="126337" cy="134219"/>
            <a:chOff x="7812684" y="2660359"/>
            <a:chExt cx="306171" cy="306910"/>
          </a:xfrm>
        </p:grpSpPr>
        <p:sp>
          <p:nvSpPr>
            <p:cNvPr id="65" name="Freeform 94">
              <a:extLst>
                <a:ext uri="{FF2B5EF4-FFF2-40B4-BE49-F238E27FC236}">
                  <a16:creationId xmlns:a16="http://schemas.microsoft.com/office/drawing/2014/main" id="{A476012F-172B-A34B-B23D-D92EE8288B77}"/>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66" name="Freeform 95">
              <a:extLst>
                <a:ext uri="{FF2B5EF4-FFF2-40B4-BE49-F238E27FC236}">
                  <a16:creationId xmlns:a16="http://schemas.microsoft.com/office/drawing/2014/main" id="{86EFE5DD-3611-7B4B-9105-227A2B1854A0}"/>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grpSp>
        <p:nvGrpSpPr>
          <p:cNvPr id="70" name="Group 69">
            <a:extLst>
              <a:ext uri="{FF2B5EF4-FFF2-40B4-BE49-F238E27FC236}">
                <a16:creationId xmlns:a16="http://schemas.microsoft.com/office/drawing/2014/main" id="{18498885-EE82-3345-BB90-494C60518596}"/>
              </a:ext>
            </a:extLst>
          </p:cNvPr>
          <p:cNvGrpSpPr/>
          <p:nvPr/>
        </p:nvGrpSpPr>
        <p:grpSpPr>
          <a:xfrm>
            <a:off x="7992266" y="1008435"/>
            <a:ext cx="126337" cy="134219"/>
            <a:chOff x="7812684" y="2660359"/>
            <a:chExt cx="306171" cy="306910"/>
          </a:xfrm>
        </p:grpSpPr>
        <p:sp>
          <p:nvSpPr>
            <p:cNvPr id="71" name="Freeform 94">
              <a:extLst>
                <a:ext uri="{FF2B5EF4-FFF2-40B4-BE49-F238E27FC236}">
                  <a16:creationId xmlns:a16="http://schemas.microsoft.com/office/drawing/2014/main" id="{424DCC91-32F8-314B-8121-CD39FC6A6164}"/>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72" name="Freeform 95">
              <a:extLst>
                <a:ext uri="{FF2B5EF4-FFF2-40B4-BE49-F238E27FC236}">
                  <a16:creationId xmlns:a16="http://schemas.microsoft.com/office/drawing/2014/main" id="{895AB021-567B-1A45-ACDA-DBDCE6DB7D04}"/>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sp>
        <p:nvSpPr>
          <p:cNvPr id="73" name="Rectangle 72">
            <a:extLst>
              <a:ext uri="{FF2B5EF4-FFF2-40B4-BE49-F238E27FC236}">
                <a16:creationId xmlns:a16="http://schemas.microsoft.com/office/drawing/2014/main" id="{5575AADF-1A55-A74A-B5A8-303F0752EB12}"/>
              </a:ext>
            </a:extLst>
          </p:cNvPr>
          <p:cNvSpPr/>
          <p:nvPr/>
        </p:nvSpPr>
        <p:spPr>
          <a:xfrm>
            <a:off x="8288003" y="940148"/>
            <a:ext cx="1632319" cy="276999"/>
          </a:xfrm>
          <a:prstGeom prst="rect">
            <a:avLst/>
          </a:prstGeom>
        </p:spPr>
        <p:txBody>
          <a:bodyPr wrap="square">
            <a:spAutoFit/>
          </a:bodyPr>
          <a:lstStyle/>
          <a:p>
            <a:r>
              <a:rPr lang="en-IN" sz="1200"/>
              <a:t>Rural</a:t>
            </a:r>
            <a:endParaRPr lang="en-US" sz="1200"/>
          </a:p>
        </p:txBody>
      </p:sp>
      <p:sp>
        <p:nvSpPr>
          <p:cNvPr id="74" name="Rectangle 73">
            <a:extLst>
              <a:ext uri="{FF2B5EF4-FFF2-40B4-BE49-F238E27FC236}">
                <a16:creationId xmlns:a16="http://schemas.microsoft.com/office/drawing/2014/main" id="{2F5B6B49-BC75-D243-AA2C-0C472090A1DB}"/>
              </a:ext>
            </a:extLst>
          </p:cNvPr>
          <p:cNvSpPr/>
          <p:nvPr/>
        </p:nvSpPr>
        <p:spPr>
          <a:xfrm>
            <a:off x="8267969" y="1389828"/>
            <a:ext cx="1632319" cy="276999"/>
          </a:xfrm>
          <a:prstGeom prst="rect">
            <a:avLst/>
          </a:prstGeom>
        </p:spPr>
        <p:txBody>
          <a:bodyPr wrap="square">
            <a:spAutoFit/>
          </a:bodyPr>
          <a:lstStyle/>
          <a:p>
            <a:r>
              <a:rPr lang="en-IN" sz="1200"/>
              <a:t>Tier 2+</a:t>
            </a:r>
            <a:endParaRPr lang="en-US" sz="1200"/>
          </a:p>
        </p:txBody>
      </p:sp>
      <p:sp>
        <p:nvSpPr>
          <p:cNvPr id="75" name="Rectangle 74">
            <a:extLst>
              <a:ext uri="{FF2B5EF4-FFF2-40B4-BE49-F238E27FC236}">
                <a16:creationId xmlns:a16="http://schemas.microsoft.com/office/drawing/2014/main" id="{10E9734B-62E2-AF46-96F8-170EA706B997}"/>
              </a:ext>
            </a:extLst>
          </p:cNvPr>
          <p:cNvSpPr/>
          <p:nvPr/>
        </p:nvSpPr>
        <p:spPr>
          <a:xfrm>
            <a:off x="8256094" y="1757507"/>
            <a:ext cx="643489" cy="461665"/>
          </a:xfrm>
          <a:prstGeom prst="rect">
            <a:avLst/>
          </a:prstGeom>
        </p:spPr>
        <p:txBody>
          <a:bodyPr wrap="square">
            <a:spAutoFit/>
          </a:bodyPr>
          <a:lstStyle/>
          <a:p>
            <a:r>
              <a:rPr lang="en-IN" sz="1200"/>
              <a:t>Top 50</a:t>
            </a:r>
          </a:p>
          <a:p>
            <a:r>
              <a:rPr lang="en-IN" sz="1200"/>
              <a:t>cities</a:t>
            </a:r>
            <a:endParaRPr lang="en-US" sz="1200"/>
          </a:p>
        </p:txBody>
      </p:sp>
      <p:grpSp>
        <p:nvGrpSpPr>
          <p:cNvPr id="76" name="Group 75">
            <a:extLst>
              <a:ext uri="{FF2B5EF4-FFF2-40B4-BE49-F238E27FC236}">
                <a16:creationId xmlns:a16="http://schemas.microsoft.com/office/drawing/2014/main" id="{DEB76CF3-BD22-3A42-A475-0CA0D8FA3F15}"/>
              </a:ext>
            </a:extLst>
          </p:cNvPr>
          <p:cNvGrpSpPr/>
          <p:nvPr/>
        </p:nvGrpSpPr>
        <p:grpSpPr>
          <a:xfrm>
            <a:off x="6686433" y="3130762"/>
            <a:ext cx="126337" cy="134219"/>
            <a:chOff x="7812684" y="2660359"/>
            <a:chExt cx="306171" cy="306910"/>
          </a:xfrm>
        </p:grpSpPr>
        <p:sp>
          <p:nvSpPr>
            <p:cNvPr id="77" name="Freeform 94">
              <a:extLst>
                <a:ext uri="{FF2B5EF4-FFF2-40B4-BE49-F238E27FC236}">
                  <a16:creationId xmlns:a16="http://schemas.microsoft.com/office/drawing/2014/main" id="{70881018-4AE6-B641-A09E-660C55DA8A2E}"/>
                </a:ext>
              </a:extLst>
            </p:cNvPr>
            <p:cNvSpPr>
              <a:spLocks/>
            </p:cNvSpPr>
            <p:nvPr/>
          </p:nvSpPr>
          <p:spPr bwMode="gray">
            <a:xfrm>
              <a:off x="7812684" y="2660359"/>
              <a:ext cx="306171"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tx2"/>
            </a:solidFill>
            <a:ln>
              <a:solidFill>
                <a:schemeClr val="tx2"/>
              </a:solidFill>
            </a:ln>
          </p:spPr>
          <p:txBody>
            <a:bodyPr vert="horz" wrap="square" lIns="0" tIns="0" rIns="0" bIns="0" numCol="1" anchor="t" anchorCtr="1" compatLnSpc="1">
              <a:prstTxWarp prst="textNoShape">
                <a:avLst/>
              </a:prstTxWarp>
            </a:bodyPr>
            <a:lstStyle/>
            <a:p>
              <a:endParaRPr lang="en-US" sz="2000">
                <a:solidFill>
                  <a:srgbClr val="FFFFFF"/>
                </a:solidFill>
                <a:latin typeface="Calibri" panose="020F0502020204030204" pitchFamily="34" charset="0"/>
                <a:cs typeface="Calibri" panose="020F0502020204030204" pitchFamily="34" charset="0"/>
              </a:endParaRPr>
            </a:p>
          </p:txBody>
        </p:sp>
        <p:sp>
          <p:nvSpPr>
            <p:cNvPr id="78" name="Freeform 95">
              <a:extLst>
                <a:ext uri="{FF2B5EF4-FFF2-40B4-BE49-F238E27FC236}">
                  <a16:creationId xmlns:a16="http://schemas.microsoft.com/office/drawing/2014/main" id="{3D28C344-2999-C94F-8FCB-665B0917CD54}"/>
                </a:ext>
              </a:extLst>
            </p:cNvPr>
            <p:cNvSpPr>
              <a:spLocks/>
            </p:cNvSpPr>
            <p:nvPr/>
          </p:nvSpPr>
          <p:spPr bwMode="gray">
            <a:xfrm>
              <a:off x="7929115" y="2702619"/>
              <a:ext cx="120251"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8641" tIns="44321" rIns="88641" bIns="44321" numCol="1" anchor="t" anchorCtr="0" compatLnSpc="1">
              <a:prstTxWarp prst="textNoShape">
                <a:avLst/>
              </a:prstTxWarp>
            </a:bodyPr>
            <a:lstStyle/>
            <a:p>
              <a:endParaRPr lang="en-US">
                <a:solidFill>
                  <a:srgbClr val="6E6F73"/>
                </a:solidFill>
                <a:latin typeface="Calibri" panose="020F0502020204030204" pitchFamily="34" charset="0"/>
                <a:cs typeface="Calibri" panose="020F0502020204030204" pitchFamily="34" charset="0"/>
              </a:endParaRPr>
            </a:p>
          </p:txBody>
        </p:sp>
      </p:grpSp>
      <p:sp>
        <p:nvSpPr>
          <p:cNvPr id="79" name="Rounded Rectangle 78">
            <a:extLst>
              <a:ext uri="{FF2B5EF4-FFF2-40B4-BE49-F238E27FC236}">
                <a16:creationId xmlns:a16="http://schemas.microsoft.com/office/drawing/2014/main" id="{C029D0BC-25F6-5249-8F98-08E42B7CFE69}"/>
              </a:ext>
            </a:extLst>
          </p:cNvPr>
          <p:cNvSpPr/>
          <p:nvPr/>
        </p:nvSpPr>
        <p:spPr>
          <a:xfrm>
            <a:off x="7017536" y="2669266"/>
            <a:ext cx="1776778" cy="212384"/>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Sustainability</a:t>
            </a:r>
          </a:p>
        </p:txBody>
      </p:sp>
      <p:sp>
        <p:nvSpPr>
          <p:cNvPr id="80" name="Rounded Rectangle 79">
            <a:extLst>
              <a:ext uri="{FF2B5EF4-FFF2-40B4-BE49-F238E27FC236}">
                <a16:creationId xmlns:a16="http://schemas.microsoft.com/office/drawing/2014/main" id="{10EE02E1-3E18-B140-AEEC-8AA49C8320B7}"/>
              </a:ext>
            </a:extLst>
          </p:cNvPr>
          <p:cNvSpPr/>
          <p:nvPr/>
        </p:nvSpPr>
        <p:spPr>
          <a:xfrm>
            <a:off x="7025515" y="2915717"/>
            <a:ext cx="1776778" cy="212384"/>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Tech-driven</a:t>
            </a:r>
          </a:p>
        </p:txBody>
      </p:sp>
      <p:sp>
        <p:nvSpPr>
          <p:cNvPr id="81" name="Rounded Rectangle 80">
            <a:extLst>
              <a:ext uri="{FF2B5EF4-FFF2-40B4-BE49-F238E27FC236}">
                <a16:creationId xmlns:a16="http://schemas.microsoft.com/office/drawing/2014/main" id="{09500D75-C442-D943-BDF0-492DCA43DC9F}"/>
              </a:ext>
            </a:extLst>
          </p:cNvPr>
          <p:cNvSpPr/>
          <p:nvPr/>
        </p:nvSpPr>
        <p:spPr>
          <a:xfrm>
            <a:off x="7025515" y="3163663"/>
            <a:ext cx="1776778" cy="212384"/>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Flexible</a:t>
            </a:r>
          </a:p>
        </p:txBody>
      </p:sp>
      <p:sp>
        <p:nvSpPr>
          <p:cNvPr id="82" name="Rectangle 81">
            <a:extLst>
              <a:ext uri="{FF2B5EF4-FFF2-40B4-BE49-F238E27FC236}">
                <a16:creationId xmlns:a16="http://schemas.microsoft.com/office/drawing/2014/main" id="{C03E6BF2-2BDF-F948-AD95-AB8AEF4A4CA7}"/>
              </a:ext>
            </a:extLst>
          </p:cNvPr>
          <p:cNvSpPr/>
          <p:nvPr/>
        </p:nvSpPr>
        <p:spPr>
          <a:xfrm>
            <a:off x="7122169" y="3405616"/>
            <a:ext cx="1632319" cy="461665"/>
          </a:xfrm>
          <a:prstGeom prst="rect">
            <a:avLst/>
          </a:prstGeom>
        </p:spPr>
        <p:txBody>
          <a:bodyPr wrap="square">
            <a:spAutoFit/>
          </a:bodyPr>
          <a:lstStyle/>
          <a:p>
            <a:pPr algn="ctr"/>
            <a:r>
              <a:rPr lang="en-IN" sz="1200"/>
              <a:t>Significant scope to play, grow &amp; disrupt</a:t>
            </a:r>
            <a:endParaRPr lang="en-US" sz="1200"/>
          </a:p>
        </p:txBody>
      </p:sp>
      <p:pic>
        <p:nvPicPr>
          <p:cNvPr id="83" name="Picture 82">
            <a:extLst>
              <a:ext uri="{FF2B5EF4-FFF2-40B4-BE49-F238E27FC236}">
                <a16:creationId xmlns:a16="http://schemas.microsoft.com/office/drawing/2014/main" id="{7885FE61-38F9-A843-8CBA-F1EE773C843B}"/>
              </a:ext>
            </a:extLst>
          </p:cNvPr>
          <p:cNvPicPr>
            <a:picLocks noChangeAspect="1"/>
          </p:cNvPicPr>
          <p:nvPr/>
        </p:nvPicPr>
        <p:blipFill>
          <a:blip r:embed="rId8"/>
          <a:stretch>
            <a:fillRect/>
          </a:stretch>
        </p:blipFill>
        <p:spPr>
          <a:xfrm>
            <a:off x="130949" y="4206404"/>
            <a:ext cx="4162672" cy="1659554"/>
          </a:xfrm>
          <a:prstGeom prst="rect">
            <a:avLst/>
          </a:prstGeom>
        </p:spPr>
      </p:pic>
      <p:sp>
        <p:nvSpPr>
          <p:cNvPr id="84" name="Rounded Rectangle 83">
            <a:extLst>
              <a:ext uri="{FF2B5EF4-FFF2-40B4-BE49-F238E27FC236}">
                <a16:creationId xmlns:a16="http://schemas.microsoft.com/office/drawing/2014/main" id="{A0D6856E-566D-D940-BA69-04614884CF52}"/>
              </a:ext>
            </a:extLst>
          </p:cNvPr>
          <p:cNvSpPr/>
          <p:nvPr/>
        </p:nvSpPr>
        <p:spPr>
          <a:xfrm>
            <a:off x="4638087" y="4386838"/>
            <a:ext cx="1320413" cy="223009"/>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latin typeface="Calibri" panose="020F0502020204030204" pitchFamily="34" charset="0"/>
                <a:cs typeface="Calibri" panose="020F0502020204030204" pitchFamily="34" charset="0"/>
              </a:rPr>
              <a:t>Highest Cost</a:t>
            </a:r>
          </a:p>
        </p:txBody>
      </p:sp>
      <p:sp>
        <p:nvSpPr>
          <p:cNvPr id="85" name="Rounded Rectangle 84">
            <a:extLst>
              <a:ext uri="{FF2B5EF4-FFF2-40B4-BE49-F238E27FC236}">
                <a16:creationId xmlns:a16="http://schemas.microsoft.com/office/drawing/2014/main" id="{A0C588B2-9006-A24B-9220-087D93282843}"/>
              </a:ext>
            </a:extLst>
          </p:cNvPr>
          <p:cNvSpPr/>
          <p:nvPr/>
        </p:nvSpPr>
        <p:spPr>
          <a:xfrm>
            <a:off x="4638086" y="4663768"/>
            <a:ext cx="1320413" cy="223009"/>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a:latin typeface="Calibri" panose="020F0502020204030204" pitchFamily="34" charset="0"/>
                <a:cs typeface="Calibri" panose="020F0502020204030204" pitchFamily="34" charset="0"/>
              </a:rPr>
              <a:t>Unknown demand</a:t>
            </a:r>
          </a:p>
        </p:txBody>
      </p:sp>
      <p:sp>
        <p:nvSpPr>
          <p:cNvPr id="86" name="Rounded Rectangle 85">
            <a:extLst>
              <a:ext uri="{FF2B5EF4-FFF2-40B4-BE49-F238E27FC236}">
                <a16:creationId xmlns:a16="http://schemas.microsoft.com/office/drawing/2014/main" id="{DF6FA7DD-7AA8-644B-99D6-7610844843B7}"/>
              </a:ext>
            </a:extLst>
          </p:cNvPr>
          <p:cNvSpPr/>
          <p:nvPr/>
        </p:nvSpPr>
        <p:spPr>
          <a:xfrm>
            <a:off x="4638085" y="4955043"/>
            <a:ext cx="1320413" cy="223009"/>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latin typeface="Calibri" panose="020F0502020204030204" pitchFamily="34" charset="0"/>
                <a:cs typeface="Calibri" panose="020F0502020204030204" pitchFamily="34" charset="0"/>
              </a:rPr>
              <a:t>High expectations</a:t>
            </a:r>
          </a:p>
        </p:txBody>
      </p:sp>
      <p:sp>
        <p:nvSpPr>
          <p:cNvPr id="87" name="Rounded Rectangle 86">
            <a:extLst>
              <a:ext uri="{FF2B5EF4-FFF2-40B4-BE49-F238E27FC236}">
                <a16:creationId xmlns:a16="http://schemas.microsoft.com/office/drawing/2014/main" id="{49E30125-2978-5249-8406-DD8CB1EA9F40}"/>
              </a:ext>
            </a:extLst>
          </p:cNvPr>
          <p:cNvSpPr/>
          <p:nvPr/>
        </p:nvSpPr>
        <p:spPr>
          <a:xfrm>
            <a:off x="6046999" y="4955043"/>
            <a:ext cx="2691776" cy="223009"/>
          </a:xfrm>
          <a:prstGeom prst="roundRect">
            <a:avLst/>
          </a:prstGeom>
          <a:solidFill>
            <a:schemeClr val="bg1"/>
          </a:solidFill>
          <a:ln>
            <a:solidFill>
              <a:schemeClr val="accent1">
                <a:lumMod val="75000"/>
              </a:schemeClr>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High qual. service reliability &amp; redressal</a:t>
            </a:r>
          </a:p>
        </p:txBody>
      </p:sp>
      <p:sp>
        <p:nvSpPr>
          <p:cNvPr id="88" name="Rounded Rectangle 87">
            <a:extLst>
              <a:ext uri="{FF2B5EF4-FFF2-40B4-BE49-F238E27FC236}">
                <a16:creationId xmlns:a16="http://schemas.microsoft.com/office/drawing/2014/main" id="{AB2EC6D2-C1FC-A54A-A1F7-7ADE7FA074D7}"/>
              </a:ext>
            </a:extLst>
          </p:cNvPr>
          <p:cNvSpPr/>
          <p:nvPr/>
        </p:nvSpPr>
        <p:spPr>
          <a:xfrm>
            <a:off x="6042699" y="4673735"/>
            <a:ext cx="2691776" cy="223009"/>
          </a:xfrm>
          <a:prstGeom prst="roundRect">
            <a:avLst/>
          </a:prstGeom>
          <a:solidFill>
            <a:schemeClr val="bg1"/>
          </a:solidFill>
          <a:ln>
            <a:solidFill>
              <a:schemeClr val="accent1">
                <a:lumMod val="75000"/>
              </a:schemeClr>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LMD Forecasts have ~60% accuracy</a:t>
            </a:r>
          </a:p>
        </p:txBody>
      </p:sp>
      <p:sp>
        <p:nvSpPr>
          <p:cNvPr id="89" name="Rounded Rectangle 88">
            <a:extLst>
              <a:ext uri="{FF2B5EF4-FFF2-40B4-BE49-F238E27FC236}">
                <a16:creationId xmlns:a16="http://schemas.microsoft.com/office/drawing/2014/main" id="{A27E89C9-C246-D743-992B-B9EFA46786E6}"/>
              </a:ext>
            </a:extLst>
          </p:cNvPr>
          <p:cNvSpPr/>
          <p:nvPr/>
        </p:nvSpPr>
        <p:spPr>
          <a:xfrm>
            <a:off x="6051937" y="4386838"/>
            <a:ext cx="2691776" cy="223009"/>
          </a:xfrm>
          <a:prstGeom prst="roundRect">
            <a:avLst/>
          </a:prstGeom>
          <a:solidFill>
            <a:schemeClr val="bg1"/>
          </a:solidFill>
          <a:ln>
            <a:solidFill>
              <a:schemeClr val="accent1">
                <a:lumMod val="75000"/>
              </a:schemeClr>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a:solidFill>
                  <a:schemeClr val="tx1"/>
                </a:solidFill>
                <a:latin typeface="Calibri" panose="020F0502020204030204" pitchFamily="34" charset="0"/>
                <a:cs typeface="Calibri" panose="020F0502020204030204" pitchFamily="34" charset="0"/>
              </a:rPr>
              <a:t>LMD accounts for </a:t>
            </a:r>
            <a:r>
              <a:rPr lang="en-US" sz="1200" b="1">
                <a:solidFill>
                  <a:schemeClr val="tx1"/>
                </a:solidFill>
                <a:latin typeface="Calibri" panose="020F0502020204030204" pitchFamily="34" charset="0"/>
                <a:cs typeface="Calibri" panose="020F0502020204030204" pitchFamily="34" charset="0"/>
              </a:rPr>
              <a:t>41%</a:t>
            </a:r>
            <a:r>
              <a:rPr lang="en-US" sz="1200">
                <a:solidFill>
                  <a:schemeClr val="tx1"/>
                </a:solidFill>
                <a:latin typeface="Calibri" panose="020F0502020204030204" pitchFamily="34" charset="0"/>
                <a:cs typeface="Calibri" panose="020F0502020204030204" pitchFamily="34" charset="0"/>
              </a:rPr>
              <a:t> of total SC costs</a:t>
            </a:r>
            <a:r>
              <a:rPr lang="en-US" sz="1200" baseline="30000">
                <a:solidFill>
                  <a:schemeClr val="tx1"/>
                </a:solidFill>
                <a:latin typeface="Calibri" panose="020F0502020204030204" pitchFamily="34" charset="0"/>
                <a:cs typeface="Calibri" panose="020F0502020204030204" pitchFamily="34" charset="0"/>
              </a:rPr>
              <a:t>2</a:t>
            </a:r>
          </a:p>
        </p:txBody>
      </p:sp>
      <p:sp>
        <p:nvSpPr>
          <p:cNvPr id="90" name="Rounded Rectangle 89">
            <a:extLst>
              <a:ext uri="{FF2B5EF4-FFF2-40B4-BE49-F238E27FC236}">
                <a16:creationId xmlns:a16="http://schemas.microsoft.com/office/drawing/2014/main" id="{2C2D047E-05AF-D34D-92F7-E9DD58337B94}"/>
              </a:ext>
            </a:extLst>
          </p:cNvPr>
          <p:cNvSpPr/>
          <p:nvPr/>
        </p:nvSpPr>
        <p:spPr>
          <a:xfrm>
            <a:off x="4642929" y="5246318"/>
            <a:ext cx="1320413" cy="223009"/>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latin typeface="Calibri" panose="020F0502020204030204" pitchFamily="34" charset="0"/>
                <a:cs typeface="Calibri" panose="020F0502020204030204" pitchFamily="34" charset="0"/>
              </a:rPr>
              <a:t>Traffic Congestion</a:t>
            </a:r>
          </a:p>
        </p:txBody>
      </p:sp>
      <p:sp>
        <p:nvSpPr>
          <p:cNvPr id="91" name="Rounded Rectangle 90">
            <a:extLst>
              <a:ext uri="{FF2B5EF4-FFF2-40B4-BE49-F238E27FC236}">
                <a16:creationId xmlns:a16="http://schemas.microsoft.com/office/drawing/2014/main" id="{C3B57253-208A-9E44-803F-57389DF1BE1F}"/>
              </a:ext>
            </a:extLst>
          </p:cNvPr>
          <p:cNvSpPr/>
          <p:nvPr/>
        </p:nvSpPr>
        <p:spPr>
          <a:xfrm>
            <a:off x="6051843" y="5246318"/>
            <a:ext cx="2691776" cy="223009"/>
          </a:xfrm>
          <a:prstGeom prst="roundRect">
            <a:avLst/>
          </a:prstGeom>
          <a:solidFill>
            <a:schemeClr val="bg1"/>
          </a:solidFill>
          <a:ln>
            <a:solidFill>
              <a:schemeClr val="accent1">
                <a:lumMod val="75000"/>
              </a:schemeClr>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chemeClr val="tx1"/>
                </a:solidFill>
                <a:latin typeface="Calibri" panose="020F0502020204030204" pitchFamily="34" charset="0"/>
                <a:cs typeface="Calibri" panose="020F0502020204030204" pitchFamily="34" charset="0"/>
              </a:rPr>
              <a:t>Core contributor; route optimality red. </a:t>
            </a:r>
          </a:p>
        </p:txBody>
      </p:sp>
      <p:sp>
        <p:nvSpPr>
          <p:cNvPr id="92" name="Rounded Rectangle 91">
            <a:extLst>
              <a:ext uri="{FF2B5EF4-FFF2-40B4-BE49-F238E27FC236}">
                <a16:creationId xmlns:a16="http://schemas.microsoft.com/office/drawing/2014/main" id="{6D01F0BA-004B-0148-9C10-A1065FB55AE7}"/>
              </a:ext>
            </a:extLst>
          </p:cNvPr>
          <p:cNvSpPr/>
          <p:nvPr/>
        </p:nvSpPr>
        <p:spPr>
          <a:xfrm>
            <a:off x="4642929" y="5546341"/>
            <a:ext cx="1320413" cy="223009"/>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latin typeface="Calibri" panose="020F0502020204030204" pitchFamily="34" charset="0"/>
                <a:cs typeface="Calibri" panose="020F0502020204030204" pitchFamily="34" charset="0"/>
              </a:rPr>
              <a:t>Emissions</a:t>
            </a:r>
          </a:p>
        </p:txBody>
      </p:sp>
      <p:sp>
        <p:nvSpPr>
          <p:cNvPr id="93" name="Rounded Rectangle 92">
            <a:extLst>
              <a:ext uri="{FF2B5EF4-FFF2-40B4-BE49-F238E27FC236}">
                <a16:creationId xmlns:a16="http://schemas.microsoft.com/office/drawing/2014/main" id="{C43BA5F4-8A11-0445-9ABF-67B4957BCD60}"/>
              </a:ext>
            </a:extLst>
          </p:cNvPr>
          <p:cNvSpPr/>
          <p:nvPr/>
        </p:nvSpPr>
        <p:spPr>
          <a:xfrm>
            <a:off x="6051843" y="5546341"/>
            <a:ext cx="2691776" cy="223009"/>
          </a:xfrm>
          <a:prstGeom prst="roundRect">
            <a:avLst/>
          </a:prstGeom>
          <a:solidFill>
            <a:schemeClr val="bg1"/>
          </a:solidFill>
          <a:ln>
            <a:solidFill>
              <a:schemeClr val="accent1">
                <a:lumMod val="75000"/>
              </a:schemeClr>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latin typeface="Calibri" panose="020F0502020204030204" pitchFamily="34" charset="0"/>
                <a:cs typeface="Calibri" panose="020F0502020204030204" pitchFamily="34" charset="0"/>
              </a:rPr>
              <a:t>~40% of SC emissions during last mile</a:t>
            </a:r>
            <a:r>
              <a:rPr lang="en-US" sz="1200" b="1" baseline="30000">
                <a:solidFill>
                  <a:schemeClr val="tx1"/>
                </a:solidFill>
                <a:latin typeface="Calibri" panose="020F0502020204030204" pitchFamily="34" charset="0"/>
                <a:cs typeface="Calibri" panose="020F0502020204030204" pitchFamily="34" charset="0"/>
              </a:rPr>
              <a:t>3</a:t>
            </a:r>
          </a:p>
        </p:txBody>
      </p:sp>
      <p:sp>
        <p:nvSpPr>
          <p:cNvPr id="94" name="TextBox 93">
            <a:extLst>
              <a:ext uri="{FF2B5EF4-FFF2-40B4-BE49-F238E27FC236}">
                <a16:creationId xmlns:a16="http://schemas.microsoft.com/office/drawing/2014/main" id="{303843DF-C3F6-7C48-985A-918B2A87D688}"/>
              </a:ext>
            </a:extLst>
          </p:cNvPr>
          <p:cNvSpPr txBox="1"/>
          <p:nvPr/>
        </p:nvSpPr>
        <p:spPr>
          <a:xfrm>
            <a:off x="78617" y="5925607"/>
            <a:ext cx="6512154" cy="215444"/>
          </a:xfrm>
          <a:prstGeom prst="rect">
            <a:avLst/>
          </a:prstGeom>
          <a:noFill/>
          <a:ln>
            <a:noFill/>
          </a:ln>
        </p:spPr>
        <p:txBody>
          <a:bodyPr wrap="square" rtlCol="0">
            <a:spAutoFit/>
          </a:bodyPr>
          <a:lstStyle/>
          <a:p>
            <a:r>
              <a:rPr lang="en-US" sz="800"/>
              <a:t>1. Statista 2. Bain Analysis. 3. </a:t>
            </a:r>
            <a:r>
              <a:rPr lang="en-US" sz="800" err="1"/>
              <a:t>iPAC</a:t>
            </a:r>
            <a:r>
              <a:rPr lang="en-US" sz="800"/>
              <a:t> Analysis 4. Bain Analysis 5. Press Analysis</a:t>
            </a:r>
          </a:p>
        </p:txBody>
      </p:sp>
      <p:sp>
        <p:nvSpPr>
          <p:cNvPr id="95" name="Oval 20">
            <a:extLst>
              <a:ext uri="{FF2B5EF4-FFF2-40B4-BE49-F238E27FC236}">
                <a16:creationId xmlns:a16="http://schemas.microsoft.com/office/drawing/2014/main" id="{26156546-C1AE-7C4C-8D77-8BA5EA5450E4}"/>
              </a:ext>
            </a:extLst>
          </p:cNvPr>
          <p:cNvSpPr>
            <a:spLocks noChangeArrowheads="1"/>
          </p:cNvSpPr>
          <p:nvPr/>
        </p:nvSpPr>
        <p:spPr bwMode="auto">
          <a:xfrm>
            <a:off x="9144267" y="2366518"/>
            <a:ext cx="193857" cy="197776"/>
          </a:xfrm>
          <a:prstGeom prst="ellipse">
            <a:avLst/>
          </a:prstGeom>
          <a:solidFill>
            <a:schemeClr val="accent1"/>
          </a:solidFill>
          <a:ln>
            <a:noFill/>
          </a:ln>
        </p:spPr>
        <p:txBody>
          <a:bodyPr vert="horz" wrap="square" lIns="0" tIns="0" rIns="0" bIns="0" numCol="1" anchor="ctr" anchorCtr="0" compatLnSpc="1">
            <a:prstTxWarp prst="textNoShape">
              <a:avLst/>
            </a:prstTxWarp>
          </a:bodyPr>
          <a:lstStyle/>
          <a:p>
            <a:pPr algn="ctr"/>
            <a:r>
              <a:rPr lang="en-US" sz="700">
                <a:solidFill>
                  <a:srgbClr val="FFFFFF"/>
                </a:solidFill>
              </a:rPr>
              <a:t>2</a:t>
            </a:r>
          </a:p>
        </p:txBody>
      </p:sp>
      <p:sp>
        <p:nvSpPr>
          <p:cNvPr id="96" name="TextBox 95">
            <a:extLst>
              <a:ext uri="{FF2B5EF4-FFF2-40B4-BE49-F238E27FC236}">
                <a16:creationId xmlns:a16="http://schemas.microsoft.com/office/drawing/2014/main" id="{8204120B-8608-9946-9847-87239B782D15}"/>
              </a:ext>
            </a:extLst>
          </p:cNvPr>
          <p:cNvSpPr txBox="1"/>
          <p:nvPr/>
        </p:nvSpPr>
        <p:spPr>
          <a:xfrm>
            <a:off x="9348165" y="2282378"/>
            <a:ext cx="2570113" cy="461665"/>
          </a:xfrm>
          <a:prstGeom prst="rect">
            <a:avLst/>
          </a:prstGeom>
          <a:noFill/>
        </p:spPr>
        <p:txBody>
          <a:bodyPr wrap="square" rtlCol="0">
            <a:spAutoFit/>
          </a:bodyPr>
          <a:lstStyle/>
          <a:p>
            <a:r>
              <a:rPr lang="en-US" sz="1200" b="1"/>
              <a:t>Turning sustainable via operational excellence</a:t>
            </a:r>
          </a:p>
        </p:txBody>
      </p:sp>
      <p:sp>
        <p:nvSpPr>
          <p:cNvPr id="97" name="TextBox 96">
            <a:extLst>
              <a:ext uri="{FF2B5EF4-FFF2-40B4-BE49-F238E27FC236}">
                <a16:creationId xmlns:a16="http://schemas.microsoft.com/office/drawing/2014/main" id="{96D87A35-5B37-FE41-8194-36BC46A6E428}"/>
              </a:ext>
            </a:extLst>
          </p:cNvPr>
          <p:cNvSpPr txBox="1"/>
          <p:nvPr/>
        </p:nvSpPr>
        <p:spPr>
          <a:xfrm>
            <a:off x="9341215" y="2205040"/>
            <a:ext cx="878767" cy="215444"/>
          </a:xfrm>
          <a:prstGeom prst="rect">
            <a:avLst/>
          </a:prstGeom>
          <a:noFill/>
        </p:spPr>
        <p:txBody>
          <a:bodyPr wrap="none" rtlCol="0">
            <a:spAutoFit/>
          </a:bodyPr>
          <a:lstStyle/>
          <a:p>
            <a:r>
              <a:rPr lang="en-US" sz="800" i="1">
                <a:solidFill>
                  <a:schemeClr val="bg2">
                    <a:lumMod val="50000"/>
                  </a:schemeClr>
                </a:solidFill>
              </a:rPr>
              <a:t>Deep dive ahead</a:t>
            </a:r>
          </a:p>
        </p:txBody>
      </p:sp>
      <p:sp>
        <p:nvSpPr>
          <p:cNvPr id="100" name="Oval 20">
            <a:extLst>
              <a:ext uri="{FF2B5EF4-FFF2-40B4-BE49-F238E27FC236}">
                <a16:creationId xmlns:a16="http://schemas.microsoft.com/office/drawing/2014/main" id="{EBEACC6D-752C-2946-834C-FF97F559035A}"/>
              </a:ext>
            </a:extLst>
          </p:cNvPr>
          <p:cNvSpPr>
            <a:spLocks noChangeArrowheads="1"/>
          </p:cNvSpPr>
          <p:nvPr/>
        </p:nvSpPr>
        <p:spPr bwMode="auto">
          <a:xfrm>
            <a:off x="9127170" y="4585810"/>
            <a:ext cx="193857" cy="197776"/>
          </a:xfrm>
          <a:prstGeom prst="ellipse">
            <a:avLst/>
          </a:prstGeom>
          <a:solidFill>
            <a:schemeClr val="accent1"/>
          </a:solidFill>
          <a:ln>
            <a:noFill/>
          </a:ln>
        </p:spPr>
        <p:txBody>
          <a:bodyPr vert="horz" wrap="square" lIns="0" tIns="0" rIns="0" bIns="0" numCol="1" anchor="ctr" anchorCtr="0" compatLnSpc="1">
            <a:prstTxWarp prst="textNoShape">
              <a:avLst/>
            </a:prstTxWarp>
          </a:bodyPr>
          <a:lstStyle/>
          <a:p>
            <a:pPr algn="ctr"/>
            <a:r>
              <a:rPr lang="en-US" sz="700">
                <a:solidFill>
                  <a:srgbClr val="FFFFFF"/>
                </a:solidFill>
              </a:rPr>
              <a:t>3</a:t>
            </a:r>
          </a:p>
        </p:txBody>
      </p:sp>
      <p:sp>
        <p:nvSpPr>
          <p:cNvPr id="101" name="TextBox 100">
            <a:extLst>
              <a:ext uri="{FF2B5EF4-FFF2-40B4-BE49-F238E27FC236}">
                <a16:creationId xmlns:a16="http://schemas.microsoft.com/office/drawing/2014/main" id="{1BD05A0B-E4CB-3241-B059-0751AA049179}"/>
              </a:ext>
            </a:extLst>
          </p:cNvPr>
          <p:cNvSpPr txBox="1"/>
          <p:nvPr/>
        </p:nvSpPr>
        <p:spPr>
          <a:xfrm>
            <a:off x="9276616" y="4573730"/>
            <a:ext cx="2570113" cy="276999"/>
          </a:xfrm>
          <a:prstGeom prst="rect">
            <a:avLst/>
          </a:prstGeom>
          <a:noFill/>
        </p:spPr>
        <p:txBody>
          <a:bodyPr wrap="square" rtlCol="0">
            <a:spAutoFit/>
          </a:bodyPr>
          <a:lstStyle/>
          <a:p>
            <a:r>
              <a:rPr lang="en-US" sz="1200" b="1"/>
              <a:t>Becoming a market shaping force</a:t>
            </a:r>
          </a:p>
        </p:txBody>
      </p:sp>
      <p:sp>
        <p:nvSpPr>
          <p:cNvPr id="104" name="TextBox 103">
            <a:extLst>
              <a:ext uri="{FF2B5EF4-FFF2-40B4-BE49-F238E27FC236}">
                <a16:creationId xmlns:a16="http://schemas.microsoft.com/office/drawing/2014/main" id="{F31E163D-03DB-D74E-8DC8-30AC8E0CE64F}"/>
              </a:ext>
            </a:extLst>
          </p:cNvPr>
          <p:cNvSpPr txBox="1"/>
          <p:nvPr/>
        </p:nvSpPr>
        <p:spPr>
          <a:xfrm>
            <a:off x="9082612" y="3697866"/>
            <a:ext cx="878767" cy="215444"/>
          </a:xfrm>
          <a:prstGeom prst="rect">
            <a:avLst/>
          </a:prstGeom>
          <a:noFill/>
        </p:spPr>
        <p:txBody>
          <a:bodyPr wrap="none" rtlCol="0">
            <a:spAutoFit/>
          </a:bodyPr>
          <a:lstStyle/>
          <a:p>
            <a:r>
              <a:rPr lang="en-US" sz="800" i="1">
                <a:solidFill>
                  <a:schemeClr val="bg2">
                    <a:lumMod val="50000"/>
                  </a:schemeClr>
                </a:solidFill>
              </a:rPr>
              <a:t>Deep dive ahead</a:t>
            </a:r>
          </a:p>
        </p:txBody>
      </p:sp>
      <p:sp>
        <p:nvSpPr>
          <p:cNvPr id="105" name="TextBox 104">
            <a:extLst>
              <a:ext uri="{FF2B5EF4-FFF2-40B4-BE49-F238E27FC236}">
                <a16:creationId xmlns:a16="http://schemas.microsoft.com/office/drawing/2014/main" id="{CB0BE75A-C753-414A-9A5F-8984A4C0289D}"/>
              </a:ext>
            </a:extLst>
          </p:cNvPr>
          <p:cNvSpPr txBox="1"/>
          <p:nvPr/>
        </p:nvSpPr>
        <p:spPr>
          <a:xfrm>
            <a:off x="9304391" y="4494984"/>
            <a:ext cx="1047082" cy="215444"/>
          </a:xfrm>
          <a:prstGeom prst="rect">
            <a:avLst/>
          </a:prstGeom>
          <a:noFill/>
        </p:spPr>
        <p:txBody>
          <a:bodyPr wrap="none" rtlCol="0">
            <a:spAutoFit/>
          </a:bodyPr>
          <a:lstStyle/>
          <a:p>
            <a:r>
              <a:rPr lang="en-US" sz="800" i="1">
                <a:solidFill>
                  <a:schemeClr val="bg2">
                    <a:lumMod val="50000"/>
                  </a:schemeClr>
                </a:solidFill>
              </a:rPr>
              <a:t>Scope for next phase</a:t>
            </a:r>
          </a:p>
        </p:txBody>
      </p:sp>
      <p:sp>
        <p:nvSpPr>
          <p:cNvPr id="106" name="ee4pHeader1">
            <a:extLst>
              <a:ext uri="{FF2B5EF4-FFF2-40B4-BE49-F238E27FC236}">
                <a16:creationId xmlns:a16="http://schemas.microsoft.com/office/drawing/2014/main" id="{1A36D522-18E4-1A41-86F5-AC351676FA88}"/>
              </a:ext>
            </a:extLst>
          </p:cNvPr>
          <p:cNvSpPr>
            <a:spLocks noChangeArrowheads="1"/>
          </p:cNvSpPr>
          <p:nvPr>
            <p:custDataLst>
              <p:tags r:id="rId1"/>
            </p:custDataLst>
          </p:nvPr>
        </p:nvSpPr>
        <p:spPr bwMode="gray">
          <a:xfrm rot="5400000">
            <a:off x="9306212" y="2601608"/>
            <a:ext cx="400802" cy="739293"/>
          </a:xfrm>
          <a:prstGeom prst="homePlate">
            <a:avLst>
              <a:gd name="adj" fmla="val 12004"/>
            </a:avLst>
          </a:prstGeom>
          <a:solidFill>
            <a:schemeClr val="accent1">
              <a:lumMod val="50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olidFill>
                <a:schemeClr val="bg1"/>
              </a:solidFill>
              <a:sym typeface="Trebuchet MS" panose="020B0603020202020204" pitchFamily="34" charset="0"/>
            </a:endParaRPr>
          </a:p>
        </p:txBody>
      </p:sp>
      <p:sp>
        <p:nvSpPr>
          <p:cNvPr id="107" name="ee4pHeader2">
            <a:extLst>
              <a:ext uri="{FF2B5EF4-FFF2-40B4-BE49-F238E27FC236}">
                <a16:creationId xmlns:a16="http://schemas.microsoft.com/office/drawing/2014/main" id="{85F5A36C-9A7F-5444-B56B-BE80657AA13C}"/>
              </a:ext>
            </a:extLst>
          </p:cNvPr>
          <p:cNvSpPr>
            <a:spLocks noChangeArrowheads="1"/>
          </p:cNvSpPr>
          <p:nvPr>
            <p:custDataLst>
              <p:tags r:id="rId2"/>
            </p:custDataLst>
          </p:nvPr>
        </p:nvSpPr>
        <p:spPr bwMode="gray">
          <a:xfrm rot="5400000">
            <a:off x="9308012" y="3020105"/>
            <a:ext cx="400803" cy="735692"/>
          </a:xfrm>
          <a:prstGeom prst="chevron">
            <a:avLst>
              <a:gd name="adj" fmla="val 12004"/>
            </a:avLst>
          </a:prstGeom>
          <a:solidFill>
            <a:schemeClr val="accent1">
              <a:lumMod val="75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olidFill>
                <a:schemeClr val="bg1"/>
              </a:solidFill>
              <a:sym typeface="Trebuchet MS" panose="020B0603020202020204" pitchFamily="34" charset="0"/>
            </a:endParaRPr>
          </a:p>
        </p:txBody>
      </p:sp>
      <p:sp>
        <p:nvSpPr>
          <p:cNvPr id="108" name="ee4pHeader2">
            <a:extLst>
              <a:ext uri="{FF2B5EF4-FFF2-40B4-BE49-F238E27FC236}">
                <a16:creationId xmlns:a16="http://schemas.microsoft.com/office/drawing/2014/main" id="{B7271D8E-589E-8846-AE19-199204ADAC3E}"/>
              </a:ext>
            </a:extLst>
          </p:cNvPr>
          <p:cNvSpPr>
            <a:spLocks noChangeArrowheads="1"/>
          </p:cNvSpPr>
          <p:nvPr>
            <p:custDataLst>
              <p:tags r:id="rId3"/>
            </p:custDataLst>
          </p:nvPr>
        </p:nvSpPr>
        <p:spPr bwMode="gray">
          <a:xfrm rot="5400000">
            <a:off x="9308012" y="3437181"/>
            <a:ext cx="400803" cy="735692"/>
          </a:xfrm>
          <a:prstGeom prst="chevron">
            <a:avLst>
              <a:gd name="adj" fmla="val 12004"/>
            </a:avLst>
          </a:prstGeom>
          <a:solidFill>
            <a:schemeClr val="accent1">
              <a:lumMod val="60000"/>
              <a:lumOff val="40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olidFill>
                <a:schemeClr val="bg1"/>
              </a:solidFill>
              <a:sym typeface="Trebuchet MS" panose="020B0603020202020204" pitchFamily="34" charset="0"/>
            </a:endParaRPr>
          </a:p>
        </p:txBody>
      </p:sp>
      <p:sp>
        <p:nvSpPr>
          <p:cNvPr id="109" name="ee4pHeader2">
            <a:extLst>
              <a:ext uri="{FF2B5EF4-FFF2-40B4-BE49-F238E27FC236}">
                <a16:creationId xmlns:a16="http://schemas.microsoft.com/office/drawing/2014/main" id="{34C78808-5E97-264A-BA83-74A77291FD3E}"/>
              </a:ext>
            </a:extLst>
          </p:cNvPr>
          <p:cNvSpPr>
            <a:spLocks noChangeArrowheads="1"/>
          </p:cNvSpPr>
          <p:nvPr>
            <p:custDataLst>
              <p:tags r:id="rId4"/>
            </p:custDataLst>
          </p:nvPr>
        </p:nvSpPr>
        <p:spPr bwMode="gray">
          <a:xfrm rot="5400000">
            <a:off x="9308012" y="3854257"/>
            <a:ext cx="400803" cy="735692"/>
          </a:xfrm>
          <a:prstGeom prst="chevron">
            <a:avLst>
              <a:gd name="adj" fmla="val 12004"/>
            </a:avLst>
          </a:prstGeom>
          <a:solidFill>
            <a:schemeClr val="bg2">
              <a:lumMod val="90000"/>
            </a:schemeClr>
          </a:solidFill>
          <a:ln w="38100" cap="rnd" algn="ctr">
            <a:noFill/>
            <a:round/>
            <a:headEnd/>
            <a:tailEnd/>
          </a:ln>
          <a:effectLst>
            <a:outerShdw blurRad="50800" dist="38100" algn="l" rotWithShape="0">
              <a:prstClr val="black">
                <a:alpha val="40000"/>
              </a:prstClr>
            </a:outerShdw>
          </a:effectLst>
        </p:spPr>
        <p:txBody>
          <a:bodyPr lIns="0" tIns="0" rIns="0" bIns="0" anchor="ctr" anchorCtr="0"/>
          <a:lstStyle/>
          <a:p>
            <a:pPr algn="ctr" eaLnBrk="0" hangingPunct="0">
              <a:spcAft>
                <a:spcPts val="1600"/>
              </a:spcAft>
            </a:pPr>
            <a:endParaRPr lang="en-US" sz="1200">
              <a:solidFill>
                <a:schemeClr val="bg1"/>
              </a:solidFill>
              <a:sym typeface="Trebuchet MS" panose="020B0603020202020204" pitchFamily="34" charset="0"/>
            </a:endParaRPr>
          </a:p>
        </p:txBody>
      </p:sp>
      <p:sp>
        <p:nvSpPr>
          <p:cNvPr id="110" name="TextBox 109">
            <a:extLst>
              <a:ext uri="{FF2B5EF4-FFF2-40B4-BE49-F238E27FC236}">
                <a16:creationId xmlns:a16="http://schemas.microsoft.com/office/drawing/2014/main" id="{F560FF1F-A143-B241-BE9B-3E683694F058}"/>
              </a:ext>
            </a:extLst>
          </p:cNvPr>
          <p:cNvSpPr txBox="1"/>
          <p:nvPr/>
        </p:nvSpPr>
        <p:spPr>
          <a:xfrm>
            <a:off x="9175432" y="2839951"/>
            <a:ext cx="689612" cy="276999"/>
          </a:xfrm>
          <a:prstGeom prst="rect">
            <a:avLst/>
          </a:prstGeom>
          <a:noFill/>
        </p:spPr>
        <p:txBody>
          <a:bodyPr wrap="none" rtlCol="0">
            <a:spAutoFit/>
          </a:bodyPr>
          <a:lstStyle/>
          <a:p>
            <a:r>
              <a:rPr lang="en-US" sz="1200">
                <a:solidFill>
                  <a:schemeClr val="bg1"/>
                </a:solidFill>
              </a:rPr>
              <a:t>City WH</a:t>
            </a:r>
          </a:p>
        </p:txBody>
      </p:sp>
      <p:sp>
        <p:nvSpPr>
          <p:cNvPr id="111" name="TextBox 110">
            <a:extLst>
              <a:ext uri="{FF2B5EF4-FFF2-40B4-BE49-F238E27FC236}">
                <a16:creationId xmlns:a16="http://schemas.microsoft.com/office/drawing/2014/main" id="{F27A0B98-4D15-604D-8371-22E3B26ADAE6}"/>
              </a:ext>
            </a:extLst>
          </p:cNvPr>
          <p:cNvSpPr txBox="1"/>
          <p:nvPr/>
        </p:nvSpPr>
        <p:spPr>
          <a:xfrm>
            <a:off x="9124624" y="3245401"/>
            <a:ext cx="781111" cy="276999"/>
          </a:xfrm>
          <a:prstGeom prst="rect">
            <a:avLst/>
          </a:prstGeom>
          <a:noFill/>
        </p:spPr>
        <p:txBody>
          <a:bodyPr wrap="none" rtlCol="0">
            <a:spAutoFit/>
          </a:bodyPr>
          <a:lstStyle/>
          <a:p>
            <a:r>
              <a:rPr lang="en-US" sz="1200">
                <a:solidFill>
                  <a:schemeClr val="bg1"/>
                </a:solidFill>
              </a:rPr>
              <a:t>Transport</a:t>
            </a:r>
          </a:p>
        </p:txBody>
      </p:sp>
      <p:sp>
        <p:nvSpPr>
          <p:cNvPr id="112" name="TextBox 111">
            <a:extLst>
              <a:ext uri="{FF2B5EF4-FFF2-40B4-BE49-F238E27FC236}">
                <a16:creationId xmlns:a16="http://schemas.microsoft.com/office/drawing/2014/main" id="{56E34AD5-6BB6-6140-B9AF-30E74D0BABD2}"/>
              </a:ext>
            </a:extLst>
          </p:cNvPr>
          <p:cNvSpPr txBox="1"/>
          <p:nvPr/>
        </p:nvSpPr>
        <p:spPr>
          <a:xfrm>
            <a:off x="9108833" y="3643450"/>
            <a:ext cx="893193" cy="276999"/>
          </a:xfrm>
          <a:prstGeom prst="rect">
            <a:avLst/>
          </a:prstGeom>
          <a:noFill/>
        </p:spPr>
        <p:txBody>
          <a:bodyPr wrap="none" rtlCol="0">
            <a:spAutoFit/>
          </a:bodyPr>
          <a:lstStyle/>
          <a:p>
            <a:r>
              <a:rPr lang="en-US" sz="1200"/>
              <a:t>Distributor </a:t>
            </a:r>
          </a:p>
        </p:txBody>
      </p:sp>
      <p:sp>
        <p:nvSpPr>
          <p:cNvPr id="113" name="TextBox 112">
            <a:extLst>
              <a:ext uri="{FF2B5EF4-FFF2-40B4-BE49-F238E27FC236}">
                <a16:creationId xmlns:a16="http://schemas.microsoft.com/office/drawing/2014/main" id="{EE589DC4-6B32-6D43-85B3-74A3320FDC8D}"/>
              </a:ext>
            </a:extLst>
          </p:cNvPr>
          <p:cNvSpPr txBox="1"/>
          <p:nvPr/>
        </p:nvSpPr>
        <p:spPr>
          <a:xfrm>
            <a:off x="9123013" y="4087727"/>
            <a:ext cx="825867" cy="276999"/>
          </a:xfrm>
          <a:prstGeom prst="rect">
            <a:avLst/>
          </a:prstGeom>
          <a:noFill/>
        </p:spPr>
        <p:txBody>
          <a:bodyPr wrap="none" rtlCol="0">
            <a:spAutoFit/>
          </a:bodyPr>
          <a:lstStyle/>
          <a:p>
            <a:r>
              <a:rPr lang="en-US" sz="1200"/>
              <a:t>Customer </a:t>
            </a:r>
          </a:p>
        </p:txBody>
      </p:sp>
      <p:grpSp>
        <p:nvGrpSpPr>
          <p:cNvPr id="150" name="Group 149">
            <a:extLst>
              <a:ext uri="{FF2B5EF4-FFF2-40B4-BE49-F238E27FC236}">
                <a16:creationId xmlns:a16="http://schemas.microsoft.com/office/drawing/2014/main" id="{6FC69AF7-28FF-6241-9B12-D7AFDAC2AD78}"/>
              </a:ext>
            </a:extLst>
          </p:cNvPr>
          <p:cNvGrpSpPr/>
          <p:nvPr/>
        </p:nvGrpSpPr>
        <p:grpSpPr>
          <a:xfrm>
            <a:off x="9995107" y="4014685"/>
            <a:ext cx="1922119" cy="330708"/>
            <a:chOff x="10161062" y="2812392"/>
            <a:chExt cx="1611053" cy="330708"/>
          </a:xfrm>
        </p:grpSpPr>
        <p:sp>
          <p:nvSpPr>
            <p:cNvPr id="118" name="Rectangle 117">
              <a:extLst>
                <a:ext uri="{FF2B5EF4-FFF2-40B4-BE49-F238E27FC236}">
                  <a16:creationId xmlns:a16="http://schemas.microsoft.com/office/drawing/2014/main" id="{0E867AF5-86E4-9645-9AA8-1EE16C0897B3}"/>
                </a:ext>
              </a:extLst>
            </p:cNvPr>
            <p:cNvSpPr/>
            <p:nvPr/>
          </p:nvSpPr>
          <p:spPr>
            <a:xfrm>
              <a:off x="10161062" y="2812392"/>
              <a:ext cx="1611053"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127" name="TextBox 126">
              <a:extLst>
                <a:ext uri="{FF2B5EF4-FFF2-40B4-BE49-F238E27FC236}">
                  <a16:creationId xmlns:a16="http://schemas.microsoft.com/office/drawing/2014/main" id="{8EA1C399-97C1-834E-9CEE-0842FC525797}"/>
                </a:ext>
              </a:extLst>
            </p:cNvPr>
            <p:cNvSpPr txBox="1"/>
            <p:nvPr/>
          </p:nvSpPr>
          <p:spPr>
            <a:xfrm>
              <a:off x="10221813" y="2840777"/>
              <a:ext cx="1148328" cy="276999"/>
            </a:xfrm>
            <a:prstGeom prst="rect">
              <a:avLst/>
            </a:prstGeom>
            <a:noFill/>
          </p:spPr>
          <p:txBody>
            <a:bodyPr wrap="none" rtlCol="0">
              <a:spAutoFit/>
            </a:bodyPr>
            <a:lstStyle/>
            <a:p>
              <a:r>
                <a:rPr lang="en-US" sz="1200"/>
                <a:t>P2P Ecosystem</a:t>
              </a:r>
            </a:p>
          </p:txBody>
        </p:sp>
      </p:grpSp>
      <p:graphicFrame>
        <p:nvGraphicFramePr>
          <p:cNvPr id="59" name="Chart 58">
            <a:extLst>
              <a:ext uri="{FF2B5EF4-FFF2-40B4-BE49-F238E27FC236}">
                <a16:creationId xmlns:a16="http://schemas.microsoft.com/office/drawing/2014/main" id="{BB7ED41D-12F4-4D4B-A66A-D30E00439218}"/>
              </a:ext>
            </a:extLst>
          </p:cNvPr>
          <p:cNvGraphicFramePr/>
          <p:nvPr/>
        </p:nvGraphicFramePr>
        <p:xfrm>
          <a:off x="5991111" y="599920"/>
          <a:ext cx="2455727" cy="1771011"/>
        </p:xfrm>
        <a:graphic>
          <a:graphicData uri="http://schemas.openxmlformats.org/drawingml/2006/chart">
            <c:chart xmlns:c="http://schemas.openxmlformats.org/drawingml/2006/chart" xmlns:r="http://schemas.openxmlformats.org/officeDocument/2006/relationships" r:id="rId9"/>
          </a:graphicData>
        </a:graphic>
      </p:graphicFrame>
      <p:grpSp>
        <p:nvGrpSpPr>
          <p:cNvPr id="151" name="Group 150">
            <a:extLst>
              <a:ext uri="{FF2B5EF4-FFF2-40B4-BE49-F238E27FC236}">
                <a16:creationId xmlns:a16="http://schemas.microsoft.com/office/drawing/2014/main" id="{93C43BB1-8209-224E-B508-922CD6F740E8}"/>
              </a:ext>
            </a:extLst>
          </p:cNvPr>
          <p:cNvGrpSpPr/>
          <p:nvPr/>
        </p:nvGrpSpPr>
        <p:grpSpPr>
          <a:xfrm>
            <a:off x="9995129" y="3600310"/>
            <a:ext cx="1922093" cy="330708"/>
            <a:chOff x="10161060" y="2812392"/>
            <a:chExt cx="3298245" cy="330708"/>
          </a:xfrm>
        </p:grpSpPr>
        <p:sp>
          <p:nvSpPr>
            <p:cNvPr id="152" name="Rectangle 151">
              <a:extLst>
                <a:ext uri="{FF2B5EF4-FFF2-40B4-BE49-F238E27FC236}">
                  <a16:creationId xmlns:a16="http://schemas.microsoft.com/office/drawing/2014/main" id="{844F42D6-BD75-C846-83B5-F87DDFDE5598}"/>
                </a:ext>
              </a:extLst>
            </p:cNvPr>
            <p:cNvSpPr/>
            <p:nvPr/>
          </p:nvSpPr>
          <p:spPr>
            <a:xfrm>
              <a:off x="10161060" y="2812392"/>
              <a:ext cx="3298245"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153" name="TextBox 152">
              <a:extLst>
                <a:ext uri="{FF2B5EF4-FFF2-40B4-BE49-F238E27FC236}">
                  <a16:creationId xmlns:a16="http://schemas.microsoft.com/office/drawing/2014/main" id="{93574581-B7E0-E745-B22B-FD7622C4B7F8}"/>
                </a:ext>
              </a:extLst>
            </p:cNvPr>
            <p:cNvSpPr txBox="1"/>
            <p:nvPr/>
          </p:nvSpPr>
          <p:spPr>
            <a:xfrm>
              <a:off x="10221813" y="2840777"/>
              <a:ext cx="2238851" cy="261610"/>
            </a:xfrm>
            <a:prstGeom prst="rect">
              <a:avLst/>
            </a:prstGeom>
            <a:noFill/>
          </p:spPr>
          <p:txBody>
            <a:bodyPr wrap="none" rtlCol="0">
              <a:spAutoFit/>
            </a:bodyPr>
            <a:lstStyle/>
            <a:p>
              <a:r>
                <a:rPr lang="en-US" sz="1100"/>
                <a:t>Re-</a:t>
              </a:r>
              <a:r>
                <a:rPr lang="en-US" sz="1100" err="1"/>
                <a:t>optimisation</a:t>
              </a:r>
              <a:endParaRPr lang="en-US" sz="1100"/>
            </a:p>
          </p:txBody>
        </p:sp>
      </p:grpSp>
      <p:grpSp>
        <p:nvGrpSpPr>
          <p:cNvPr id="154" name="Group 153">
            <a:extLst>
              <a:ext uri="{FF2B5EF4-FFF2-40B4-BE49-F238E27FC236}">
                <a16:creationId xmlns:a16="http://schemas.microsoft.com/office/drawing/2014/main" id="{FCA789DB-6CC8-9143-BF86-D40A5F748A60}"/>
              </a:ext>
            </a:extLst>
          </p:cNvPr>
          <p:cNvGrpSpPr/>
          <p:nvPr/>
        </p:nvGrpSpPr>
        <p:grpSpPr>
          <a:xfrm>
            <a:off x="9941670" y="2775585"/>
            <a:ext cx="1005403" cy="330708"/>
            <a:chOff x="10114365" y="2812392"/>
            <a:chExt cx="1431042" cy="330708"/>
          </a:xfrm>
        </p:grpSpPr>
        <p:sp>
          <p:nvSpPr>
            <p:cNvPr id="155" name="Rectangle 154">
              <a:extLst>
                <a:ext uri="{FF2B5EF4-FFF2-40B4-BE49-F238E27FC236}">
                  <a16:creationId xmlns:a16="http://schemas.microsoft.com/office/drawing/2014/main" id="{4D8F22C0-CE61-F14A-A6C4-1A6A41561691}"/>
                </a:ext>
              </a:extLst>
            </p:cNvPr>
            <p:cNvSpPr/>
            <p:nvPr/>
          </p:nvSpPr>
          <p:spPr>
            <a:xfrm>
              <a:off x="10161064" y="2812392"/>
              <a:ext cx="1293744"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156" name="TextBox 155">
              <a:extLst>
                <a:ext uri="{FF2B5EF4-FFF2-40B4-BE49-F238E27FC236}">
                  <a16:creationId xmlns:a16="http://schemas.microsoft.com/office/drawing/2014/main" id="{2B9CB08F-DE00-1245-BF87-3F241DC2C48B}"/>
                </a:ext>
              </a:extLst>
            </p:cNvPr>
            <p:cNvSpPr txBox="1"/>
            <p:nvPr/>
          </p:nvSpPr>
          <p:spPr>
            <a:xfrm>
              <a:off x="10114365" y="2850653"/>
              <a:ext cx="1431042" cy="261610"/>
            </a:xfrm>
            <a:prstGeom prst="rect">
              <a:avLst/>
            </a:prstGeom>
            <a:noFill/>
          </p:spPr>
          <p:txBody>
            <a:bodyPr wrap="none" rtlCol="0">
              <a:spAutoFit/>
            </a:bodyPr>
            <a:lstStyle/>
            <a:p>
              <a:r>
                <a:rPr lang="en-US" sz="1100"/>
                <a:t>Green Packing</a:t>
              </a:r>
            </a:p>
          </p:txBody>
        </p:sp>
      </p:grpSp>
      <p:grpSp>
        <p:nvGrpSpPr>
          <p:cNvPr id="157" name="Group 156">
            <a:extLst>
              <a:ext uri="{FF2B5EF4-FFF2-40B4-BE49-F238E27FC236}">
                <a16:creationId xmlns:a16="http://schemas.microsoft.com/office/drawing/2014/main" id="{FDE66EA8-701A-5346-9928-768A0B099EEF}"/>
              </a:ext>
            </a:extLst>
          </p:cNvPr>
          <p:cNvGrpSpPr/>
          <p:nvPr/>
        </p:nvGrpSpPr>
        <p:grpSpPr>
          <a:xfrm>
            <a:off x="9916819" y="3176096"/>
            <a:ext cx="1053494" cy="330708"/>
            <a:chOff x="10047784" y="2812392"/>
            <a:chExt cx="1879357" cy="330708"/>
          </a:xfrm>
        </p:grpSpPr>
        <p:sp>
          <p:nvSpPr>
            <p:cNvPr id="158" name="Rectangle 157">
              <a:extLst>
                <a:ext uri="{FF2B5EF4-FFF2-40B4-BE49-F238E27FC236}">
                  <a16:creationId xmlns:a16="http://schemas.microsoft.com/office/drawing/2014/main" id="{FC7C1825-97EF-9348-BAD1-1449EC5C998B}"/>
                </a:ext>
              </a:extLst>
            </p:cNvPr>
            <p:cNvSpPr/>
            <p:nvPr/>
          </p:nvSpPr>
          <p:spPr>
            <a:xfrm>
              <a:off x="10161062" y="2812392"/>
              <a:ext cx="1611053"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159" name="TextBox 158">
              <a:extLst>
                <a:ext uri="{FF2B5EF4-FFF2-40B4-BE49-F238E27FC236}">
                  <a16:creationId xmlns:a16="http://schemas.microsoft.com/office/drawing/2014/main" id="{EE0B5B40-DD5B-FE4F-B388-271AFCA12366}"/>
                </a:ext>
              </a:extLst>
            </p:cNvPr>
            <p:cNvSpPr txBox="1"/>
            <p:nvPr/>
          </p:nvSpPr>
          <p:spPr>
            <a:xfrm>
              <a:off x="10047784" y="2858060"/>
              <a:ext cx="1879357" cy="261610"/>
            </a:xfrm>
            <a:prstGeom prst="rect">
              <a:avLst/>
            </a:prstGeom>
            <a:noFill/>
          </p:spPr>
          <p:txBody>
            <a:bodyPr wrap="none" rtlCol="0">
              <a:spAutoFit/>
            </a:bodyPr>
            <a:lstStyle/>
            <a:p>
              <a:r>
                <a:rPr lang="en-US" sz="1100"/>
                <a:t>Dynamic Route</a:t>
              </a:r>
            </a:p>
          </p:txBody>
        </p:sp>
      </p:grpSp>
      <p:grpSp>
        <p:nvGrpSpPr>
          <p:cNvPr id="161" name="Group 160">
            <a:extLst>
              <a:ext uri="{FF2B5EF4-FFF2-40B4-BE49-F238E27FC236}">
                <a16:creationId xmlns:a16="http://schemas.microsoft.com/office/drawing/2014/main" id="{2908E868-DE23-0E47-BB42-4AE545FA2F17}"/>
              </a:ext>
            </a:extLst>
          </p:cNvPr>
          <p:cNvGrpSpPr/>
          <p:nvPr/>
        </p:nvGrpSpPr>
        <p:grpSpPr>
          <a:xfrm>
            <a:off x="10882506" y="2770853"/>
            <a:ext cx="1128835" cy="330708"/>
            <a:chOff x="10053617" y="2812392"/>
            <a:chExt cx="1874805" cy="330708"/>
          </a:xfrm>
        </p:grpSpPr>
        <p:sp>
          <p:nvSpPr>
            <p:cNvPr id="162" name="Rectangle 161">
              <a:extLst>
                <a:ext uri="{FF2B5EF4-FFF2-40B4-BE49-F238E27FC236}">
                  <a16:creationId xmlns:a16="http://schemas.microsoft.com/office/drawing/2014/main" id="{AB4FDA5D-9C29-D449-8999-A70760EE75E5}"/>
                </a:ext>
              </a:extLst>
            </p:cNvPr>
            <p:cNvSpPr/>
            <p:nvPr/>
          </p:nvSpPr>
          <p:spPr>
            <a:xfrm>
              <a:off x="10161062" y="2812392"/>
              <a:ext cx="1611053"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163" name="TextBox 162">
              <a:extLst>
                <a:ext uri="{FF2B5EF4-FFF2-40B4-BE49-F238E27FC236}">
                  <a16:creationId xmlns:a16="http://schemas.microsoft.com/office/drawing/2014/main" id="{D6A3D061-C1B9-CD46-ACD2-56052399244C}"/>
                </a:ext>
              </a:extLst>
            </p:cNvPr>
            <p:cNvSpPr txBox="1"/>
            <p:nvPr/>
          </p:nvSpPr>
          <p:spPr>
            <a:xfrm>
              <a:off x="10053617" y="2850653"/>
              <a:ext cx="1874805" cy="261610"/>
            </a:xfrm>
            <a:prstGeom prst="rect">
              <a:avLst/>
            </a:prstGeom>
            <a:noFill/>
          </p:spPr>
          <p:txBody>
            <a:bodyPr wrap="none" rtlCol="0">
              <a:spAutoFit/>
            </a:bodyPr>
            <a:lstStyle/>
            <a:p>
              <a:r>
                <a:rPr lang="en-US" sz="1100"/>
                <a:t>Optimal linehaul</a:t>
              </a:r>
            </a:p>
          </p:txBody>
        </p:sp>
      </p:grpSp>
      <p:grpSp>
        <p:nvGrpSpPr>
          <p:cNvPr id="165" name="Group 164">
            <a:extLst>
              <a:ext uri="{FF2B5EF4-FFF2-40B4-BE49-F238E27FC236}">
                <a16:creationId xmlns:a16="http://schemas.microsoft.com/office/drawing/2014/main" id="{08322CDF-DCC4-4845-9AF3-1343EC602E0C}"/>
              </a:ext>
            </a:extLst>
          </p:cNvPr>
          <p:cNvGrpSpPr/>
          <p:nvPr/>
        </p:nvGrpSpPr>
        <p:grpSpPr>
          <a:xfrm>
            <a:off x="10890185" y="3191424"/>
            <a:ext cx="1027037" cy="330708"/>
            <a:chOff x="10057808" y="2812392"/>
            <a:chExt cx="1714307" cy="330708"/>
          </a:xfrm>
        </p:grpSpPr>
        <p:sp>
          <p:nvSpPr>
            <p:cNvPr id="166" name="Rectangle 165">
              <a:extLst>
                <a:ext uri="{FF2B5EF4-FFF2-40B4-BE49-F238E27FC236}">
                  <a16:creationId xmlns:a16="http://schemas.microsoft.com/office/drawing/2014/main" id="{4C66F2AB-4711-D34E-A9C9-9A5121FF18FE}"/>
                </a:ext>
              </a:extLst>
            </p:cNvPr>
            <p:cNvSpPr/>
            <p:nvPr/>
          </p:nvSpPr>
          <p:spPr>
            <a:xfrm>
              <a:off x="10161062" y="2812392"/>
              <a:ext cx="1611053" cy="330708"/>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167" name="TextBox 166">
              <a:extLst>
                <a:ext uri="{FF2B5EF4-FFF2-40B4-BE49-F238E27FC236}">
                  <a16:creationId xmlns:a16="http://schemas.microsoft.com/office/drawing/2014/main" id="{AC46216D-640E-244E-AC76-2D740FEF3F8F}"/>
                </a:ext>
              </a:extLst>
            </p:cNvPr>
            <p:cNvSpPr txBox="1"/>
            <p:nvPr/>
          </p:nvSpPr>
          <p:spPr>
            <a:xfrm>
              <a:off x="10057808" y="2839231"/>
              <a:ext cx="1426681" cy="261610"/>
            </a:xfrm>
            <a:prstGeom prst="rect">
              <a:avLst/>
            </a:prstGeom>
            <a:noFill/>
          </p:spPr>
          <p:txBody>
            <a:bodyPr wrap="none" rtlCol="0">
              <a:spAutoFit/>
            </a:bodyPr>
            <a:lstStyle/>
            <a:p>
              <a:r>
                <a:rPr lang="en-US" sz="1100"/>
                <a:t>Green Fleet</a:t>
              </a:r>
            </a:p>
          </p:txBody>
        </p:sp>
      </p:grpSp>
      <p:sp>
        <p:nvSpPr>
          <p:cNvPr id="168" name="Oval 20">
            <a:extLst>
              <a:ext uri="{FF2B5EF4-FFF2-40B4-BE49-F238E27FC236}">
                <a16:creationId xmlns:a16="http://schemas.microsoft.com/office/drawing/2014/main" id="{7A2C1CAD-C1FB-2546-AA71-7BE7D10BBD34}"/>
              </a:ext>
            </a:extLst>
          </p:cNvPr>
          <p:cNvSpPr>
            <a:spLocks noChangeArrowheads="1"/>
          </p:cNvSpPr>
          <p:nvPr/>
        </p:nvSpPr>
        <p:spPr bwMode="auto">
          <a:xfrm>
            <a:off x="9123013" y="1055889"/>
            <a:ext cx="193857" cy="197776"/>
          </a:xfrm>
          <a:prstGeom prst="ellipse">
            <a:avLst/>
          </a:prstGeom>
          <a:solidFill>
            <a:schemeClr val="accent1"/>
          </a:solidFill>
          <a:ln>
            <a:noFill/>
          </a:ln>
        </p:spPr>
        <p:txBody>
          <a:bodyPr vert="horz" wrap="square" lIns="0" tIns="0" rIns="0" bIns="0" numCol="1" anchor="ctr" anchorCtr="0" compatLnSpc="1">
            <a:prstTxWarp prst="textNoShape">
              <a:avLst/>
            </a:prstTxWarp>
          </a:bodyPr>
          <a:lstStyle/>
          <a:p>
            <a:pPr algn="ctr"/>
            <a:r>
              <a:rPr lang="en-US" sz="700">
                <a:solidFill>
                  <a:srgbClr val="FFFFFF"/>
                </a:solidFill>
              </a:rPr>
              <a:t>1</a:t>
            </a:r>
          </a:p>
        </p:txBody>
      </p:sp>
      <p:sp>
        <p:nvSpPr>
          <p:cNvPr id="169" name="TextBox 168">
            <a:extLst>
              <a:ext uri="{FF2B5EF4-FFF2-40B4-BE49-F238E27FC236}">
                <a16:creationId xmlns:a16="http://schemas.microsoft.com/office/drawing/2014/main" id="{708817ED-CEDF-7A48-8433-11FB97D17D43}"/>
              </a:ext>
            </a:extLst>
          </p:cNvPr>
          <p:cNvSpPr txBox="1"/>
          <p:nvPr/>
        </p:nvSpPr>
        <p:spPr>
          <a:xfrm>
            <a:off x="9326911" y="971749"/>
            <a:ext cx="2570113" cy="461665"/>
          </a:xfrm>
          <a:prstGeom prst="rect">
            <a:avLst/>
          </a:prstGeom>
          <a:noFill/>
        </p:spPr>
        <p:txBody>
          <a:bodyPr wrap="square" rtlCol="0">
            <a:spAutoFit/>
          </a:bodyPr>
          <a:lstStyle/>
          <a:p>
            <a:r>
              <a:rPr lang="en-US" sz="1200" b="1"/>
              <a:t>Mitigating high process costs by fleet optimization (outsource/P2P)</a:t>
            </a:r>
          </a:p>
        </p:txBody>
      </p:sp>
      <p:grpSp>
        <p:nvGrpSpPr>
          <p:cNvPr id="170" name="Group 169">
            <a:extLst>
              <a:ext uri="{FF2B5EF4-FFF2-40B4-BE49-F238E27FC236}">
                <a16:creationId xmlns:a16="http://schemas.microsoft.com/office/drawing/2014/main" id="{0707D073-5B89-E241-A396-145410A1FE4A}"/>
              </a:ext>
            </a:extLst>
          </p:cNvPr>
          <p:cNvGrpSpPr/>
          <p:nvPr/>
        </p:nvGrpSpPr>
        <p:grpSpPr>
          <a:xfrm>
            <a:off x="11098128" y="2493614"/>
            <a:ext cx="805527" cy="215444"/>
            <a:chOff x="10161062" y="2840777"/>
            <a:chExt cx="805527" cy="215444"/>
          </a:xfrm>
        </p:grpSpPr>
        <p:sp>
          <p:nvSpPr>
            <p:cNvPr id="171" name="Rectangle 170">
              <a:extLst>
                <a:ext uri="{FF2B5EF4-FFF2-40B4-BE49-F238E27FC236}">
                  <a16:creationId xmlns:a16="http://schemas.microsoft.com/office/drawing/2014/main" id="{E05EBDDE-DBBC-AB41-87EA-8BFEBF451281}"/>
                </a:ext>
              </a:extLst>
            </p:cNvPr>
            <p:cNvSpPr/>
            <p:nvPr/>
          </p:nvSpPr>
          <p:spPr>
            <a:xfrm>
              <a:off x="10161062" y="2862006"/>
              <a:ext cx="805527" cy="184765"/>
            </a:xfrm>
            <a:prstGeom prst="rect">
              <a:avLst/>
            </a:prstGeom>
            <a:no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bg2">
                    <a:lumMod val="25000"/>
                  </a:schemeClr>
                </a:solidFill>
              </a:endParaRPr>
            </a:p>
          </p:txBody>
        </p:sp>
        <p:sp>
          <p:nvSpPr>
            <p:cNvPr id="172" name="TextBox 171">
              <a:extLst>
                <a:ext uri="{FF2B5EF4-FFF2-40B4-BE49-F238E27FC236}">
                  <a16:creationId xmlns:a16="http://schemas.microsoft.com/office/drawing/2014/main" id="{8C1AAE76-0455-C544-8376-D8EE0AC82527}"/>
                </a:ext>
              </a:extLst>
            </p:cNvPr>
            <p:cNvSpPr txBox="1"/>
            <p:nvPr/>
          </p:nvSpPr>
          <p:spPr>
            <a:xfrm>
              <a:off x="10221813" y="2840777"/>
              <a:ext cx="671979" cy="215444"/>
            </a:xfrm>
            <a:prstGeom prst="rect">
              <a:avLst/>
            </a:prstGeom>
            <a:noFill/>
          </p:spPr>
          <p:txBody>
            <a:bodyPr wrap="square" rtlCol="0">
              <a:spAutoFit/>
            </a:bodyPr>
            <a:lstStyle/>
            <a:p>
              <a:r>
                <a:rPr lang="en-US" sz="800">
                  <a:solidFill>
                    <a:schemeClr val="bg2">
                      <a:lumMod val="25000"/>
                    </a:schemeClr>
                  </a:solidFill>
                </a:rPr>
                <a:t>Focus areas</a:t>
              </a:r>
            </a:p>
          </p:txBody>
        </p:sp>
      </p:grpSp>
      <p:sp>
        <p:nvSpPr>
          <p:cNvPr id="173" name="Rounded Rectangle 172">
            <a:extLst>
              <a:ext uri="{FF2B5EF4-FFF2-40B4-BE49-F238E27FC236}">
                <a16:creationId xmlns:a16="http://schemas.microsoft.com/office/drawing/2014/main" id="{68738422-2EB1-3843-BA9D-857604A0F58F}"/>
              </a:ext>
            </a:extLst>
          </p:cNvPr>
          <p:cNvSpPr/>
          <p:nvPr/>
        </p:nvSpPr>
        <p:spPr>
          <a:xfrm>
            <a:off x="9098809" y="1408076"/>
            <a:ext cx="837802" cy="468475"/>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Customer</a:t>
            </a:r>
          </a:p>
          <a:p>
            <a:pPr algn="ctr"/>
            <a:r>
              <a:rPr lang="en-US" sz="1200">
                <a:latin typeface="Calibri" panose="020F0502020204030204" pitchFamily="34" charset="0"/>
                <a:cs typeface="Calibri" panose="020F0502020204030204" pitchFamily="34" charset="0"/>
              </a:rPr>
              <a:t>Cost</a:t>
            </a:r>
          </a:p>
        </p:txBody>
      </p:sp>
      <p:sp>
        <p:nvSpPr>
          <p:cNvPr id="174" name="Rounded Rectangle 173">
            <a:extLst>
              <a:ext uri="{FF2B5EF4-FFF2-40B4-BE49-F238E27FC236}">
                <a16:creationId xmlns:a16="http://schemas.microsoft.com/office/drawing/2014/main" id="{9D33EE9E-2183-8645-8ABF-B84079C863D0}"/>
              </a:ext>
            </a:extLst>
          </p:cNvPr>
          <p:cNvSpPr/>
          <p:nvPr/>
        </p:nvSpPr>
        <p:spPr>
          <a:xfrm>
            <a:off x="9109301" y="1962877"/>
            <a:ext cx="833790" cy="197682"/>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Driver</a:t>
            </a:r>
          </a:p>
        </p:txBody>
      </p:sp>
      <p:sp>
        <p:nvSpPr>
          <p:cNvPr id="183" name="Rounded Rectangle 182">
            <a:extLst>
              <a:ext uri="{FF2B5EF4-FFF2-40B4-BE49-F238E27FC236}">
                <a16:creationId xmlns:a16="http://schemas.microsoft.com/office/drawing/2014/main" id="{BC57AAFD-8502-BA4C-887B-4E5EA5796614}"/>
              </a:ext>
            </a:extLst>
          </p:cNvPr>
          <p:cNvSpPr/>
          <p:nvPr/>
        </p:nvSpPr>
        <p:spPr>
          <a:xfrm>
            <a:off x="10009093" y="1389828"/>
            <a:ext cx="937979" cy="240957"/>
          </a:xfrm>
          <a:prstGeom prst="roundRect">
            <a:avLst/>
          </a:prstGeom>
          <a:solidFill>
            <a:schemeClr val="accent1">
              <a:lumMod val="60000"/>
              <a:lumOff val="4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latin typeface="Calibri" panose="020F0502020204030204" pitchFamily="34" charset="0"/>
                <a:cs typeface="Calibri" panose="020F0502020204030204" pitchFamily="34" charset="0"/>
              </a:rPr>
              <a:t>Decrease conversion</a:t>
            </a:r>
          </a:p>
        </p:txBody>
      </p:sp>
      <p:sp>
        <p:nvSpPr>
          <p:cNvPr id="184" name="Rounded Rectangle 183">
            <a:extLst>
              <a:ext uri="{FF2B5EF4-FFF2-40B4-BE49-F238E27FC236}">
                <a16:creationId xmlns:a16="http://schemas.microsoft.com/office/drawing/2014/main" id="{2EA0B741-ED92-254C-B3F7-EFF43D786877}"/>
              </a:ext>
            </a:extLst>
          </p:cNvPr>
          <p:cNvSpPr/>
          <p:nvPr/>
        </p:nvSpPr>
        <p:spPr>
          <a:xfrm>
            <a:off x="11007630" y="1369255"/>
            <a:ext cx="837802" cy="269670"/>
          </a:xfrm>
          <a:prstGeom prst="roundRect">
            <a:avLst/>
          </a:prstGeom>
          <a:solidFill>
            <a:schemeClr val="accent1">
              <a:lumMod val="60000"/>
              <a:lumOff val="4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Attrition</a:t>
            </a:r>
          </a:p>
        </p:txBody>
      </p:sp>
      <p:sp>
        <p:nvSpPr>
          <p:cNvPr id="185" name="Rounded Rectangle 184">
            <a:extLst>
              <a:ext uri="{FF2B5EF4-FFF2-40B4-BE49-F238E27FC236}">
                <a16:creationId xmlns:a16="http://schemas.microsoft.com/office/drawing/2014/main" id="{700B6358-53EA-224E-9B29-A624602D7DC0}"/>
              </a:ext>
            </a:extLst>
          </p:cNvPr>
          <p:cNvSpPr/>
          <p:nvPr/>
        </p:nvSpPr>
        <p:spPr>
          <a:xfrm>
            <a:off x="10018237" y="1665734"/>
            <a:ext cx="1828491" cy="223949"/>
          </a:xfrm>
          <a:prstGeom prst="roundRect">
            <a:avLst/>
          </a:prstGeom>
          <a:solidFill>
            <a:schemeClr val="accent1">
              <a:lumMod val="60000"/>
              <a:lumOff val="4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latin typeface="Calibri" panose="020F0502020204030204" pitchFamily="34" charset="0"/>
                <a:cs typeface="Calibri" panose="020F0502020204030204" pitchFamily="34" charset="0"/>
              </a:rPr>
              <a:t>Customer support; no SLA’s </a:t>
            </a:r>
          </a:p>
        </p:txBody>
      </p:sp>
      <p:sp>
        <p:nvSpPr>
          <p:cNvPr id="186" name="Rounded Rectangle 185">
            <a:extLst>
              <a:ext uri="{FF2B5EF4-FFF2-40B4-BE49-F238E27FC236}">
                <a16:creationId xmlns:a16="http://schemas.microsoft.com/office/drawing/2014/main" id="{28D68469-CD35-DE41-9117-62AC3E975BB4}"/>
              </a:ext>
            </a:extLst>
          </p:cNvPr>
          <p:cNvSpPr/>
          <p:nvPr/>
        </p:nvSpPr>
        <p:spPr>
          <a:xfrm>
            <a:off x="10033646" y="1950495"/>
            <a:ext cx="837802" cy="223949"/>
          </a:xfrm>
          <a:prstGeom prst="roundRect">
            <a:avLst/>
          </a:prstGeom>
          <a:solidFill>
            <a:schemeClr val="accent1">
              <a:lumMod val="60000"/>
              <a:lumOff val="4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Fuel</a:t>
            </a:r>
          </a:p>
        </p:txBody>
      </p:sp>
      <p:sp>
        <p:nvSpPr>
          <p:cNvPr id="187" name="Rounded Rectangle 186">
            <a:extLst>
              <a:ext uri="{FF2B5EF4-FFF2-40B4-BE49-F238E27FC236}">
                <a16:creationId xmlns:a16="http://schemas.microsoft.com/office/drawing/2014/main" id="{DBEAF58D-FD5B-B244-8AAA-EC535057D401}"/>
              </a:ext>
            </a:extLst>
          </p:cNvPr>
          <p:cNvSpPr/>
          <p:nvPr/>
        </p:nvSpPr>
        <p:spPr>
          <a:xfrm>
            <a:off x="10890385" y="1947466"/>
            <a:ext cx="837802" cy="223949"/>
          </a:xfrm>
          <a:prstGeom prst="roundRect">
            <a:avLst/>
          </a:prstGeom>
          <a:solidFill>
            <a:schemeClr val="accent1">
              <a:lumMod val="60000"/>
              <a:lumOff val="40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a:latin typeface="Calibri" panose="020F0502020204030204" pitchFamily="34" charset="0"/>
                <a:cs typeface="Calibri" panose="020F0502020204030204" pitchFamily="34" charset="0"/>
              </a:rPr>
              <a:t>Maintenance</a:t>
            </a:r>
          </a:p>
        </p:txBody>
      </p:sp>
      <p:grpSp>
        <p:nvGrpSpPr>
          <p:cNvPr id="18" name="Group 17">
            <a:extLst>
              <a:ext uri="{FF2B5EF4-FFF2-40B4-BE49-F238E27FC236}">
                <a16:creationId xmlns:a16="http://schemas.microsoft.com/office/drawing/2014/main" id="{0EAA55A7-3BE4-454A-979E-23CD6648F8EE}"/>
              </a:ext>
            </a:extLst>
          </p:cNvPr>
          <p:cNvGrpSpPr/>
          <p:nvPr/>
        </p:nvGrpSpPr>
        <p:grpSpPr>
          <a:xfrm>
            <a:off x="8980361" y="4774071"/>
            <a:ext cx="1445958" cy="1677264"/>
            <a:chOff x="9124624" y="4762958"/>
            <a:chExt cx="1874863" cy="2108774"/>
          </a:xfrm>
        </p:grpSpPr>
        <p:grpSp>
          <p:nvGrpSpPr>
            <p:cNvPr id="128" name="Group 127">
              <a:extLst>
                <a:ext uri="{FF2B5EF4-FFF2-40B4-BE49-F238E27FC236}">
                  <a16:creationId xmlns:a16="http://schemas.microsoft.com/office/drawing/2014/main" id="{99378F12-C53F-C943-9498-7839BCF183F6}"/>
                </a:ext>
              </a:extLst>
            </p:cNvPr>
            <p:cNvGrpSpPr/>
            <p:nvPr/>
          </p:nvGrpSpPr>
          <p:grpSpPr>
            <a:xfrm>
              <a:off x="9124624" y="4762958"/>
              <a:ext cx="1445959" cy="1442611"/>
              <a:chOff x="1116587" y="809181"/>
              <a:chExt cx="5252977" cy="5252209"/>
            </a:xfrm>
          </p:grpSpPr>
          <p:sp>
            <p:nvSpPr>
              <p:cNvPr id="131" name="Freeform 5">
                <a:extLst>
                  <a:ext uri="{FF2B5EF4-FFF2-40B4-BE49-F238E27FC236}">
                    <a16:creationId xmlns:a16="http://schemas.microsoft.com/office/drawing/2014/main" id="{A674DF95-5219-9D46-B4A1-372B7C8FCBEA}"/>
                  </a:ext>
                </a:extLst>
              </p:cNvPr>
              <p:cNvSpPr>
                <a:spLocks/>
              </p:cNvSpPr>
              <p:nvPr/>
            </p:nvSpPr>
            <p:spPr bwMode="auto">
              <a:xfrm rot="2419960">
                <a:off x="2444266" y="809181"/>
                <a:ext cx="2662209" cy="2260919"/>
              </a:xfrm>
              <a:custGeom>
                <a:avLst/>
                <a:gdLst>
                  <a:gd name="T0" fmla="*/ 252 w 1605"/>
                  <a:gd name="T1" fmla="*/ 1119 h 1367"/>
                  <a:gd name="T2" fmla="*/ 460 w 1605"/>
                  <a:gd name="T3" fmla="*/ 1367 h 1367"/>
                  <a:gd name="T4" fmla="*/ 1353 w 1605"/>
                  <a:gd name="T5" fmla="*/ 461 h 1367"/>
                  <a:gd name="T6" fmla="*/ 1605 w 1605"/>
                  <a:gd name="T7" fmla="*/ 250 h 1367"/>
                  <a:gd name="T8" fmla="*/ 1395 w 1605"/>
                  <a:gd name="T9" fmla="*/ 0 h 1367"/>
                  <a:gd name="T10" fmla="*/ 1381 w 1605"/>
                  <a:gd name="T11" fmla="*/ 0 h 1367"/>
                  <a:gd name="T12" fmla="*/ 0 w 1605"/>
                  <a:gd name="T13" fmla="*/ 1331 h 1367"/>
                  <a:gd name="T14" fmla="*/ 252 w 1605"/>
                  <a:gd name="T15" fmla="*/ 1119 h 13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5" h="1367">
                    <a:moveTo>
                      <a:pt x="252" y="1119"/>
                    </a:moveTo>
                    <a:cubicBezTo>
                      <a:pt x="460" y="1367"/>
                      <a:pt x="460" y="1367"/>
                      <a:pt x="460" y="1367"/>
                    </a:cubicBezTo>
                    <a:cubicBezTo>
                      <a:pt x="468" y="874"/>
                      <a:pt x="862" y="476"/>
                      <a:pt x="1353" y="461"/>
                    </a:cubicBezTo>
                    <a:cubicBezTo>
                      <a:pt x="1605" y="250"/>
                      <a:pt x="1605" y="250"/>
                      <a:pt x="1605" y="250"/>
                    </a:cubicBezTo>
                    <a:cubicBezTo>
                      <a:pt x="1395" y="0"/>
                      <a:pt x="1395" y="0"/>
                      <a:pt x="1395" y="0"/>
                    </a:cubicBezTo>
                    <a:cubicBezTo>
                      <a:pt x="1391" y="0"/>
                      <a:pt x="1386" y="0"/>
                      <a:pt x="1381" y="0"/>
                    </a:cubicBezTo>
                    <a:cubicBezTo>
                      <a:pt x="635" y="0"/>
                      <a:pt x="27" y="591"/>
                      <a:pt x="0" y="1331"/>
                    </a:cubicBezTo>
                    <a:lnTo>
                      <a:pt x="252" y="1119"/>
                    </a:lnTo>
                    <a:close/>
                  </a:path>
                </a:pathLst>
              </a:custGeom>
              <a:solidFill>
                <a:srgbClr val="002060"/>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solidFill>
                    <a:sysClr val="windowText" lastClr="000000"/>
                  </a:solidFill>
                </a:endParaRPr>
              </a:p>
            </p:txBody>
          </p:sp>
          <p:sp>
            <p:nvSpPr>
              <p:cNvPr id="132" name="Freeform 6">
                <a:extLst>
                  <a:ext uri="{FF2B5EF4-FFF2-40B4-BE49-F238E27FC236}">
                    <a16:creationId xmlns:a16="http://schemas.microsoft.com/office/drawing/2014/main" id="{02A04DEC-42BB-C844-8ED0-1290162900BB}"/>
                  </a:ext>
                </a:extLst>
              </p:cNvPr>
              <p:cNvSpPr>
                <a:spLocks/>
              </p:cNvSpPr>
              <p:nvPr/>
            </p:nvSpPr>
            <p:spPr bwMode="auto">
              <a:xfrm rot="2419960">
                <a:off x="4103750" y="2141963"/>
                <a:ext cx="2265814" cy="2656092"/>
              </a:xfrm>
              <a:custGeom>
                <a:avLst/>
                <a:gdLst>
                  <a:gd name="T0" fmla="*/ 247 w 1366"/>
                  <a:gd name="T1" fmla="*/ 252 h 1605"/>
                  <a:gd name="T2" fmla="*/ 0 w 1366"/>
                  <a:gd name="T3" fmla="*/ 460 h 1605"/>
                  <a:gd name="T4" fmla="*/ 905 w 1366"/>
                  <a:gd name="T5" fmla="*/ 1353 h 1605"/>
                  <a:gd name="T6" fmla="*/ 1116 w 1366"/>
                  <a:gd name="T7" fmla="*/ 1605 h 1605"/>
                  <a:gd name="T8" fmla="*/ 1366 w 1366"/>
                  <a:gd name="T9" fmla="*/ 1396 h 1605"/>
                  <a:gd name="T10" fmla="*/ 1366 w 1366"/>
                  <a:gd name="T11" fmla="*/ 1381 h 1605"/>
                  <a:gd name="T12" fmla="*/ 35 w 1366"/>
                  <a:gd name="T13" fmla="*/ 0 h 1605"/>
                  <a:gd name="T14" fmla="*/ 247 w 1366"/>
                  <a:gd name="T15" fmla="*/ 252 h 16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6" h="1605">
                    <a:moveTo>
                      <a:pt x="247" y="252"/>
                    </a:moveTo>
                    <a:cubicBezTo>
                      <a:pt x="0" y="460"/>
                      <a:pt x="0" y="460"/>
                      <a:pt x="0" y="460"/>
                    </a:cubicBezTo>
                    <a:cubicBezTo>
                      <a:pt x="492" y="468"/>
                      <a:pt x="890" y="863"/>
                      <a:pt x="905" y="1353"/>
                    </a:cubicBezTo>
                    <a:cubicBezTo>
                      <a:pt x="1116" y="1605"/>
                      <a:pt x="1116" y="1605"/>
                      <a:pt x="1116" y="1605"/>
                    </a:cubicBezTo>
                    <a:cubicBezTo>
                      <a:pt x="1366" y="1396"/>
                      <a:pt x="1366" y="1396"/>
                      <a:pt x="1366" y="1396"/>
                    </a:cubicBezTo>
                    <a:cubicBezTo>
                      <a:pt x="1366" y="1391"/>
                      <a:pt x="1366" y="1386"/>
                      <a:pt x="1366" y="1381"/>
                    </a:cubicBezTo>
                    <a:cubicBezTo>
                      <a:pt x="1366" y="635"/>
                      <a:pt x="775" y="27"/>
                      <a:pt x="35" y="0"/>
                    </a:cubicBezTo>
                    <a:lnTo>
                      <a:pt x="247" y="252"/>
                    </a:lnTo>
                    <a:close/>
                  </a:path>
                </a:pathLst>
              </a:custGeom>
              <a:solidFill>
                <a:schemeClr val="accent1">
                  <a:lumMod val="75000"/>
                </a:schemeClr>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solidFill>
                    <a:sysClr val="windowText" lastClr="000000"/>
                  </a:solidFill>
                </a:endParaRPr>
              </a:p>
            </p:txBody>
          </p:sp>
          <p:sp>
            <p:nvSpPr>
              <p:cNvPr id="133" name="Freeform 7">
                <a:extLst>
                  <a:ext uri="{FF2B5EF4-FFF2-40B4-BE49-F238E27FC236}">
                    <a16:creationId xmlns:a16="http://schemas.microsoft.com/office/drawing/2014/main" id="{2F31C36E-23B8-A941-A0ED-C89F6A60ACCC}"/>
                  </a:ext>
                </a:extLst>
              </p:cNvPr>
              <p:cNvSpPr>
                <a:spLocks/>
              </p:cNvSpPr>
              <p:nvPr/>
            </p:nvSpPr>
            <p:spPr bwMode="auto">
              <a:xfrm rot="2419960">
                <a:off x="1116587" y="2081086"/>
                <a:ext cx="2265814" cy="2654867"/>
              </a:xfrm>
              <a:custGeom>
                <a:avLst/>
                <a:gdLst>
                  <a:gd name="T0" fmla="*/ 1119 w 1366"/>
                  <a:gd name="T1" fmla="*/ 1353 h 1605"/>
                  <a:gd name="T2" fmla="*/ 1366 w 1366"/>
                  <a:gd name="T3" fmla="*/ 1145 h 1605"/>
                  <a:gd name="T4" fmla="*/ 461 w 1366"/>
                  <a:gd name="T5" fmla="*/ 252 h 1605"/>
                  <a:gd name="T6" fmla="*/ 250 w 1366"/>
                  <a:gd name="T7" fmla="*/ 0 h 1605"/>
                  <a:gd name="T8" fmla="*/ 0 w 1366"/>
                  <a:gd name="T9" fmla="*/ 210 h 1605"/>
                  <a:gd name="T10" fmla="*/ 0 w 1366"/>
                  <a:gd name="T11" fmla="*/ 224 h 1605"/>
                  <a:gd name="T12" fmla="*/ 1331 w 1366"/>
                  <a:gd name="T13" fmla="*/ 1605 h 1605"/>
                  <a:gd name="T14" fmla="*/ 1119 w 1366"/>
                  <a:gd name="T15" fmla="*/ 1353 h 16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6" h="1605">
                    <a:moveTo>
                      <a:pt x="1119" y="1353"/>
                    </a:moveTo>
                    <a:cubicBezTo>
                      <a:pt x="1366" y="1145"/>
                      <a:pt x="1366" y="1145"/>
                      <a:pt x="1366" y="1145"/>
                    </a:cubicBezTo>
                    <a:cubicBezTo>
                      <a:pt x="874" y="1137"/>
                      <a:pt x="476" y="743"/>
                      <a:pt x="461" y="252"/>
                    </a:cubicBezTo>
                    <a:cubicBezTo>
                      <a:pt x="250" y="0"/>
                      <a:pt x="250" y="0"/>
                      <a:pt x="250" y="0"/>
                    </a:cubicBezTo>
                    <a:cubicBezTo>
                      <a:pt x="0" y="210"/>
                      <a:pt x="0" y="210"/>
                      <a:pt x="0" y="210"/>
                    </a:cubicBezTo>
                    <a:cubicBezTo>
                      <a:pt x="0" y="215"/>
                      <a:pt x="0" y="219"/>
                      <a:pt x="0" y="224"/>
                    </a:cubicBezTo>
                    <a:cubicBezTo>
                      <a:pt x="0" y="970"/>
                      <a:pt x="591" y="1578"/>
                      <a:pt x="1331" y="1605"/>
                    </a:cubicBezTo>
                    <a:lnTo>
                      <a:pt x="1119" y="1353"/>
                    </a:lnTo>
                    <a:close/>
                  </a:path>
                </a:pathLst>
              </a:custGeom>
              <a:solidFill>
                <a:schemeClr val="accent1">
                  <a:lumMod val="20000"/>
                  <a:lumOff val="80000"/>
                </a:schemeClr>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p>
            </p:txBody>
          </p:sp>
          <p:sp>
            <p:nvSpPr>
              <p:cNvPr id="134" name="Freeform 8">
                <a:extLst>
                  <a:ext uri="{FF2B5EF4-FFF2-40B4-BE49-F238E27FC236}">
                    <a16:creationId xmlns:a16="http://schemas.microsoft.com/office/drawing/2014/main" id="{DDABE232-28C3-C940-A662-6B934D36F45F}"/>
                  </a:ext>
                </a:extLst>
              </p:cNvPr>
              <p:cNvSpPr>
                <a:spLocks/>
              </p:cNvSpPr>
              <p:nvPr/>
            </p:nvSpPr>
            <p:spPr bwMode="auto">
              <a:xfrm rot="2419960">
                <a:off x="2405027" y="3801694"/>
                <a:ext cx="2662209" cy="2259696"/>
              </a:xfrm>
              <a:custGeom>
                <a:avLst/>
                <a:gdLst>
                  <a:gd name="T0" fmla="*/ 1353 w 1605"/>
                  <a:gd name="T1" fmla="*/ 247 h 1366"/>
                  <a:gd name="T2" fmla="*/ 1145 w 1605"/>
                  <a:gd name="T3" fmla="*/ 0 h 1366"/>
                  <a:gd name="T4" fmla="*/ 252 w 1605"/>
                  <a:gd name="T5" fmla="*/ 905 h 1366"/>
                  <a:gd name="T6" fmla="*/ 0 w 1605"/>
                  <a:gd name="T7" fmla="*/ 1116 h 1366"/>
                  <a:gd name="T8" fmla="*/ 210 w 1605"/>
                  <a:gd name="T9" fmla="*/ 1366 h 1366"/>
                  <a:gd name="T10" fmla="*/ 224 w 1605"/>
                  <a:gd name="T11" fmla="*/ 1366 h 1366"/>
                  <a:gd name="T12" fmla="*/ 1605 w 1605"/>
                  <a:gd name="T13" fmla="*/ 35 h 1366"/>
                  <a:gd name="T14" fmla="*/ 1353 w 1605"/>
                  <a:gd name="T15" fmla="*/ 247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5" h="1366">
                    <a:moveTo>
                      <a:pt x="1353" y="247"/>
                    </a:moveTo>
                    <a:cubicBezTo>
                      <a:pt x="1145" y="0"/>
                      <a:pt x="1145" y="0"/>
                      <a:pt x="1145" y="0"/>
                    </a:cubicBezTo>
                    <a:cubicBezTo>
                      <a:pt x="1137" y="492"/>
                      <a:pt x="743" y="890"/>
                      <a:pt x="252" y="905"/>
                    </a:cubicBezTo>
                    <a:cubicBezTo>
                      <a:pt x="0" y="1116"/>
                      <a:pt x="0" y="1116"/>
                      <a:pt x="0" y="1116"/>
                    </a:cubicBezTo>
                    <a:cubicBezTo>
                      <a:pt x="210" y="1366"/>
                      <a:pt x="210" y="1366"/>
                      <a:pt x="210" y="1366"/>
                    </a:cubicBezTo>
                    <a:cubicBezTo>
                      <a:pt x="214" y="1366"/>
                      <a:pt x="219" y="1366"/>
                      <a:pt x="224" y="1366"/>
                    </a:cubicBezTo>
                    <a:cubicBezTo>
                      <a:pt x="970" y="1366"/>
                      <a:pt x="1578" y="775"/>
                      <a:pt x="1605" y="35"/>
                    </a:cubicBezTo>
                    <a:lnTo>
                      <a:pt x="1353" y="247"/>
                    </a:lnTo>
                    <a:close/>
                  </a:path>
                </a:pathLst>
              </a:custGeom>
              <a:solidFill>
                <a:schemeClr val="accent1">
                  <a:lumMod val="60000"/>
                  <a:lumOff val="40000"/>
                </a:schemeClr>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solidFill>
                    <a:sysClr val="windowText" lastClr="000000"/>
                  </a:solidFill>
                </a:endParaRPr>
              </a:p>
            </p:txBody>
          </p:sp>
        </p:grpSp>
        <p:sp>
          <p:nvSpPr>
            <p:cNvPr id="140" name="Oval 20">
              <a:extLst>
                <a:ext uri="{FF2B5EF4-FFF2-40B4-BE49-F238E27FC236}">
                  <a16:creationId xmlns:a16="http://schemas.microsoft.com/office/drawing/2014/main" id="{0DBEF972-B6D9-E440-93C3-ACD5A4E837AC}"/>
                </a:ext>
              </a:extLst>
            </p:cNvPr>
            <p:cNvSpPr>
              <a:spLocks noChangeArrowheads="1"/>
            </p:cNvSpPr>
            <p:nvPr/>
          </p:nvSpPr>
          <p:spPr bwMode="auto">
            <a:xfrm>
              <a:off x="9738141" y="4862336"/>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1</a:t>
              </a:r>
            </a:p>
          </p:txBody>
        </p:sp>
        <p:sp>
          <p:nvSpPr>
            <p:cNvPr id="141" name="Oval 20">
              <a:extLst>
                <a:ext uri="{FF2B5EF4-FFF2-40B4-BE49-F238E27FC236}">
                  <a16:creationId xmlns:a16="http://schemas.microsoft.com/office/drawing/2014/main" id="{3A7F735F-C98B-C146-8D6B-3599065EF3AE}"/>
                </a:ext>
              </a:extLst>
            </p:cNvPr>
            <p:cNvSpPr>
              <a:spLocks noChangeArrowheads="1"/>
            </p:cNvSpPr>
            <p:nvPr/>
          </p:nvSpPr>
          <p:spPr bwMode="auto">
            <a:xfrm>
              <a:off x="10260391" y="5321367"/>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2</a:t>
              </a:r>
            </a:p>
          </p:txBody>
        </p:sp>
        <p:sp>
          <p:nvSpPr>
            <p:cNvPr id="142" name="Oval 20">
              <a:extLst>
                <a:ext uri="{FF2B5EF4-FFF2-40B4-BE49-F238E27FC236}">
                  <a16:creationId xmlns:a16="http://schemas.microsoft.com/office/drawing/2014/main" id="{ECADDF28-C382-9C44-82D6-BCC4CC930A28}"/>
                </a:ext>
              </a:extLst>
            </p:cNvPr>
            <p:cNvSpPr>
              <a:spLocks noChangeArrowheads="1"/>
            </p:cNvSpPr>
            <p:nvPr/>
          </p:nvSpPr>
          <p:spPr bwMode="auto">
            <a:xfrm>
              <a:off x="9768115" y="5903912"/>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3</a:t>
              </a:r>
            </a:p>
          </p:txBody>
        </p:sp>
        <p:sp>
          <p:nvSpPr>
            <p:cNvPr id="143" name="Oval 20">
              <a:extLst>
                <a:ext uri="{FF2B5EF4-FFF2-40B4-BE49-F238E27FC236}">
                  <a16:creationId xmlns:a16="http://schemas.microsoft.com/office/drawing/2014/main" id="{51CC5F34-6215-154F-A76A-BAEABC3B510A}"/>
                </a:ext>
              </a:extLst>
            </p:cNvPr>
            <p:cNvSpPr>
              <a:spLocks noChangeArrowheads="1"/>
            </p:cNvSpPr>
            <p:nvPr/>
          </p:nvSpPr>
          <p:spPr bwMode="auto">
            <a:xfrm>
              <a:off x="9241168" y="5380996"/>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4</a:t>
              </a:r>
            </a:p>
          </p:txBody>
        </p:sp>
        <p:sp>
          <p:nvSpPr>
            <p:cNvPr id="10" name="TextBox 9">
              <a:extLst>
                <a:ext uri="{FF2B5EF4-FFF2-40B4-BE49-F238E27FC236}">
                  <a16:creationId xmlns:a16="http://schemas.microsoft.com/office/drawing/2014/main" id="{3BD4C357-DDBA-E54E-B9B7-335A015F84CF}"/>
                </a:ext>
              </a:extLst>
            </p:cNvPr>
            <p:cNvSpPr txBox="1"/>
            <p:nvPr/>
          </p:nvSpPr>
          <p:spPr>
            <a:xfrm>
              <a:off x="10814756" y="6502400"/>
              <a:ext cx="184731" cy="369332"/>
            </a:xfrm>
            <a:prstGeom prst="rect">
              <a:avLst/>
            </a:prstGeom>
            <a:noFill/>
          </p:spPr>
          <p:txBody>
            <a:bodyPr wrap="none" rtlCol="0">
              <a:spAutoFit/>
            </a:bodyPr>
            <a:lstStyle/>
            <a:p>
              <a:endParaRPr lang="en-US"/>
            </a:p>
          </p:txBody>
        </p:sp>
      </p:grpSp>
      <p:sp>
        <p:nvSpPr>
          <p:cNvPr id="145" name="TextBox 144">
            <a:extLst>
              <a:ext uri="{FF2B5EF4-FFF2-40B4-BE49-F238E27FC236}">
                <a16:creationId xmlns:a16="http://schemas.microsoft.com/office/drawing/2014/main" id="{58B052B5-397B-8C45-8C08-C3D63BFEF5E6}"/>
              </a:ext>
            </a:extLst>
          </p:cNvPr>
          <p:cNvSpPr txBox="1"/>
          <p:nvPr/>
        </p:nvSpPr>
        <p:spPr>
          <a:xfrm>
            <a:off x="9254775" y="5186087"/>
            <a:ext cx="643125" cy="338554"/>
          </a:xfrm>
          <a:prstGeom prst="rect">
            <a:avLst/>
          </a:prstGeom>
          <a:noFill/>
        </p:spPr>
        <p:txBody>
          <a:bodyPr wrap="none" rtlCol="0">
            <a:spAutoFit/>
          </a:bodyPr>
          <a:lstStyle/>
          <a:p>
            <a:pPr algn="ctr"/>
            <a:r>
              <a:rPr lang="en-US" sz="800">
                <a:solidFill>
                  <a:schemeClr val="bg2">
                    <a:lumMod val="50000"/>
                  </a:schemeClr>
                </a:solidFill>
              </a:rPr>
              <a:t>Leadership</a:t>
            </a:r>
          </a:p>
          <a:p>
            <a:pPr algn="ctr"/>
            <a:r>
              <a:rPr lang="en-US" sz="800">
                <a:solidFill>
                  <a:schemeClr val="bg2">
                    <a:lumMod val="50000"/>
                  </a:schemeClr>
                </a:solidFill>
              </a:rPr>
              <a:t>Playbook</a:t>
            </a:r>
          </a:p>
        </p:txBody>
      </p:sp>
      <p:sp>
        <p:nvSpPr>
          <p:cNvPr id="19" name="TextBox 18">
            <a:extLst>
              <a:ext uri="{FF2B5EF4-FFF2-40B4-BE49-F238E27FC236}">
                <a16:creationId xmlns:a16="http://schemas.microsoft.com/office/drawing/2014/main" id="{C2BE72EE-1CA3-E843-94A8-6B4278AA3DA2}"/>
              </a:ext>
            </a:extLst>
          </p:cNvPr>
          <p:cNvSpPr txBox="1"/>
          <p:nvPr/>
        </p:nvSpPr>
        <p:spPr>
          <a:xfrm>
            <a:off x="10029177" y="4872912"/>
            <a:ext cx="2043317" cy="1015663"/>
          </a:xfrm>
          <a:prstGeom prst="rect">
            <a:avLst/>
          </a:prstGeom>
          <a:noFill/>
        </p:spPr>
        <p:txBody>
          <a:bodyPr wrap="square" rtlCol="0">
            <a:spAutoFit/>
          </a:bodyPr>
          <a:lstStyle/>
          <a:p>
            <a:pPr marL="228600" indent="-228600">
              <a:buAutoNum type="arabicPeriod"/>
            </a:pPr>
            <a:r>
              <a:rPr lang="en-US" sz="1200"/>
              <a:t>Enforce standards battle</a:t>
            </a:r>
          </a:p>
          <a:p>
            <a:pPr marL="228600" indent="-228600">
              <a:buAutoNum type="arabicPeriod"/>
            </a:pPr>
            <a:r>
              <a:rPr lang="en-US" sz="1200"/>
              <a:t>Establish virtuous cycle</a:t>
            </a:r>
          </a:p>
          <a:p>
            <a:pPr marL="228600" indent="-228600">
              <a:buAutoNum type="arabicPeriod"/>
            </a:pPr>
            <a:r>
              <a:rPr lang="en-US" sz="1200"/>
              <a:t>Break performance barriers</a:t>
            </a:r>
          </a:p>
          <a:p>
            <a:pPr marL="228600" indent="-228600">
              <a:buAutoNum type="arabicPeriod"/>
            </a:pPr>
            <a:r>
              <a:rPr lang="en-US" sz="1200"/>
              <a:t>Reinforce market shaping </a:t>
            </a:r>
          </a:p>
        </p:txBody>
      </p:sp>
    </p:spTree>
    <p:extLst>
      <p:ext uri="{BB962C8B-B14F-4D97-AF65-F5344CB8AC3E}">
        <p14:creationId xmlns:p14="http://schemas.microsoft.com/office/powerpoint/2010/main" val="346805273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5" name="Rectangle 114">
            <a:extLst>
              <a:ext uri="{FF2B5EF4-FFF2-40B4-BE49-F238E27FC236}">
                <a16:creationId xmlns:a16="http://schemas.microsoft.com/office/drawing/2014/main" id="{B8077233-6014-BE33-83A0-F42D129D0DDB}"/>
              </a:ext>
            </a:extLst>
          </p:cNvPr>
          <p:cNvSpPr/>
          <p:nvPr/>
        </p:nvSpPr>
        <p:spPr bwMode="gray">
          <a:xfrm>
            <a:off x="4118830" y="2491938"/>
            <a:ext cx="4485968" cy="283953"/>
          </a:xfrm>
          <a:prstGeom prst="rect">
            <a:avLst/>
          </a:prstGeom>
          <a:solidFill>
            <a:schemeClr val="accent1">
              <a:lumMod val="40000"/>
              <a:lumOff val="60000"/>
            </a:schemeClr>
          </a:solidFill>
          <a:ln w="19050" algn="ctr">
            <a:noFill/>
            <a:miter lim="800000"/>
            <a:headEnd/>
            <a:tailEnd/>
          </a:ln>
          <a:effectLst>
            <a:outerShdw blurRad="50800" dist="38100" algn="l" rotWithShape="0">
              <a:prstClr val="black">
                <a:alpha val="40000"/>
              </a:prstClr>
            </a:outerShdw>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100">
                <a:latin typeface="Calibri"/>
                <a:cs typeface="Verdana" panose="020B0604030504040204" pitchFamily="34" charset="0"/>
              </a:rPr>
              <a:t>LMD costs are mostly variable =&gt; LMD proportion of SC costs will </a:t>
            </a:r>
            <a:r>
              <a:rPr lang="en-US" sz="1100" b="1">
                <a:latin typeface="Calibri"/>
                <a:cs typeface="Verdana" panose="020B0604030504040204" pitchFamily="34" charset="0"/>
              </a:rPr>
              <a:t>increase</a:t>
            </a:r>
            <a:r>
              <a:rPr lang="en-US" sz="1100">
                <a:latin typeface="Calibri"/>
                <a:cs typeface="Verdana" panose="020B0604030504040204" pitchFamily="34" charset="0"/>
              </a:rPr>
              <a:t> </a:t>
            </a:r>
            <a:r>
              <a:rPr lang="en-US" sz="1100" baseline="30000">
                <a:latin typeface="Calibri"/>
                <a:cs typeface="Verdana" panose="020B0604030504040204" pitchFamily="34" charset="0"/>
              </a:rPr>
              <a:t>1</a:t>
            </a:r>
            <a:endParaRPr kumimoji="0" lang="en-US" sz="1100" i="0" u="none" strike="noStrike" kern="1200" cap="none" spc="0" normalizeH="0" baseline="30000" noProof="0">
              <a:ln>
                <a:noFill/>
              </a:ln>
              <a:effectLst/>
              <a:uLnTx/>
              <a:uFillTx/>
              <a:latin typeface="Calibri"/>
              <a:ea typeface="+mn-ea"/>
              <a:cs typeface="Verdana" panose="020B0604030504040204" pitchFamily="34" charset="0"/>
            </a:endParaRPr>
          </a:p>
        </p:txBody>
      </p:sp>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78617" y="121491"/>
            <a:ext cx="11972473" cy="627684"/>
          </a:xfrm>
        </p:spPr>
        <p:txBody>
          <a:bodyPr vert="horz" lIns="91440" tIns="45720" rIns="91440" bIns="45720" rtlCol="0" anchor="t">
            <a:noAutofit/>
          </a:bodyPr>
          <a:lstStyle/>
          <a:p>
            <a:pPr marL="0" indent="0">
              <a:buNone/>
            </a:pPr>
            <a:r>
              <a:rPr lang="en-US" sz="2000">
                <a:latin typeface="Calibri" panose="020F0502020204030204" pitchFamily="34" charset="0"/>
                <a:cs typeface="Calibri" panose="020F0502020204030204" pitchFamily="34" charset="0"/>
              </a:rPr>
              <a:t>Problems of LMD</a:t>
            </a:r>
            <a:br>
              <a:rPr lang="en-US" sz="2000">
                <a:latin typeface="Calibri" panose="020F0502020204030204" pitchFamily="34" charset="0"/>
                <a:cs typeface="Calibri" panose="020F0502020204030204" pitchFamily="34" charset="0"/>
              </a:rPr>
            </a:br>
            <a:r>
              <a:rPr lang="en-US" sz="2000">
                <a:latin typeface="Calibri" panose="020F0502020204030204" pitchFamily="34" charset="0"/>
                <a:cs typeface="Calibri" panose="020F0502020204030204" pitchFamily="34" charset="0"/>
              </a:rPr>
              <a:t>Story of one parcel -&gt; all the problems it faces/creates</a:t>
            </a:r>
          </a:p>
        </p:txBody>
      </p:sp>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sp>
        <p:nvSpPr>
          <p:cNvPr id="94" name="TextBox 93">
            <a:extLst>
              <a:ext uri="{FF2B5EF4-FFF2-40B4-BE49-F238E27FC236}">
                <a16:creationId xmlns:a16="http://schemas.microsoft.com/office/drawing/2014/main" id="{303843DF-C3F6-7C48-985A-918B2A87D688}"/>
              </a:ext>
            </a:extLst>
          </p:cNvPr>
          <p:cNvSpPr txBox="1"/>
          <p:nvPr/>
        </p:nvSpPr>
        <p:spPr>
          <a:xfrm>
            <a:off x="78617" y="5925607"/>
            <a:ext cx="6512154" cy="215444"/>
          </a:xfrm>
          <a:prstGeom prst="rect">
            <a:avLst/>
          </a:prstGeom>
          <a:noFill/>
          <a:ln>
            <a:noFill/>
          </a:ln>
        </p:spPr>
        <p:txBody>
          <a:bodyPr wrap="square" rtlCol="0">
            <a:spAutoFit/>
          </a:bodyPr>
          <a:lstStyle/>
          <a:p>
            <a:r>
              <a:rPr lang="en-US" sz="800"/>
              <a:t>1. KPMG Report 2. Press Analysis 3. WEF Analysis 4. Statista</a:t>
            </a:r>
          </a:p>
        </p:txBody>
      </p:sp>
      <p:sp>
        <p:nvSpPr>
          <p:cNvPr id="22" name="Rectangle 21">
            <a:extLst>
              <a:ext uri="{FF2B5EF4-FFF2-40B4-BE49-F238E27FC236}">
                <a16:creationId xmlns:a16="http://schemas.microsoft.com/office/drawing/2014/main" id="{61BE1A65-7F00-E040-8940-B8C694533077}"/>
              </a:ext>
            </a:extLst>
          </p:cNvPr>
          <p:cNvSpPr/>
          <p:nvPr/>
        </p:nvSpPr>
        <p:spPr>
          <a:xfrm>
            <a:off x="159024" y="2075770"/>
            <a:ext cx="8766313" cy="2932136"/>
          </a:xfrm>
          <a:prstGeom prst="rect">
            <a:avLst/>
          </a:pr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19" name="Rectangle 18">
            <a:extLst>
              <a:ext uri="{FF2B5EF4-FFF2-40B4-BE49-F238E27FC236}">
                <a16:creationId xmlns:a16="http://schemas.microsoft.com/office/drawing/2014/main" id="{63A5F461-DD76-114C-B140-FF228ACBFA87}"/>
              </a:ext>
            </a:extLst>
          </p:cNvPr>
          <p:cNvSpPr/>
          <p:nvPr/>
        </p:nvSpPr>
        <p:spPr>
          <a:xfrm>
            <a:off x="159025" y="5108466"/>
            <a:ext cx="3082940" cy="814118"/>
          </a:xfrm>
          <a:prstGeom prst="rect">
            <a:avLst/>
          </a:prstGeom>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t>E-retail is expected to grow 4x by 2025 &amp; online shoppers 3x</a:t>
            </a:r>
            <a:r>
              <a:rPr lang="en-US" sz="1400" baseline="30000"/>
              <a:t>4</a:t>
            </a:r>
            <a:r>
              <a:rPr lang="en-US" sz="1400"/>
              <a:t>, further aggravating the LMD problems of today.</a:t>
            </a:r>
          </a:p>
        </p:txBody>
      </p:sp>
      <p:sp>
        <p:nvSpPr>
          <p:cNvPr id="20" name="Rectangle 19">
            <a:extLst>
              <a:ext uri="{FF2B5EF4-FFF2-40B4-BE49-F238E27FC236}">
                <a16:creationId xmlns:a16="http://schemas.microsoft.com/office/drawing/2014/main" id="{273C7A3D-A3CF-E44B-9905-87ACA5E9E9C6}"/>
              </a:ext>
            </a:extLst>
          </p:cNvPr>
          <p:cNvSpPr/>
          <p:nvPr/>
        </p:nvSpPr>
        <p:spPr>
          <a:xfrm>
            <a:off x="3317070" y="5108095"/>
            <a:ext cx="1909407" cy="814118"/>
          </a:xfrm>
          <a:prstGeom prst="rect">
            <a:avLst/>
          </a:prstGeom>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People</a:t>
            </a:r>
          </a:p>
        </p:txBody>
      </p:sp>
      <p:sp>
        <p:nvSpPr>
          <p:cNvPr id="21" name="Rectangle 20">
            <a:extLst>
              <a:ext uri="{FF2B5EF4-FFF2-40B4-BE49-F238E27FC236}">
                <a16:creationId xmlns:a16="http://schemas.microsoft.com/office/drawing/2014/main" id="{53835B73-DF4D-4B49-B75A-4AB08E79E48D}"/>
              </a:ext>
            </a:extLst>
          </p:cNvPr>
          <p:cNvSpPr/>
          <p:nvPr/>
        </p:nvSpPr>
        <p:spPr>
          <a:xfrm>
            <a:off x="5331251" y="5108095"/>
            <a:ext cx="1723900" cy="814118"/>
          </a:xfrm>
          <a:prstGeom prst="rect">
            <a:avLst/>
          </a:prstGeom>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sz="1050" i="0" u="none" strike="noStrike" kern="1200" cap="none" spc="0" normalizeH="0" baseline="0" noProof="0">
                <a:ln>
                  <a:noFill/>
                </a:ln>
                <a:effectLst/>
                <a:uLnTx/>
                <a:uFillTx/>
                <a:latin typeface="Calibri"/>
                <a:ea typeface="+mn-ea"/>
                <a:cs typeface="Verdana" panose="020B0604030504040204" pitchFamily="34" charset="0"/>
              </a:rPr>
              <a:t>LMD vehicles will emit extra 6Mt CO2 by 2030, adding pressure on national decarbonization targets</a:t>
            </a:r>
            <a:r>
              <a:rPr kumimoji="0" lang="en-US" sz="1050" i="0" u="none" strike="noStrike" kern="1200" cap="none" spc="0" normalizeH="0" baseline="30000" noProof="0">
                <a:ln>
                  <a:noFill/>
                </a:ln>
                <a:effectLst/>
                <a:uLnTx/>
                <a:uFillTx/>
                <a:latin typeface="Calibri"/>
                <a:ea typeface="+mn-ea"/>
                <a:cs typeface="Verdana" panose="020B0604030504040204" pitchFamily="34" charset="0"/>
              </a:rPr>
              <a:t>3</a:t>
            </a:r>
            <a:r>
              <a:rPr kumimoji="0" lang="en-US" sz="1050" i="0" u="none" strike="noStrike" kern="1200" cap="none" spc="0" normalizeH="0" baseline="0" noProof="0">
                <a:ln>
                  <a:noFill/>
                </a:ln>
                <a:effectLst/>
                <a:uLnTx/>
                <a:uFillTx/>
                <a:latin typeface="Calibri"/>
                <a:ea typeface="+mn-ea"/>
                <a:cs typeface="Verdana" panose="020B0604030504040204" pitchFamily="34" charset="0"/>
              </a:rPr>
              <a:t> </a:t>
            </a:r>
          </a:p>
        </p:txBody>
      </p:sp>
      <p:sp>
        <p:nvSpPr>
          <p:cNvPr id="23" name="Rectangle 22">
            <a:extLst>
              <a:ext uri="{FF2B5EF4-FFF2-40B4-BE49-F238E27FC236}">
                <a16:creationId xmlns:a16="http://schemas.microsoft.com/office/drawing/2014/main" id="{F21B019F-258A-6B47-9383-1A6C44A601E6}"/>
              </a:ext>
            </a:extLst>
          </p:cNvPr>
          <p:cNvSpPr/>
          <p:nvPr/>
        </p:nvSpPr>
        <p:spPr>
          <a:xfrm>
            <a:off x="7152257" y="5115159"/>
            <a:ext cx="1765412" cy="814118"/>
          </a:xfrm>
          <a:prstGeom prst="rect">
            <a:avLst/>
          </a:prstGeom>
          <a:solidFill>
            <a:schemeClr val="accent1">
              <a:lumMod val="40000"/>
              <a:lumOff val="60000"/>
            </a:schemeClr>
          </a:solidFill>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200" b="1">
                <a:solidFill>
                  <a:sysClr val="windowText" lastClr="000000"/>
                </a:solidFill>
                <a:latin typeface="Calibri"/>
                <a:cs typeface="Verdana" panose="020B0604030504040204" pitchFamily="34" charset="0"/>
              </a:rPr>
              <a:t>26% profit erosion </a:t>
            </a:r>
            <a:r>
              <a:rPr lang="en-US" sz="1200">
                <a:solidFill>
                  <a:sysClr val="windowText" lastClr="000000"/>
                </a:solidFill>
                <a:latin typeface="Calibri"/>
                <a:cs typeface="Verdana" panose="020B0604030504040204" pitchFamily="34" charset="0"/>
              </a:rPr>
              <a:t>as only 1% customers ready to absorb LMD cost</a:t>
            </a:r>
            <a:r>
              <a:rPr lang="en-US" sz="1200" baseline="30000">
                <a:solidFill>
                  <a:sysClr val="windowText" lastClr="000000"/>
                </a:solidFill>
                <a:latin typeface="Calibri"/>
                <a:cs typeface="Verdana" panose="020B0604030504040204" pitchFamily="34" charset="0"/>
              </a:rPr>
              <a:t>1</a:t>
            </a:r>
            <a:endParaRPr kumimoji="0" lang="en-US" sz="1200" i="0" u="none" strike="noStrike" kern="1200" cap="none" spc="0" normalizeH="0" baseline="30000" noProof="0">
              <a:ln>
                <a:noFill/>
              </a:ln>
              <a:solidFill>
                <a:sysClr val="windowText" lastClr="000000"/>
              </a:solidFill>
              <a:effectLst/>
              <a:uLnTx/>
              <a:uFillTx/>
              <a:latin typeface="Calibri"/>
              <a:ea typeface="+mn-ea"/>
              <a:cs typeface="Verdana" panose="020B0604030504040204" pitchFamily="34" charset="0"/>
            </a:endParaRPr>
          </a:p>
        </p:txBody>
      </p:sp>
      <p:sp>
        <p:nvSpPr>
          <p:cNvPr id="239" name="Triangle 238">
            <a:extLst>
              <a:ext uri="{FF2B5EF4-FFF2-40B4-BE49-F238E27FC236}">
                <a16:creationId xmlns:a16="http://schemas.microsoft.com/office/drawing/2014/main" id="{578493F5-377E-45FF-856F-24A631C36345}"/>
              </a:ext>
            </a:extLst>
          </p:cNvPr>
          <p:cNvSpPr/>
          <p:nvPr/>
        </p:nvSpPr>
        <p:spPr>
          <a:xfrm>
            <a:off x="177611" y="1893869"/>
            <a:ext cx="8687265" cy="167763"/>
          </a:xfrm>
          <a:prstGeom prst="triangle">
            <a:avLst>
              <a:gd name="adj" fmla="val 77091"/>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1" name="Rectangle 240">
            <a:extLst>
              <a:ext uri="{FF2B5EF4-FFF2-40B4-BE49-F238E27FC236}">
                <a16:creationId xmlns:a16="http://schemas.microsoft.com/office/drawing/2014/main" id="{2D8CB343-D714-887D-0B5B-8C206561CC41}"/>
              </a:ext>
            </a:extLst>
          </p:cNvPr>
          <p:cNvSpPr/>
          <p:nvPr/>
        </p:nvSpPr>
        <p:spPr>
          <a:xfrm>
            <a:off x="178933" y="2109500"/>
            <a:ext cx="8685943" cy="203314"/>
          </a:xfrm>
          <a:prstGeom prst="rect">
            <a:avLst/>
          </a:prstGeom>
          <a:solidFill>
            <a:schemeClr val="accent1"/>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1300" b="1">
                <a:solidFill>
                  <a:schemeClr val="bg1"/>
                </a:solidFill>
              </a:rPr>
              <a:t>Last Mile Delivery Models have evolved, but the core challenges are yet to be addressed </a:t>
            </a:r>
          </a:p>
        </p:txBody>
      </p:sp>
      <p:grpSp>
        <p:nvGrpSpPr>
          <p:cNvPr id="88" name="Group 87">
            <a:extLst>
              <a:ext uri="{FF2B5EF4-FFF2-40B4-BE49-F238E27FC236}">
                <a16:creationId xmlns:a16="http://schemas.microsoft.com/office/drawing/2014/main" id="{8489F786-E48B-CFD2-DD79-4529FB09AC95}"/>
              </a:ext>
            </a:extLst>
          </p:cNvPr>
          <p:cNvGrpSpPr>
            <a:grpSpLocks noChangeAspect="1"/>
          </p:cNvGrpSpPr>
          <p:nvPr>
            <p:custDataLst>
              <p:tags r:id="rId1"/>
            </p:custDataLst>
          </p:nvPr>
        </p:nvGrpSpPr>
        <p:grpSpPr>
          <a:xfrm>
            <a:off x="219902" y="2307817"/>
            <a:ext cx="535294" cy="634160"/>
            <a:chOff x="3525926" y="2604211"/>
            <a:chExt cx="1887322" cy="2235900"/>
          </a:xfrm>
          <a:solidFill>
            <a:schemeClr val="accent1"/>
          </a:solidFill>
          <a:effectLst>
            <a:outerShdw blurRad="50800" dist="38100" algn="l" rotWithShape="0">
              <a:prstClr val="black">
                <a:alpha val="40000"/>
              </a:prstClr>
            </a:outerShdw>
          </a:effectLst>
        </p:grpSpPr>
        <p:sp>
          <p:nvSpPr>
            <p:cNvPr id="89" name="Freeform 36">
              <a:extLst>
                <a:ext uri="{FF2B5EF4-FFF2-40B4-BE49-F238E27FC236}">
                  <a16:creationId xmlns:a16="http://schemas.microsoft.com/office/drawing/2014/main" id="{1E404F16-D475-0028-8A26-49D893516FE6}"/>
                </a:ext>
              </a:extLst>
            </p:cNvPr>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chemeClr val="accent1">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sp>
          <p:nvSpPr>
            <p:cNvPr id="90" name="Freeform 37">
              <a:extLst>
                <a:ext uri="{FF2B5EF4-FFF2-40B4-BE49-F238E27FC236}">
                  <a16:creationId xmlns:a16="http://schemas.microsoft.com/office/drawing/2014/main" id="{475F3624-A344-56EB-108E-6E99B467D4F7}"/>
                </a:ext>
              </a:extLst>
            </p:cNvPr>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grp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400" b="1" i="0" u="none" strike="noStrike" kern="1200" cap="none" spc="0" normalizeH="0" baseline="0" noProof="0">
                  <a:ln>
                    <a:noFill/>
                  </a:ln>
                  <a:solidFill>
                    <a:schemeClr val="bg1"/>
                  </a:solidFill>
                  <a:effectLst/>
                  <a:uLnTx/>
                  <a:uFillTx/>
                  <a:latin typeface="Calibri"/>
                  <a:ea typeface="+mn-ea"/>
                  <a:cs typeface="+mn-cs"/>
                </a:rPr>
                <a:t>1</a:t>
              </a:r>
            </a:p>
          </p:txBody>
        </p:sp>
        <p:sp>
          <p:nvSpPr>
            <p:cNvPr id="91" name="Freeform 38">
              <a:extLst>
                <a:ext uri="{FF2B5EF4-FFF2-40B4-BE49-F238E27FC236}">
                  <a16:creationId xmlns:a16="http://schemas.microsoft.com/office/drawing/2014/main" id="{C922D28A-DABC-F2A7-8230-83E905075DF5}"/>
                </a:ext>
              </a:extLst>
            </p:cNvPr>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chemeClr val="accent1">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grpSp>
      <p:grpSp>
        <p:nvGrpSpPr>
          <p:cNvPr id="93" name="Group 92">
            <a:extLst>
              <a:ext uri="{FF2B5EF4-FFF2-40B4-BE49-F238E27FC236}">
                <a16:creationId xmlns:a16="http://schemas.microsoft.com/office/drawing/2014/main" id="{1CBDE669-4BE9-5177-E77E-EF37A88C964F}"/>
              </a:ext>
            </a:extLst>
          </p:cNvPr>
          <p:cNvGrpSpPr>
            <a:grpSpLocks noChangeAspect="1"/>
          </p:cNvGrpSpPr>
          <p:nvPr>
            <p:custDataLst>
              <p:tags r:id="rId2"/>
            </p:custDataLst>
          </p:nvPr>
        </p:nvGrpSpPr>
        <p:grpSpPr>
          <a:xfrm>
            <a:off x="8335076" y="2824810"/>
            <a:ext cx="535294" cy="634160"/>
            <a:chOff x="3525926" y="2604211"/>
            <a:chExt cx="1887322" cy="2235900"/>
          </a:xfrm>
          <a:solidFill>
            <a:schemeClr val="accent1"/>
          </a:solidFill>
          <a:effectLst>
            <a:outerShdw blurRad="50800" dist="38100" dir="10800000" algn="r" rotWithShape="0">
              <a:prstClr val="black">
                <a:alpha val="40000"/>
              </a:prstClr>
            </a:outerShdw>
          </a:effectLst>
        </p:grpSpPr>
        <p:sp>
          <p:nvSpPr>
            <p:cNvPr id="95" name="Freeform 36">
              <a:extLst>
                <a:ext uri="{FF2B5EF4-FFF2-40B4-BE49-F238E27FC236}">
                  <a16:creationId xmlns:a16="http://schemas.microsoft.com/office/drawing/2014/main" id="{700636D4-CF8F-3F83-DA31-7BF56DCE828D}"/>
                </a:ext>
              </a:extLst>
            </p:cNvPr>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chemeClr val="accent1">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sp>
          <p:nvSpPr>
            <p:cNvPr id="96" name="Freeform 37">
              <a:extLst>
                <a:ext uri="{FF2B5EF4-FFF2-40B4-BE49-F238E27FC236}">
                  <a16:creationId xmlns:a16="http://schemas.microsoft.com/office/drawing/2014/main" id="{12A8D0A2-AE3C-2352-521A-00E65CC09D52}"/>
                </a:ext>
              </a:extLst>
            </p:cNvPr>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solidFill>
              <a:schemeClr val="accent1">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sp>
          <p:nvSpPr>
            <p:cNvPr id="97" name="Freeform 38">
              <a:extLst>
                <a:ext uri="{FF2B5EF4-FFF2-40B4-BE49-F238E27FC236}">
                  <a16:creationId xmlns:a16="http://schemas.microsoft.com/office/drawing/2014/main" id="{102122B7-6670-680C-7CA2-1245A6324FC8}"/>
                </a:ext>
              </a:extLst>
            </p:cNvPr>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400" b="1" i="0" u="none" strike="noStrike" kern="1200" cap="none" spc="0" normalizeH="0" baseline="0" noProof="0">
                  <a:ln>
                    <a:noFill/>
                  </a:ln>
                  <a:solidFill>
                    <a:schemeClr val="bg1"/>
                  </a:solidFill>
                  <a:effectLst/>
                  <a:uLnTx/>
                  <a:uFillTx/>
                  <a:latin typeface="Calibri"/>
                  <a:ea typeface="+mn-ea"/>
                  <a:cs typeface="+mn-cs"/>
                </a:rPr>
                <a:t>2</a:t>
              </a:r>
            </a:p>
          </p:txBody>
        </p:sp>
      </p:grpSp>
      <p:grpSp>
        <p:nvGrpSpPr>
          <p:cNvPr id="104" name="Group 103">
            <a:extLst>
              <a:ext uri="{FF2B5EF4-FFF2-40B4-BE49-F238E27FC236}">
                <a16:creationId xmlns:a16="http://schemas.microsoft.com/office/drawing/2014/main" id="{555F3D43-1F99-AD99-9320-16817DA2FCFC}"/>
              </a:ext>
            </a:extLst>
          </p:cNvPr>
          <p:cNvGrpSpPr>
            <a:grpSpLocks noChangeAspect="1"/>
          </p:cNvGrpSpPr>
          <p:nvPr>
            <p:custDataLst>
              <p:tags r:id="rId3"/>
            </p:custDataLst>
          </p:nvPr>
        </p:nvGrpSpPr>
        <p:grpSpPr>
          <a:xfrm>
            <a:off x="8328913" y="3850955"/>
            <a:ext cx="535294" cy="634160"/>
            <a:chOff x="3525926" y="2604211"/>
            <a:chExt cx="1887322" cy="2235900"/>
          </a:xfrm>
          <a:solidFill>
            <a:schemeClr val="accent1"/>
          </a:solidFill>
        </p:grpSpPr>
        <p:sp>
          <p:nvSpPr>
            <p:cNvPr id="105" name="Freeform 36">
              <a:extLst>
                <a:ext uri="{FF2B5EF4-FFF2-40B4-BE49-F238E27FC236}">
                  <a16:creationId xmlns:a16="http://schemas.microsoft.com/office/drawing/2014/main" id="{841544E5-F87C-790A-336C-90589108ABD8}"/>
                </a:ext>
              </a:extLst>
            </p:cNvPr>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chemeClr val="accent1">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sp>
          <p:nvSpPr>
            <p:cNvPr id="106" name="Freeform 37">
              <a:extLst>
                <a:ext uri="{FF2B5EF4-FFF2-40B4-BE49-F238E27FC236}">
                  <a16:creationId xmlns:a16="http://schemas.microsoft.com/office/drawing/2014/main" id="{D1E4867A-2745-4843-3177-DFD79923B5C5}"/>
                </a:ext>
              </a:extLst>
            </p:cNvPr>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solidFill>
              <a:schemeClr val="accent1">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sp>
          <p:nvSpPr>
            <p:cNvPr id="107" name="Freeform 38">
              <a:extLst>
                <a:ext uri="{FF2B5EF4-FFF2-40B4-BE49-F238E27FC236}">
                  <a16:creationId xmlns:a16="http://schemas.microsoft.com/office/drawing/2014/main" id="{BCAD3F9F-E929-F0EB-2085-9F50480FE008}"/>
                </a:ext>
              </a:extLst>
            </p:cNvPr>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400" b="1" i="0" u="none" strike="noStrike" kern="1200" cap="none" spc="0" normalizeH="0" baseline="0" noProof="0">
                  <a:ln>
                    <a:noFill/>
                  </a:ln>
                  <a:solidFill>
                    <a:schemeClr val="bg1"/>
                  </a:solidFill>
                  <a:effectLst/>
                  <a:uLnTx/>
                  <a:uFillTx/>
                  <a:latin typeface="Calibri"/>
                  <a:ea typeface="+mn-ea"/>
                  <a:cs typeface="+mn-cs"/>
                </a:rPr>
                <a:t>4</a:t>
              </a:r>
            </a:p>
          </p:txBody>
        </p:sp>
      </p:grpSp>
      <p:grpSp>
        <p:nvGrpSpPr>
          <p:cNvPr id="109" name="Group 108">
            <a:extLst>
              <a:ext uri="{FF2B5EF4-FFF2-40B4-BE49-F238E27FC236}">
                <a16:creationId xmlns:a16="http://schemas.microsoft.com/office/drawing/2014/main" id="{F2FED115-C039-8814-CE5C-990E9BD1BC6F}"/>
              </a:ext>
            </a:extLst>
          </p:cNvPr>
          <p:cNvGrpSpPr>
            <a:grpSpLocks noChangeAspect="1"/>
          </p:cNvGrpSpPr>
          <p:nvPr>
            <p:custDataLst>
              <p:tags r:id="rId4"/>
            </p:custDataLst>
          </p:nvPr>
        </p:nvGrpSpPr>
        <p:grpSpPr>
          <a:xfrm>
            <a:off x="180282" y="4368510"/>
            <a:ext cx="535294" cy="634160"/>
            <a:chOff x="3525926" y="2604211"/>
            <a:chExt cx="1887322" cy="2235900"/>
          </a:xfrm>
          <a:solidFill>
            <a:schemeClr val="accent1"/>
          </a:solidFill>
        </p:grpSpPr>
        <p:sp>
          <p:nvSpPr>
            <p:cNvPr id="110" name="Freeform 36">
              <a:extLst>
                <a:ext uri="{FF2B5EF4-FFF2-40B4-BE49-F238E27FC236}">
                  <a16:creationId xmlns:a16="http://schemas.microsoft.com/office/drawing/2014/main" id="{B9698B34-5174-0004-BBA7-33B839393847}"/>
                </a:ext>
              </a:extLst>
            </p:cNvPr>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chemeClr val="accent1">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sp>
          <p:nvSpPr>
            <p:cNvPr id="111" name="Freeform 37">
              <a:extLst>
                <a:ext uri="{FF2B5EF4-FFF2-40B4-BE49-F238E27FC236}">
                  <a16:creationId xmlns:a16="http://schemas.microsoft.com/office/drawing/2014/main" id="{3A159CC0-1FBB-F001-FE1E-A9ACF3E22494}"/>
                </a:ext>
              </a:extLst>
            </p:cNvPr>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grp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400" b="1" i="0" u="none" strike="noStrike" kern="1200" cap="none" spc="0" normalizeH="0" baseline="0" noProof="0">
                  <a:ln>
                    <a:noFill/>
                  </a:ln>
                  <a:solidFill>
                    <a:schemeClr val="bg1"/>
                  </a:solidFill>
                  <a:effectLst/>
                  <a:uLnTx/>
                  <a:uFillTx/>
                  <a:latin typeface="Calibri"/>
                  <a:ea typeface="+mn-ea"/>
                  <a:cs typeface="+mn-cs"/>
                </a:rPr>
                <a:t>5</a:t>
              </a:r>
            </a:p>
          </p:txBody>
        </p:sp>
        <p:sp>
          <p:nvSpPr>
            <p:cNvPr id="112" name="Freeform 38">
              <a:extLst>
                <a:ext uri="{FF2B5EF4-FFF2-40B4-BE49-F238E27FC236}">
                  <a16:creationId xmlns:a16="http://schemas.microsoft.com/office/drawing/2014/main" id="{D580E501-A56C-154D-DA1B-7BC80150548E}"/>
                </a:ext>
              </a:extLst>
            </p:cNvPr>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chemeClr val="accent1">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grpSp>
      <p:sp>
        <p:nvSpPr>
          <p:cNvPr id="87" name="Rectangle 86">
            <a:extLst>
              <a:ext uri="{FF2B5EF4-FFF2-40B4-BE49-F238E27FC236}">
                <a16:creationId xmlns:a16="http://schemas.microsoft.com/office/drawing/2014/main" id="{189E07B8-F65D-A61A-3A9E-5B22389A88B6}"/>
              </a:ext>
            </a:extLst>
          </p:cNvPr>
          <p:cNvSpPr/>
          <p:nvPr/>
        </p:nvSpPr>
        <p:spPr bwMode="gray">
          <a:xfrm>
            <a:off x="727264" y="2479447"/>
            <a:ext cx="1028412" cy="315368"/>
          </a:xfrm>
          <a:prstGeom prst="rect">
            <a:avLst/>
          </a:prstGeom>
          <a:solidFill>
            <a:schemeClr val="accent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Highest Cost</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3" name="Rectangle 2">
            <a:extLst>
              <a:ext uri="{FF2B5EF4-FFF2-40B4-BE49-F238E27FC236}">
                <a16:creationId xmlns:a16="http://schemas.microsoft.com/office/drawing/2014/main" id="{AC8AAAFB-0ABE-BE44-8BB3-291C39EC9472}"/>
              </a:ext>
            </a:extLst>
          </p:cNvPr>
          <p:cNvSpPr/>
          <p:nvPr/>
        </p:nvSpPr>
        <p:spPr bwMode="gray">
          <a:xfrm>
            <a:off x="6861471" y="2997009"/>
            <a:ext cx="1480505" cy="315368"/>
          </a:xfrm>
          <a:prstGeom prst="rect">
            <a:avLst/>
          </a:prstGeom>
          <a:solidFill>
            <a:schemeClr val="accent1"/>
          </a:solidFill>
          <a:ln w="19050" algn="ctr">
            <a:noFill/>
            <a:miter lim="800000"/>
            <a:headEnd/>
            <a:tailEnd/>
          </a:ln>
          <a:effectLst>
            <a:outerShdw blurRad="50800" dist="38100" dir="10800000" algn="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Unknown Demand</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4" name="Rectangle 3">
            <a:extLst>
              <a:ext uri="{FF2B5EF4-FFF2-40B4-BE49-F238E27FC236}">
                <a16:creationId xmlns:a16="http://schemas.microsoft.com/office/drawing/2014/main" id="{6E5738AC-E45F-8F5D-8D25-A3C045F1E5BD}"/>
              </a:ext>
            </a:extLst>
          </p:cNvPr>
          <p:cNvSpPr/>
          <p:nvPr/>
        </p:nvSpPr>
        <p:spPr bwMode="gray">
          <a:xfrm>
            <a:off x="4304451" y="3000459"/>
            <a:ext cx="2502053" cy="315368"/>
          </a:xfrm>
          <a:prstGeom prst="rect">
            <a:avLst/>
          </a:prstGeom>
          <a:solidFill>
            <a:schemeClr val="accent1">
              <a:lumMod val="60000"/>
              <a:lumOff val="40000"/>
            </a:schemeClr>
          </a:solidFill>
          <a:ln w="19050" algn="ctr">
            <a:noFill/>
            <a:miter lim="800000"/>
            <a:headEnd/>
            <a:tailEnd/>
          </a:ln>
          <a:effectLst>
            <a:outerShdw blurRad="50800" dist="38100" dir="10800000" algn="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rPr>
              <a:t>LMD forecasts have ~60% accuracy</a:t>
            </a:r>
          </a:p>
        </p:txBody>
      </p:sp>
      <p:sp>
        <p:nvSpPr>
          <p:cNvPr id="6" name="Rectangle 5">
            <a:extLst>
              <a:ext uri="{FF2B5EF4-FFF2-40B4-BE49-F238E27FC236}">
                <a16:creationId xmlns:a16="http://schemas.microsoft.com/office/drawing/2014/main" id="{9776ECD3-5EA2-4A13-264E-65A33573207F}"/>
              </a:ext>
            </a:extLst>
          </p:cNvPr>
          <p:cNvSpPr/>
          <p:nvPr/>
        </p:nvSpPr>
        <p:spPr bwMode="gray">
          <a:xfrm>
            <a:off x="5128844" y="3512288"/>
            <a:ext cx="3475954" cy="322319"/>
          </a:xfrm>
          <a:prstGeom prst="rect">
            <a:avLst/>
          </a:prstGeom>
          <a:solidFill>
            <a:schemeClr val="accent1">
              <a:lumMod val="40000"/>
              <a:lumOff val="6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i="0" u="none" strike="noStrike" kern="1200" cap="none" spc="0" normalizeH="0" baseline="0" noProof="0">
                <a:ln>
                  <a:noFill/>
                </a:ln>
                <a:effectLst/>
                <a:uLnTx/>
                <a:uFillTx/>
                <a:latin typeface="Calibri"/>
                <a:ea typeface="+mn-ea"/>
                <a:cs typeface="Verdana" panose="020B0604030504040204" pitchFamily="34" charset="0"/>
              </a:rPr>
              <a:t>Only 19% of firms consider convenient time slots a priority</a:t>
            </a:r>
          </a:p>
        </p:txBody>
      </p:sp>
      <p:sp>
        <p:nvSpPr>
          <p:cNvPr id="7" name="Rectangle 6">
            <a:extLst>
              <a:ext uri="{FF2B5EF4-FFF2-40B4-BE49-F238E27FC236}">
                <a16:creationId xmlns:a16="http://schemas.microsoft.com/office/drawing/2014/main" id="{D001BB2B-6687-27AC-7E49-814777301F0C}"/>
              </a:ext>
            </a:extLst>
          </p:cNvPr>
          <p:cNvSpPr/>
          <p:nvPr/>
        </p:nvSpPr>
        <p:spPr bwMode="gray">
          <a:xfrm>
            <a:off x="2187542" y="3522429"/>
            <a:ext cx="2880000" cy="315368"/>
          </a:xfrm>
          <a:prstGeom prst="rect">
            <a:avLst/>
          </a:prstGeom>
          <a:solidFill>
            <a:schemeClr val="accent1">
              <a:lumMod val="60000"/>
              <a:lumOff val="4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i="0" u="none" strike="noStrike" kern="1200" cap="none" spc="0" normalizeH="0" baseline="0" noProof="0">
                <a:ln>
                  <a:noFill/>
                </a:ln>
                <a:solidFill>
                  <a:prstClr val="white"/>
                </a:solidFill>
                <a:effectLst/>
                <a:uLnTx/>
                <a:uFillTx/>
                <a:latin typeface="Calibri"/>
                <a:ea typeface="+mn-ea"/>
                <a:cs typeface="Verdana" panose="020B0604030504040204" pitchFamily="34" charset="0"/>
              </a:rPr>
              <a:t>73% of consumers prefer convenient time slot for delivery over quickness</a:t>
            </a:r>
            <a:r>
              <a:rPr kumimoji="0" lang="en-US" sz="1100" i="0" u="none" strike="noStrike" kern="1200" cap="none" spc="0" normalizeH="0" baseline="30000" noProof="0">
                <a:ln>
                  <a:noFill/>
                </a:ln>
                <a:solidFill>
                  <a:prstClr val="white"/>
                </a:solidFill>
                <a:effectLst/>
                <a:uLnTx/>
                <a:uFillTx/>
                <a:latin typeface="Calibri"/>
                <a:ea typeface="+mn-ea"/>
                <a:cs typeface="Verdana" panose="020B0604030504040204" pitchFamily="34" charset="0"/>
              </a:rPr>
              <a:t>1</a:t>
            </a:r>
          </a:p>
        </p:txBody>
      </p:sp>
      <p:grpSp>
        <p:nvGrpSpPr>
          <p:cNvPr id="8" name="Group 7">
            <a:extLst>
              <a:ext uri="{FF2B5EF4-FFF2-40B4-BE49-F238E27FC236}">
                <a16:creationId xmlns:a16="http://schemas.microsoft.com/office/drawing/2014/main" id="{A7E2AE14-C6E8-DF84-584B-E709E8F281F5}"/>
              </a:ext>
            </a:extLst>
          </p:cNvPr>
          <p:cNvGrpSpPr>
            <a:grpSpLocks noChangeAspect="1"/>
          </p:cNvGrpSpPr>
          <p:nvPr>
            <p:custDataLst>
              <p:tags r:id="rId5"/>
            </p:custDataLst>
          </p:nvPr>
        </p:nvGrpSpPr>
        <p:grpSpPr>
          <a:xfrm>
            <a:off x="219902" y="3349608"/>
            <a:ext cx="535294" cy="634160"/>
            <a:chOff x="3525926" y="2604211"/>
            <a:chExt cx="1887322" cy="2235900"/>
          </a:xfrm>
          <a:solidFill>
            <a:schemeClr val="accent1"/>
          </a:solidFill>
          <a:effectLst>
            <a:outerShdw blurRad="50800" dist="38100" algn="l" rotWithShape="0">
              <a:prstClr val="black">
                <a:alpha val="40000"/>
              </a:prstClr>
            </a:outerShdw>
          </a:effectLst>
        </p:grpSpPr>
        <p:sp>
          <p:nvSpPr>
            <p:cNvPr id="9" name="Freeform 36">
              <a:extLst>
                <a:ext uri="{FF2B5EF4-FFF2-40B4-BE49-F238E27FC236}">
                  <a16:creationId xmlns:a16="http://schemas.microsoft.com/office/drawing/2014/main" id="{35F973F5-89E0-EE74-0E17-6A858A2130E2}"/>
                </a:ext>
              </a:extLst>
            </p:cNvPr>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chemeClr val="accent1">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sp>
          <p:nvSpPr>
            <p:cNvPr id="10" name="Freeform 37">
              <a:extLst>
                <a:ext uri="{FF2B5EF4-FFF2-40B4-BE49-F238E27FC236}">
                  <a16:creationId xmlns:a16="http://schemas.microsoft.com/office/drawing/2014/main" id="{543DCB04-9AA5-F9EF-B5A6-D3EB2B72E275}"/>
                </a:ext>
              </a:extLst>
            </p:cNvPr>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grp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400" b="1" i="0" u="none" strike="noStrike" kern="1200" cap="none" spc="0" normalizeH="0" baseline="0" noProof="0">
                  <a:ln>
                    <a:noFill/>
                  </a:ln>
                  <a:solidFill>
                    <a:schemeClr val="bg1"/>
                  </a:solidFill>
                  <a:effectLst/>
                  <a:uLnTx/>
                  <a:uFillTx/>
                  <a:latin typeface="Calibri"/>
                  <a:ea typeface="+mn-ea"/>
                  <a:cs typeface="+mn-cs"/>
                </a:rPr>
                <a:t>3</a:t>
              </a:r>
            </a:p>
          </p:txBody>
        </p:sp>
        <p:sp>
          <p:nvSpPr>
            <p:cNvPr id="18" name="Freeform 38">
              <a:extLst>
                <a:ext uri="{FF2B5EF4-FFF2-40B4-BE49-F238E27FC236}">
                  <a16:creationId xmlns:a16="http://schemas.microsoft.com/office/drawing/2014/main" id="{0C2B808A-EF41-E6F7-0BC5-63233D3A7584}"/>
                </a:ext>
              </a:extLst>
            </p:cNvPr>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chemeClr val="accent1">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CA" sz="1400" b="0" i="0" u="none" strike="noStrike" kern="1200" cap="none" spc="0" normalizeH="0" baseline="0" noProof="0">
                <a:ln>
                  <a:noFill/>
                </a:ln>
                <a:solidFill>
                  <a:srgbClr val="53565A"/>
                </a:solidFill>
                <a:effectLst/>
                <a:uLnTx/>
                <a:uFillTx/>
                <a:latin typeface="Calibri"/>
                <a:ea typeface="+mn-ea"/>
                <a:cs typeface="+mn-cs"/>
              </a:endParaRPr>
            </a:p>
          </p:txBody>
        </p:sp>
      </p:grpSp>
      <p:sp>
        <p:nvSpPr>
          <p:cNvPr id="24" name="Rectangle 23">
            <a:extLst>
              <a:ext uri="{FF2B5EF4-FFF2-40B4-BE49-F238E27FC236}">
                <a16:creationId xmlns:a16="http://schemas.microsoft.com/office/drawing/2014/main" id="{8B5E74F5-6ABF-4FBC-85B9-79C445A95E98}"/>
              </a:ext>
            </a:extLst>
          </p:cNvPr>
          <p:cNvSpPr/>
          <p:nvPr/>
        </p:nvSpPr>
        <p:spPr bwMode="gray">
          <a:xfrm>
            <a:off x="727264" y="3521238"/>
            <a:ext cx="1407582" cy="315368"/>
          </a:xfrm>
          <a:prstGeom prst="rect">
            <a:avLst/>
          </a:prstGeom>
          <a:solidFill>
            <a:schemeClr val="accent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High Expectations</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25" name="Rectangle 24">
            <a:extLst>
              <a:ext uri="{FF2B5EF4-FFF2-40B4-BE49-F238E27FC236}">
                <a16:creationId xmlns:a16="http://schemas.microsoft.com/office/drawing/2014/main" id="{E52BD980-AD56-C5CF-E5D9-26E5BC57A943}"/>
              </a:ext>
            </a:extLst>
          </p:cNvPr>
          <p:cNvSpPr/>
          <p:nvPr/>
        </p:nvSpPr>
        <p:spPr bwMode="gray">
          <a:xfrm>
            <a:off x="6856871" y="4013732"/>
            <a:ext cx="1480505" cy="315368"/>
          </a:xfrm>
          <a:prstGeom prst="rect">
            <a:avLst/>
          </a:prstGeom>
          <a:solidFill>
            <a:schemeClr val="accent1"/>
          </a:solidFill>
          <a:ln w="19050" algn="ctr">
            <a:noFill/>
            <a:miter lim="800000"/>
            <a:headEnd/>
            <a:tailEnd/>
          </a:ln>
          <a:effectLst>
            <a:outerShdw blurRad="50800" dist="38100" dir="10800000" algn="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Traffic Congestion</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26" name="Rectangle 25">
            <a:extLst>
              <a:ext uri="{FF2B5EF4-FFF2-40B4-BE49-F238E27FC236}">
                <a16:creationId xmlns:a16="http://schemas.microsoft.com/office/drawing/2014/main" id="{40FBA670-2079-4039-88FE-6EFB95040759}"/>
              </a:ext>
            </a:extLst>
          </p:cNvPr>
          <p:cNvSpPr/>
          <p:nvPr/>
        </p:nvSpPr>
        <p:spPr bwMode="gray">
          <a:xfrm>
            <a:off x="4497185" y="4017182"/>
            <a:ext cx="2304719" cy="315368"/>
          </a:xfrm>
          <a:prstGeom prst="rect">
            <a:avLst/>
          </a:prstGeom>
          <a:solidFill>
            <a:schemeClr val="accent1">
              <a:lumMod val="60000"/>
              <a:lumOff val="40000"/>
            </a:schemeClr>
          </a:solidFill>
          <a:ln w="19050" algn="ctr">
            <a:noFill/>
            <a:miter lim="800000"/>
            <a:headEnd/>
            <a:tailEnd/>
          </a:ln>
          <a:effectLst>
            <a:outerShdw blurRad="50800" dist="38100" dir="10800000" algn="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i="0" u="none" strike="noStrike" kern="1200" cap="none" spc="0" normalizeH="0" baseline="0" noProof="0">
                <a:ln>
                  <a:noFill/>
                </a:ln>
                <a:solidFill>
                  <a:prstClr val="white"/>
                </a:solidFill>
                <a:effectLst/>
                <a:uLnTx/>
                <a:uFillTx/>
                <a:latin typeface="Calibri"/>
                <a:ea typeface="+mn-ea"/>
                <a:cs typeface="Verdana" panose="020B0604030504040204" pitchFamily="34" charset="0"/>
              </a:rPr>
              <a:t>Delivery </a:t>
            </a:r>
            <a:r>
              <a:rPr lang="en-US" sz="1100">
                <a:solidFill>
                  <a:prstClr val="white"/>
                </a:solidFill>
                <a:latin typeface="Calibri"/>
                <a:cs typeface="Verdana" panose="020B0604030504040204" pitchFamily="34" charset="0"/>
              </a:rPr>
              <a:t>vehicles on road will increase by 36% by 2030</a:t>
            </a:r>
            <a:endParaRPr kumimoji="0" lang="en-US" sz="11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27" name="Rectangle 26">
            <a:extLst>
              <a:ext uri="{FF2B5EF4-FFF2-40B4-BE49-F238E27FC236}">
                <a16:creationId xmlns:a16="http://schemas.microsoft.com/office/drawing/2014/main" id="{CF17B9A1-3B22-0A1D-C8E6-FBB3B53A89DE}"/>
              </a:ext>
            </a:extLst>
          </p:cNvPr>
          <p:cNvSpPr/>
          <p:nvPr/>
        </p:nvSpPr>
        <p:spPr bwMode="gray">
          <a:xfrm>
            <a:off x="468336" y="4021237"/>
            <a:ext cx="3967719" cy="322319"/>
          </a:xfrm>
          <a:prstGeom prst="rect">
            <a:avLst/>
          </a:prstGeom>
          <a:solidFill>
            <a:schemeClr val="accent1">
              <a:lumMod val="40000"/>
              <a:lumOff val="60000"/>
            </a:schemeClr>
          </a:solidFill>
          <a:ln w="19050" algn="ctr">
            <a:noFill/>
            <a:miter lim="800000"/>
            <a:headEnd/>
            <a:tailEnd/>
          </a:ln>
          <a:effectLst>
            <a:outerShdw blurRad="50800" dist="38100" dir="10800000" algn="r"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100" i="0" u="none" strike="noStrike" kern="1200" cap="none" spc="0" normalizeH="0" baseline="0" noProof="0">
                <a:ln>
                  <a:noFill/>
                </a:ln>
                <a:effectLst/>
                <a:uLnTx/>
                <a:uFillTx/>
                <a:latin typeface="Calibri"/>
                <a:ea typeface="+mn-ea"/>
                <a:cs typeface="Verdana" panose="020B0604030504040204" pitchFamily="34" charset="0"/>
              </a:rPr>
              <a:t>LMD will increase average commute time by 21% by 2030, adding 11 minutes of commute time per passenger daily</a:t>
            </a:r>
            <a:r>
              <a:rPr kumimoji="0" lang="en-US" sz="1100" i="0" u="none" strike="noStrike" kern="1200" cap="none" spc="0" normalizeH="0" baseline="30000" noProof="0">
                <a:ln>
                  <a:noFill/>
                </a:ln>
                <a:effectLst/>
                <a:uLnTx/>
                <a:uFillTx/>
                <a:latin typeface="Calibri"/>
                <a:ea typeface="+mn-ea"/>
                <a:cs typeface="Verdana" panose="020B0604030504040204" pitchFamily="34" charset="0"/>
              </a:rPr>
              <a:t>3</a:t>
            </a:r>
          </a:p>
        </p:txBody>
      </p:sp>
      <p:sp>
        <p:nvSpPr>
          <p:cNvPr id="28" name="Rectangle 27">
            <a:extLst>
              <a:ext uri="{FF2B5EF4-FFF2-40B4-BE49-F238E27FC236}">
                <a16:creationId xmlns:a16="http://schemas.microsoft.com/office/drawing/2014/main" id="{5E2DC2AC-627A-25E3-4E49-28C9F934CA1E}"/>
              </a:ext>
            </a:extLst>
          </p:cNvPr>
          <p:cNvSpPr/>
          <p:nvPr/>
        </p:nvSpPr>
        <p:spPr bwMode="gray">
          <a:xfrm>
            <a:off x="4517717" y="4527956"/>
            <a:ext cx="4074243" cy="322319"/>
          </a:xfrm>
          <a:prstGeom prst="rect">
            <a:avLst/>
          </a:prstGeom>
          <a:solidFill>
            <a:schemeClr val="accent1">
              <a:lumMod val="40000"/>
              <a:lumOff val="6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IN" sz="1300"/>
              <a:t>Emissions from LMD traffic will increase by 32% by 2030</a:t>
            </a:r>
            <a:endParaRPr kumimoji="0" lang="en-US" sz="1300" i="0" u="none" strike="noStrike" kern="1200" cap="none" spc="0" normalizeH="0" baseline="0" noProof="0">
              <a:ln>
                <a:noFill/>
              </a:ln>
              <a:effectLst/>
              <a:uLnTx/>
              <a:uFillTx/>
              <a:latin typeface="Calibri"/>
              <a:ea typeface="+mn-ea"/>
              <a:cs typeface="Verdana" panose="020B0604030504040204" pitchFamily="34" charset="0"/>
            </a:endParaRPr>
          </a:p>
        </p:txBody>
      </p:sp>
      <p:sp>
        <p:nvSpPr>
          <p:cNvPr id="29" name="Rectangle 28">
            <a:extLst>
              <a:ext uri="{FF2B5EF4-FFF2-40B4-BE49-F238E27FC236}">
                <a16:creationId xmlns:a16="http://schemas.microsoft.com/office/drawing/2014/main" id="{6562DD64-7E5D-7881-1274-6026828AFE5D}"/>
              </a:ext>
            </a:extLst>
          </p:cNvPr>
          <p:cNvSpPr/>
          <p:nvPr/>
        </p:nvSpPr>
        <p:spPr bwMode="gray">
          <a:xfrm>
            <a:off x="1809405" y="4532201"/>
            <a:ext cx="2626650" cy="315368"/>
          </a:xfrm>
          <a:prstGeom prst="rect">
            <a:avLst/>
          </a:prstGeom>
          <a:solidFill>
            <a:schemeClr val="accent1">
              <a:lumMod val="60000"/>
              <a:lumOff val="40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i="0" u="none" strike="noStrike" kern="1200" cap="none" spc="0" normalizeH="0" baseline="0" noProof="0">
                <a:ln>
                  <a:noFill/>
                </a:ln>
                <a:solidFill>
                  <a:prstClr val="white"/>
                </a:solidFill>
                <a:effectLst/>
                <a:uLnTx/>
                <a:uFillTx/>
                <a:latin typeface="Calibri"/>
                <a:ea typeface="+mn-ea"/>
                <a:cs typeface="Verdana" panose="020B0604030504040204" pitchFamily="34" charset="0"/>
              </a:rPr>
              <a:t>40% of SC emissions occur during LMD</a:t>
            </a:r>
          </a:p>
        </p:txBody>
      </p:sp>
      <p:sp>
        <p:nvSpPr>
          <p:cNvPr id="30" name="Rectangle 29">
            <a:extLst>
              <a:ext uri="{FF2B5EF4-FFF2-40B4-BE49-F238E27FC236}">
                <a16:creationId xmlns:a16="http://schemas.microsoft.com/office/drawing/2014/main" id="{3D172DD2-9DA8-8143-7BE8-45C2C8277C4C}"/>
              </a:ext>
            </a:extLst>
          </p:cNvPr>
          <p:cNvSpPr/>
          <p:nvPr/>
        </p:nvSpPr>
        <p:spPr bwMode="gray">
          <a:xfrm>
            <a:off x="706113" y="4536906"/>
            <a:ext cx="1013317" cy="315368"/>
          </a:xfrm>
          <a:prstGeom prst="rect">
            <a:avLst/>
          </a:prstGeom>
          <a:solidFill>
            <a:schemeClr val="accent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Emissions</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86" name="Rectangle 85">
            <a:extLst>
              <a:ext uri="{FF2B5EF4-FFF2-40B4-BE49-F238E27FC236}">
                <a16:creationId xmlns:a16="http://schemas.microsoft.com/office/drawing/2014/main" id="{5CDA3A72-AF91-6F88-DF46-7C3D56CC441A}"/>
              </a:ext>
            </a:extLst>
          </p:cNvPr>
          <p:cNvSpPr/>
          <p:nvPr/>
        </p:nvSpPr>
        <p:spPr>
          <a:xfrm>
            <a:off x="9010934" y="827617"/>
            <a:ext cx="3034958" cy="5083142"/>
          </a:xfrm>
          <a:prstGeom prst="rect">
            <a:avLst/>
          </a:prstGeom>
          <a:noFill/>
          <a:ln w="1270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p>
        </p:txBody>
      </p:sp>
      <p:sp>
        <p:nvSpPr>
          <p:cNvPr id="113" name="TextBox 112">
            <a:extLst>
              <a:ext uri="{FF2B5EF4-FFF2-40B4-BE49-F238E27FC236}">
                <a16:creationId xmlns:a16="http://schemas.microsoft.com/office/drawing/2014/main" id="{A11B3211-37FB-CDD8-E745-97E59E92D361}"/>
              </a:ext>
            </a:extLst>
          </p:cNvPr>
          <p:cNvSpPr txBox="1"/>
          <p:nvPr/>
        </p:nvSpPr>
        <p:spPr>
          <a:xfrm>
            <a:off x="9166892" y="742787"/>
            <a:ext cx="2660083" cy="265648"/>
          </a:xfrm>
          <a:prstGeom prst="rect">
            <a:avLst/>
          </a:prstGeom>
          <a:solidFill>
            <a:schemeClr val="bg1"/>
          </a:solidFill>
          <a:ln>
            <a:noFill/>
          </a:ln>
        </p:spPr>
        <p:txBody>
          <a:bodyPr wrap="none" lIns="0" tIns="0" rIns="0" bIns="0" rtlCol="0">
            <a:noAutofit/>
          </a:bodyPr>
          <a:lstStyle/>
          <a:p>
            <a:pPr algn="ctr" defTabSz="190492">
              <a:spcAft>
                <a:spcPts val="1000"/>
              </a:spcAft>
            </a:pPr>
            <a:r>
              <a:rPr lang="en-US" sz="1400" b="1">
                <a:solidFill>
                  <a:srgbClr val="002060"/>
                </a:solidFill>
                <a:latin typeface="Calibri" panose="020F0502020204030204" pitchFamily="34" charset="0"/>
                <a:cs typeface="Calibri" panose="020F0502020204030204" pitchFamily="34" charset="0"/>
              </a:rPr>
              <a:t>How-To-Win: </a:t>
            </a:r>
            <a:r>
              <a:rPr lang="en-US" sz="1400" b="1" err="1">
                <a:solidFill>
                  <a:srgbClr val="002060"/>
                </a:solidFill>
                <a:latin typeface="Calibri" panose="020F0502020204030204" pitchFamily="34" charset="0"/>
                <a:cs typeface="Calibri" panose="020F0502020204030204" pitchFamily="34" charset="0"/>
              </a:rPr>
              <a:t>EcoDeliver’s</a:t>
            </a:r>
            <a:r>
              <a:rPr lang="en-US" sz="1400" b="1">
                <a:solidFill>
                  <a:srgbClr val="002060"/>
                </a:solidFill>
                <a:latin typeface="Calibri" panose="020F0502020204030204" pitchFamily="34" charset="0"/>
                <a:cs typeface="Calibri" panose="020F0502020204030204" pitchFamily="34" charset="0"/>
              </a:rPr>
              <a:t> strategy </a:t>
            </a:r>
          </a:p>
        </p:txBody>
      </p:sp>
      <p:sp>
        <p:nvSpPr>
          <p:cNvPr id="116" name="Oval 20">
            <a:extLst>
              <a:ext uri="{FF2B5EF4-FFF2-40B4-BE49-F238E27FC236}">
                <a16:creationId xmlns:a16="http://schemas.microsoft.com/office/drawing/2014/main" id="{C64C7F21-A71B-D7EE-1FBE-C7CDFB1620B3}"/>
              </a:ext>
            </a:extLst>
          </p:cNvPr>
          <p:cNvSpPr>
            <a:spLocks noChangeArrowheads="1"/>
          </p:cNvSpPr>
          <p:nvPr/>
        </p:nvSpPr>
        <p:spPr bwMode="auto">
          <a:xfrm>
            <a:off x="9144267" y="2366518"/>
            <a:ext cx="193857" cy="197776"/>
          </a:xfrm>
          <a:prstGeom prst="ellipse">
            <a:avLst/>
          </a:prstGeom>
          <a:solidFill>
            <a:schemeClr val="accent1"/>
          </a:solidFill>
          <a:ln>
            <a:noFill/>
          </a:ln>
        </p:spPr>
        <p:txBody>
          <a:bodyPr vert="horz" wrap="square" lIns="0" tIns="0" rIns="0" bIns="0" numCol="1" anchor="ctr" anchorCtr="0" compatLnSpc="1">
            <a:prstTxWarp prst="textNoShape">
              <a:avLst/>
            </a:prstTxWarp>
          </a:bodyPr>
          <a:lstStyle/>
          <a:p>
            <a:pPr algn="ctr"/>
            <a:r>
              <a:rPr lang="en-US" sz="700">
                <a:solidFill>
                  <a:srgbClr val="FFFFFF"/>
                </a:solidFill>
              </a:rPr>
              <a:t>2</a:t>
            </a:r>
          </a:p>
        </p:txBody>
      </p:sp>
      <p:sp>
        <p:nvSpPr>
          <p:cNvPr id="117" name="TextBox 116">
            <a:extLst>
              <a:ext uri="{FF2B5EF4-FFF2-40B4-BE49-F238E27FC236}">
                <a16:creationId xmlns:a16="http://schemas.microsoft.com/office/drawing/2014/main" id="{15BDC27E-EFD9-C882-9A70-1FE21024CAF1}"/>
              </a:ext>
            </a:extLst>
          </p:cNvPr>
          <p:cNvSpPr txBox="1"/>
          <p:nvPr/>
        </p:nvSpPr>
        <p:spPr>
          <a:xfrm>
            <a:off x="9348165" y="2282378"/>
            <a:ext cx="2570113" cy="461665"/>
          </a:xfrm>
          <a:prstGeom prst="rect">
            <a:avLst/>
          </a:prstGeom>
          <a:noFill/>
        </p:spPr>
        <p:txBody>
          <a:bodyPr wrap="square" rtlCol="0">
            <a:spAutoFit/>
          </a:bodyPr>
          <a:lstStyle/>
          <a:p>
            <a:r>
              <a:rPr lang="en-US" sz="1200" b="1"/>
              <a:t>Turning sustainable via operational excellence and interventions</a:t>
            </a:r>
          </a:p>
        </p:txBody>
      </p:sp>
      <p:sp>
        <p:nvSpPr>
          <p:cNvPr id="118" name="TextBox 117">
            <a:extLst>
              <a:ext uri="{FF2B5EF4-FFF2-40B4-BE49-F238E27FC236}">
                <a16:creationId xmlns:a16="http://schemas.microsoft.com/office/drawing/2014/main" id="{22E91A4D-8370-2784-9DC8-D9766E446F63}"/>
              </a:ext>
            </a:extLst>
          </p:cNvPr>
          <p:cNvSpPr txBox="1"/>
          <p:nvPr/>
        </p:nvSpPr>
        <p:spPr>
          <a:xfrm>
            <a:off x="9316870" y="2043028"/>
            <a:ext cx="1132041" cy="261610"/>
          </a:xfrm>
          <a:prstGeom prst="rect">
            <a:avLst/>
          </a:prstGeom>
          <a:noFill/>
        </p:spPr>
        <p:txBody>
          <a:bodyPr wrap="none" rtlCol="0">
            <a:spAutoFit/>
          </a:bodyPr>
          <a:lstStyle/>
          <a:p>
            <a:r>
              <a:rPr lang="en-US" sz="1100" i="1">
                <a:solidFill>
                  <a:schemeClr val="bg2">
                    <a:lumMod val="50000"/>
                  </a:schemeClr>
                </a:solidFill>
              </a:rPr>
              <a:t>Deep dive ahead</a:t>
            </a:r>
          </a:p>
        </p:txBody>
      </p:sp>
      <p:sp>
        <p:nvSpPr>
          <p:cNvPr id="119" name="Oval 20">
            <a:extLst>
              <a:ext uri="{FF2B5EF4-FFF2-40B4-BE49-F238E27FC236}">
                <a16:creationId xmlns:a16="http://schemas.microsoft.com/office/drawing/2014/main" id="{FB6CEECE-85D6-FA00-F48F-964E53A20355}"/>
              </a:ext>
            </a:extLst>
          </p:cNvPr>
          <p:cNvSpPr>
            <a:spLocks noChangeArrowheads="1"/>
          </p:cNvSpPr>
          <p:nvPr/>
        </p:nvSpPr>
        <p:spPr bwMode="auto">
          <a:xfrm>
            <a:off x="9194563" y="4388449"/>
            <a:ext cx="193857" cy="197776"/>
          </a:xfrm>
          <a:prstGeom prst="ellipse">
            <a:avLst/>
          </a:prstGeom>
          <a:solidFill>
            <a:schemeClr val="accent1"/>
          </a:solidFill>
          <a:ln>
            <a:noFill/>
          </a:ln>
        </p:spPr>
        <p:txBody>
          <a:bodyPr vert="horz" wrap="square" lIns="0" tIns="0" rIns="0" bIns="0" numCol="1" anchor="ctr" anchorCtr="0" compatLnSpc="1">
            <a:prstTxWarp prst="textNoShape">
              <a:avLst/>
            </a:prstTxWarp>
          </a:bodyPr>
          <a:lstStyle/>
          <a:p>
            <a:pPr algn="ctr"/>
            <a:r>
              <a:rPr lang="en-US" sz="700">
                <a:solidFill>
                  <a:srgbClr val="FFFFFF"/>
                </a:solidFill>
              </a:rPr>
              <a:t>3</a:t>
            </a:r>
          </a:p>
        </p:txBody>
      </p:sp>
      <p:sp>
        <p:nvSpPr>
          <p:cNvPr id="120" name="TextBox 119">
            <a:extLst>
              <a:ext uri="{FF2B5EF4-FFF2-40B4-BE49-F238E27FC236}">
                <a16:creationId xmlns:a16="http://schemas.microsoft.com/office/drawing/2014/main" id="{E4B1D23C-BD10-E455-0451-CB74D503CF78}"/>
              </a:ext>
            </a:extLst>
          </p:cNvPr>
          <p:cNvSpPr txBox="1"/>
          <p:nvPr/>
        </p:nvSpPr>
        <p:spPr>
          <a:xfrm>
            <a:off x="9338124" y="4378441"/>
            <a:ext cx="2570113" cy="276999"/>
          </a:xfrm>
          <a:prstGeom prst="rect">
            <a:avLst/>
          </a:prstGeom>
          <a:noFill/>
        </p:spPr>
        <p:txBody>
          <a:bodyPr wrap="square" rtlCol="0">
            <a:spAutoFit/>
          </a:bodyPr>
          <a:lstStyle/>
          <a:p>
            <a:r>
              <a:rPr lang="en-US" sz="1200" b="1"/>
              <a:t>Becoming a market shaping force</a:t>
            </a:r>
          </a:p>
        </p:txBody>
      </p:sp>
      <p:sp>
        <p:nvSpPr>
          <p:cNvPr id="122" name="TextBox 121">
            <a:extLst>
              <a:ext uri="{FF2B5EF4-FFF2-40B4-BE49-F238E27FC236}">
                <a16:creationId xmlns:a16="http://schemas.microsoft.com/office/drawing/2014/main" id="{B12FEA67-D89E-69F9-EB19-C808EB7A378C}"/>
              </a:ext>
            </a:extLst>
          </p:cNvPr>
          <p:cNvSpPr txBox="1"/>
          <p:nvPr/>
        </p:nvSpPr>
        <p:spPr>
          <a:xfrm>
            <a:off x="9165898" y="2892737"/>
            <a:ext cx="1047082" cy="215444"/>
          </a:xfrm>
          <a:prstGeom prst="rect">
            <a:avLst/>
          </a:prstGeom>
          <a:noFill/>
        </p:spPr>
        <p:txBody>
          <a:bodyPr wrap="none" rtlCol="0">
            <a:spAutoFit/>
          </a:bodyPr>
          <a:lstStyle/>
          <a:p>
            <a:r>
              <a:rPr lang="en-US" sz="800" i="1">
                <a:solidFill>
                  <a:schemeClr val="bg2">
                    <a:lumMod val="50000"/>
                  </a:schemeClr>
                </a:solidFill>
              </a:rPr>
              <a:t>Scope for next phase</a:t>
            </a:r>
          </a:p>
        </p:txBody>
      </p:sp>
      <p:sp>
        <p:nvSpPr>
          <p:cNvPr id="150" name="Oval 20">
            <a:extLst>
              <a:ext uri="{FF2B5EF4-FFF2-40B4-BE49-F238E27FC236}">
                <a16:creationId xmlns:a16="http://schemas.microsoft.com/office/drawing/2014/main" id="{7E1D011C-B8CC-BE45-9E51-27817A151D03}"/>
              </a:ext>
            </a:extLst>
          </p:cNvPr>
          <p:cNvSpPr>
            <a:spLocks noChangeArrowheads="1"/>
          </p:cNvSpPr>
          <p:nvPr/>
        </p:nvSpPr>
        <p:spPr bwMode="auto">
          <a:xfrm>
            <a:off x="9123013" y="1055889"/>
            <a:ext cx="193857" cy="197776"/>
          </a:xfrm>
          <a:prstGeom prst="ellipse">
            <a:avLst/>
          </a:prstGeom>
          <a:solidFill>
            <a:schemeClr val="accent1"/>
          </a:solidFill>
          <a:ln>
            <a:noFill/>
          </a:ln>
        </p:spPr>
        <p:txBody>
          <a:bodyPr vert="horz" wrap="square" lIns="0" tIns="0" rIns="0" bIns="0" numCol="1" anchor="ctr" anchorCtr="0" compatLnSpc="1">
            <a:prstTxWarp prst="textNoShape">
              <a:avLst/>
            </a:prstTxWarp>
          </a:bodyPr>
          <a:lstStyle/>
          <a:p>
            <a:pPr algn="ctr"/>
            <a:r>
              <a:rPr lang="en-US" sz="700">
                <a:solidFill>
                  <a:srgbClr val="FFFFFF"/>
                </a:solidFill>
              </a:rPr>
              <a:t>1</a:t>
            </a:r>
          </a:p>
        </p:txBody>
      </p:sp>
      <p:sp>
        <p:nvSpPr>
          <p:cNvPr id="151" name="TextBox 150">
            <a:extLst>
              <a:ext uri="{FF2B5EF4-FFF2-40B4-BE49-F238E27FC236}">
                <a16:creationId xmlns:a16="http://schemas.microsoft.com/office/drawing/2014/main" id="{FBEBF4DF-8A88-AB8C-6625-FA314F84D26E}"/>
              </a:ext>
            </a:extLst>
          </p:cNvPr>
          <p:cNvSpPr txBox="1"/>
          <p:nvPr/>
        </p:nvSpPr>
        <p:spPr>
          <a:xfrm>
            <a:off x="9326911" y="971749"/>
            <a:ext cx="2570113" cy="461665"/>
          </a:xfrm>
          <a:prstGeom prst="rect">
            <a:avLst/>
          </a:prstGeom>
          <a:noFill/>
        </p:spPr>
        <p:txBody>
          <a:bodyPr wrap="square" rtlCol="0">
            <a:spAutoFit/>
          </a:bodyPr>
          <a:lstStyle/>
          <a:p>
            <a:r>
              <a:rPr lang="en-US" sz="1200" b="1"/>
              <a:t>Mitigating high process costs by fleet optimization (outsource/P2P)</a:t>
            </a:r>
          </a:p>
        </p:txBody>
      </p:sp>
      <p:sp>
        <p:nvSpPr>
          <p:cNvPr id="155" name="Rounded Rectangle 154">
            <a:extLst>
              <a:ext uri="{FF2B5EF4-FFF2-40B4-BE49-F238E27FC236}">
                <a16:creationId xmlns:a16="http://schemas.microsoft.com/office/drawing/2014/main" id="{87DCF1D7-5FA6-D95A-EFBA-2309BDEEE7DA}"/>
              </a:ext>
            </a:extLst>
          </p:cNvPr>
          <p:cNvSpPr/>
          <p:nvPr/>
        </p:nvSpPr>
        <p:spPr>
          <a:xfrm>
            <a:off x="9246934" y="1410098"/>
            <a:ext cx="1069301" cy="468475"/>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Customer</a:t>
            </a:r>
          </a:p>
          <a:p>
            <a:pPr algn="ctr"/>
            <a:r>
              <a:rPr lang="en-US" sz="1200">
                <a:latin typeface="Calibri" panose="020F0502020204030204" pitchFamily="34" charset="0"/>
                <a:cs typeface="Calibri" panose="020F0502020204030204" pitchFamily="34" charset="0"/>
              </a:rPr>
              <a:t>Cost</a:t>
            </a:r>
          </a:p>
        </p:txBody>
      </p:sp>
      <p:sp>
        <p:nvSpPr>
          <p:cNvPr id="156" name="Rounded Rectangle 155">
            <a:extLst>
              <a:ext uri="{FF2B5EF4-FFF2-40B4-BE49-F238E27FC236}">
                <a16:creationId xmlns:a16="http://schemas.microsoft.com/office/drawing/2014/main" id="{846801BB-13D0-3C59-A019-AD1EA27200C8}"/>
              </a:ext>
            </a:extLst>
          </p:cNvPr>
          <p:cNvSpPr/>
          <p:nvPr/>
        </p:nvSpPr>
        <p:spPr>
          <a:xfrm>
            <a:off x="10443565" y="1413085"/>
            <a:ext cx="1403163" cy="461664"/>
          </a:xfrm>
          <a:prstGeom prst="roundRect">
            <a:avLst/>
          </a:prstGeom>
          <a:solidFill>
            <a:schemeClr val="accent1">
              <a:lumMod val="75000"/>
            </a:schemeClr>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Driver</a:t>
            </a:r>
          </a:p>
        </p:txBody>
      </p:sp>
      <p:grpSp>
        <p:nvGrpSpPr>
          <p:cNvPr id="238" name="Group 237">
            <a:extLst>
              <a:ext uri="{FF2B5EF4-FFF2-40B4-BE49-F238E27FC236}">
                <a16:creationId xmlns:a16="http://schemas.microsoft.com/office/drawing/2014/main" id="{C682F803-8075-C571-0F78-BA3D2871AE9F}"/>
              </a:ext>
            </a:extLst>
          </p:cNvPr>
          <p:cNvGrpSpPr/>
          <p:nvPr/>
        </p:nvGrpSpPr>
        <p:grpSpPr>
          <a:xfrm>
            <a:off x="8980361" y="4774071"/>
            <a:ext cx="1445958" cy="1677264"/>
            <a:chOff x="9124624" y="4762958"/>
            <a:chExt cx="1874863" cy="2108774"/>
          </a:xfrm>
        </p:grpSpPr>
        <p:grpSp>
          <p:nvGrpSpPr>
            <p:cNvPr id="240" name="Group 239">
              <a:extLst>
                <a:ext uri="{FF2B5EF4-FFF2-40B4-BE49-F238E27FC236}">
                  <a16:creationId xmlns:a16="http://schemas.microsoft.com/office/drawing/2014/main" id="{C756A9F3-C444-51E3-98E9-F7A90176949E}"/>
                </a:ext>
              </a:extLst>
            </p:cNvPr>
            <p:cNvGrpSpPr/>
            <p:nvPr/>
          </p:nvGrpSpPr>
          <p:grpSpPr>
            <a:xfrm>
              <a:off x="9124624" y="4762958"/>
              <a:ext cx="1445959" cy="1442611"/>
              <a:chOff x="1116587" y="809181"/>
              <a:chExt cx="5252977" cy="5252209"/>
            </a:xfrm>
          </p:grpSpPr>
          <p:sp>
            <p:nvSpPr>
              <p:cNvPr id="247" name="Freeform 5">
                <a:extLst>
                  <a:ext uri="{FF2B5EF4-FFF2-40B4-BE49-F238E27FC236}">
                    <a16:creationId xmlns:a16="http://schemas.microsoft.com/office/drawing/2014/main" id="{5C83CB0F-2E0E-1AA9-8889-5F47D517C87B}"/>
                  </a:ext>
                </a:extLst>
              </p:cNvPr>
              <p:cNvSpPr>
                <a:spLocks/>
              </p:cNvSpPr>
              <p:nvPr/>
            </p:nvSpPr>
            <p:spPr bwMode="auto">
              <a:xfrm rot="2419960">
                <a:off x="2444266" y="809181"/>
                <a:ext cx="2662209" cy="2260919"/>
              </a:xfrm>
              <a:custGeom>
                <a:avLst/>
                <a:gdLst>
                  <a:gd name="T0" fmla="*/ 252 w 1605"/>
                  <a:gd name="T1" fmla="*/ 1119 h 1367"/>
                  <a:gd name="T2" fmla="*/ 460 w 1605"/>
                  <a:gd name="T3" fmla="*/ 1367 h 1367"/>
                  <a:gd name="T4" fmla="*/ 1353 w 1605"/>
                  <a:gd name="T5" fmla="*/ 461 h 1367"/>
                  <a:gd name="T6" fmla="*/ 1605 w 1605"/>
                  <a:gd name="T7" fmla="*/ 250 h 1367"/>
                  <a:gd name="T8" fmla="*/ 1395 w 1605"/>
                  <a:gd name="T9" fmla="*/ 0 h 1367"/>
                  <a:gd name="T10" fmla="*/ 1381 w 1605"/>
                  <a:gd name="T11" fmla="*/ 0 h 1367"/>
                  <a:gd name="T12" fmla="*/ 0 w 1605"/>
                  <a:gd name="T13" fmla="*/ 1331 h 1367"/>
                  <a:gd name="T14" fmla="*/ 252 w 1605"/>
                  <a:gd name="T15" fmla="*/ 1119 h 13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5" h="1367">
                    <a:moveTo>
                      <a:pt x="252" y="1119"/>
                    </a:moveTo>
                    <a:cubicBezTo>
                      <a:pt x="460" y="1367"/>
                      <a:pt x="460" y="1367"/>
                      <a:pt x="460" y="1367"/>
                    </a:cubicBezTo>
                    <a:cubicBezTo>
                      <a:pt x="468" y="874"/>
                      <a:pt x="862" y="476"/>
                      <a:pt x="1353" y="461"/>
                    </a:cubicBezTo>
                    <a:cubicBezTo>
                      <a:pt x="1605" y="250"/>
                      <a:pt x="1605" y="250"/>
                      <a:pt x="1605" y="250"/>
                    </a:cubicBezTo>
                    <a:cubicBezTo>
                      <a:pt x="1395" y="0"/>
                      <a:pt x="1395" y="0"/>
                      <a:pt x="1395" y="0"/>
                    </a:cubicBezTo>
                    <a:cubicBezTo>
                      <a:pt x="1391" y="0"/>
                      <a:pt x="1386" y="0"/>
                      <a:pt x="1381" y="0"/>
                    </a:cubicBezTo>
                    <a:cubicBezTo>
                      <a:pt x="635" y="0"/>
                      <a:pt x="27" y="591"/>
                      <a:pt x="0" y="1331"/>
                    </a:cubicBezTo>
                    <a:lnTo>
                      <a:pt x="252" y="1119"/>
                    </a:lnTo>
                    <a:close/>
                  </a:path>
                </a:pathLst>
              </a:custGeom>
              <a:solidFill>
                <a:srgbClr val="002060"/>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solidFill>
                    <a:sysClr val="windowText" lastClr="000000"/>
                  </a:solidFill>
                </a:endParaRPr>
              </a:p>
            </p:txBody>
          </p:sp>
          <p:sp>
            <p:nvSpPr>
              <p:cNvPr id="248" name="Freeform 6">
                <a:extLst>
                  <a:ext uri="{FF2B5EF4-FFF2-40B4-BE49-F238E27FC236}">
                    <a16:creationId xmlns:a16="http://schemas.microsoft.com/office/drawing/2014/main" id="{246A63AA-42BB-AADA-72DA-F59C49337F71}"/>
                  </a:ext>
                </a:extLst>
              </p:cNvPr>
              <p:cNvSpPr>
                <a:spLocks/>
              </p:cNvSpPr>
              <p:nvPr/>
            </p:nvSpPr>
            <p:spPr bwMode="auto">
              <a:xfrm rot="2419960">
                <a:off x="4103750" y="2141963"/>
                <a:ext cx="2265814" cy="2656092"/>
              </a:xfrm>
              <a:custGeom>
                <a:avLst/>
                <a:gdLst>
                  <a:gd name="T0" fmla="*/ 247 w 1366"/>
                  <a:gd name="T1" fmla="*/ 252 h 1605"/>
                  <a:gd name="T2" fmla="*/ 0 w 1366"/>
                  <a:gd name="T3" fmla="*/ 460 h 1605"/>
                  <a:gd name="T4" fmla="*/ 905 w 1366"/>
                  <a:gd name="T5" fmla="*/ 1353 h 1605"/>
                  <a:gd name="T6" fmla="*/ 1116 w 1366"/>
                  <a:gd name="T7" fmla="*/ 1605 h 1605"/>
                  <a:gd name="T8" fmla="*/ 1366 w 1366"/>
                  <a:gd name="T9" fmla="*/ 1396 h 1605"/>
                  <a:gd name="T10" fmla="*/ 1366 w 1366"/>
                  <a:gd name="T11" fmla="*/ 1381 h 1605"/>
                  <a:gd name="T12" fmla="*/ 35 w 1366"/>
                  <a:gd name="T13" fmla="*/ 0 h 1605"/>
                  <a:gd name="T14" fmla="*/ 247 w 1366"/>
                  <a:gd name="T15" fmla="*/ 252 h 16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6" h="1605">
                    <a:moveTo>
                      <a:pt x="247" y="252"/>
                    </a:moveTo>
                    <a:cubicBezTo>
                      <a:pt x="0" y="460"/>
                      <a:pt x="0" y="460"/>
                      <a:pt x="0" y="460"/>
                    </a:cubicBezTo>
                    <a:cubicBezTo>
                      <a:pt x="492" y="468"/>
                      <a:pt x="890" y="863"/>
                      <a:pt x="905" y="1353"/>
                    </a:cubicBezTo>
                    <a:cubicBezTo>
                      <a:pt x="1116" y="1605"/>
                      <a:pt x="1116" y="1605"/>
                      <a:pt x="1116" y="1605"/>
                    </a:cubicBezTo>
                    <a:cubicBezTo>
                      <a:pt x="1366" y="1396"/>
                      <a:pt x="1366" y="1396"/>
                      <a:pt x="1366" y="1396"/>
                    </a:cubicBezTo>
                    <a:cubicBezTo>
                      <a:pt x="1366" y="1391"/>
                      <a:pt x="1366" y="1386"/>
                      <a:pt x="1366" y="1381"/>
                    </a:cubicBezTo>
                    <a:cubicBezTo>
                      <a:pt x="1366" y="635"/>
                      <a:pt x="775" y="27"/>
                      <a:pt x="35" y="0"/>
                    </a:cubicBezTo>
                    <a:lnTo>
                      <a:pt x="247" y="252"/>
                    </a:lnTo>
                    <a:close/>
                  </a:path>
                </a:pathLst>
              </a:custGeom>
              <a:solidFill>
                <a:schemeClr val="accent1">
                  <a:lumMod val="75000"/>
                </a:schemeClr>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solidFill>
                    <a:sysClr val="windowText" lastClr="000000"/>
                  </a:solidFill>
                </a:endParaRPr>
              </a:p>
            </p:txBody>
          </p:sp>
          <p:sp>
            <p:nvSpPr>
              <p:cNvPr id="249" name="Freeform 7">
                <a:extLst>
                  <a:ext uri="{FF2B5EF4-FFF2-40B4-BE49-F238E27FC236}">
                    <a16:creationId xmlns:a16="http://schemas.microsoft.com/office/drawing/2014/main" id="{FD585718-858C-1472-0EA3-207FC311670E}"/>
                  </a:ext>
                </a:extLst>
              </p:cNvPr>
              <p:cNvSpPr>
                <a:spLocks/>
              </p:cNvSpPr>
              <p:nvPr/>
            </p:nvSpPr>
            <p:spPr bwMode="auto">
              <a:xfrm rot="2419960">
                <a:off x="1116587" y="2081086"/>
                <a:ext cx="2265814" cy="2654867"/>
              </a:xfrm>
              <a:custGeom>
                <a:avLst/>
                <a:gdLst>
                  <a:gd name="T0" fmla="*/ 1119 w 1366"/>
                  <a:gd name="T1" fmla="*/ 1353 h 1605"/>
                  <a:gd name="T2" fmla="*/ 1366 w 1366"/>
                  <a:gd name="T3" fmla="*/ 1145 h 1605"/>
                  <a:gd name="T4" fmla="*/ 461 w 1366"/>
                  <a:gd name="T5" fmla="*/ 252 h 1605"/>
                  <a:gd name="T6" fmla="*/ 250 w 1366"/>
                  <a:gd name="T7" fmla="*/ 0 h 1605"/>
                  <a:gd name="T8" fmla="*/ 0 w 1366"/>
                  <a:gd name="T9" fmla="*/ 210 h 1605"/>
                  <a:gd name="T10" fmla="*/ 0 w 1366"/>
                  <a:gd name="T11" fmla="*/ 224 h 1605"/>
                  <a:gd name="T12" fmla="*/ 1331 w 1366"/>
                  <a:gd name="T13" fmla="*/ 1605 h 1605"/>
                  <a:gd name="T14" fmla="*/ 1119 w 1366"/>
                  <a:gd name="T15" fmla="*/ 1353 h 16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6" h="1605">
                    <a:moveTo>
                      <a:pt x="1119" y="1353"/>
                    </a:moveTo>
                    <a:cubicBezTo>
                      <a:pt x="1366" y="1145"/>
                      <a:pt x="1366" y="1145"/>
                      <a:pt x="1366" y="1145"/>
                    </a:cubicBezTo>
                    <a:cubicBezTo>
                      <a:pt x="874" y="1137"/>
                      <a:pt x="476" y="743"/>
                      <a:pt x="461" y="252"/>
                    </a:cubicBezTo>
                    <a:cubicBezTo>
                      <a:pt x="250" y="0"/>
                      <a:pt x="250" y="0"/>
                      <a:pt x="250" y="0"/>
                    </a:cubicBezTo>
                    <a:cubicBezTo>
                      <a:pt x="0" y="210"/>
                      <a:pt x="0" y="210"/>
                      <a:pt x="0" y="210"/>
                    </a:cubicBezTo>
                    <a:cubicBezTo>
                      <a:pt x="0" y="215"/>
                      <a:pt x="0" y="219"/>
                      <a:pt x="0" y="224"/>
                    </a:cubicBezTo>
                    <a:cubicBezTo>
                      <a:pt x="0" y="970"/>
                      <a:pt x="591" y="1578"/>
                      <a:pt x="1331" y="1605"/>
                    </a:cubicBezTo>
                    <a:lnTo>
                      <a:pt x="1119" y="1353"/>
                    </a:lnTo>
                    <a:close/>
                  </a:path>
                </a:pathLst>
              </a:custGeom>
              <a:solidFill>
                <a:schemeClr val="accent1">
                  <a:lumMod val="20000"/>
                  <a:lumOff val="80000"/>
                </a:schemeClr>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p>
            </p:txBody>
          </p:sp>
          <p:sp>
            <p:nvSpPr>
              <p:cNvPr id="250" name="Freeform 8">
                <a:extLst>
                  <a:ext uri="{FF2B5EF4-FFF2-40B4-BE49-F238E27FC236}">
                    <a16:creationId xmlns:a16="http://schemas.microsoft.com/office/drawing/2014/main" id="{1F35978B-1919-B904-D1B7-2D39D96B128C}"/>
                  </a:ext>
                </a:extLst>
              </p:cNvPr>
              <p:cNvSpPr>
                <a:spLocks/>
              </p:cNvSpPr>
              <p:nvPr/>
            </p:nvSpPr>
            <p:spPr bwMode="auto">
              <a:xfrm rot="2419960">
                <a:off x="2405027" y="3801694"/>
                <a:ext cx="2662209" cy="2259696"/>
              </a:xfrm>
              <a:custGeom>
                <a:avLst/>
                <a:gdLst>
                  <a:gd name="T0" fmla="*/ 1353 w 1605"/>
                  <a:gd name="T1" fmla="*/ 247 h 1366"/>
                  <a:gd name="T2" fmla="*/ 1145 w 1605"/>
                  <a:gd name="T3" fmla="*/ 0 h 1366"/>
                  <a:gd name="T4" fmla="*/ 252 w 1605"/>
                  <a:gd name="T5" fmla="*/ 905 h 1366"/>
                  <a:gd name="T6" fmla="*/ 0 w 1605"/>
                  <a:gd name="T7" fmla="*/ 1116 h 1366"/>
                  <a:gd name="T8" fmla="*/ 210 w 1605"/>
                  <a:gd name="T9" fmla="*/ 1366 h 1366"/>
                  <a:gd name="T10" fmla="*/ 224 w 1605"/>
                  <a:gd name="T11" fmla="*/ 1366 h 1366"/>
                  <a:gd name="T12" fmla="*/ 1605 w 1605"/>
                  <a:gd name="T13" fmla="*/ 35 h 1366"/>
                  <a:gd name="T14" fmla="*/ 1353 w 1605"/>
                  <a:gd name="T15" fmla="*/ 247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5" h="1366">
                    <a:moveTo>
                      <a:pt x="1353" y="247"/>
                    </a:moveTo>
                    <a:cubicBezTo>
                      <a:pt x="1145" y="0"/>
                      <a:pt x="1145" y="0"/>
                      <a:pt x="1145" y="0"/>
                    </a:cubicBezTo>
                    <a:cubicBezTo>
                      <a:pt x="1137" y="492"/>
                      <a:pt x="743" y="890"/>
                      <a:pt x="252" y="905"/>
                    </a:cubicBezTo>
                    <a:cubicBezTo>
                      <a:pt x="0" y="1116"/>
                      <a:pt x="0" y="1116"/>
                      <a:pt x="0" y="1116"/>
                    </a:cubicBezTo>
                    <a:cubicBezTo>
                      <a:pt x="210" y="1366"/>
                      <a:pt x="210" y="1366"/>
                      <a:pt x="210" y="1366"/>
                    </a:cubicBezTo>
                    <a:cubicBezTo>
                      <a:pt x="214" y="1366"/>
                      <a:pt x="219" y="1366"/>
                      <a:pt x="224" y="1366"/>
                    </a:cubicBezTo>
                    <a:cubicBezTo>
                      <a:pt x="970" y="1366"/>
                      <a:pt x="1578" y="775"/>
                      <a:pt x="1605" y="35"/>
                    </a:cubicBezTo>
                    <a:lnTo>
                      <a:pt x="1353" y="247"/>
                    </a:lnTo>
                    <a:close/>
                  </a:path>
                </a:pathLst>
              </a:custGeom>
              <a:solidFill>
                <a:schemeClr val="accent1">
                  <a:lumMod val="60000"/>
                  <a:lumOff val="40000"/>
                </a:schemeClr>
              </a:solidFill>
              <a:ln w="38100">
                <a:noFill/>
                <a:round/>
                <a:headEnd/>
                <a:tailEnd/>
              </a:ln>
            </p:spPr>
            <p:txBody>
              <a:bodyPr vert="horz" wrap="square" lIns="91440" tIns="45720" rIns="91440" bIns="45720" numCol="1" anchor="t" anchorCtr="0" compatLnSpc="1">
                <a:prstTxWarp prst="textNoShape">
                  <a:avLst/>
                </a:prstTxWarp>
              </a:bodyPr>
              <a:lstStyle/>
              <a:p>
                <a:endParaRPr lang="en-US" sz="1200" kern="0">
                  <a:solidFill>
                    <a:sysClr val="windowText" lastClr="000000"/>
                  </a:solidFill>
                </a:endParaRPr>
              </a:p>
            </p:txBody>
          </p:sp>
        </p:grpSp>
        <p:sp>
          <p:nvSpPr>
            <p:cNvPr id="242" name="Oval 20">
              <a:extLst>
                <a:ext uri="{FF2B5EF4-FFF2-40B4-BE49-F238E27FC236}">
                  <a16:creationId xmlns:a16="http://schemas.microsoft.com/office/drawing/2014/main" id="{B65E14B4-1AF3-F4C1-C33A-39F4B5EA079B}"/>
                </a:ext>
              </a:extLst>
            </p:cNvPr>
            <p:cNvSpPr>
              <a:spLocks noChangeArrowheads="1"/>
            </p:cNvSpPr>
            <p:nvPr/>
          </p:nvSpPr>
          <p:spPr bwMode="auto">
            <a:xfrm>
              <a:off x="9738141" y="4862336"/>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1</a:t>
              </a:r>
            </a:p>
          </p:txBody>
        </p:sp>
        <p:sp>
          <p:nvSpPr>
            <p:cNvPr id="243" name="Oval 20">
              <a:extLst>
                <a:ext uri="{FF2B5EF4-FFF2-40B4-BE49-F238E27FC236}">
                  <a16:creationId xmlns:a16="http://schemas.microsoft.com/office/drawing/2014/main" id="{DE690FF4-4442-1BC9-721F-06F793474F37}"/>
                </a:ext>
              </a:extLst>
            </p:cNvPr>
            <p:cNvSpPr>
              <a:spLocks noChangeArrowheads="1"/>
            </p:cNvSpPr>
            <p:nvPr/>
          </p:nvSpPr>
          <p:spPr bwMode="auto">
            <a:xfrm>
              <a:off x="10260391" y="5321367"/>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2</a:t>
              </a:r>
            </a:p>
          </p:txBody>
        </p:sp>
        <p:sp>
          <p:nvSpPr>
            <p:cNvPr id="244" name="Oval 20">
              <a:extLst>
                <a:ext uri="{FF2B5EF4-FFF2-40B4-BE49-F238E27FC236}">
                  <a16:creationId xmlns:a16="http://schemas.microsoft.com/office/drawing/2014/main" id="{7745C054-9896-20ED-B55E-83C76A839895}"/>
                </a:ext>
              </a:extLst>
            </p:cNvPr>
            <p:cNvSpPr>
              <a:spLocks noChangeArrowheads="1"/>
            </p:cNvSpPr>
            <p:nvPr/>
          </p:nvSpPr>
          <p:spPr bwMode="auto">
            <a:xfrm>
              <a:off x="9768115" y="5903912"/>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3</a:t>
              </a:r>
            </a:p>
          </p:txBody>
        </p:sp>
        <p:sp>
          <p:nvSpPr>
            <p:cNvPr id="245" name="Oval 20">
              <a:extLst>
                <a:ext uri="{FF2B5EF4-FFF2-40B4-BE49-F238E27FC236}">
                  <a16:creationId xmlns:a16="http://schemas.microsoft.com/office/drawing/2014/main" id="{6E8834AF-5FCF-7AE0-81D7-BE78E3130660}"/>
                </a:ext>
              </a:extLst>
            </p:cNvPr>
            <p:cNvSpPr>
              <a:spLocks noChangeArrowheads="1"/>
            </p:cNvSpPr>
            <p:nvPr/>
          </p:nvSpPr>
          <p:spPr bwMode="auto">
            <a:xfrm>
              <a:off x="9241168" y="5380996"/>
              <a:ext cx="193857" cy="197776"/>
            </a:xfrm>
            <a:prstGeom prst="ellipse">
              <a:avLst/>
            </a:prstGeom>
            <a:solidFill>
              <a:schemeClr val="accent1">
                <a:lumMod val="20000"/>
                <a:lumOff val="80000"/>
              </a:schemeClr>
            </a:solidFill>
            <a:ln>
              <a:noFill/>
            </a:ln>
          </p:spPr>
          <p:txBody>
            <a:bodyPr vert="horz" wrap="square" lIns="0" tIns="0" rIns="0" bIns="0" numCol="1" anchor="ctr" anchorCtr="0" compatLnSpc="1">
              <a:prstTxWarp prst="textNoShape">
                <a:avLst/>
              </a:prstTxWarp>
            </a:bodyPr>
            <a:lstStyle/>
            <a:p>
              <a:pPr algn="ctr"/>
              <a:r>
                <a:rPr lang="en-US" sz="700">
                  <a:solidFill>
                    <a:schemeClr val="bg2">
                      <a:lumMod val="25000"/>
                    </a:schemeClr>
                  </a:solidFill>
                  <a:latin typeface="Calibri" panose="020F0502020204030204" pitchFamily="34" charset="0"/>
                  <a:cs typeface="Calibri" panose="020F0502020204030204" pitchFamily="34" charset="0"/>
                </a:rPr>
                <a:t>4</a:t>
              </a:r>
            </a:p>
          </p:txBody>
        </p:sp>
        <p:sp>
          <p:nvSpPr>
            <p:cNvPr id="246" name="TextBox 245">
              <a:extLst>
                <a:ext uri="{FF2B5EF4-FFF2-40B4-BE49-F238E27FC236}">
                  <a16:creationId xmlns:a16="http://schemas.microsoft.com/office/drawing/2014/main" id="{2EE4D4EA-345A-12D2-C08B-C900EFBA451F}"/>
                </a:ext>
              </a:extLst>
            </p:cNvPr>
            <p:cNvSpPr txBox="1"/>
            <p:nvPr/>
          </p:nvSpPr>
          <p:spPr>
            <a:xfrm>
              <a:off x="10814756" y="6502400"/>
              <a:ext cx="184731" cy="369332"/>
            </a:xfrm>
            <a:prstGeom prst="rect">
              <a:avLst/>
            </a:prstGeom>
            <a:noFill/>
          </p:spPr>
          <p:txBody>
            <a:bodyPr wrap="none" rtlCol="0">
              <a:spAutoFit/>
            </a:bodyPr>
            <a:lstStyle/>
            <a:p>
              <a:endParaRPr lang="en-US"/>
            </a:p>
          </p:txBody>
        </p:sp>
      </p:grpSp>
      <p:sp>
        <p:nvSpPr>
          <p:cNvPr id="251" name="TextBox 250">
            <a:extLst>
              <a:ext uri="{FF2B5EF4-FFF2-40B4-BE49-F238E27FC236}">
                <a16:creationId xmlns:a16="http://schemas.microsoft.com/office/drawing/2014/main" id="{A47407E8-EF56-1892-7F21-052970A5C712}"/>
              </a:ext>
            </a:extLst>
          </p:cNvPr>
          <p:cNvSpPr txBox="1"/>
          <p:nvPr/>
        </p:nvSpPr>
        <p:spPr>
          <a:xfrm>
            <a:off x="9254775" y="5186087"/>
            <a:ext cx="643125" cy="338554"/>
          </a:xfrm>
          <a:prstGeom prst="rect">
            <a:avLst/>
          </a:prstGeom>
          <a:noFill/>
        </p:spPr>
        <p:txBody>
          <a:bodyPr wrap="none" rtlCol="0">
            <a:spAutoFit/>
          </a:bodyPr>
          <a:lstStyle/>
          <a:p>
            <a:pPr algn="ctr"/>
            <a:r>
              <a:rPr lang="en-US" sz="800">
                <a:solidFill>
                  <a:schemeClr val="bg2">
                    <a:lumMod val="50000"/>
                  </a:schemeClr>
                </a:solidFill>
              </a:rPr>
              <a:t>Leadership</a:t>
            </a:r>
          </a:p>
          <a:p>
            <a:pPr algn="ctr"/>
            <a:r>
              <a:rPr lang="en-US" sz="800">
                <a:solidFill>
                  <a:schemeClr val="bg2">
                    <a:lumMod val="50000"/>
                  </a:schemeClr>
                </a:solidFill>
              </a:rPr>
              <a:t>Playbook</a:t>
            </a:r>
          </a:p>
        </p:txBody>
      </p:sp>
      <p:sp>
        <p:nvSpPr>
          <p:cNvPr id="252" name="TextBox 251">
            <a:extLst>
              <a:ext uri="{FF2B5EF4-FFF2-40B4-BE49-F238E27FC236}">
                <a16:creationId xmlns:a16="http://schemas.microsoft.com/office/drawing/2014/main" id="{B9FCDEAD-215F-30D7-2A14-EC0D0FCEDEFF}"/>
              </a:ext>
            </a:extLst>
          </p:cNvPr>
          <p:cNvSpPr txBox="1"/>
          <p:nvPr/>
        </p:nvSpPr>
        <p:spPr>
          <a:xfrm>
            <a:off x="10029177" y="4872912"/>
            <a:ext cx="2043317" cy="1015663"/>
          </a:xfrm>
          <a:prstGeom prst="rect">
            <a:avLst/>
          </a:prstGeom>
          <a:noFill/>
        </p:spPr>
        <p:txBody>
          <a:bodyPr wrap="square" rtlCol="0">
            <a:spAutoFit/>
          </a:bodyPr>
          <a:lstStyle/>
          <a:p>
            <a:pPr marL="228600" indent="-228600">
              <a:buAutoNum type="arabicPeriod"/>
            </a:pPr>
            <a:r>
              <a:rPr lang="en-US" sz="1200"/>
              <a:t>Enforce standards battle</a:t>
            </a:r>
          </a:p>
          <a:p>
            <a:pPr marL="228600" indent="-228600">
              <a:buAutoNum type="arabicPeriod"/>
            </a:pPr>
            <a:r>
              <a:rPr lang="en-US" sz="1200"/>
              <a:t>Establish virtuous cycle</a:t>
            </a:r>
          </a:p>
          <a:p>
            <a:pPr marL="228600" indent="-228600">
              <a:buAutoNum type="arabicPeriod"/>
            </a:pPr>
            <a:r>
              <a:rPr lang="en-US" sz="1200"/>
              <a:t>Break performance barriers</a:t>
            </a:r>
          </a:p>
          <a:p>
            <a:pPr marL="228600" indent="-228600">
              <a:buAutoNum type="arabicPeriod"/>
            </a:pPr>
            <a:r>
              <a:rPr lang="en-US" sz="1200"/>
              <a:t>Reinforce market shaping </a:t>
            </a:r>
          </a:p>
        </p:txBody>
      </p:sp>
      <p:grpSp>
        <p:nvGrpSpPr>
          <p:cNvPr id="31" name="Group 30">
            <a:extLst>
              <a:ext uri="{FF2B5EF4-FFF2-40B4-BE49-F238E27FC236}">
                <a16:creationId xmlns:a16="http://schemas.microsoft.com/office/drawing/2014/main" id="{D82DAE6B-A6FF-6555-47D3-A86E67A14932}"/>
              </a:ext>
            </a:extLst>
          </p:cNvPr>
          <p:cNvGrpSpPr/>
          <p:nvPr/>
        </p:nvGrpSpPr>
        <p:grpSpPr>
          <a:xfrm>
            <a:off x="166642" y="816983"/>
            <a:ext cx="8766313" cy="1052451"/>
            <a:chOff x="487627" y="3138827"/>
            <a:chExt cx="8766313" cy="1052451"/>
          </a:xfrm>
        </p:grpSpPr>
        <p:grpSp>
          <p:nvGrpSpPr>
            <p:cNvPr id="32" name="Group 31">
              <a:extLst>
                <a:ext uri="{FF2B5EF4-FFF2-40B4-BE49-F238E27FC236}">
                  <a16:creationId xmlns:a16="http://schemas.microsoft.com/office/drawing/2014/main" id="{B8AD7C2C-7CB4-2D07-186A-30BC241B856E}"/>
                </a:ext>
              </a:extLst>
            </p:cNvPr>
            <p:cNvGrpSpPr/>
            <p:nvPr/>
          </p:nvGrpSpPr>
          <p:grpSpPr>
            <a:xfrm>
              <a:off x="3153538" y="3163057"/>
              <a:ext cx="475546" cy="165331"/>
              <a:chOff x="3355600" y="3050369"/>
              <a:chExt cx="475546" cy="165331"/>
            </a:xfrm>
          </p:grpSpPr>
          <p:sp>
            <p:nvSpPr>
              <p:cNvPr id="123" name="Left Brace 122">
                <a:extLst>
                  <a:ext uri="{FF2B5EF4-FFF2-40B4-BE49-F238E27FC236}">
                    <a16:creationId xmlns:a16="http://schemas.microsoft.com/office/drawing/2014/main" id="{E4926293-6D2D-3BA4-FB8A-DB6CE2F6BC23}"/>
                  </a:ext>
                </a:extLst>
              </p:cNvPr>
              <p:cNvSpPr/>
              <p:nvPr/>
            </p:nvSpPr>
            <p:spPr>
              <a:xfrm rot="5400000">
                <a:off x="3553141" y="2878857"/>
                <a:ext cx="80463" cy="475546"/>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124" name="Oval 123">
                <a:extLst>
                  <a:ext uri="{FF2B5EF4-FFF2-40B4-BE49-F238E27FC236}">
                    <a16:creationId xmlns:a16="http://schemas.microsoft.com/office/drawing/2014/main" id="{83395C6B-028A-99FC-79DE-52B59A6897FE}"/>
                  </a:ext>
                </a:extLst>
              </p:cNvPr>
              <p:cNvSpPr/>
              <p:nvPr/>
            </p:nvSpPr>
            <p:spPr>
              <a:xfrm>
                <a:off x="3382150" y="3050369"/>
                <a:ext cx="165331" cy="165331"/>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a:t>B</a:t>
                </a:r>
              </a:p>
            </p:txBody>
          </p:sp>
        </p:grpSp>
        <p:grpSp>
          <p:nvGrpSpPr>
            <p:cNvPr id="33" name="Group 32">
              <a:extLst>
                <a:ext uri="{FF2B5EF4-FFF2-40B4-BE49-F238E27FC236}">
                  <a16:creationId xmlns:a16="http://schemas.microsoft.com/office/drawing/2014/main" id="{2D26CC29-C39F-A6B3-368C-5758DCBE6F0E}"/>
                </a:ext>
              </a:extLst>
            </p:cNvPr>
            <p:cNvGrpSpPr/>
            <p:nvPr/>
          </p:nvGrpSpPr>
          <p:grpSpPr>
            <a:xfrm>
              <a:off x="1468578" y="3162961"/>
              <a:ext cx="1645136" cy="165331"/>
              <a:chOff x="1619840" y="3050273"/>
              <a:chExt cx="1645136" cy="165331"/>
            </a:xfrm>
          </p:grpSpPr>
          <p:sp>
            <p:nvSpPr>
              <p:cNvPr id="108" name="Left Brace 107">
                <a:extLst>
                  <a:ext uri="{FF2B5EF4-FFF2-40B4-BE49-F238E27FC236}">
                    <a16:creationId xmlns:a16="http://schemas.microsoft.com/office/drawing/2014/main" id="{4B18359E-61BB-B618-4DBB-1E6C80521599}"/>
                  </a:ext>
                </a:extLst>
              </p:cNvPr>
              <p:cNvSpPr/>
              <p:nvPr/>
            </p:nvSpPr>
            <p:spPr>
              <a:xfrm rot="5400000">
                <a:off x="2402177" y="2292476"/>
                <a:ext cx="80462" cy="1645136"/>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121" name="Oval 120">
                <a:extLst>
                  <a:ext uri="{FF2B5EF4-FFF2-40B4-BE49-F238E27FC236}">
                    <a16:creationId xmlns:a16="http://schemas.microsoft.com/office/drawing/2014/main" id="{F564462A-8D3B-C032-ED62-CE89E68C6B19}"/>
                  </a:ext>
                </a:extLst>
              </p:cNvPr>
              <p:cNvSpPr/>
              <p:nvPr/>
            </p:nvSpPr>
            <p:spPr>
              <a:xfrm>
                <a:off x="2191019" y="3050273"/>
                <a:ext cx="165331" cy="165331"/>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a:t>A</a:t>
                </a:r>
              </a:p>
            </p:txBody>
          </p:sp>
        </p:grpSp>
        <p:grpSp>
          <p:nvGrpSpPr>
            <p:cNvPr id="34" name="Group 33">
              <a:extLst>
                <a:ext uri="{FF2B5EF4-FFF2-40B4-BE49-F238E27FC236}">
                  <a16:creationId xmlns:a16="http://schemas.microsoft.com/office/drawing/2014/main" id="{B351598F-2D5A-CEA5-A46B-620007420549}"/>
                </a:ext>
              </a:extLst>
            </p:cNvPr>
            <p:cNvGrpSpPr/>
            <p:nvPr/>
          </p:nvGrpSpPr>
          <p:grpSpPr>
            <a:xfrm>
              <a:off x="3689024" y="3162961"/>
              <a:ext cx="1985116" cy="165331"/>
              <a:chOff x="3878386" y="3050273"/>
              <a:chExt cx="1985116" cy="165331"/>
            </a:xfrm>
          </p:grpSpPr>
          <p:sp>
            <p:nvSpPr>
              <p:cNvPr id="102" name="Left Brace 101">
                <a:extLst>
                  <a:ext uri="{FF2B5EF4-FFF2-40B4-BE49-F238E27FC236}">
                    <a16:creationId xmlns:a16="http://schemas.microsoft.com/office/drawing/2014/main" id="{A9CD59D9-24ED-03BC-0EF1-86C999F5D81E}"/>
                  </a:ext>
                </a:extLst>
              </p:cNvPr>
              <p:cNvSpPr/>
              <p:nvPr/>
            </p:nvSpPr>
            <p:spPr>
              <a:xfrm rot="5400000">
                <a:off x="4831344" y="2120648"/>
                <a:ext cx="79200" cy="1985116"/>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103" name="Oval 102">
                <a:extLst>
                  <a:ext uri="{FF2B5EF4-FFF2-40B4-BE49-F238E27FC236}">
                    <a16:creationId xmlns:a16="http://schemas.microsoft.com/office/drawing/2014/main" id="{4D96B8D8-6ACD-48BB-5341-D4FF3E13B0E4}"/>
                  </a:ext>
                </a:extLst>
              </p:cNvPr>
              <p:cNvSpPr/>
              <p:nvPr/>
            </p:nvSpPr>
            <p:spPr>
              <a:xfrm>
                <a:off x="5448077" y="3050273"/>
                <a:ext cx="165331" cy="165331"/>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a:t>C</a:t>
                </a:r>
              </a:p>
            </p:txBody>
          </p:sp>
        </p:grpSp>
        <p:grpSp>
          <p:nvGrpSpPr>
            <p:cNvPr id="35" name="Group 34">
              <a:extLst>
                <a:ext uri="{FF2B5EF4-FFF2-40B4-BE49-F238E27FC236}">
                  <a16:creationId xmlns:a16="http://schemas.microsoft.com/office/drawing/2014/main" id="{894E5AAD-8F00-FEE4-1A1D-A9236A830AF1}"/>
                </a:ext>
              </a:extLst>
            </p:cNvPr>
            <p:cNvGrpSpPr/>
            <p:nvPr/>
          </p:nvGrpSpPr>
          <p:grpSpPr>
            <a:xfrm>
              <a:off x="5755368" y="3167639"/>
              <a:ext cx="1985115" cy="165331"/>
              <a:chOff x="5944730" y="3054951"/>
              <a:chExt cx="1985115" cy="165331"/>
            </a:xfrm>
          </p:grpSpPr>
          <p:sp>
            <p:nvSpPr>
              <p:cNvPr id="100" name="Left Brace 99">
                <a:extLst>
                  <a:ext uri="{FF2B5EF4-FFF2-40B4-BE49-F238E27FC236}">
                    <a16:creationId xmlns:a16="http://schemas.microsoft.com/office/drawing/2014/main" id="{CBA8A8A2-93CC-BA96-87DE-29FBBDFC7A46}"/>
                  </a:ext>
                </a:extLst>
              </p:cNvPr>
              <p:cNvSpPr/>
              <p:nvPr/>
            </p:nvSpPr>
            <p:spPr>
              <a:xfrm rot="5400000">
                <a:off x="6897688" y="2121973"/>
                <a:ext cx="79200" cy="1985115"/>
              </a:xfrm>
              <a:prstGeom prst="leftBrace">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101" name="Oval 100">
                <a:extLst>
                  <a:ext uri="{FF2B5EF4-FFF2-40B4-BE49-F238E27FC236}">
                    <a16:creationId xmlns:a16="http://schemas.microsoft.com/office/drawing/2014/main" id="{A3860C80-7128-2F7B-4879-B08418A5CB44}"/>
                  </a:ext>
                </a:extLst>
              </p:cNvPr>
              <p:cNvSpPr/>
              <p:nvPr/>
            </p:nvSpPr>
            <p:spPr>
              <a:xfrm>
                <a:off x="6066179" y="3054951"/>
                <a:ext cx="165331" cy="165331"/>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a:t>D</a:t>
                </a:r>
              </a:p>
            </p:txBody>
          </p:sp>
        </p:grpSp>
        <p:sp>
          <p:nvSpPr>
            <p:cNvPr id="36" name="TextBox 35">
              <a:extLst>
                <a:ext uri="{FF2B5EF4-FFF2-40B4-BE49-F238E27FC236}">
                  <a16:creationId xmlns:a16="http://schemas.microsoft.com/office/drawing/2014/main" id="{56F8F18D-D8CE-E2C4-9D05-EC0747150034}"/>
                </a:ext>
              </a:extLst>
            </p:cNvPr>
            <p:cNvSpPr txBox="1"/>
            <p:nvPr/>
          </p:nvSpPr>
          <p:spPr>
            <a:xfrm>
              <a:off x="1515649" y="3675862"/>
              <a:ext cx="278970" cy="138499"/>
            </a:xfrm>
            <a:prstGeom prst="rect">
              <a:avLst/>
            </a:prstGeom>
            <a:noFill/>
          </p:spPr>
          <p:txBody>
            <a:bodyPr wrap="square" lIns="0" tIns="0" rIns="0" bIns="0" rtlCol="0">
              <a:spAutoFit/>
            </a:bodyPr>
            <a:lstStyle/>
            <a:p>
              <a:r>
                <a:rPr lang="en-US" sz="900"/>
                <a:t>Seller</a:t>
              </a:r>
            </a:p>
          </p:txBody>
        </p:sp>
        <p:cxnSp>
          <p:nvCxnSpPr>
            <p:cNvPr id="37" name="Straight Arrow Connector 36">
              <a:extLst>
                <a:ext uri="{FF2B5EF4-FFF2-40B4-BE49-F238E27FC236}">
                  <a16:creationId xmlns:a16="http://schemas.microsoft.com/office/drawing/2014/main" id="{99F911AD-7E50-894C-840F-77E1F67E7166}"/>
                </a:ext>
              </a:extLst>
            </p:cNvPr>
            <p:cNvCxnSpPr>
              <a:cxnSpLocks/>
            </p:cNvCxnSpPr>
            <p:nvPr/>
          </p:nvCxnSpPr>
          <p:spPr>
            <a:xfrm>
              <a:off x="1791658" y="4001017"/>
              <a:ext cx="206289" cy="0"/>
            </a:xfrm>
            <a:prstGeom prst="straightConnector1">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grpSp>
          <p:nvGrpSpPr>
            <p:cNvPr id="38" name="Group 37">
              <a:extLst>
                <a:ext uri="{FF2B5EF4-FFF2-40B4-BE49-F238E27FC236}">
                  <a16:creationId xmlns:a16="http://schemas.microsoft.com/office/drawing/2014/main" id="{5779AA03-CF47-EFDC-ABB2-A2E5C2C07AA5}"/>
                </a:ext>
              </a:extLst>
            </p:cNvPr>
            <p:cNvGrpSpPr/>
            <p:nvPr/>
          </p:nvGrpSpPr>
          <p:grpSpPr>
            <a:xfrm>
              <a:off x="2936176" y="3338528"/>
              <a:ext cx="610370" cy="506751"/>
              <a:chOff x="3233382" y="3225840"/>
              <a:chExt cx="610370" cy="506751"/>
            </a:xfrm>
          </p:grpSpPr>
          <p:pic>
            <p:nvPicPr>
              <p:cNvPr id="98" name="Graphic 97" descr="Warehouse with solid fill">
                <a:extLst>
                  <a:ext uri="{FF2B5EF4-FFF2-40B4-BE49-F238E27FC236}">
                    <a16:creationId xmlns:a16="http://schemas.microsoft.com/office/drawing/2014/main" id="{1F2A5B5B-0447-8B30-FB38-44A2C835F969}"/>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3233382" y="3252261"/>
                <a:ext cx="480330" cy="480330"/>
              </a:xfrm>
              <a:prstGeom prst="rect">
                <a:avLst/>
              </a:prstGeom>
            </p:spPr>
          </p:pic>
          <p:sp>
            <p:nvSpPr>
              <p:cNvPr id="99" name="TextBox 98">
                <a:extLst>
                  <a:ext uri="{FF2B5EF4-FFF2-40B4-BE49-F238E27FC236}">
                    <a16:creationId xmlns:a16="http://schemas.microsoft.com/office/drawing/2014/main" id="{72EFAED3-637E-AD60-B513-4FE484A4A4FD}"/>
                  </a:ext>
                </a:extLst>
              </p:cNvPr>
              <p:cNvSpPr txBox="1"/>
              <p:nvPr/>
            </p:nvSpPr>
            <p:spPr>
              <a:xfrm>
                <a:off x="3596699" y="3225840"/>
                <a:ext cx="247053" cy="138499"/>
              </a:xfrm>
              <a:prstGeom prst="rect">
                <a:avLst/>
              </a:prstGeom>
              <a:noFill/>
            </p:spPr>
            <p:txBody>
              <a:bodyPr wrap="square" lIns="0" tIns="0" rIns="0" bIns="0" rtlCol="0">
                <a:spAutoFit/>
              </a:bodyPr>
              <a:lstStyle/>
              <a:p>
                <a:pPr algn="ctr"/>
                <a:r>
                  <a:rPr lang="en-US" sz="900"/>
                  <a:t>Hub</a:t>
                </a:r>
              </a:p>
            </p:txBody>
          </p:sp>
        </p:grpSp>
        <p:sp>
          <p:nvSpPr>
            <p:cNvPr id="39" name="TextBox 38">
              <a:extLst>
                <a:ext uri="{FF2B5EF4-FFF2-40B4-BE49-F238E27FC236}">
                  <a16:creationId xmlns:a16="http://schemas.microsoft.com/office/drawing/2014/main" id="{1A08F62C-A02B-38AA-2788-95D5540C7244}"/>
                </a:ext>
              </a:extLst>
            </p:cNvPr>
            <p:cNvSpPr txBox="1"/>
            <p:nvPr/>
          </p:nvSpPr>
          <p:spPr>
            <a:xfrm>
              <a:off x="2403927" y="4028856"/>
              <a:ext cx="944376" cy="138499"/>
            </a:xfrm>
            <a:prstGeom prst="rect">
              <a:avLst/>
            </a:prstGeom>
            <a:noFill/>
          </p:spPr>
          <p:txBody>
            <a:bodyPr wrap="square" lIns="0" tIns="0" rIns="0" bIns="0" rtlCol="0">
              <a:spAutoFit/>
            </a:bodyPr>
            <a:lstStyle/>
            <a:p>
              <a:pPr algn="ctr"/>
              <a:r>
                <a:rPr lang="en-US" sz="900"/>
                <a:t>Fulfillment Centre</a:t>
              </a:r>
            </a:p>
          </p:txBody>
        </p:sp>
        <p:cxnSp>
          <p:nvCxnSpPr>
            <p:cNvPr id="40" name="Elbow Connector 39">
              <a:extLst>
                <a:ext uri="{FF2B5EF4-FFF2-40B4-BE49-F238E27FC236}">
                  <a16:creationId xmlns:a16="http://schemas.microsoft.com/office/drawing/2014/main" id="{EF47228F-D42D-5A80-DB4A-C36F8CEAE536}"/>
                </a:ext>
              </a:extLst>
            </p:cNvPr>
            <p:cNvCxnSpPr>
              <a:cxnSpLocks/>
            </p:cNvCxnSpPr>
            <p:nvPr/>
          </p:nvCxnSpPr>
          <p:spPr>
            <a:xfrm flipV="1">
              <a:off x="2460927" y="3851082"/>
              <a:ext cx="757005" cy="142268"/>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41" name="Graphic 40" descr="Delivery with solid fill">
              <a:extLst>
                <a:ext uri="{FF2B5EF4-FFF2-40B4-BE49-F238E27FC236}">
                  <a16:creationId xmlns:a16="http://schemas.microsoft.com/office/drawing/2014/main" id="{B2A2E41D-F544-E1B3-AF18-BC77F9A4A1F6}"/>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2681057" y="3788882"/>
              <a:ext cx="219990" cy="219990"/>
            </a:xfrm>
            <a:prstGeom prst="rect">
              <a:avLst/>
            </a:prstGeom>
          </p:spPr>
        </p:pic>
        <p:pic>
          <p:nvPicPr>
            <p:cNvPr id="42" name="Graphic 41" descr="Store with solid fill">
              <a:extLst>
                <a:ext uri="{FF2B5EF4-FFF2-40B4-BE49-F238E27FC236}">
                  <a16:creationId xmlns:a16="http://schemas.microsoft.com/office/drawing/2014/main" id="{CBFCA184-E936-D47A-921B-F3D39E515610}"/>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450767" y="3211173"/>
              <a:ext cx="408721" cy="408721"/>
            </a:xfrm>
            <a:prstGeom prst="rect">
              <a:avLst/>
            </a:prstGeom>
          </p:spPr>
        </p:pic>
        <p:cxnSp>
          <p:nvCxnSpPr>
            <p:cNvPr id="43" name="Elbow Connector 42">
              <a:extLst>
                <a:ext uri="{FF2B5EF4-FFF2-40B4-BE49-F238E27FC236}">
                  <a16:creationId xmlns:a16="http://schemas.microsoft.com/office/drawing/2014/main" id="{DCA50003-6243-4F34-CD21-816186280811}"/>
                </a:ext>
              </a:extLst>
            </p:cNvPr>
            <p:cNvCxnSpPr>
              <a:cxnSpLocks/>
            </p:cNvCxnSpPr>
            <p:nvPr/>
          </p:nvCxnSpPr>
          <p:spPr>
            <a:xfrm>
              <a:off x="1688161" y="3635332"/>
              <a:ext cx="472375" cy="179029"/>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44" name="Elbow Connector 43">
              <a:extLst>
                <a:ext uri="{FF2B5EF4-FFF2-40B4-BE49-F238E27FC236}">
                  <a16:creationId xmlns:a16="http://schemas.microsoft.com/office/drawing/2014/main" id="{509FE569-E875-6F55-2D03-C98FC6B93ADC}"/>
                </a:ext>
              </a:extLst>
            </p:cNvPr>
            <p:cNvCxnSpPr>
              <a:cxnSpLocks/>
              <a:stCxn id="42" idx="3"/>
              <a:endCxn id="98" idx="1"/>
            </p:cNvCxnSpPr>
            <p:nvPr/>
          </p:nvCxnSpPr>
          <p:spPr>
            <a:xfrm>
              <a:off x="1859488" y="3415534"/>
              <a:ext cx="1076688" cy="189580"/>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45" name="Graphic 44" descr="Delivery with solid fill">
              <a:extLst>
                <a:ext uri="{FF2B5EF4-FFF2-40B4-BE49-F238E27FC236}">
                  <a16:creationId xmlns:a16="http://schemas.microsoft.com/office/drawing/2014/main" id="{E444D308-F888-9D1B-3E2A-E2B99C7031A6}"/>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6244188" y="3651059"/>
              <a:ext cx="251075" cy="251075"/>
            </a:xfrm>
            <a:prstGeom prst="rect">
              <a:avLst/>
            </a:prstGeom>
          </p:spPr>
        </p:pic>
        <p:pic>
          <p:nvPicPr>
            <p:cNvPr id="46" name="Graphic 45" descr="Warehouse with solid fill">
              <a:extLst>
                <a:ext uri="{FF2B5EF4-FFF2-40B4-BE49-F238E27FC236}">
                  <a16:creationId xmlns:a16="http://schemas.microsoft.com/office/drawing/2014/main" id="{FE1A86DF-81D9-A986-B09A-AD9FDE6521D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440858" y="3352128"/>
              <a:ext cx="480330" cy="480330"/>
            </a:xfrm>
            <a:prstGeom prst="rect">
              <a:avLst/>
            </a:prstGeom>
          </p:spPr>
        </p:pic>
        <p:cxnSp>
          <p:nvCxnSpPr>
            <p:cNvPr id="47" name="Straight Arrow Connector 46">
              <a:extLst>
                <a:ext uri="{FF2B5EF4-FFF2-40B4-BE49-F238E27FC236}">
                  <a16:creationId xmlns:a16="http://schemas.microsoft.com/office/drawing/2014/main" id="{47A96E34-E163-69BC-0588-ED4ADAA63142}"/>
                </a:ext>
              </a:extLst>
            </p:cNvPr>
            <p:cNvCxnSpPr>
              <a:cxnSpLocks/>
            </p:cNvCxnSpPr>
            <p:nvPr/>
          </p:nvCxnSpPr>
          <p:spPr>
            <a:xfrm>
              <a:off x="5112278" y="3629967"/>
              <a:ext cx="328580" cy="0"/>
            </a:xfrm>
            <a:prstGeom prst="straightConnector1">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sp>
          <p:nvSpPr>
            <p:cNvPr id="48" name="TextBox 47">
              <a:extLst>
                <a:ext uri="{FF2B5EF4-FFF2-40B4-BE49-F238E27FC236}">
                  <a16:creationId xmlns:a16="http://schemas.microsoft.com/office/drawing/2014/main" id="{1917C174-8273-1AE2-97D0-DFC256912212}"/>
                </a:ext>
              </a:extLst>
            </p:cNvPr>
            <p:cNvSpPr txBox="1"/>
            <p:nvPr/>
          </p:nvSpPr>
          <p:spPr>
            <a:xfrm>
              <a:off x="5341191" y="3839620"/>
              <a:ext cx="679663" cy="276999"/>
            </a:xfrm>
            <a:prstGeom prst="rect">
              <a:avLst/>
            </a:prstGeom>
            <a:noFill/>
          </p:spPr>
          <p:txBody>
            <a:bodyPr wrap="square" lIns="0" tIns="0" rIns="0" bIns="0" rtlCol="0">
              <a:spAutoFit/>
            </a:bodyPr>
            <a:lstStyle/>
            <a:p>
              <a:pPr algn="ctr"/>
              <a:r>
                <a:rPr lang="en-US" sz="900"/>
                <a:t>Delivery Centre</a:t>
              </a:r>
            </a:p>
          </p:txBody>
        </p:sp>
        <p:cxnSp>
          <p:nvCxnSpPr>
            <p:cNvPr id="49" name="Straight Arrow Connector 48">
              <a:extLst>
                <a:ext uri="{FF2B5EF4-FFF2-40B4-BE49-F238E27FC236}">
                  <a16:creationId xmlns:a16="http://schemas.microsoft.com/office/drawing/2014/main" id="{F8B4C84A-D23E-2E4F-1830-1226C02D8454}"/>
                </a:ext>
              </a:extLst>
            </p:cNvPr>
            <p:cNvCxnSpPr>
              <a:cxnSpLocks/>
            </p:cNvCxnSpPr>
            <p:nvPr/>
          </p:nvCxnSpPr>
          <p:spPr>
            <a:xfrm>
              <a:off x="5921188" y="3629699"/>
              <a:ext cx="254620" cy="0"/>
            </a:xfrm>
            <a:prstGeom prst="straightConnector1">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50" name="Graphic 49" descr="Home with solid fill">
              <a:extLst>
                <a:ext uri="{FF2B5EF4-FFF2-40B4-BE49-F238E27FC236}">
                  <a16:creationId xmlns:a16="http://schemas.microsoft.com/office/drawing/2014/main" id="{79B6D721-26CA-0353-9513-45F4E2F15564}"/>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6836500" y="3237889"/>
              <a:ext cx="310808" cy="310808"/>
            </a:xfrm>
            <a:prstGeom prst="rect">
              <a:avLst/>
            </a:prstGeom>
          </p:spPr>
        </p:pic>
        <p:pic>
          <p:nvPicPr>
            <p:cNvPr id="51" name="Graphic 50" descr="City with solid fill">
              <a:extLst>
                <a:ext uri="{FF2B5EF4-FFF2-40B4-BE49-F238E27FC236}">
                  <a16:creationId xmlns:a16="http://schemas.microsoft.com/office/drawing/2014/main" id="{67E50B7F-F19B-8349-AF76-B3872743FE7E}"/>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841162" y="3712401"/>
              <a:ext cx="332323" cy="332323"/>
            </a:xfrm>
            <a:prstGeom prst="rect">
              <a:avLst/>
            </a:prstGeom>
          </p:spPr>
        </p:pic>
        <p:sp>
          <p:nvSpPr>
            <p:cNvPr id="52" name="TextBox 51">
              <a:extLst>
                <a:ext uri="{FF2B5EF4-FFF2-40B4-BE49-F238E27FC236}">
                  <a16:creationId xmlns:a16="http://schemas.microsoft.com/office/drawing/2014/main" id="{A574806A-507C-B6E8-09DC-7AD3F088AE2A}"/>
                </a:ext>
              </a:extLst>
            </p:cNvPr>
            <p:cNvSpPr txBox="1"/>
            <p:nvPr/>
          </p:nvSpPr>
          <p:spPr>
            <a:xfrm>
              <a:off x="7124440" y="3352128"/>
              <a:ext cx="679663" cy="138499"/>
            </a:xfrm>
            <a:prstGeom prst="rect">
              <a:avLst/>
            </a:prstGeom>
            <a:noFill/>
          </p:spPr>
          <p:txBody>
            <a:bodyPr wrap="square" lIns="0" tIns="0" rIns="0" bIns="0" rtlCol="0">
              <a:spAutoFit/>
            </a:bodyPr>
            <a:lstStyle/>
            <a:p>
              <a:pPr algn="ctr"/>
              <a:r>
                <a:rPr lang="en-US" sz="900"/>
                <a:t>Household</a:t>
              </a:r>
            </a:p>
          </p:txBody>
        </p:sp>
        <p:sp>
          <p:nvSpPr>
            <p:cNvPr id="53" name="TextBox 52">
              <a:extLst>
                <a:ext uri="{FF2B5EF4-FFF2-40B4-BE49-F238E27FC236}">
                  <a16:creationId xmlns:a16="http://schemas.microsoft.com/office/drawing/2014/main" id="{0E19074E-B78C-EE1A-93FC-0E3C9FBB99F7}"/>
                </a:ext>
              </a:extLst>
            </p:cNvPr>
            <p:cNvSpPr txBox="1"/>
            <p:nvPr/>
          </p:nvSpPr>
          <p:spPr>
            <a:xfrm>
              <a:off x="7165827" y="3842533"/>
              <a:ext cx="679663" cy="138499"/>
            </a:xfrm>
            <a:prstGeom prst="rect">
              <a:avLst/>
            </a:prstGeom>
            <a:noFill/>
          </p:spPr>
          <p:txBody>
            <a:bodyPr wrap="square" lIns="0" tIns="0" rIns="0" bIns="0" rtlCol="0">
              <a:spAutoFit/>
            </a:bodyPr>
            <a:lstStyle/>
            <a:p>
              <a:pPr algn="ctr"/>
              <a:r>
                <a:rPr lang="en-US" sz="900"/>
                <a:t>Enterprise</a:t>
              </a:r>
            </a:p>
          </p:txBody>
        </p:sp>
        <p:cxnSp>
          <p:nvCxnSpPr>
            <p:cNvPr id="54" name="Elbow Connector 53">
              <a:extLst>
                <a:ext uri="{FF2B5EF4-FFF2-40B4-BE49-F238E27FC236}">
                  <a16:creationId xmlns:a16="http://schemas.microsoft.com/office/drawing/2014/main" id="{A674F9D3-82CB-A01B-341E-C488E3827E61}"/>
                </a:ext>
              </a:extLst>
            </p:cNvPr>
            <p:cNvCxnSpPr>
              <a:cxnSpLocks/>
              <a:endCxn id="50" idx="1"/>
            </p:cNvCxnSpPr>
            <p:nvPr/>
          </p:nvCxnSpPr>
          <p:spPr>
            <a:xfrm flipV="1">
              <a:off x="6482540" y="3393293"/>
              <a:ext cx="353960" cy="257766"/>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55" name="Elbow Connector 54">
              <a:extLst>
                <a:ext uri="{FF2B5EF4-FFF2-40B4-BE49-F238E27FC236}">
                  <a16:creationId xmlns:a16="http://schemas.microsoft.com/office/drawing/2014/main" id="{999573BD-C514-D172-95D8-ABEC4CA8CE88}"/>
                </a:ext>
              </a:extLst>
            </p:cNvPr>
            <p:cNvCxnSpPr>
              <a:cxnSpLocks/>
              <a:endCxn id="51" idx="1"/>
            </p:cNvCxnSpPr>
            <p:nvPr/>
          </p:nvCxnSpPr>
          <p:spPr>
            <a:xfrm>
              <a:off x="6483379" y="3654229"/>
              <a:ext cx="357783" cy="224334"/>
            </a:xfrm>
            <a:prstGeom prst="bentConnector3">
              <a:avLst>
                <a:gd name="adj1" fmla="val 49817"/>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56" name="Graphic 55" descr="Aeroplane with solid fill">
              <a:extLst>
                <a:ext uri="{FF2B5EF4-FFF2-40B4-BE49-F238E27FC236}">
                  <a16:creationId xmlns:a16="http://schemas.microsoft.com/office/drawing/2014/main" id="{3325E6B6-4D4B-BEDD-EBDD-BCAF31F72BE9}"/>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rot="5400000">
              <a:off x="3926800" y="3734298"/>
              <a:ext cx="372219" cy="372219"/>
            </a:xfrm>
            <a:prstGeom prst="rect">
              <a:avLst/>
            </a:prstGeom>
          </p:spPr>
        </p:pic>
        <p:cxnSp>
          <p:nvCxnSpPr>
            <p:cNvPr id="57" name="Elbow Connector 56">
              <a:extLst>
                <a:ext uri="{FF2B5EF4-FFF2-40B4-BE49-F238E27FC236}">
                  <a16:creationId xmlns:a16="http://schemas.microsoft.com/office/drawing/2014/main" id="{12CEC701-37AB-40A4-FD98-5184AD7BB19A}"/>
                </a:ext>
              </a:extLst>
            </p:cNvPr>
            <p:cNvCxnSpPr>
              <a:cxnSpLocks/>
            </p:cNvCxnSpPr>
            <p:nvPr/>
          </p:nvCxnSpPr>
          <p:spPr>
            <a:xfrm flipV="1">
              <a:off x="3409960" y="3338601"/>
              <a:ext cx="475546" cy="212400"/>
            </a:xfrm>
            <a:prstGeom prst="bentConnector3">
              <a:avLst>
                <a:gd name="adj1" fmla="val 50000"/>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58" name="Elbow Connector 57">
              <a:extLst>
                <a:ext uri="{FF2B5EF4-FFF2-40B4-BE49-F238E27FC236}">
                  <a16:creationId xmlns:a16="http://schemas.microsoft.com/office/drawing/2014/main" id="{370CFA59-5CEB-6BFB-F034-87521ED181B7}"/>
                </a:ext>
              </a:extLst>
            </p:cNvPr>
            <p:cNvCxnSpPr>
              <a:cxnSpLocks/>
              <a:stCxn id="98" idx="3"/>
              <a:endCxn id="56" idx="2"/>
            </p:cNvCxnSpPr>
            <p:nvPr/>
          </p:nvCxnSpPr>
          <p:spPr>
            <a:xfrm>
              <a:off x="3416506" y="3605114"/>
              <a:ext cx="510294" cy="315294"/>
            </a:xfrm>
            <a:prstGeom prst="bentConnector3">
              <a:avLst>
                <a:gd name="adj1" fmla="val 44791"/>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pic>
          <p:nvPicPr>
            <p:cNvPr id="59" name="Graphic 58" descr="Warehouse with solid fill">
              <a:extLst>
                <a:ext uri="{FF2B5EF4-FFF2-40B4-BE49-F238E27FC236}">
                  <a16:creationId xmlns:a16="http://schemas.microsoft.com/office/drawing/2014/main" id="{4131EFFA-424E-55D6-FC81-7FDFFD6FB573}"/>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4635930" y="3352128"/>
              <a:ext cx="480330" cy="480330"/>
            </a:xfrm>
            <a:prstGeom prst="rect">
              <a:avLst/>
            </a:prstGeom>
          </p:spPr>
        </p:pic>
        <p:cxnSp>
          <p:nvCxnSpPr>
            <p:cNvPr id="60" name="Elbow Connector 59">
              <a:extLst>
                <a:ext uri="{FF2B5EF4-FFF2-40B4-BE49-F238E27FC236}">
                  <a16:creationId xmlns:a16="http://schemas.microsoft.com/office/drawing/2014/main" id="{F7B1CF99-152D-3A44-5BD1-C10808F61899}"/>
                </a:ext>
              </a:extLst>
            </p:cNvPr>
            <p:cNvCxnSpPr>
              <a:cxnSpLocks/>
              <a:stCxn id="56" idx="0"/>
              <a:endCxn id="59" idx="2"/>
            </p:cNvCxnSpPr>
            <p:nvPr/>
          </p:nvCxnSpPr>
          <p:spPr>
            <a:xfrm flipV="1">
              <a:off x="4299019" y="3832458"/>
              <a:ext cx="577076" cy="87950"/>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cxnSp>
          <p:nvCxnSpPr>
            <p:cNvPr id="61" name="Elbow Connector 60">
              <a:extLst>
                <a:ext uri="{FF2B5EF4-FFF2-40B4-BE49-F238E27FC236}">
                  <a16:creationId xmlns:a16="http://schemas.microsoft.com/office/drawing/2014/main" id="{31C50ACA-AF60-6719-C477-B2EB5E5BA102}"/>
                </a:ext>
              </a:extLst>
            </p:cNvPr>
            <p:cNvCxnSpPr>
              <a:cxnSpLocks/>
            </p:cNvCxnSpPr>
            <p:nvPr/>
          </p:nvCxnSpPr>
          <p:spPr>
            <a:xfrm>
              <a:off x="4382142" y="3314863"/>
              <a:ext cx="503999" cy="86400"/>
            </a:xfrm>
            <a:prstGeom prst="bentConnector2">
              <a:avLst/>
            </a:prstGeom>
            <a:ln w="12700">
              <a:solidFill>
                <a:schemeClr val="bg2">
                  <a:lumMod val="50000"/>
                </a:schemeClr>
              </a:solidFill>
              <a:tailEnd type="triangle" w="sm" len="sm"/>
            </a:ln>
          </p:spPr>
          <p:style>
            <a:lnRef idx="1">
              <a:schemeClr val="dk1"/>
            </a:lnRef>
            <a:fillRef idx="0">
              <a:schemeClr val="dk1"/>
            </a:fillRef>
            <a:effectRef idx="0">
              <a:schemeClr val="dk1"/>
            </a:effectRef>
            <a:fontRef idx="minor">
              <a:schemeClr val="tx1"/>
            </a:fontRef>
          </p:style>
        </p:cxnSp>
        <p:sp>
          <p:nvSpPr>
            <p:cNvPr id="62" name="TextBox 61">
              <a:extLst>
                <a:ext uri="{FF2B5EF4-FFF2-40B4-BE49-F238E27FC236}">
                  <a16:creationId xmlns:a16="http://schemas.microsoft.com/office/drawing/2014/main" id="{9BD1F561-EF2F-8D14-4ADC-C82FF2DEAE65}"/>
                </a:ext>
              </a:extLst>
            </p:cNvPr>
            <p:cNvSpPr txBox="1"/>
            <p:nvPr/>
          </p:nvSpPr>
          <p:spPr>
            <a:xfrm>
              <a:off x="4962541" y="3305577"/>
              <a:ext cx="247053" cy="138499"/>
            </a:xfrm>
            <a:prstGeom prst="rect">
              <a:avLst/>
            </a:prstGeom>
            <a:noFill/>
          </p:spPr>
          <p:txBody>
            <a:bodyPr wrap="square" lIns="0" tIns="0" rIns="0" bIns="0" rtlCol="0">
              <a:spAutoFit/>
            </a:bodyPr>
            <a:lstStyle/>
            <a:p>
              <a:pPr algn="ctr"/>
              <a:r>
                <a:rPr lang="en-US" sz="900"/>
                <a:t>Hub</a:t>
              </a:r>
            </a:p>
          </p:txBody>
        </p:sp>
        <p:cxnSp>
          <p:nvCxnSpPr>
            <p:cNvPr id="63" name="Straight Arrow Connector 62">
              <a:extLst>
                <a:ext uri="{FF2B5EF4-FFF2-40B4-BE49-F238E27FC236}">
                  <a16:creationId xmlns:a16="http://schemas.microsoft.com/office/drawing/2014/main" id="{C6A4C20D-C58A-2D57-568A-938B26CA1355}"/>
                </a:ext>
              </a:extLst>
            </p:cNvPr>
            <p:cNvCxnSpPr>
              <a:cxnSpLocks/>
            </p:cNvCxnSpPr>
            <p:nvPr/>
          </p:nvCxnSpPr>
          <p:spPr>
            <a:xfrm>
              <a:off x="3926800" y="3517956"/>
              <a:ext cx="0" cy="296405"/>
            </a:xfrm>
            <a:prstGeom prst="straightConnector1">
              <a:avLst/>
            </a:prstGeom>
            <a:ln w="12700">
              <a:solidFill>
                <a:schemeClr val="bg2">
                  <a:lumMod val="50000"/>
                </a:schemeClr>
              </a:solidFill>
              <a:headEnd type="triangle" w="sm" len="sm"/>
              <a:tailEnd type="triangle" w="sm" len="sm"/>
            </a:ln>
          </p:spPr>
          <p:style>
            <a:lnRef idx="1">
              <a:schemeClr val="dk1"/>
            </a:lnRef>
            <a:fillRef idx="0">
              <a:schemeClr val="dk1"/>
            </a:fillRef>
            <a:effectRef idx="0">
              <a:schemeClr val="dk1"/>
            </a:effectRef>
            <a:fontRef idx="minor">
              <a:schemeClr val="tx1"/>
            </a:fontRef>
          </p:style>
        </p:cxnSp>
        <p:sp>
          <p:nvSpPr>
            <p:cNvPr id="64" name="TextBox 63">
              <a:extLst>
                <a:ext uri="{FF2B5EF4-FFF2-40B4-BE49-F238E27FC236}">
                  <a16:creationId xmlns:a16="http://schemas.microsoft.com/office/drawing/2014/main" id="{BE4E710F-EC9F-8BCC-F688-4FF145F3B96B}"/>
                </a:ext>
              </a:extLst>
            </p:cNvPr>
            <p:cNvSpPr txBox="1"/>
            <p:nvPr/>
          </p:nvSpPr>
          <p:spPr>
            <a:xfrm>
              <a:off x="3971483" y="3577099"/>
              <a:ext cx="644982" cy="138499"/>
            </a:xfrm>
            <a:prstGeom prst="rect">
              <a:avLst/>
            </a:prstGeom>
            <a:noFill/>
          </p:spPr>
          <p:txBody>
            <a:bodyPr wrap="square" lIns="0" tIns="0" rIns="0" bIns="0" rtlCol="0">
              <a:spAutoFit/>
            </a:bodyPr>
            <a:lstStyle/>
            <a:p>
              <a:pPr algn="ctr"/>
              <a:r>
                <a:rPr lang="en-US" sz="900"/>
                <a:t>Multi-modal</a:t>
              </a:r>
            </a:p>
          </p:txBody>
        </p:sp>
        <p:grpSp>
          <p:nvGrpSpPr>
            <p:cNvPr id="65" name="Group 64">
              <a:extLst>
                <a:ext uri="{FF2B5EF4-FFF2-40B4-BE49-F238E27FC236}">
                  <a16:creationId xmlns:a16="http://schemas.microsoft.com/office/drawing/2014/main" id="{2BA85FE7-CA60-3666-18A8-DA1451457E7C}"/>
                </a:ext>
              </a:extLst>
            </p:cNvPr>
            <p:cNvGrpSpPr/>
            <p:nvPr/>
          </p:nvGrpSpPr>
          <p:grpSpPr>
            <a:xfrm>
              <a:off x="7878470" y="3211173"/>
              <a:ext cx="1298420" cy="932004"/>
              <a:chOff x="8258332" y="3098485"/>
              <a:chExt cx="1298420" cy="932004"/>
            </a:xfrm>
          </p:grpSpPr>
          <p:sp>
            <p:nvSpPr>
              <p:cNvPr id="79" name="Rounded Rectangle 78">
                <a:extLst>
                  <a:ext uri="{FF2B5EF4-FFF2-40B4-BE49-F238E27FC236}">
                    <a16:creationId xmlns:a16="http://schemas.microsoft.com/office/drawing/2014/main" id="{F95705A1-2292-DD50-D4CB-B2E81FBACE41}"/>
                  </a:ext>
                </a:extLst>
              </p:cNvPr>
              <p:cNvSpPr/>
              <p:nvPr/>
            </p:nvSpPr>
            <p:spPr>
              <a:xfrm>
                <a:off x="8490682" y="3098485"/>
                <a:ext cx="1066070" cy="189167"/>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First Mile</a:t>
                </a:r>
              </a:p>
            </p:txBody>
          </p:sp>
          <p:sp>
            <p:nvSpPr>
              <p:cNvPr id="80" name="Rounded Rectangle 79">
                <a:extLst>
                  <a:ext uri="{FF2B5EF4-FFF2-40B4-BE49-F238E27FC236}">
                    <a16:creationId xmlns:a16="http://schemas.microsoft.com/office/drawing/2014/main" id="{2F6502FD-6D09-8B48-65B9-4163CF06026D}"/>
                  </a:ext>
                </a:extLst>
              </p:cNvPr>
              <p:cNvSpPr/>
              <p:nvPr/>
            </p:nvSpPr>
            <p:spPr>
              <a:xfrm>
                <a:off x="8490682" y="3346568"/>
                <a:ext cx="1066070" cy="189167"/>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Sort Action</a:t>
                </a:r>
              </a:p>
            </p:txBody>
          </p:sp>
          <p:sp>
            <p:nvSpPr>
              <p:cNvPr id="81" name="Rounded Rectangle 80">
                <a:extLst>
                  <a:ext uri="{FF2B5EF4-FFF2-40B4-BE49-F238E27FC236}">
                    <a16:creationId xmlns:a16="http://schemas.microsoft.com/office/drawing/2014/main" id="{74B7E1AD-D9D7-34CF-A905-4AF674131719}"/>
                  </a:ext>
                </a:extLst>
              </p:cNvPr>
              <p:cNvSpPr/>
              <p:nvPr/>
            </p:nvSpPr>
            <p:spPr>
              <a:xfrm>
                <a:off x="8490682" y="3590008"/>
                <a:ext cx="1066070" cy="189167"/>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Line Haul</a:t>
                </a:r>
              </a:p>
            </p:txBody>
          </p:sp>
          <p:sp>
            <p:nvSpPr>
              <p:cNvPr id="82" name="Rounded Rectangle 81">
                <a:extLst>
                  <a:ext uri="{FF2B5EF4-FFF2-40B4-BE49-F238E27FC236}">
                    <a16:creationId xmlns:a16="http://schemas.microsoft.com/office/drawing/2014/main" id="{34B68D16-240A-CCEA-5EA8-11FD9CBDBA82}"/>
                  </a:ext>
                </a:extLst>
              </p:cNvPr>
              <p:cNvSpPr/>
              <p:nvPr/>
            </p:nvSpPr>
            <p:spPr>
              <a:xfrm>
                <a:off x="8490682" y="3841322"/>
                <a:ext cx="1066070" cy="189167"/>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t>Last Mile</a:t>
                </a:r>
              </a:p>
            </p:txBody>
          </p:sp>
          <p:sp>
            <p:nvSpPr>
              <p:cNvPr id="83" name="Oval 82">
                <a:extLst>
                  <a:ext uri="{FF2B5EF4-FFF2-40B4-BE49-F238E27FC236}">
                    <a16:creationId xmlns:a16="http://schemas.microsoft.com/office/drawing/2014/main" id="{545D3D9F-EC29-8548-3792-04A6389A55FE}"/>
                  </a:ext>
                </a:extLst>
              </p:cNvPr>
              <p:cNvSpPr/>
              <p:nvPr/>
            </p:nvSpPr>
            <p:spPr>
              <a:xfrm>
                <a:off x="8261545" y="3846853"/>
                <a:ext cx="165331" cy="165331"/>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a:t>D</a:t>
                </a:r>
              </a:p>
            </p:txBody>
          </p:sp>
          <p:sp>
            <p:nvSpPr>
              <p:cNvPr id="84" name="Oval 83">
                <a:extLst>
                  <a:ext uri="{FF2B5EF4-FFF2-40B4-BE49-F238E27FC236}">
                    <a16:creationId xmlns:a16="http://schemas.microsoft.com/office/drawing/2014/main" id="{C16733DD-6BD9-9443-269E-492118E3AE7A}"/>
                  </a:ext>
                </a:extLst>
              </p:cNvPr>
              <p:cNvSpPr/>
              <p:nvPr/>
            </p:nvSpPr>
            <p:spPr>
              <a:xfrm>
                <a:off x="8261544" y="3608373"/>
                <a:ext cx="165331" cy="165331"/>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a:t>C</a:t>
                </a:r>
              </a:p>
            </p:txBody>
          </p:sp>
          <p:sp>
            <p:nvSpPr>
              <p:cNvPr id="85" name="Oval 84">
                <a:extLst>
                  <a:ext uri="{FF2B5EF4-FFF2-40B4-BE49-F238E27FC236}">
                    <a16:creationId xmlns:a16="http://schemas.microsoft.com/office/drawing/2014/main" id="{71656A84-6CF5-5562-5A62-85381F003F32}"/>
                  </a:ext>
                </a:extLst>
              </p:cNvPr>
              <p:cNvSpPr/>
              <p:nvPr/>
            </p:nvSpPr>
            <p:spPr>
              <a:xfrm>
                <a:off x="8261544" y="3357824"/>
                <a:ext cx="165331" cy="165331"/>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a:t>B</a:t>
                </a:r>
              </a:p>
            </p:txBody>
          </p:sp>
          <p:sp>
            <p:nvSpPr>
              <p:cNvPr id="92" name="Oval 91">
                <a:extLst>
                  <a:ext uri="{FF2B5EF4-FFF2-40B4-BE49-F238E27FC236}">
                    <a16:creationId xmlns:a16="http://schemas.microsoft.com/office/drawing/2014/main" id="{84C6ACFA-25E4-7DCB-D56D-01EDF602C6D8}"/>
                  </a:ext>
                </a:extLst>
              </p:cNvPr>
              <p:cNvSpPr/>
              <p:nvPr/>
            </p:nvSpPr>
            <p:spPr>
              <a:xfrm>
                <a:off x="8258332" y="3119898"/>
                <a:ext cx="165331" cy="165331"/>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a:t>A</a:t>
                </a:r>
              </a:p>
            </p:txBody>
          </p:sp>
        </p:grpSp>
        <p:grpSp>
          <p:nvGrpSpPr>
            <p:cNvPr id="66" name="Group 65">
              <a:extLst>
                <a:ext uri="{FF2B5EF4-FFF2-40B4-BE49-F238E27FC236}">
                  <a16:creationId xmlns:a16="http://schemas.microsoft.com/office/drawing/2014/main" id="{EABC77D4-0E12-CF9E-5F3B-F854BED2BFDB}"/>
                </a:ext>
              </a:extLst>
            </p:cNvPr>
            <p:cNvGrpSpPr/>
            <p:nvPr/>
          </p:nvGrpSpPr>
          <p:grpSpPr>
            <a:xfrm>
              <a:off x="6059484" y="3269828"/>
              <a:ext cx="1762228" cy="865260"/>
              <a:chOff x="6248846" y="3157140"/>
              <a:chExt cx="1762228" cy="865260"/>
            </a:xfrm>
          </p:grpSpPr>
          <p:sp>
            <p:nvSpPr>
              <p:cNvPr id="77" name="Rectangle 76">
                <a:extLst>
                  <a:ext uri="{FF2B5EF4-FFF2-40B4-BE49-F238E27FC236}">
                    <a16:creationId xmlns:a16="http://schemas.microsoft.com/office/drawing/2014/main" id="{5415BC1C-1C2A-C959-662D-96989883FB52}"/>
                  </a:ext>
                </a:extLst>
              </p:cNvPr>
              <p:cNvSpPr/>
              <p:nvPr/>
            </p:nvSpPr>
            <p:spPr>
              <a:xfrm>
                <a:off x="6248846" y="3157140"/>
                <a:ext cx="1762228" cy="790451"/>
              </a:xfrm>
              <a:prstGeom prst="rect">
                <a:avLst/>
              </a:prstGeom>
              <a:noFill/>
              <a:ln w="952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ounded Rectangle 77">
                <a:extLst>
                  <a:ext uri="{FF2B5EF4-FFF2-40B4-BE49-F238E27FC236}">
                    <a16:creationId xmlns:a16="http://schemas.microsoft.com/office/drawing/2014/main" id="{A569AACE-955E-43EC-B0C8-31B5BCE8E6C0}"/>
                  </a:ext>
                </a:extLst>
              </p:cNvPr>
              <p:cNvSpPr/>
              <p:nvPr/>
            </p:nvSpPr>
            <p:spPr>
              <a:xfrm>
                <a:off x="6450811" y="3883900"/>
                <a:ext cx="1392557" cy="138500"/>
              </a:xfrm>
              <a:prstGeom prst="round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t>Most Expensive</a:t>
                </a:r>
              </a:p>
            </p:txBody>
          </p:sp>
        </p:grpSp>
        <p:grpSp>
          <p:nvGrpSpPr>
            <p:cNvPr id="67" name="Group 66">
              <a:extLst>
                <a:ext uri="{FF2B5EF4-FFF2-40B4-BE49-F238E27FC236}">
                  <a16:creationId xmlns:a16="http://schemas.microsoft.com/office/drawing/2014/main" id="{C3DDAB45-71DB-1099-E64A-D89D3390C101}"/>
                </a:ext>
              </a:extLst>
            </p:cNvPr>
            <p:cNvGrpSpPr/>
            <p:nvPr/>
          </p:nvGrpSpPr>
          <p:grpSpPr>
            <a:xfrm>
              <a:off x="489626" y="3162961"/>
              <a:ext cx="948658" cy="1004394"/>
              <a:chOff x="869488" y="3135998"/>
              <a:chExt cx="948658" cy="1004394"/>
            </a:xfrm>
          </p:grpSpPr>
          <p:sp>
            <p:nvSpPr>
              <p:cNvPr id="74" name="Rectangle 73">
                <a:extLst>
                  <a:ext uri="{FF2B5EF4-FFF2-40B4-BE49-F238E27FC236}">
                    <a16:creationId xmlns:a16="http://schemas.microsoft.com/office/drawing/2014/main" id="{29EA9023-294E-6B57-8B2D-E7D26C0FD21B}"/>
                  </a:ext>
                </a:extLst>
              </p:cNvPr>
              <p:cNvSpPr/>
              <p:nvPr/>
            </p:nvSpPr>
            <p:spPr>
              <a:xfrm>
                <a:off x="1142908" y="3219396"/>
                <a:ext cx="675238" cy="319339"/>
              </a:xfrm>
              <a:prstGeom prst="rect">
                <a:avLst/>
              </a:prstGeom>
              <a:solidFill>
                <a:schemeClr val="accent1">
                  <a:lumMod val="20000"/>
                  <a:lumOff val="80000"/>
                </a:schemeClr>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900">
                    <a:solidFill>
                      <a:schemeClr val="tx1"/>
                    </a:solidFill>
                  </a:rPr>
                  <a:t>Marketplace </a:t>
                </a:r>
              </a:p>
              <a:p>
                <a:pPr algn="ctr"/>
                <a:r>
                  <a:rPr lang="en-US" sz="900">
                    <a:solidFill>
                      <a:schemeClr val="tx1"/>
                    </a:solidFill>
                  </a:rPr>
                  <a:t>Model</a:t>
                </a:r>
              </a:p>
            </p:txBody>
          </p:sp>
          <p:sp>
            <p:nvSpPr>
              <p:cNvPr id="75" name="Rectangle 74">
                <a:extLst>
                  <a:ext uri="{FF2B5EF4-FFF2-40B4-BE49-F238E27FC236}">
                    <a16:creationId xmlns:a16="http://schemas.microsoft.com/office/drawing/2014/main" id="{D875FFA2-3DD4-51DB-FB91-ACCAFD57C997}"/>
                  </a:ext>
                </a:extLst>
              </p:cNvPr>
              <p:cNvSpPr/>
              <p:nvPr/>
            </p:nvSpPr>
            <p:spPr>
              <a:xfrm>
                <a:off x="1142908" y="3770317"/>
                <a:ext cx="675238" cy="319339"/>
              </a:xfrm>
              <a:prstGeom prst="rect">
                <a:avLst/>
              </a:prstGeom>
              <a:solidFill>
                <a:schemeClr val="accent1">
                  <a:lumMod val="20000"/>
                  <a:lumOff val="80000"/>
                </a:schemeClr>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900">
                    <a:solidFill>
                      <a:schemeClr val="tx1"/>
                    </a:solidFill>
                  </a:rPr>
                  <a:t>Inventory </a:t>
                </a:r>
              </a:p>
              <a:p>
                <a:pPr algn="ctr"/>
                <a:r>
                  <a:rPr lang="en-US" sz="900">
                    <a:solidFill>
                      <a:schemeClr val="tx1"/>
                    </a:solidFill>
                  </a:rPr>
                  <a:t>Model</a:t>
                </a:r>
              </a:p>
            </p:txBody>
          </p:sp>
          <p:sp>
            <p:nvSpPr>
              <p:cNvPr id="76" name="Rectangle 75">
                <a:extLst>
                  <a:ext uri="{FF2B5EF4-FFF2-40B4-BE49-F238E27FC236}">
                    <a16:creationId xmlns:a16="http://schemas.microsoft.com/office/drawing/2014/main" id="{27E45B13-7ABB-A491-F46C-FB07C3E31042}"/>
                  </a:ext>
                </a:extLst>
              </p:cNvPr>
              <p:cNvSpPr/>
              <p:nvPr/>
            </p:nvSpPr>
            <p:spPr>
              <a:xfrm rot="16200000">
                <a:off x="468948" y="3536538"/>
                <a:ext cx="1004394" cy="203314"/>
              </a:xfrm>
              <a:prstGeom prst="rect">
                <a:avLst/>
              </a:prstGeom>
              <a:solidFill>
                <a:schemeClr val="accent1"/>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sz="1300" b="1">
                    <a:solidFill>
                      <a:schemeClr val="bg1"/>
                    </a:solidFill>
                  </a:rPr>
                  <a:t>Value Chain</a:t>
                </a:r>
              </a:p>
            </p:txBody>
          </p:sp>
        </p:grpSp>
        <p:sp>
          <p:nvSpPr>
            <p:cNvPr id="68" name="Rectangle 67">
              <a:extLst>
                <a:ext uri="{FF2B5EF4-FFF2-40B4-BE49-F238E27FC236}">
                  <a16:creationId xmlns:a16="http://schemas.microsoft.com/office/drawing/2014/main" id="{C11345EE-7EBA-5A10-4D53-BD6128D3838B}"/>
                </a:ext>
              </a:extLst>
            </p:cNvPr>
            <p:cNvSpPr/>
            <p:nvPr/>
          </p:nvSpPr>
          <p:spPr>
            <a:xfrm>
              <a:off x="487627" y="3138827"/>
              <a:ext cx="8766313" cy="1052451"/>
            </a:xfrm>
            <a:prstGeom prst="rect">
              <a:avLst/>
            </a:prstGeom>
            <a:noFill/>
            <a:ln>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9" name="Graphic 68" descr="Kiosk with solid fill">
              <a:extLst>
                <a:ext uri="{FF2B5EF4-FFF2-40B4-BE49-F238E27FC236}">
                  <a16:creationId xmlns:a16="http://schemas.microsoft.com/office/drawing/2014/main" id="{4866A29D-B245-C30D-E343-467ABEB19427}"/>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1496623" y="3830613"/>
              <a:ext cx="302662" cy="302662"/>
            </a:xfrm>
            <a:prstGeom prst="rect">
              <a:avLst/>
            </a:prstGeom>
          </p:spPr>
        </p:pic>
        <p:pic>
          <p:nvPicPr>
            <p:cNvPr id="70" name="Picture 69">
              <a:extLst>
                <a:ext uri="{FF2B5EF4-FFF2-40B4-BE49-F238E27FC236}">
                  <a16:creationId xmlns:a16="http://schemas.microsoft.com/office/drawing/2014/main" id="{DFD8F5C3-CFDA-5FC3-4C39-91959212B77E}"/>
                </a:ext>
              </a:extLst>
            </p:cNvPr>
            <p:cNvPicPr>
              <a:picLocks noChangeAspect="1"/>
            </p:cNvPicPr>
            <p:nvPr/>
          </p:nvPicPr>
          <p:blipFill>
            <a:blip r:embed="rId22"/>
            <a:stretch>
              <a:fillRect/>
            </a:stretch>
          </p:blipFill>
          <p:spPr>
            <a:xfrm>
              <a:off x="2069044" y="3814361"/>
              <a:ext cx="337588" cy="309968"/>
            </a:xfrm>
            <a:prstGeom prst="rect">
              <a:avLst/>
            </a:prstGeom>
          </p:spPr>
        </p:pic>
        <p:pic>
          <p:nvPicPr>
            <p:cNvPr id="71" name="Picture 70">
              <a:extLst>
                <a:ext uri="{FF2B5EF4-FFF2-40B4-BE49-F238E27FC236}">
                  <a16:creationId xmlns:a16="http://schemas.microsoft.com/office/drawing/2014/main" id="{67535B0E-82B2-52EF-60B9-B0E6952188F1}"/>
                </a:ext>
              </a:extLst>
            </p:cNvPr>
            <p:cNvPicPr>
              <a:picLocks noChangeAspect="1"/>
            </p:cNvPicPr>
            <p:nvPr/>
          </p:nvPicPr>
          <p:blipFill>
            <a:blip r:embed="rId23"/>
            <a:stretch>
              <a:fillRect/>
            </a:stretch>
          </p:blipFill>
          <p:spPr>
            <a:xfrm>
              <a:off x="2479949" y="3387511"/>
              <a:ext cx="201080" cy="200246"/>
            </a:xfrm>
            <a:prstGeom prst="rect">
              <a:avLst/>
            </a:prstGeom>
          </p:spPr>
        </p:pic>
        <p:pic>
          <p:nvPicPr>
            <p:cNvPr id="72" name="Picture 71">
              <a:extLst>
                <a:ext uri="{FF2B5EF4-FFF2-40B4-BE49-F238E27FC236}">
                  <a16:creationId xmlns:a16="http://schemas.microsoft.com/office/drawing/2014/main" id="{C3DC5F97-E73C-B3FD-0B4E-F9EF80453A80}"/>
                </a:ext>
              </a:extLst>
            </p:cNvPr>
            <p:cNvPicPr>
              <a:picLocks noChangeAspect="1"/>
            </p:cNvPicPr>
            <p:nvPr/>
          </p:nvPicPr>
          <p:blipFill>
            <a:blip r:embed="rId24"/>
            <a:stretch>
              <a:fillRect/>
            </a:stretch>
          </p:blipFill>
          <p:spPr>
            <a:xfrm>
              <a:off x="3921451" y="3271770"/>
              <a:ext cx="425370" cy="210038"/>
            </a:xfrm>
            <a:prstGeom prst="rect">
              <a:avLst/>
            </a:prstGeom>
          </p:spPr>
        </p:pic>
        <p:pic>
          <p:nvPicPr>
            <p:cNvPr id="73" name="Picture 72">
              <a:extLst>
                <a:ext uri="{FF2B5EF4-FFF2-40B4-BE49-F238E27FC236}">
                  <a16:creationId xmlns:a16="http://schemas.microsoft.com/office/drawing/2014/main" id="{93977C13-814B-B60E-9D43-7F87A9C1464D}"/>
                </a:ext>
              </a:extLst>
            </p:cNvPr>
            <p:cNvPicPr>
              <a:picLocks noChangeAspect="1"/>
            </p:cNvPicPr>
            <p:nvPr/>
          </p:nvPicPr>
          <p:blipFill>
            <a:blip r:embed="rId23"/>
            <a:stretch>
              <a:fillRect/>
            </a:stretch>
          </p:blipFill>
          <p:spPr>
            <a:xfrm>
              <a:off x="6257682" y="3400520"/>
              <a:ext cx="201080" cy="200246"/>
            </a:xfrm>
            <a:prstGeom prst="rect">
              <a:avLst/>
            </a:prstGeom>
          </p:spPr>
        </p:pic>
      </p:grpSp>
      <p:grpSp>
        <p:nvGrpSpPr>
          <p:cNvPr id="128" name="Group 127">
            <a:extLst>
              <a:ext uri="{FF2B5EF4-FFF2-40B4-BE49-F238E27FC236}">
                <a16:creationId xmlns:a16="http://schemas.microsoft.com/office/drawing/2014/main" id="{306E0954-8C5F-C1D9-1ED7-014A16376D08}"/>
              </a:ext>
            </a:extLst>
          </p:cNvPr>
          <p:cNvGrpSpPr/>
          <p:nvPr/>
        </p:nvGrpSpPr>
        <p:grpSpPr>
          <a:xfrm>
            <a:off x="1809405" y="2485857"/>
            <a:ext cx="2223828" cy="203314"/>
            <a:chOff x="1809405" y="2477229"/>
            <a:chExt cx="2223828" cy="219110"/>
          </a:xfrm>
        </p:grpSpPr>
        <p:sp>
          <p:nvSpPr>
            <p:cNvPr id="114" name="Rectangle 113">
              <a:extLst>
                <a:ext uri="{FF2B5EF4-FFF2-40B4-BE49-F238E27FC236}">
                  <a16:creationId xmlns:a16="http://schemas.microsoft.com/office/drawing/2014/main" id="{66439558-A96E-15AC-3E85-55663394D358}"/>
                </a:ext>
              </a:extLst>
            </p:cNvPr>
            <p:cNvSpPr/>
            <p:nvPr/>
          </p:nvSpPr>
          <p:spPr bwMode="gray">
            <a:xfrm>
              <a:off x="1809405" y="2479077"/>
              <a:ext cx="2216431" cy="217262"/>
            </a:xfrm>
            <a:prstGeom prst="rect">
              <a:avLst/>
            </a:prstGeom>
            <a:solidFill>
              <a:schemeClr val="accent1">
                <a:lumMod val="20000"/>
                <a:lumOff val="80000"/>
              </a:schemeClr>
            </a:solidFill>
            <a:ln w="19050" algn="ctr">
              <a:noFill/>
              <a:miter lim="800000"/>
              <a:headEnd/>
              <a:tailEnd/>
            </a:ln>
            <a:effectLst>
              <a:outerShdw blurRad="50800" dist="38100" algn="l" rotWithShape="0">
                <a:prstClr val="black">
                  <a:alpha val="40000"/>
                </a:prstClr>
              </a:outerShdw>
            </a:effectLst>
          </p:spPr>
          <p:txBody>
            <a:bodyPr wrap="square" lIns="36000" tIns="88900" rIns="36000" bIns="88900" rtlCol="0" anchor="ctr"/>
            <a:lstStyle/>
            <a:p>
              <a:pPr marL="0" marR="0" lvl="0" indent="0" algn="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125" name="Rectangle 124">
              <a:extLst>
                <a:ext uri="{FF2B5EF4-FFF2-40B4-BE49-F238E27FC236}">
                  <a16:creationId xmlns:a16="http://schemas.microsoft.com/office/drawing/2014/main" id="{77E39E1A-93A5-C752-DBE0-3DAA054D66A0}"/>
                </a:ext>
              </a:extLst>
            </p:cNvPr>
            <p:cNvSpPr/>
            <p:nvPr/>
          </p:nvSpPr>
          <p:spPr bwMode="gray">
            <a:xfrm>
              <a:off x="1833383" y="2479076"/>
              <a:ext cx="976501" cy="217261"/>
            </a:xfrm>
            <a:prstGeom prst="rect">
              <a:avLst/>
            </a:prstGeom>
            <a:solidFill>
              <a:schemeClr val="accent1">
                <a:lumMod val="60000"/>
                <a:lumOff val="40000"/>
              </a:schemeClr>
            </a:solidFill>
            <a:ln w="19050" algn="ctr">
              <a:solidFill>
                <a:schemeClr val="accent1">
                  <a:lumMod val="60000"/>
                  <a:lumOff val="40000"/>
                </a:schemeClr>
              </a:solidFill>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000">
                  <a:solidFill>
                    <a:prstClr val="white"/>
                  </a:solidFill>
                  <a:latin typeface="Calibri"/>
                  <a:cs typeface="Verdana" panose="020B0604030504040204" pitchFamily="34" charset="0"/>
                </a:rPr>
                <a:t>LMD Cost: </a:t>
              </a:r>
              <a:r>
                <a:rPr kumimoji="0" lang="en-US" sz="10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42%</a:t>
              </a:r>
            </a:p>
          </p:txBody>
        </p:sp>
        <p:sp>
          <p:nvSpPr>
            <p:cNvPr id="127" name="Rectangle 126">
              <a:extLst>
                <a:ext uri="{FF2B5EF4-FFF2-40B4-BE49-F238E27FC236}">
                  <a16:creationId xmlns:a16="http://schemas.microsoft.com/office/drawing/2014/main" id="{98F1E6AE-B024-074B-113C-EFD3C43F8141}"/>
                </a:ext>
              </a:extLst>
            </p:cNvPr>
            <p:cNvSpPr/>
            <p:nvPr/>
          </p:nvSpPr>
          <p:spPr bwMode="gray">
            <a:xfrm>
              <a:off x="2767126" y="2477229"/>
              <a:ext cx="1266107" cy="217262"/>
            </a:xfrm>
            <a:prstGeom prst="rect">
              <a:avLst/>
            </a:prstGeom>
            <a:noFill/>
            <a:ln w="19050" algn="ctr">
              <a:noFill/>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00" i="0" u="none" strike="noStrike" kern="1200" cap="none" spc="0" normalizeH="0" baseline="0" noProof="0">
                  <a:ln>
                    <a:noFill/>
                  </a:ln>
                  <a:effectLst/>
                  <a:uLnTx/>
                  <a:uFillTx/>
                  <a:latin typeface="Calibri"/>
                  <a:ea typeface="+mn-ea"/>
                  <a:cs typeface="Verdana" panose="020B0604030504040204" pitchFamily="34" charset="0"/>
                </a:rPr>
                <a:t>Other SC Cost: </a:t>
              </a:r>
              <a:r>
                <a:rPr lang="en-US" sz="1000" b="1">
                  <a:latin typeface="Calibri"/>
                  <a:cs typeface="Verdana" panose="020B0604030504040204" pitchFamily="34" charset="0"/>
                </a:rPr>
                <a:t>58%</a:t>
              </a:r>
              <a:endParaRPr kumimoji="0" lang="en-US" sz="1000" b="1" i="0" u="none" strike="noStrike" kern="1200" cap="none" spc="0" normalizeH="0" baseline="0" noProof="0">
                <a:ln>
                  <a:noFill/>
                </a:ln>
                <a:effectLst/>
                <a:uLnTx/>
                <a:uFillTx/>
                <a:latin typeface="Calibri"/>
                <a:ea typeface="+mn-ea"/>
                <a:cs typeface="Verdana" panose="020B0604030504040204" pitchFamily="34" charset="0"/>
              </a:endParaRPr>
            </a:p>
          </p:txBody>
        </p:sp>
      </p:grpSp>
      <p:sp>
        <p:nvSpPr>
          <p:cNvPr id="129" name="Rectangle 128">
            <a:extLst>
              <a:ext uri="{FF2B5EF4-FFF2-40B4-BE49-F238E27FC236}">
                <a16:creationId xmlns:a16="http://schemas.microsoft.com/office/drawing/2014/main" id="{C4C95099-5B4C-F605-0403-40086A598CF6}"/>
              </a:ext>
            </a:extLst>
          </p:cNvPr>
          <p:cNvSpPr/>
          <p:nvPr/>
        </p:nvSpPr>
        <p:spPr bwMode="gray">
          <a:xfrm>
            <a:off x="1755676" y="2721115"/>
            <a:ext cx="2270160" cy="102941"/>
          </a:xfrm>
          <a:prstGeom prst="rect">
            <a:avLst/>
          </a:prstGeom>
          <a:noFill/>
          <a:ln w="19050" algn="ctr">
            <a:noFill/>
            <a:miter lim="800000"/>
            <a:headEnd/>
            <a:tailEnd/>
          </a:ln>
          <a:effectLst/>
        </p:spPr>
        <p:txBody>
          <a:bodyPr wrap="square" lIns="36000" tIns="88900" rIns="36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b="1" i="0" u="none" strike="noStrike" kern="1200" cap="none" spc="0" normalizeH="0" baseline="0" noProof="0">
                <a:ln>
                  <a:noFill/>
                </a:ln>
                <a:effectLst/>
                <a:uLnTx/>
                <a:uFillTx/>
                <a:latin typeface="Calibri"/>
                <a:ea typeface="+mn-ea"/>
                <a:cs typeface="Verdana" panose="020B0604030504040204" pitchFamily="34" charset="0"/>
              </a:rPr>
              <a:t>Total SC Costs</a:t>
            </a:r>
          </a:p>
        </p:txBody>
      </p:sp>
      <p:graphicFrame>
        <p:nvGraphicFramePr>
          <p:cNvPr id="130" name="Chart 129">
            <a:extLst>
              <a:ext uri="{FF2B5EF4-FFF2-40B4-BE49-F238E27FC236}">
                <a16:creationId xmlns:a16="http://schemas.microsoft.com/office/drawing/2014/main" id="{7E17D026-20CE-C0EA-97DE-1487C9A4343D}"/>
              </a:ext>
            </a:extLst>
          </p:cNvPr>
          <p:cNvGraphicFramePr/>
          <p:nvPr>
            <p:extLst>
              <p:ext uri="{D42A27DB-BD31-4B8C-83A1-F6EECF244321}">
                <p14:modId xmlns:p14="http://schemas.microsoft.com/office/powerpoint/2010/main" val="923944152"/>
              </p:ext>
            </p:extLst>
          </p:nvPr>
        </p:nvGraphicFramePr>
        <p:xfrm>
          <a:off x="171569" y="2876962"/>
          <a:ext cx="3801420" cy="588224"/>
        </p:xfrm>
        <a:graphic>
          <a:graphicData uri="http://schemas.openxmlformats.org/drawingml/2006/chart">
            <c:chart xmlns:c="http://schemas.openxmlformats.org/drawingml/2006/chart" xmlns:r="http://schemas.openxmlformats.org/officeDocument/2006/relationships" r:id="rId25"/>
          </a:graphicData>
        </a:graphic>
      </p:graphicFrame>
      <p:sp>
        <p:nvSpPr>
          <p:cNvPr id="132" name="Rectangle 131">
            <a:extLst>
              <a:ext uri="{FF2B5EF4-FFF2-40B4-BE49-F238E27FC236}">
                <a16:creationId xmlns:a16="http://schemas.microsoft.com/office/drawing/2014/main" id="{FDCE88C0-8ECF-EF6F-D968-11524A19CAEF}"/>
              </a:ext>
            </a:extLst>
          </p:cNvPr>
          <p:cNvSpPr/>
          <p:nvPr/>
        </p:nvSpPr>
        <p:spPr>
          <a:xfrm>
            <a:off x="3000030" y="2873937"/>
            <a:ext cx="308069" cy="153888"/>
          </a:xfrm>
          <a:prstGeom prst="rect">
            <a:avLst/>
          </a:prstGeom>
        </p:spPr>
        <p:txBody>
          <a:bodyPr wrap="square" lIns="0" tIns="0" rIns="0" bIns="0">
            <a:spAutoFit/>
          </a:bodyPr>
          <a:lstStyle/>
          <a:p>
            <a:r>
              <a:rPr lang="en-IN" sz="1000"/>
              <a:t>Rural</a:t>
            </a:r>
            <a:endParaRPr lang="en-US" sz="1000"/>
          </a:p>
        </p:txBody>
      </p:sp>
      <p:sp>
        <p:nvSpPr>
          <p:cNvPr id="135" name="Rectangle 134">
            <a:extLst>
              <a:ext uri="{FF2B5EF4-FFF2-40B4-BE49-F238E27FC236}">
                <a16:creationId xmlns:a16="http://schemas.microsoft.com/office/drawing/2014/main" id="{90BC46DA-E54B-87AC-7396-D18F984BA3D4}"/>
              </a:ext>
            </a:extLst>
          </p:cNvPr>
          <p:cNvSpPr/>
          <p:nvPr/>
        </p:nvSpPr>
        <p:spPr>
          <a:xfrm>
            <a:off x="2105469" y="2870079"/>
            <a:ext cx="424789" cy="153888"/>
          </a:xfrm>
          <a:prstGeom prst="rect">
            <a:avLst/>
          </a:prstGeom>
        </p:spPr>
        <p:txBody>
          <a:bodyPr wrap="square" lIns="0" tIns="0" rIns="0" bIns="0">
            <a:spAutoFit/>
          </a:bodyPr>
          <a:lstStyle/>
          <a:p>
            <a:r>
              <a:rPr lang="en-IN" sz="1000"/>
              <a:t>Tier 2+</a:t>
            </a:r>
            <a:endParaRPr lang="en-US" sz="1000"/>
          </a:p>
        </p:txBody>
      </p:sp>
      <p:sp>
        <p:nvSpPr>
          <p:cNvPr id="136" name="Rectangle 135">
            <a:extLst>
              <a:ext uri="{FF2B5EF4-FFF2-40B4-BE49-F238E27FC236}">
                <a16:creationId xmlns:a16="http://schemas.microsoft.com/office/drawing/2014/main" id="{AFFE426B-E0B7-88E9-CA5B-D34130202025}"/>
              </a:ext>
            </a:extLst>
          </p:cNvPr>
          <p:cNvSpPr/>
          <p:nvPr/>
        </p:nvSpPr>
        <p:spPr>
          <a:xfrm>
            <a:off x="903177" y="2872224"/>
            <a:ext cx="676586" cy="153888"/>
          </a:xfrm>
          <a:prstGeom prst="rect">
            <a:avLst/>
          </a:prstGeom>
        </p:spPr>
        <p:txBody>
          <a:bodyPr wrap="square" lIns="0" tIns="0" rIns="0" bIns="0">
            <a:spAutoFit/>
          </a:bodyPr>
          <a:lstStyle/>
          <a:p>
            <a:r>
              <a:rPr lang="en-IN" sz="1000"/>
              <a:t>Top 50 cities</a:t>
            </a:r>
            <a:endParaRPr lang="en-US" sz="1000"/>
          </a:p>
        </p:txBody>
      </p:sp>
      <p:sp>
        <p:nvSpPr>
          <p:cNvPr id="137" name="Rectangle 136">
            <a:extLst>
              <a:ext uri="{FF2B5EF4-FFF2-40B4-BE49-F238E27FC236}">
                <a16:creationId xmlns:a16="http://schemas.microsoft.com/office/drawing/2014/main" id="{46CA0CD7-4E61-9CD7-0159-832926422D07}"/>
              </a:ext>
            </a:extLst>
          </p:cNvPr>
          <p:cNvSpPr/>
          <p:nvPr/>
        </p:nvSpPr>
        <p:spPr bwMode="gray">
          <a:xfrm>
            <a:off x="3365948" y="3002761"/>
            <a:ext cx="842869" cy="315368"/>
          </a:xfrm>
          <a:prstGeom prst="rect">
            <a:avLst/>
          </a:prstGeom>
          <a:solidFill>
            <a:schemeClr val="accent1">
              <a:lumMod val="40000"/>
              <a:lumOff val="60000"/>
            </a:schemeClr>
          </a:solidFill>
          <a:ln w="19050" algn="ctr">
            <a:noFill/>
            <a:miter lim="800000"/>
            <a:headEnd/>
            <a:tailEnd/>
          </a:ln>
          <a:effectLst/>
        </p:spPr>
        <p:txBody>
          <a:bodyPr wrap="square" lIns="0" tIns="88900" rIns="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000">
                <a:latin typeface="Calibri"/>
                <a:cs typeface="Verdana" panose="020B0604030504040204" pitchFamily="34" charset="0"/>
              </a:rPr>
              <a:t>Indian regional demand</a:t>
            </a:r>
            <a:endParaRPr kumimoji="0" lang="en-US" sz="1000" i="0" u="none" strike="noStrike" kern="1200" cap="none" spc="0" normalizeH="0" baseline="0" noProof="0">
              <a:ln>
                <a:noFill/>
              </a:ln>
              <a:effectLst/>
              <a:uLnTx/>
              <a:uFillTx/>
              <a:latin typeface="Calibri"/>
              <a:ea typeface="+mn-ea"/>
              <a:cs typeface="Verdana" panose="020B0604030504040204" pitchFamily="34" charset="0"/>
            </a:endParaRPr>
          </a:p>
        </p:txBody>
      </p:sp>
    </p:spTree>
    <p:extLst>
      <p:ext uri="{BB962C8B-B14F-4D97-AF65-F5344CB8AC3E}">
        <p14:creationId xmlns:p14="http://schemas.microsoft.com/office/powerpoint/2010/main" val="420606751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3650" y="188057"/>
            <a:ext cx="11972473" cy="627684"/>
          </a:xfrm>
        </p:spPr>
        <p:txBody>
          <a:bodyPr vert="horz" lIns="91440" tIns="45720" rIns="91440" bIns="45720" rtlCol="0" anchor="t">
            <a:noAutofit/>
          </a:bodyPr>
          <a:lstStyle/>
          <a:p>
            <a:pPr marL="0" indent="0">
              <a:buNone/>
            </a:pPr>
            <a:r>
              <a:rPr lang="en-US" sz="2000">
                <a:latin typeface="Calibri" panose="020F0502020204030204" pitchFamily="34" charset="0"/>
                <a:cs typeface="Calibri" panose="020F0502020204030204" pitchFamily="34" charset="0"/>
              </a:rPr>
              <a:t>Cost Benefit Analysis + Incentives</a:t>
            </a:r>
          </a:p>
        </p:txBody>
      </p:sp>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grpSp>
        <p:nvGrpSpPr>
          <p:cNvPr id="18" name="Group 17">
            <a:extLst>
              <a:ext uri="{FF2B5EF4-FFF2-40B4-BE49-F238E27FC236}">
                <a16:creationId xmlns:a16="http://schemas.microsoft.com/office/drawing/2014/main" id="{9CF4F8C4-0E14-E875-9CC5-A697FBB4CE0F}"/>
              </a:ext>
            </a:extLst>
          </p:cNvPr>
          <p:cNvGrpSpPr/>
          <p:nvPr/>
        </p:nvGrpSpPr>
        <p:grpSpPr>
          <a:xfrm>
            <a:off x="3396642" y="734802"/>
            <a:ext cx="4644860" cy="4384538"/>
            <a:chOff x="3278081" y="608753"/>
            <a:chExt cx="4644860" cy="4384538"/>
          </a:xfrm>
        </p:grpSpPr>
        <p:grpSp>
          <p:nvGrpSpPr>
            <p:cNvPr id="9" name="Group 8">
              <a:extLst>
                <a:ext uri="{FF2B5EF4-FFF2-40B4-BE49-F238E27FC236}">
                  <a16:creationId xmlns:a16="http://schemas.microsoft.com/office/drawing/2014/main" id="{95669AC5-33DC-11CE-1353-57867AEFB276}"/>
                </a:ext>
              </a:extLst>
            </p:cNvPr>
            <p:cNvGrpSpPr/>
            <p:nvPr/>
          </p:nvGrpSpPr>
          <p:grpSpPr>
            <a:xfrm>
              <a:off x="3348059" y="1109375"/>
              <a:ext cx="4531306" cy="3724039"/>
              <a:chOff x="3348059" y="849735"/>
              <a:chExt cx="4531306" cy="3724039"/>
            </a:xfrm>
          </p:grpSpPr>
          <p:graphicFrame>
            <p:nvGraphicFramePr>
              <p:cNvPr id="74" name="Chart 73">
                <a:extLst>
                  <a:ext uri="{FF2B5EF4-FFF2-40B4-BE49-F238E27FC236}">
                    <a16:creationId xmlns:a16="http://schemas.microsoft.com/office/drawing/2014/main" id="{72256287-0585-FFEE-7ED6-2A34D832B891}"/>
                  </a:ext>
                </a:extLst>
              </p:cNvPr>
              <p:cNvGraphicFramePr/>
              <p:nvPr/>
            </p:nvGraphicFramePr>
            <p:xfrm>
              <a:off x="3888320" y="849735"/>
              <a:ext cx="3301200" cy="3724039"/>
            </p:xfrm>
            <a:graphic>
              <a:graphicData uri="http://schemas.openxmlformats.org/drawingml/2006/chart">
                <c:chart xmlns:c="http://schemas.openxmlformats.org/drawingml/2006/chart" xmlns:r="http://schemas.openxmlformats.org/officeDocument/2006/relationships" r:id="rId3"/>
              </a:graphicData>
            </a:graphic>
          </p:graphicFrame>
          <p:sp>
            <p:nvSpPr>
              <p:cNvPr id="98" name="Line Callout 1 97">
                <a:extLst>
                  <a:ext uri="{FF2B5EF4-FFF2-40B4-BE49-F238E27FC236}">
                    <a16:creationId xmlns:a16="http://schemas.microsoft.com/office/drawing/2014/main" id="{09163EC2-67B5-12CD-E607-B9A6400C3A99}"/>
                  </a:ext>
                </a:extLst>
              </p:cNvPr>
              <p:cNvSpPr/>
              <p:nvPr/>
            </p:nvSpPr>
            <p:spPr>
              <a:xfrm>
                <a:off x="3348059" y="1564668"/>
                <a:ext cx="831600" cy="215444"/>
              </a:xfrm>
              <a:prstGeom prst="borderCallout1">
                <a:avLst>
                  <a:gd name="adj1" fmla="val 45294"/>
                  <a:gd name="adj2" fmla="val 98804"/>
                  <a:gd name="adj3" fmla="val -20427"/>
                  <a:gd name="adj4" fmla="val 110156"/>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300">
                    <a:solidFill>
                      <a:schemeClr val="tx1"/>
                    </a:solidFill>
                  </a:rPr>
                  <a:t>Co-Loading</a:t>
                </a:r>
              </a:p>
            </p:txBody>
          </p:sp>
          <p:sp>
            <p:nvSpPr>
              <p:cNvPr id="100" name="Line Callout 1 99">
                <a:extLst>
                  <a:ext uri="{FF2B5EF4-FFF2-40B4-BE49-F238E27FC236}">
                    <a16:creationId xmlns:a16="http://schemas.microsoft.com/office/drawing/2014/main" id="{26590484-C4D7-F473-50BA-80DEF7F940E1}"/>
                  </a:ext>
                </a:extLst>
              </p:cNvPr>
              <p:cNvSpPr/>
              <p:nvPr/>
            </p:nvSpPr>
            <p:spPr>
              <a:xfrm>
                <a:off x="3348059" y="1255453"/>
                <a:ext cx="831600" cy="215444"/>
              </a:xfrm>
              <a:prstGeom prst="borderCallout1">
                <a:avLst>
                  <a:gd name="adj1" fmla="val -1865"/>
                  <a:gd name="adj2" fmla="val 98804"/>
                  <a:gd name="adj3" fmla="val 26731"/>
                  <a:gd name="adj4" fmla="val 112036"/>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300">
                    <a:solidFill>
                      <a:schemeClr val="tx1"/>
                    </a:solidFill>
                  </a:rPr>
                  <a:t>CO</a:t>
                </a:r>
                <a:r>
                  <a:rPr lang="en-US" sz="1300" baseline="-25000">
                    <a:solidFill>
                      <a:schemeClr val="tx1"/>
                    </a:solidFill>
                  </a:rPr>
                  <a:t>2</a:t>
                </a:r>
                <a:r>
                  <a:rPr lang="en-US" sz="1300">
                    <a:solidFill>
                      <a:schemeClr val="tx1"/>
                    </a:solidFill>
                  </a:rPr>
                  <a:t> Credits</a:t>
                </a:r>
              </a:p>
            </p:txBody>
          </p:sp>
          <p:sp>
            <p:nvSpPr>
              <p:cNvPr id="101" name="Line Callout 1 100">
                <a:extLst>
                  <a:ext uri="{FF2B5EF4-FFF2-40B4-BE49-F238E27FC236}">
                    <a16:creationId xmlns:a16="http://schemas.microsoft.com/office/drawing/2014/main" id="{3BB3500B-E9E1-198F-8898-34F82BC11FE3}"/>
                  </a:ext>
                </a:extLst>
              </p:cNvPr>
              <p:cNvSpPr/>
              <p:nvPr/>
            </p:nvSpPr>
            <p:spPr>
              <a:xfrm>
                <a:off x="6923710" y="4239749"/>
                <a:ext cx="952560" cy="215444"/>
              </a:xfrm>
              <a:prstGeom prst="borderCallout1">
                <a:avLst>
                  <a:gd name="adj1" fmla="val 45293"/>
                  <a:gd name="adj2" fmla="val 349"/>
                  <a:gd name="adj3" fmla="val 52124"/>
                  <a:gd name="adj4" fmla="val -13494"/>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Employee Cost</a:t>
                </a:r>
              </a:p>
            </p:txBody>
          </p:sp>
          <p:sp>
            <p:nvSpPr>
              <p:cNvPr id="102" name="Line Callout 1 101">
                <a:extLst>
                  <a:ext uri="{FF2B5EF4-FFF2-40B4-BE49-F238E27FC236}">
                    <a16:creationId xmlns:a16="http://schemas.microsoft.com/office/drawing/2014/main" id="{535F970A-5C69-8B58-6B66-70E22A47E015}"/>
                  </a:ext>
                </a:extLst>
              </p:cNvPr>
              <p:cNvSpPr/>
              <p:nvPr/>
            </p:nvSpPr>
            <p:spPr>
              <a:xfrm>
                <a:off x="6926805" y="3990621"/>
                <a:ext cx="952560" cy="215444"/>
              </a:xfrm>
              <a:prstGeom prst="borderCallout1">
                <a:avLst>
                  <a:gd name="adj1" fmla="val 45293"/>
                  <a:gd name="adj2" fmla="val 349"/>
                  <a:gd name="adj3" fmla="val 84772"/>
                  <a:gd name="adj4" fmla="val -13494"/>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Fleet RMO</a:t>
                </a:r>
              </a:p>
            </p:txBody>
          </p:sp>
          <p:sp>
            <p:nvSpPr>
              <p:cNvPr id="103" name="Line Callout 1 102">
                <a:extLst>
                  <a:ext uri="{FF2B5EF4-FFF2-40B4-BE49-F238E27FC236}">
                    <a16:creationId xmlns:a16="http://schemas.microsoft.com/office/drawing/2014/main" id="{62496E60-03C2-8C33-57DA-44C46B38E726}"/>
                  </a:ext>
                </a:extLst>
              </p:cNvPr>
              <p:cNvSpPr/>
              <p:nvPr/>
            </p:nvSpPr>
            <p:spPr>
              <a:xfrm>
                <a:off x="6923710" y="3741493"/>
                <a:ext cx="952560" cy="215444"/>
              </a:xfrm>
              <a:prstGeom prst="borderCallout1">
                <a:avLst>
                  <a:gd name="adj1" fmla="val 45293"/>
                  <a:gd name="adj2" fmla="val 349"/>
                  <a:gd name="adj3" fmla="val 102910"/>
                  <a:gd name="adj4" fmla="val -13494"/>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Charging Setup</a:t>
                </a:r>
              </a:p>
            </p:txBody>
          </p:sp>
          <p:sp>
            <p:nvSpPr>
              <p:cNvPr id="104" name="Line Callout 1 103">
                <a:extLst>
                  <a:ext uri="{FF2B5EF4-FFF2-40B4-BE49-F238E27FC236}">
                    <a16:creationId xmlns:a16="http://schemas.microsoft.com/office/drawing/2014/main" id="{94AFF280-A644-78C6-572B-6B2ACCC0C174}"/>
                  </a:ext>
                </a:extLst>
              </p:cNvPr>
              <p:cNvSpPr/>
              <p:nvPr/>
            </p:nvSpPr>
            <p:spPr>
              <a:xfrm>
                <a:off x="6926805" y="3281155"/>
                <a:ext cx="952560" cy="355051"/>
              </a:xfrm>
              <a:prstGeom prst="borderCallout1">
                <a:avLst>
                  <a:gd name="adj1" fmla="val 45293"/>
                  <a:gd name="adj2" fmla="val 349"/>
                  <a:gd name="adj3" fmla="val 52124"/>
                  <a:gd name="adj4" fmla="val -13494"/>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Outsourced Fleet</a:t>
                </a:r>
              </a:p>
            </p:txBody>
          </p:sp>
          <p:sp>
            <p:nvSpPr>
              <p:cNvPr id="105" name="Line Callout 1 104">
                <a:extLst>
                  <a:ext uri="{FF2B5EF4-FFF2-40B4-BE49-F238E27FC236}">
                    <a16:creationId xmlns:a16="http://schemas.microsoft.com/office/drawing/2014/main" id="{2EF80FF3-1F9F-76FA-9104-AF7D977FA91C}"/>
                  </a:ext>
                </a:extLst>
              </p:cNvPr>
              <p:cNvSpPr/>
              <p:nvPr/>
            </p:nvSpPr>
            <p:spPr>
              <a:xfrm>
                <a:off x="6923710" y="2383712"/>
                <a:ext cx="952560" cy="215444"/>
              </a:xfrm>
              <a:prstGeom prst="borderCallout1">
                <a:avLst>
                  <a:gd name="adj1" fmla="val 45293"/>
                  <a:gd name="adj2" fmla="val 349"/>
                  <a:gd name="adj3" fmla="val -103861"/>
                  <a:gd name="adj4" fmla="val -15955"/>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Buddy Cost</a:t>
                </a:r>
              </a:p>
            </p:txBody>
          </p:sp>
          <p:sp>
            <p:nvSpPr>
              <p:cNvPr id="106" name="Line Callout 1 105">
                <a:extLst>
                  <a:ext uri="{FF2B5EF4-FFF2-40B4-BE49-F238E27FC236}">
                    <a16:creationId xmlns:a16="http://schemas.microsoft.com/office/drawing/2014/main" id="{5B0104A0-4F20-96A3-C373-E658AA23F643}"/>
                  </a:ext>
                </a:extLst>
              </p:cNvPr>
              <p:cNvSpPr/>
              <p:nvPr/>
            </p:nvSpPr>
            <p:spPr>
              <a:xfrm>
                <a:off x="6923710" y="2122572"/>
                <a:ext cx="952560" cy="215444"/>
              </a:xfrm>
              <a:prstGeom prst="borderCallout1">
                <a:avLst>
                  <a:gd name="adj1" fmla="val 45293"/>
                  <a:gd name="adj2" fmla="val 349"/>
                  <a:gd name="adj3" fmla="val -38565"/>
                  <a:gd name="adj4" fmla="val -16776"/>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Locker Setup</a:t>
                </a:r>
              </a:p>
            </p:txBody>
          </p:sp>
          <p:sp>
            <p:nvSpPr>
              <p:cNvPr id="107" name="Line Callout 1 106">
                <a:extLst>
                  <a:ext uri="{FF2B5EF4-FFF2-40B4-BE49-F238E27FC236}">
                    <a16:creationId xmlns:a16="http://schemas.microsoft.com/office/drawing/2014/main" id="{59B5827F-2FA5-2D50-F105-9750C87ED3F9}"/>
                  </a:ext>
                </a:extLst>
              </p:cNvPr>
              <p:cNvSpPr/>
              <p:nvPr/>
            </p:nvSpPr>
            <p:spPr>
              <a:xfrm>
                <a:off x="6923710" y="1854485"/>
                <a:ext cx="952560" cy="215444"/>
              </a:xfrm>
              <a:prstGeom prst="borderCallout1">
                <a:avLst>
                  <a:gd name="adj1" fmla="val 45293"/>
                  <a:gd name="adj2" fmla="val 349"/>
                  <a:gd name="adj3" fmla="val 63008"/>
                  <a:gd name="adj4" fmla="val -22519"/>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SDS Setup</a:t>
                </a:r>
              </a:p>
            </p:txBody>
          </p:sp>
          <p:sp>
            <p:nvSpPr>
              <p:cNvPr id="108" name="Line Callout 1 107">
                <a:extLst>
                  <a:ext uri="{FF2B5EF4-FFF2-40B4-BE49-F238E27FC236}">
                    <a16:creationId xmlns:a16="http://schemas.microsoft.com/office/drawing/2014/main" id="{538EDEA9-1631-7020-B160-4AED6DD9AB0A}"/>
                  </a:ext>
                </a:extLst>
              </p:cNvPr>
              <p:cNvSpPr/>
              <p:nvPr/>
            </p:nvSpPr>
            <p:spPr>
              <a:xfrm>
                <a:off x="6923710" y="1588977"/>
                <a:ext cx="952560" cy="215444"/>
              </a:xfrm>
              <a:prstGeom prst="borderCallout1">
                <a:avLst>
                  <a:gd name="adj1" fmla="val 45293"/>
                  <a:gd name="adj2" fmla="val 349"/>
                  <a:gd name="adj3" fmla="val 146442"/>
                  <a:gd name="adj4" fmla="val -22519"/>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100">
                    <a:solidFill>
                      <a:schemeClr val="tx1"/>
                    </a:solidFill>
                  </a:rPr>
                  <a:t>EV Purchase</a:t>
                </a:r>
              </a:p>
            </p:txBody>
          </p:sp>
          <p:sp>
            <p:nvSpPr>
              <p:cNvPr id="3" name="Line Callout 1 2">
                <a:extLst>
                  <a:ext uri="{FF2B5EF4-FFF2-40B4-BE49-F238E27FC236}">
                    <a16:creationId xmlns:a16="http://schemas.microsoft.com/office/drawing/2014/main" id="{1BC66671-2940-9D43-DEC7-C68E3BB8C26D}"/>
                  </a:ext>
                </a:extLst>
              </p:cNvPr>
              <p:cNvSpPr/>
              <p:nvPr/>
            </p:nvSpPr>
            <p:spPr>
              <a:xfrm>
                <a:off x="3348059" y="2553852"/>
                <a:ext cx="831600" cy="215444"/>
              </a:xfrm>
              <a:prstGeom prst="borderCallout1">
                <a:avLst>
                  <a:gd name="adj1" fmla="val 45294"/>
                  <a:gd name="adj2" fmla="val 98804"/>
                  <a:gd name="adj3" fmla="val -20427"/>
                  <a:gd name="adj4" fmla="val 110156"/>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200">
                    <a:solidFill>
                      <a:schemeClr val="tx1"/>
                    </a:solidFill>
                  </a:rPr>
                  <a:t>Ad Revenue</a:t>
                </a:r>
              </a:p>
            </p:txBody>
          </p:sp>
          <p:sp>
            <p:nvSpPr>
              <p:cNvPr id="4" name="Line Callout 1 3">
                <a:extLst>
                  <a:ext uri="{FF2B5EF4-FFF2-40B4-BE49-F238E27FC236}">
                    <a16:creationId xmlns:a16="http://schemas.microsoft.com/office/drawing/2014/main" id="{AF645C71-CEFF-8D3A-59A7-BBB99E9E631C}"/>
                  </a:ext>
                </a:extLst>
              </p:cNvPr>
              <p:cNvSpPr/>
              <p:nvPr/>
            </p:nvSpPr>
            <p:spPr>
              <a:xfrm>
                <a:off x="3348059" y="2869856"/>
                <a:ext cx="831600" cy="402397"/>
              </a:xfrm>
              <a:prstGeom prst="borderCallout1">
                <a:avLst>
                  <a:gd name="adj1" fmla="val 45294"/>
                  <a:gd name="adj2" fmla="val 98804"/>
                  <a:gd name="adj3" fmla="val 67943"/>
                  <a:gd name="adj4" fmla="val 114907"/>
                </a:avLst>
              </a:prstGeom>
              <a:noFill/>
              <a:ln w="63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200">
                    <a:solidFill>
                      <a:schemeClr val="tx1"/>
                    </a:solidFill>
                  </a:rPr>
                  <a:t>E-Comm Delivery</a:t>
                </a:r>
              </a:p>
            </p:txBody>
          </p:sp>
        </p:grpSp>
        <p:sp>
          <p:nvSpPr>
            <p:cNvPr id="5" name="Rectangle 4">
              <a:extLst>
                <a:ext uri="{FF2B5EF4-FFF2-40B4-BE49-F238E27FC236}">
                  <a16:creationId xmlns:a16="http://schemas.microsoft.com/office/drawing/2014/main" id="{ECAFC2F2-FA6C-09CA-EEC3-36AAEE330E16}"/>
                </a:ext>
              </a:extLst>
            </p:cNvPr>
            <p:cNvSpPr/>
            <p:nvPr/>
          </p:nvSpPr>
          <p:spPr bwMode="gray">
            <a:xfrm>
              <a:off x="4208761" y="4723778"/>
              <a:ext cx="1120310" cy="215444"/>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Revenue</a:t>
              </a:r>
            </a:p>
          </p:txBody>
        </p:sp>
        <p:sp>
          <p:nvSpPr>
            <p:cNvPr id="6" name="Rectangle 5">
              <a:extLst>
                <a:ext uri="{FF2B5EF4-FFF2-40B4-BE49-F238E27FC236}">
                  <a16:creationId xmlns:a16="http://schemas.microsoft.com/office/drawing/2014/main" id="{5506B882-02A6-A5CB-D23E-1AFCF8F9BAAD}"/>
                </a:ext>
              </a:extLst>
            </p:cNvPr>
            <p:cNvSpPr/>
            <p:nvPr/>
          </p:nvSpPr>
          <p:spPr bwMode="gray">
            <a:xfrm>
              <a:off x="5742620" y="4706922"/>
              <a:ext cx="1120310" cy="232299"/>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Cost</a:t>
              </a:r>
            </a:p>
          </p:txBody>
        </p:sp>
        <p:sp>
          <p:nvSpPr>
            <p:cNvPr id="7" name="Rectangle 6">
              <a:extLst>
                <a:ext uri="{FF2B5EF4-FFF2-40B4-BE49-F238E27FC236}">
                  <a16:creationId xmlns:a16="http://schemas.microsoft.com/office/drawing/2014/main" id="{CB6A7752-DF1E-DB3A-3D4A-115606C67970}"/>
                </a:ext>
              </a:extLst>
            </p:cNvPr>
            <p:cNvSpPr/>
            <p:nvPr/>
          </p:nvSpPr>
          <p:spPr bwMode="gray">
            <a:xfrm>
              <a:off x="4230284" y="1116484"/>
              <a:ext cx="2617271" cy="232299"/>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Values in INR Billion</a:t>
              </a:r>
            </a:p>
          </p:txBody>
        </p:sp>
        <p:sp>
          <p:nvSpPr>
            <p:cNvPr id="8" name="Rectangle 7">
              <a:extLst>
                <a:ext uri="{FF2B5EF4-FFF2-40B4-BE49-F238E27FC236}">
                  <a16:creationId xmlns:a16="http://schemas.microsoft.com/office/drawing/2014/main" id="{00DAE24B-09BA-59F9-F15E-DAC56D7E1791}"/>
                </a:ext>
              </a:extLst>
            </p:cNvPr>
            <p:cNvSpPr/>
            <p:nvPr/>
          </p:nvSpPr>
          <p:spPr bwMode="gray">
            <a:xfrm>
              <a:off x="3278081" y="617595"/>
              <a:ext cx="4644860" cy="518606"/>
            </a:xfrm>
            <a:prstGeom prst="rect">
              <a:avLst/>
            </a:prstGeom>
            <a:solidFill>
              <a:schemeClr val="tx1"/>
            </a:solidFill>
            <a:ln w="19050" algn="ctr">
              <a:noFill/>
              <a:miter lim="800000"/>
              <a:headEnd/>
              <a:tailEnd/>
            </a:ln>
            <a:effectLst/>
          </p:spPr>
          <p:txBody>
            <a:bodyPr wrap="square" lIns="72000" tIns="88900" rIns="72000" bIns="88900" rtlCol="0" anchor="ctr"/>
            <a:lstStyle/>
            <a:p>
              <a:pPr algn="ctr">
                <a:lnSpc>
                  <a:spcPct val="106000"/>
                </a:lnSpc>
                <a:defRPr/>
              </a:pPr>
              <a:r>
                <a:rPr lang="en-US" sz="1400" b="1">
                  <a:solidFill>
                    <a:schemeClr val="bg1"/>
                  </a:solidFill>
                  <a:latin typeface="Calibri" panose="020F0502020204030204" pitchFamily="34" charset="0"/>
                  <a:cs typeface="Calibri" panose="020F0502020204030204" pitchFamily="34" charset="0"/>
                </a:rPr>
                <a:t>2023’s New Model: 25% owned-EV fleet, 75% outsourced fleet &amp; 2M buddies</a:t>
              </a:r>
            </a:p>
          </p:txBody>
        </p:sp>
        <p:sp>
          <p:nvSpPr>
            <p:cNvPr id="10" name="Rectangle 9">
              <a:extLst>
                <a:ext uri="{FF2B5EF4-FFF2-40B4-BE49-F238E27FC236}">
                  <a16:creationId xmlns:a16="http://schemas.microsoft.com/office/drawing/2014/main" id="{F83F9CDD-92D5-FD82-8067-02F74CBDCF4C}"/>
                </a:ext>
              </a:extLst>
            </p:cNvPr>
            <p:cNvSpPr/>
            <p:nvPr/>
          </p:nvSpPr>
          <p:spPr>
            <a:xfrm>
              <a:off x="3278081" y="608753"/>
              <a:ext cx="4644860" cy="4384538"/>
            </a:xfrm>
            <a:prstGeom prst="rect">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 name="Group 28">
            <a:extLst>
              <a:ext uri="{FF2B5EF4-FFF2-40B4-BE49-F238E27FC236}">
                <a16:creationId xmlns:a16="http://schemas.microsoft.com/office/drawing/2014/main" id="{ADD03F57-F7A8-87BD-9A48-58367DD67990}"/>
              </a:ext>
            </a:extLst>
          </p:cNvPr>
          <p:cNvGrpSpPr/>
          <p:nvPr/>
        </p:nvGrpSpPr>
        <p:grpSpPr>
          <a:xfrm>
            <a:off x="90780" y="725791"/>
            <a:ext cx="3301200" cy="4384538"/>
            <a:chOff x="78617" y="725791"/>
            <a:chExt cx="3301200" cy="4384538"/>
          </a:xfrm>
        </p:grpSpPr>
        <p:graphicFrame>
          <p:nvGraphicFramePr>
            <p:cNvPr id="72" name="Chart 71">
              <a:extLst>
                <a:ext uri="{FF2B5EF4-FFF2-40B4-BE49-F238E27FC236}">
                  <a16:creationId xmlns:a16="http://schemas.microsoft.com/office/drawing/2014/main" id="{827C4119-40A7-81BF-06E4-A9A6E5342C62}"/>
                </a:ext>
              </a:extLst>
            </p:cNvPr>
            <p:cNvGraphicFramePr/>
            <p:nvPr/>
          </p:nvGraphicFramePr>
          <p:xfrm>
            <a:off x="78617" y="916744"/>
            <a:ext cx="3301200" cy="4020654"/>
          </p:xfrm>
          <a:graphic>
            <a:graphicData uri="http://schemas.openxmlformats.org/drawingml/2006/chart">
              <c:chart xmlns:c="http://schemas.openxmlformats.org/drawingml/2006/chart" xmlns:r="http://schemas.openxmlformats.org/officeDocument/2006/relationships" r:id="rId4"/>
            </a:graphicData>
          </a:graphic>
        </p:graphicFrame>
        <p:sp>
          <p:nvSpPr>
            <p:cNvPr id="80" name="Rectangle 79">
              <a:extLst>
                <a:ext uri="{FF2B5EF4-FFF2-40B4-BE49-F238E27FC236}">
                  <a16:creationId xmlns:a16="http://schemas.microsoft.com/office/drawing/2014/main" id="{BD3634D5-E6C3-3F0F-D5E6-FDB16D23799C}"/>
                </a:ext>
              </a:extLst>
            </p:cNvPr>
            <p:cNvSpPr/>
            <p:nvPr/>
          </p:nvSpPr>
          <p:spPr bwMode="gray">
            <a:xfrm>
              <a:off x="207769" y="1233522"/>
              <a:ext cx="2940546" cy="232299"/>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Values in INR Billion</a:t>
              </a:r>
            </a:p>
          </p:txBody>
        </p:sp>
        <p:sp>
          <p:nvSpPr>
            <p:cNvPr id="81" name="Rectangle 80">
              <a:extLst>
                <a:ext uri="{FF2B5EF4-FFF2-40B4-BE49-F238E27FC236}">
                  <a16:creationId xmlns:a16="http://schemas.microsoft.com/office/drawing/2014/main" id="{1FB67313-B3D9-B1F0-60CB-8F41B6BBA412}"/>
                </a:ext>
              </a:extLst>
            </p:cNvPr>
            <p:cNvSpPr/>
            <p:nvPr/>
          </p:nvSpPr>
          <p:spPr bwMode="gray">
            <a:xfrm>
              <a:off x="184393" y="734633"/>
              <a:ext cx="3056517" cy="518606"/>
            </a:xfrm>
            <a:prstGeom prst="rect">
              <a:avLst/>
            </a:prstGeom>
            <a:solidFill>
              <a:schemeClr val="tx1"/>
            </a:solidFill>
            <a:ln w="19050" algn="ctr">
              <a:noFill/>
              <a:miter lim="800000"/>
              <a:headEnd/>
              <a:tailEnd/>
            </a:ln>
            <a:effectLst/>
          </p:spPr>
          <p:txBody>
            <a:bodyPr wrap="square" lIns="72000" tIns="88900" rIns="72000" bIns="88900" rtlCol="0" anchor="ctr"/>
            <a:lstStyle/>
            <a:p>
              <a:pPr algn="ctr">
                <a:lnSpc>
                  <a:spcPct val="106000"/>
                </a:lnSpc>
                <a:defRPr/>
              </a:pPr>
              <a:r>
                <a:rPr lang="en-US" sz="1400" b="1">
                  <a:solidFill>
                    <a:schemeClr val="bg1"/>
                  </a:solidFill>
                  <a:latin typeface="Calibri" panose="020F0502020204030204" pitchFamily="34" charset="0"/>
                  <a:cs typeface="Calibri" panose="020F0502020204030204" pitchFamily="34" charset="0"/>
                </a:rPr>
                <a:t>2023’s Current Model: 100% Owned, non-EV Fleet</a:t>
              </a:r>
            </a:p>
          </p:txBody>
        </p:sp>
        <p:sp>
          <p:nvSpPr>
            <p:cNvPr id="23" name="Rectangle 22">
              <a:extLst>
                <a:ext uri="{FF2B5EF4-FFF2-40B4-BE49-F238E27FC236}">
                  <a16:creationId xmlns:a16="http://schemas.microsoft.com/office/drawing/2014/main" id="{34294A3F-413D-8526-0298-6B63AF7B8193}"/>
                </a:ext>
              </a:extLst>
            </p:cNvPr>
            <p:cNvSpPr/>
            <p:nvPr/>
          </p:nvSpPr>
          <p:spPr>
            <a:xfrm>
              <a:off x="184392" y="725791"/>
              <a:ext cx="3056519" cy="4384538"/>
            </a:xfrm>
            <a:prstGeom prst="rect">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a:extLst>
                <a:ext uri="{FF2B5EF4-FFF2-40B4-BE49-F238E27FC236}">
                  <a16:creationId xmlns:a16="http://schemas.microsoft.com/office/drawing/2014/main" id="{AB52155B-4FE9-1264-F063-80EC7B8D7AD1}"/>
                </a:ext>
              </a:extLst>
            </p:cNvPr>
            <p:cNvSpPr/>
            <p:nvPr/>
          </p:nvSpPr>
          <p:spPr bwMode="gray">
            <a:xfrm>
              <a:off x="404025" y="4840815"/>
              <a:ext cx="1120310" cy="215444"/>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Revenue</a:t>
              </a:r>
            </a:p>
          </p:txBody>
        </p:sp>
        <p:sp>
          <p:nvSpPr>
            <p:cNvPr id="79" name="Rectangle 78">
              <a:extLst>
                <a:ext uri="{FF2B5EF4-FFF2-40B4-BE49-F238E27FC236}">
                  <a16:creationId xmlns:a16="http://schemas.microsoft.com/office/drawing/2014/main" id="{CD1A4C09-54C1-977A-79B8-729783A0F551}"/>
                </a:ext>
              </a:extLst>
            </p:cNvPr>
            <p:cNvSpPr/>
            <p:nvPr/>
          </p:nvSpPr>
          <p:spPr bwMode="gray">
            <a:xfrm>
              <a:off x="1900986" y="4823959"/>
              <a:ext cx="1120310" cy="232299"/>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Cost</a:t>
              </a:r>
            </a:p>
          </p:txBody>
        </p:sp>
        <p:sp>
          <p:nvSpPr>
            <p:cNvPr id="22" name="Rectangle 21">
              <a:extLst>
                <a:ext uri="{FF2B5EF4-FFF2-40B4-BE49-F238E27FC236}">
                  <a16:creationId xmlns:a16="http://schemas.microsoft.com/office/drawing/2014/main" id="{2332C044-F796-9FB6-4164-E65384AAF794}"/>
                </a:ext>
              </a:extLst>
            </p:cNvPr>
            <p:cNvSpPr/>
            <p:nvPr/>
          </p:nvSpPr>
          <p:spPr bwMode="gray">
            <a:xfrm>
              <a:off x="542412" y="3537391"/>
              <a:ext cx="894560" cy="488145"/>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E-comm Delivery</a:t>
              </a:r>
            </a:p>
          </p:txBody>
        </p:sp>
        <p:sp>
          <p:nvSpPr>
            <p:cNvPr id="25" name="Rectangle 24">
              <a:extLst>
                <a:ext uri="{FF2B5EF4-FFF2-40B4-BE49-F238E27FC236}">
                  <a16:creationId xmlns:a16="http://schemas.microsoft.com/office/drawing/2014/main" id="{427E6543-DB0F-FC53-121F-15C1FBDFEEA4}"/>
                </a:ext>
              </a:extLst>
            </p:cNvPr>
            <p:cNvSpPr/>
            <p:nvPr/>
          </p:nvSpPr>
          <p:spPr bwMode="gray">
            <a:xfrm>
              <a:off x="2037978" y="3412150"/>
              <a:ext cx="894560" cy="488145"/>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Employee Cost</a:t>
              </a:r>
            </a:p>
          </p:txBody>
        </p:sp>
        <p:sp>
          <p:nvSpPr>
            <p:cNvPr id="26" name="Rectangle 25">
              <a:extLst>
                <a:ext uri="{FF2B5EF4-FFF2-40B4-BE49-F238E27FC236}">
                  <a16:creationId xmlns:a16="http://schemas.microsoft.com/office/drawing/2014/main" id="{70701901-B939-D80E-18A8-0840A94F0650}"/>
                </a:ext>
              </a:extLst>
            </p:cNvPr>
            <p:cNvSpPr/>
            <p:nvPr/>
          </p:nvSpPr>
          <p:spPr bwMode="gray">
            <a:xfrm>
              <a:off x="1900986" y="4264611"/>
              <a:ext cx="1120310" cy="488145"/>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Fleet RMO</a:t>
              </a:r>
            </a:p>
          </p:txBody>
        </p:sp>
      </p:grpSp>
      <p:sp>
        <p:nvSpPr>
          <p:cNvPr id="30" name="Rectangle 29">
            <a:extLst>
              <a:ext uri="{FF2B5EF4-FFF2-40B4-BE49-F238E27FC236}">
                <a16:creationId xmlns:a16="http://schemas.microsoft.com/office/drawing/2014/main" id="{8F0A88D7-B075-0686-5562-3AA65CF4F009}"/>
              </a:ext>
            </a:extLst>
          </p:cNvPr>
          <p:cNvSpPr/>
          <p:nvPr/>
        </p:nvSpPr>
        <p:spPr bwMode="gray">
          <a:xfrm>
            <a:off x="196555" y="5185281"/>
            <a:ext cx="1486588" cy="215444"/>
          </a:xfrm>
          <a:prstGeom prst="rect">
            <a:avLst/>
          </a:prstGeom>
          <a:solidFill>
            <a:schemeClr val="tx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Challenges</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35" name="Rectangle 34">
            <a:extLst>
              <a:ext uri="{FF2B5EF4-FFF2-40B4-BE49-F238E27FC236}">
                <a16:creationId xmlns:a16="http://schemas.microsoft.com/office/drawing/2014/main" id="{7AE36799-B95A-DBC4-58A5-9B4C001B4F2D}"/>
              </a:ext>
            </a:extLst>
          </p:cNvPr>
          <p:cNvSpPr/>
          <p:nvPr/>
        </p:nvSpPr>
        <p:spPr bwMode="gray">
          <a:xfrm>
            <a:off x="1766485" y="5185281"/>
            <a:ext cx="1486588" cy="215444"/>
          </a:xfrm>
          <a:prstGeom prst="rect">
            <a:avLst/>
          </a:prstGeom>
          <a:solidFill>
            <a:schemeClr val="tx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Opportunity</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36" name="Rectangle 35">
            <a:extLst>
              <a:ext uri="{FF2B5EF4-FFF2-40B4-BE49-F238E27FC236}">
                <a16:creationId xmlns:a16="http://schemas.microsoft.com/office/drawing/2014/main" id="{065B803D-F77E-9B18-90D8-B4EFED673CB2}"/>
              </a:ext>
            </a:extLst>
          </p:cNvPr>
          <p:cNvSpPr/>
          <p:nvPr/>
        </p:nvSpPr>
        <p:spPr bwMode="gray">
          <a:xfrm>
            <a:off x="1766485" y="5456574"/>
            <a:ext cx="1484435" cy="191225"/>
          </a:xfrm>
          <a:prstGeom prst="rect">
            <a:avLst/>
          </a:prstGeom>
          <a:solidFill>
            <a:srgbClr val="009193"/>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Fleet outsourcing</a:t>
            </a:r>
          </a:p>
        </p:txBody>
      </p:sp>
      <p:sp>
        <p:nvSpPr>
          <p:cNvPr id="37" name="Rectangle 36">
            <a:extLst>
              <a:ext uri="{FF2B5EF4-FFF2-40B4-BE49-F238E27FC236}">
                <a16:creationId xmlns:a16="http://schemas.microsoft.com/office/drawing/2014/main" id="{D30A8337-C1F5-2289-C522-DC95DA96914E}"/>
              </a:ext>
            </a:extLst>
          </p:cNvPr>
          <p:cNvSpPr/>
          <p:nvPr/>
        </p:nvSpPr>
        <p:spPr bwMode="gray">
          <a:xfrm>
            <a:off x="1766485" y="5690219"/>
            <a:ext cx="1484435" cy="176129"/>
          </a:xfrm>
          <a:prstGeom prst="rect">
            <a:avLst/>
          </a:prstGeom>
          <a:solidFill>
            <a:srgbClr val="00AD7F"/>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P2P System</a:t>
            </a:r>
          </a:p>
        </p:txBody>
      </p:sp>
      <p:sp>
        <p:nvSpPr>
          <p:cNvPr id="38" name="Rectangle 37">
            <a:extLst>
              <a:ext uri="{FF2B5EF4-FFF2-40B4-BE49-F238E27FC236}">
                <a16:creationId xmlns:a16="http://schemas.microsoft.com/office/drawing/2014/main" id="{A499FB2B-7C92-9429-198E-B0736BBB435B}"/>
              </a:ext>
            </a:extLst>
          </p:cNvPr>
          <p:cNvSpPr/>
          <p:nvPr/>
        </p:nvSpPr>
        <p:spPr bwMode="gray">
          <a:xfrm>
            <a:off x="196555" y="5452258"/>
            <a:ext cx="1484435" cy="191226"/>
          </a:xfrm>
          <a:prstGeom prst="rect">
            <a:avLst/>
          </a:prstGeom>
          <a:solidFill>
            <a:schemeClr val="accent1">
              <a:lumMod val="75000"/>
            </a:schemeClr>
          </a:solidFill>
          <a:ln w="19050" algn="ctr">
            <a:noFill/>
            <a:miter lim="800000"/>
            <a:headEnd/>
            <a:tailEnd/>
          </a:ln>
          <a:effectLst>
            <a:outerShdw blurRad="50800" dist="38100" algn="l" rotWithShape="0">
              <a:prstClr val="black">
                <a:alpha val="40000"/>
              </a:prstClr>
            </a:outerShdw>
          </a:effectLst>
        </p:spPr>
        <p:txBody>
          <a:bodyPr wrap="square" lIns="0" tIns="88900" rIns="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050" i="0" u="none" strike="noStrike" kern="1200" cap="none" spc="0" normalizeH="0" baseline="0" noProof="0">
                <a:ln>
                  <a:noFill/>
                </a:ln>
                <a:solidFill>
                  <a:schemeClr val="bg1"/>
                </a:solidFill>
                <a:effectLst/>
                <a:uLnTx/>
                <a:uFillTx/>
                <a:latin typeface="Calibri"/>
                <a:ea typeface="+mn-ea"/>
                <a:cs typeface="Verdana" panose="020B0604030504040204" pitchFamily="34" charset="0"/>
              </a:rPr>
              <a:t>Single source of Revenue</a:t>
            </a:r>
          </a:p>
        </p:txBody>
      </p:sp>
      <p:sp>
        <p:nvSpPr>
          <p:cNvPr id="39" name="Rectangle 38">
            <a:extLst>
              <a:ext uri="{FF2B5EF4-FFF2-40B4-BE49-F238E27FC236}">
                <a16:creationId xmlns:a16="http://schemas.microsoft.com/office/drawing/2014/main" id="{690D7936-3D1C-B19E-A61D-B0E1B48E348E}"/>
              </a:ext>
            </a:extLst>
          </p:cNvPr>
          <p:cNvSpPr/>
          <p:nvPr/>
        </p:nvSpPr>
        <p:spPr bwMode="gray">
          <a:xfrm>
            <a:off x="196555" y="5688953"/>
            <a:ext cx="1484434" cy="176129"/>
          </a:xfrm>
          <a:prstGeom prst="rect">
            <a:avLst/>
          </a:prstGeom>
          <a:solidFill>
            <a:schemeClr val="accent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CO2 emissions</a:t>
            </a:r>
          </a:p>
        </p:txBody>
      </p:sp>
      <p:sp>
        <p:nvSpPr>
          <p:cNvPr id="42" name="Rectangle 41">
            <a:extLst>
              <a:ext uri="{FF2B5EF4-FFF2-40B4-BE49-F238E27FC236}">
                <a16:creationId xmlns:a16="http://schemas.microsoft.com/office/drawing/2014/main" id="{3766AB83-5349-3732-5473-F84F11395FA8}"/>
              </a:ext>
            </a:extLst>
          </p:cNvPr>
          <p:cNvSpPr/>
          <p:nvPr/>
        </p:nvSpPr>
        <p:spPr bwMode="gray">
          <a:xfrm>
            <a:off x="3391709" y="5183044"/>
            <a:ext cx="2260479" cy="215444"/>
          </a:xfrm>
          <a:prstGeom prst="rect">
            <a:avLst/>
          </a:prstGeom>
          <a:solidFill>
            <a:schemeClr val="tx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Challenges</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43" name="Rectangle 42">
            <a:extLst>
              <a:ext uri="{FF2B5EF4-FFF2-40B4-BE49-F238E27FC236}">
                <a16:creationId xmlns:a16="http://schemas.microsoft.com/office/drawing/2014/main" id="{160B69F4-7489-B6C8-A759-03182A8B79AD}"/>
              </a:ext>
            </a:extLst>
          </p:cNvPr>
          <p:cNvSpPr/>
          <p:nvPr/>
        </p:nvSpPr>
        <p:spPr bwMode="gray">
          <a:xfrm>
            <a:off x="5781025" y="5183044"/>
            <a:ext cx="2260478" cy="215444"/>
          </a:xfrm>
          <a:prstGeom prst="rect">
            <a:avLst/>
          </a:prstGeom>
          <a:solidFill>
            <a:schemeClr val="tx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300" b="1" i="0" u="none" strike="noStrike" kern="1200" cap="none" spc="0" normalizeH="0" baseline="0" noProof="0">
                <a:ln>
                  <a:noFill/>
                </a:ln>
                <a:solidFill>
                  <a:prstClr val="white"/>
                </a:solidFill>
                <a:effectLst/>
                <a:uLnTx/>
                <a:uFillTx/>
                <a:latin typeface="Calibri"/>
                <a:ea typeface="+mn-ea"/>
                <a:cs typeface="Verdana" panose="020B0604030504040204" pitchFamily="34" charset="0"/>
              </a:rPr>
              <a:t>Opportunity</a:t>
            </a:r>
            <a:endParaRPr kumimoji="0" lang="en-US" sz="1300" i="0" u="none" strike="noStrike" kern="1200" cap="none" spc="0" normalizeH="0" baseline="0" noProof="0">
              <a:ln>
                <a:noFill/>
              </a:ln>
              <a:solidFill>
                <a:prstClr val="white"/>
              </a:solidFill>
              <a:effectLst/>
              <a:uLnTx/>
              <a:uFillTx/>
              <a:latin typeface="Calibri"/>
              <a:ea typeface="+mn-ea"/>
              <a:cs typeface="Verdana" panose="020B0604030504040204" pitchFamily="34" charset="0"/>
            </a:endParaRPr>
          </a:p>
        </p:txBody>
      </p:sp>
      <p:sp>
        <p:nvSpPr>
          <p:cNvPr id="44" name="Rectangle 43">
            <a:extLst>
              <a:ext uri="{FF2B5EF4-FFF2-40B4-BE49-F238E27FC236}">
                <a16:creationId xmlns:a16="http://schemas.microsoft.com/office/drawing/2014/main" id="{8598B64D-CDCD-7CFB-0870-04FBA7BEB526}"/>
              </a:ext>
            </a:extLst>
          </p:cNvPr>
          <p:cNvSpPr/>
          <p:nvPr/>
        </p:nvSpPr>
        <p:spPr bwMode="gray">
          <a:xfrm>
            <a:off x="5781025" y="5460479"/>
            <a:ext cx="2260477" cy="191226"/>
          </a:xfrm>
          <a:prstGeom prst="rect">
            <a:avLst/>
          </a:prstGeom>
          <a:solidFill>
            <a:srgbClr val="009193"/>
          </a:solidFill>
          <a:ln w="19050" algn="ctr">
            <a:noFill/>
            <a:miter lim="800000"/>
            <a:headEnd/>
            <a:tailEnd/>
          </a:ln>
          <a:effectLst>
            <a:outerShdw blurRad="50800" dist="38100" algn="l" rotWithShape="0">
              <a:prstClr val="black">
                <a:alpha val="40000"/>
              </a:prstClr>
            </a:outerShdw>
          </a:effectLst>
        </p:spPr>
        <p:txBody>
          <a:bodyPr wrap="square" lIns="0" tIns="88900" rIns="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Leverage ZETHLAG to rent EV trucks</a:t>
            </a:r>
          </a:p>
        </p:txBody>
      </p:sp>
      <p:sp>
        <p:nvSpPr>
          <p:cNvPr id="45" name="Rectangle 44">
            <a:extLst>
              <a:ext uri="{FF2B5EF4-FFF2-40B4-BE49-F238E27FC236}">
                <a16:creationId xmlns:a16="http://schemas.microsoft.com/office/drawing/2014/main" id="{B0F0E075-ECC0-C181-2A08-68CC09B2C3FE}"/>
              </a:ext>
            </a:extLst>
          </p:cNvPr>
          <p:cNvSpPr/>
          <p:nvPr/>
        </p:nvSpPr>
        <p:spPr bwMode="gray">
          <a:xfrm>
            <a:off x="5780921" y="5718027"/>
            <a:ext cx="2260477" cy="328370"/>
          </a:xfrm>
          <a:prstGeom prst="rect">
            <a:avLst/>
          </a:prstGeom>
          <a:solidFill>
            <a:srgbClr val="00AD7F"/>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Monetize EV charging stations by reducing fleet</a:t>
            </a:r>
          </a:p>
        </p:txBody>
      </p:sp>
      <p:sp>
        <p:nvSpPr>
          <p:cNvPr id="46" name="Rectangle 45">
            <a:extLst>
              <a:ext uri="{FF2B5EF4-FFF2-40B4-BE49-F238E27FC236}">
                <a16:creationId xmlns:a16="http://schemas.microsoft.com/office/drawing/2014/main" id="{86798683-275C-0F4E-3873-9B4A57E1493F}"/>
              </a:ext>
            </a:extLst>
          </p:cNvPr>
          <p:cNvSpPr/>
          <p:nvPr/>
        </p:nvSpPr>
        <p:spPr bwMode="gray">
          <a:xfrm>
            <a:off x="3387835" y="5719177"/>
            <a:ext cx="2260477" cy="327219"/>
          </a:xfrm>
          <a:prstGeom prst="rect">
            <a:avLst/>
          </a:prstGeom>
          <a:solidFill>
            <a:schemeClr val="accent1"/>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Outsourced Fleet accounts for 66% of costs</a:t>
            </a:r>
          </a:p>
        </p:txBody>
      </p:sp>
      <p:sp>
        <p:nvSpPr>
          <p:cNvPr id="47" name="Rectangle 46">
            <a:extLst>
              <a:ext uri="{FF2B5EF4-FFF2-40B4-BE49-F238E27FC236}">
                <a16:creationId xmlns:a16="http://schemas.microsoft.com/office/drawing/2014/main" id="{D867C079-9B73-C896-96D5-0A367E581606}"/>
              </a:ext>
            </a:extLst>
          </p:cNvPr>
          <p:cNvSpPr/>
          <p:nvPr/>
        </p:nvSpPr>
        <p:spPr bwMode="gray">
          <a:xfrm>
            <a:off x="3387835" y="5459813"/>
            <a:ext cx="2260479" cy="211884"/>
          </a:xfrm>
          <a:prstGeom prst="rect">
            <a:avLst/>
          </a:prstGeom>
          <a:solidFill>
            <a:schemeClr val="accent1">
              <a:lumMod val="75000"/>
            </a:schemeClr>
          </a:solidFill>
          <a:ln w="19050" algn="ctr">
            <a:noFill/>
            <a:miter lim="800000"/>
            <a:headEnd/>
            <a:tailEnd/>
          </a:ln>
          <a:effectLst>
            <a:outerShdw blurRad="50800" dist="38100" algn="l" rotWithShape="0">
              <a:prstClr val="black">
                <a:alpha val="40000"/>
              </a:prstClr>
            </a:outerShdw>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i="0" u="none" strike="noStrike" kern="1200" cap="none" spc="0" normalizeH="0" baseline="0" noProof="0">
                <a:ln>
                  <a:noFill/>
                </a:ln>
                <a:solidFill>
                  <a:schemeClr val="bg1"/>
                </a:solidFill>
                <a:effectLst/>
                <a:uLnTx/>
                <a:uFillTx/>
                <a:latin typeface="Calibri"/>
                <a:ea typeface="+mn-ea"/>
                <a:cs typeface="Verdana" panose="020B0604030504040204" pitchFamily="34" charset="0"/>
              </a:rPr>
              <a:t>Govt. schemes can’t be leveraged</a:t>
            </a:r>
          </a:p>
        </p:txBody>
      </p:sp>
      <p:graphicFrame>
        <p:nvGraphicFramePr>
          <p:cNvPr id="48" name="Table 48">
            <a:extLst>
              <a:ext uri="{FF2B5EF4-FFF2-40B4-BE49-F238E27FC236}">
                <a16:creationId xmlns:a16="http://schemas.microsoft.com/office/drawing/2014/main" id="{82C3B1F8-CE38-F4BB-29D7-6B315817E6A5}"/>
              </a:ext>
            </a:extLst>
          </p:cNvPr>
          <p:cNvGraphicFramePr>
            <a:graphicFrameLocks noGrp="1"/>
          </p:cNvGraphicFramePr>
          <p:nvPr/>
        </p:nvGraphicFramePr>
        <p:xfrm>
          <a:off x="8183072" y="1068156"/>
          <a:ext cx="3918148" cy="822960"/>
        </p:xfrm>
        <a:graphic>
          <a:graphicData uri="http://schemas.openxmlformats.org/drawingml/2006/table">
            <a:tbl>
              <a:tblPr firstRow="1" bandRow="1">
                <a:tableStyleId>{5C22544A-7EE6-4342-B048-85BDC9FD1C3A}</a:tableStyleId>
              </a:tblPr>
              <a:tblGrid>
                <a:gridCol w="1083591">
                  <a:extLst>
                    <a:ext uri="{9D8B030D-6E8A-4147-A177-3AD203B41FA5}">
                      <a16:colId xmlns:a16="http://schemas.microsoft.com/office/drawing/2014/main" val="1333630594"/>
                    </a:ext>
                  </a:extLst>
                </a:gridCol>
                <a:gridCol w="1003610">
                  <a:extLst>
                    <a:ext uri="{9D8B030D-6E8A-4147-A177-3AD203B41FA5}">
                      <a16:colId xmlns:a16="http://schemas.microsoft.com/office/drawing/2014/main" val="3378608562"/>
                    </a:ext>
                  </a:extLst>
                </a:gridCol>
                <a:gridCol w="936703">
                  <a:extLst>
                    <a:ext uri="{9D8B030D-6E8A-4147-A177-3AD203B41FA5}">
                      <a16:colId xmlns:a16="http://schemas.microsoft.com/office/drawing/2014/main" val="728572857"/>
                    </a:ext>
                  </a:extLst>
                </a:gridCol>
                <a:gridCol w="894244">
                  <a:extLst>
                    <a:ext uri="{9D8B030D-6E8A-4147-A177-3AD203B41FA5}">
                      <a16:colId xmlns:a16="http://schemas.microsoft.com/office/drawing/2014/main" val="4282070343"/>
                    </a:ext>
                  </a:extLst>
                </a:gridCol>
              </a:tblGrid>
              <a:tr h="239982">
                <a:tc>
                  <a:txBody>
                    <a:bodyPr/>
                    <a:lstStyle/>
                    <a:p>
                      <a:pPr algn="ctr"/>
                      <a:r>
                        <a:rPr lang="en-US" sz="1200"/>
                        <a:t>Year-Model</a:t>
                      </a:r>
                    </a:p>
                  </a:txBody>
                  <a:tcPr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schemeClr>
                    </a:solidFill>
                  </a:tcPr>
                </a:tc>
                <a:tc>
                  <a:txBody>
                    <a:bodyPr/>
                    <a:lstStyle/>
                    <a:p>
                      <a:pPr algn="ctr"/>
                      <a:r>
                        <a:rPr lang="en-US" sz="1200"/>
                        <a:t>Revenue</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schemeClr>
                    </a:solidFill>
                  </a:tcPr>
                </a:tc>
                <a:tc>
                  <a:txBody>
                    <a:bodyPr/>
                    <a:lstStyle/>
                    <a:p>
                      <a:pPr algn="ctr"/>
                      <a:r>
                        <a:rPr lang="en-US" sz="1200"/>
                        <a:t>Cost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schemeClr>
                    </a:solidFill>
                  </a:tcPr>
                </a:tc>
                <a:tc>
                  <a:txBody>
                    <a:bodyPr/>
                    <a:lstStyle/>
                    <a:p>
                      <a:pPr algn="ctr"/>
                      <a:r>
                        <a:rPr lang="en-US" sz="1200"/>
                        <a:t>Profit</a:t>
                      </a:r>
                    </a:p>
                  </a:txBody>
                  <a:tcPr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schemeClr>
                    </a:solidFill>
                  </a:tcPr>
                </a:tc>
                <a:extLst>
                  <a:ext uri="{0D108BD9-81ED-4DB2-BD59-A6C34878D82A}">
                    <a16:rowId xmlns:a16="http://schemas.microsoft.com/office/drawing/2014/main" val="217849200"/>
                  </a:ext>
                </a:extLst>
              </a:tr>
              <a:tr h="239982">
                <a:tc>
                  <a:txBody>
                    <a:bodyPr/>
                    <a:lstStyle/>
                    <a:p>
                      <a:pPr algn="ctr"/>
                      <a:r>
                        <a:rPr lang="en-US" sz="1200" b="1"/>
                        <a:t>2023 Current</a:t>
                      </a:r>
                    </a:p>
                  </a:txBody>
                  <a:tcPr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a:r>
                        <a:rPr lang="en-US" sz="1200"/>
                        <a:t>INR 29 B</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a:r>
                        <a:rPr lang="en-US" sz="1200"/>
                        <a:t>INR 22 B</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a:r>
                        <a:rPr lang="en-US" sz="1200"/>
                        <a:t>INR 7 B</a:t>
                      </a:r>
                    </a:p>
                  </a:txBody>
                  <a:tcPr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89298374"/>
                  </a:ext>
                </a:extLst>
              </a:tr>
              <a:tr h="239982">
                <a:tc>
                  <a:txBody>
                    <a:bodyPr/>
                    <a:lstStyle/>
                    <a:p>
                      <a:pPr algn="ctr"/>
                      <a:r>
                        <a:rPr lang="en-US" sz="1200" b="1"/>
                        <a:t>2023 New</a:t>
                      </a:r>
                    </a:p>
                  </a:txBody>
                  <a:tcPr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200"/>
                        <a:t>INR 54 B</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200"/>
                        <a:t>INR 44 B</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200"/>
                        <a:t>INR 10 B</a:t>
                      </a:r>
                    </a:p>
                  </a:txBody>
                  <a:tcPr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47293632"/>
                  </a:ext>
                </a:extLst>
              </a:tr>
            </a:tbl>
          </a:graphicData>
        </a:graphic>
      </p:graphicFrame>
      <p:sp>
        <p:nvSpPr>
          <p:cNvPr id="49" name="Rectangle 48">
            <a:extLst>
              <a:ext uri="{FF2B5EF4-FFF2-40B4-BE49-F238E27FC236}">
                <a16:creationId xmlns:a16="http://schemas.microsoft.com/office/drawing/2014/main" id="{2EF7AF42-74DB-D35A-6652-EA9C17C0745B}"/>
              </a:ext>
            </a:extLst>
          </p:cNvPr>
          <p:cNvSpPr/>
          <p:nvPr/>
        </p:nvSpPr>
        <p:spPr bwMode="gray">
          <a:xfrm>
            <a:off x="8183072" y="751652"/>
            <a:ext cx="3918148" cy="251295"/>
          </a:xfrm>
          <a:prstGeom prst="rect">
            <a:avLst/>
          </a:prstGeom>
          <a:solidFill>
            <a:schemeClr val="tx1"/>
          </a:solidFill>
          <a:ln w="19050" algn="ctr">
            <a:noFill/>
            <a:miter lim="800000"/>
            <a:headEnd/>
            <a:tailEnd/>
          </a:ln>
          <a:effectLst/>
        </p:spPr>
        <p:txBody>
          <a:bodyPr wrap="square" lIns="72000" tIns="88900" rIns="72000" bIns="88900" rtlCol="0" anchor="ctr"/>
          <a:lstStyle/>
          <a:p>
            <a:pPr algn="ctr">
              <a:lnSpc>
                <a:spcPct val="106000"/>
              </a:lnSpc>
              <a:defRPr/>
            </a:pPr>
            <a:r>
              <a:rPr lang="en-US" sz="1400" b="1">
                <a:solidFill>
                  <a:schemeClr val="bg1"/>
                </a:solidFill>
                <a:latin typeface="Calibri" panose="020F0502020204030204" pitchFamily="34" charset="0"/>
                <a:cs typeface="Calibri" panose="020F0502020204030204" pitchFamily="34" charset="0"/>
              </a:rPr>
              <a:t>New v/s Current Model: 2023 &amp; 2030 View</a:t>
            </a:r>
          </a:p>
        </p:txBody>
      </p:sp>
      <p:sp>
        <p:nvSpPr>
          <p:cNvPr id="50" name="Rectangle 49">
            <a:extLst>
              <a:ext uri="{FF2B5EF4-FFF2-40B4-BE49-F238E27FC236}">
                <a16:creationId xmlns:a16="http://schemas.microsoft.com/office/drawing/2014/main" id="{1683F234-0648-8FDF-ADC9-C633394226E6}"/>
              </a:ext>
            </a:extLst>
          </p:cNvPr>
          <p:cNvSpPr/>
          <p:nvPr/>
        </p:nvSpPr>
        <p:spPr bwMode="gray">
          <a:xfrm>
            <a:off x="8183072" y="2426917"/>
            <a:ext cx="3918148" cy="251295"/>
          </a:xfrm>
          <a:prstGeom prst="rect">
            <a:avLst/>
          </a:prstGeom>
          <a:solidFill>
            <a:schemeClr val="accent1"/>
          </a:solidFill>
          <a:ln w="19050" algn="ctr">
            <a:noFill/>
            <a:miter lim="800000"/>
            <a:headEnd/>
            <a:tailEnd/>
          </a:ln>
          <a:effectLst/>
        </p:spPr>
        <p:txBody>
          <a:bodyPr wrap="square" lIns="72000" tIns="88900" rIns="72000" bIns="88900" rtlCol="0" anchor="ctr"/>
          <a:lstStyle/>
          <a:p>
            <a:pPr algn="ctr">
              <a:lnSpc>
                <a:spcPct val="106000"/>
              </a:lnSpc>
              <a:defRPr/>
            </a:pPr>
            <a:r>
              <a:rPr lang="en-US" sz="1400" b="1">
                <a:solidFill>
                  <a:schemeClr val="bg1"/>
                </a:solidFill>
                <a:latin typeface="Calibri" panose="020F0502020204030204" pitchFamily="34" charset="0"/>
                <a:cs typeface="Calibri" panose="020F0502020204030204" pitchFamily="34" charset="0"/>
              </a:rPr>
              <a:t>Parcel Unit Economics</a:t>
            </a:r>
          </a:p>
        </p:txBody>
      </p:sp>
      <p:grpSp>
        <p:nvGrpSpPr>
          <p:cNvPr id="51" name="Group 50">
            <a:extLst>
              <a:ext uri="{FF2B5EF4-FFF2-40B4-BE49-F238E27FC236}">
                <a16:creationId xmlns:a16="http://schemas.microsoft.com/office/drawing/2014/main" id="{F032C71E-A573-71BF-173B-9B6BDCB65190}"/>
              </a:ext>
            </a:extLst>
          </p:cNvPr>
          <p:cNvGrpSpPr/>
          <p:nvPr/>
        </p:nvGrpSpPr>
        <p:grpSpPr>
          <a:xfrm>
            <a:off x="8181552" y="2856443"/>
            <a:ext cx="1958787" cy="1304256"/>
            <a:chOff x="837913" y="4247699"/>
            <a:chExt cx="1615356" cy="1304256"/>
          </a:xfrm>
        </p:grpSpPr>
        <p:graphicFrame>
          <p:nvGraphicFramePr>
            <p:cNvPr id="52" name="Chart 51">
              <a:extLst>
                <a:ext uri="{FF2B5EF4-FFF2-40B4-BE49-F238E27FC236}">
                  <a16:creationId xmlns:a16="http://schemas.microsoft.com/office/drawing/2014/main" id="{7AD2B248-4A95-F32F-708C-A625C208A80E}"/>
                </a:ext>
              </a:extLst>
            </p:cNvPr>
            <p:cNvGraphicFramePr/>
            <p:nvPr/>
          </p:nvGraphicFramePr>
          <p:xfrm>
            <a:off x="837913" y="4247699"/>
            <a:ext cx="1615356" cy="1156892"/>
          </p:xfrm>
          <a:graphic>
            <a:graphicData uri="http://schemas.openxmlformats.org/drawingml/2006/chart">
              <c:chart xmlns:c="http://schemas.openxmlformats.org/drawingml/2006/chart" xmlns:r="http://schemas.openxmlformats.org/officeDocument/2006/relationships" r:id="rId5"/>
            </a:graphicData>
          </a:graphic>
        </p:graphicFrame>
        <p:sp>
          <p:nvSpPr>
            <p:cNvPr id="53" name="Rectangle 52">
              <a:extLst>
                <a:ext uri="{FF2B5EF4-FFF2-40B4-BE49-F238E27FC236}">
                  <a16:creationId xmlns:a16="http://schemas.microsoft.com/office/drawing/2014/main" id="{821B09E5-9A38-1F0C-A284-DC43A0E85465}"/>
                </a:ext>
              </a:extLst>
            </p:cNvPr>
            <p:cNvSpPr/>
            <p:nvPr/>
          </p:nvSpPr>
          <p:spPr bwMode="gray">
            <a:xfrm>
              <a:off x="991041" y="4569744"/>
              <a:ext cx="1275982" cy="242717"/>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Values in INR</a:t>
              </a:r>
            </a:p>
          </p:txBody>
        </p:sp>
        <p:sp>
          <p:nvSpPr>
            <p:cNvPr id="54" name="Rectangle 53">
              <a:extLst>
                <a:ext uri="{FF2B5EF4-FFF2-40B4-BE49-F238E27FC236}">
                  <a16:creationId xmlns:a16="http://schemas.microsoft.com/office/drawing/2014/main" id="{957E2CCE-EADF-70E6-326D-4FC183594184}"/>
                </a:ext>
              </a:extLst>
            </p:cNvPr>
            <p:cNvSpPr/>
            <p:nvPr/>
          </p:nvSpPr>
          <p:spPr bwMode="gray">
            <a:xfrm>
              <a:off x="889741" y="4366864"/>
              <a:ext cx="1511699" cy="223050"/>
            </a:xfrm>
            <a:prstGeom prst="rect">
              <a:avLst/>
            </a:prstGeom>
            <a:solidFill>
              <a:schemeClr val="accent1"/>
            </a:solidFill>
            <a:ln w="19050" algn="ctr">
              <a:noFill/>
              <a:miter lim="800000"/>
              <a:headEnd/>
              <a:tailEnd/>
            </a:ln>
            <a:effectLst/>
          </p:spPr>
          <p:txBody>
            <a:bodyPr wrap="square" lIns="72000" tIns="88900" rIns="72000" bIns="88900" rtlCol="0" anchor="ctr"/>
            <a:lstStyle/>
            <a:p>
              <a:pPr algn="ctr">
                <a:lnSpc>
                  <a:spcPct val="106000"/>
                </a:lnSpc>
                <a:defRPr/>
              </a:pPr>
              <a:r>
                <a:rPr lang="en-US" sz="1300" b="1">
                  <a:solidFill>
                    <a:schemeClr val="bg1"/>
                  </a:solidFill>
                  <a:latin typeface="Calibri" panose="020F0502020204030204" pitchFamily="34" charset="0"/>
                  <a:cs typeface="Calibri" panose="020F0502020204030204" pitchFamily="34" charset="0"/>
                </a:rPr>
                <a:t>2023 Current v/s New</a:t>
              </a:r>
            </a:p>
          </p:txBody>
        </p:sp>
        <p:sp>
          <p:nvSpPr>
            <p:cNvPr id="55" name="Rectangle 54">
              <a:extLst>
                <a:ext uri="{FF2B5EF4-FFF2-40B4-BE49-F238E27FC236}">
                  <a16:creationId xmlns:a16="http://schemas.microsoft.com/office/drawing/2014/main" id="{353C66A6-E43A-630D-9840-33FD63AE3F55}"/>
                </a:ext>
              </a:extLst>
            </p:cNvPr>
            <p:cNvSpPr/>
            <p:nvPr/>
          </p:nvSpPr>
          <p:spPr>
            <a:xfrm>
              <a:off x="889741" y="4366863"/>
              <a:ext cx="1511699" cy="1185092"/>
            </a:xfrm>
            <a:prstGeom prst="rect">
              <a:avLst/>
            </a:prstGeom>
            <a:noFill/>
            <a:ln>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a:extLst>
                <a:ext uri="{FF2B5EF4-FFF2-40B4-BE49-F238E27FC236}">
                  <a16:creationId xmlns:a16="http://schemas.microsoft.com/office/drawing/2014/main" id="{478C357A-F0B4-7E24-F1AF-3B82DABB5D89}"/>
                </a:ext>
              </a:extLst>
            </p:cNvPr>
            <p:cNvSpPr/>
            <p:nvPr/>
          </p:nvSpPr>
          <p:spPr bwMode="gray">
            <a:xfrm>
              <a:off x="990621" y="5300323"/>
              <a:ext cx="648190" cy="242717"/>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2023 C</a:t>
              </a:r>
            </a:p>
          </p:txBody>
        </p:sp>
        <p:sp>
          <p:nvSpPr>
            <p:cNvPr id="57" name="Rectangle 56">
              <a:extLst>
                <a:ext uri="{FF2B5EF4-FFF2-40B4-BE49-F238E27FC236}">
                  <a16:creationId xmlns:a16="http://schemas.microsoft.com/office/drawing/2014/main" id="{B203ADE9-A3B0-4E36-D277-5698FC8F65C9}"/>
                </a:ext>
              </a:extLst>
            </p:cNvPr>
            <p:cNvSpPr/>
            <p:nvPr/>
          </p:nvSpPr>
          <p:spPr bwMode="gray">
            <a:xfrm>
              <a:off x="1688742" y="5284370"/>
              <a:ext cx="648190" cy="242717"/>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2023 N</a:t>
              </a:r>
            </a:p>
          </p:txBody>
        </p:sp>
      </p:grpSp>
      <p:sp>
        <p:nvSpPr>
          <p:cNvPr id="73" name="Rectangle 72">
            <a:extLst>
              <a:ext uri="{FF2B5EF4-FFF2-40B4-BE49-F238E27FC236}">
                <a16:creationId xmlns:a16="http://schemas.microsoft.com/office/drawing/2014/main" id="{7823E841-9780-6290-330B-0756D9170924}"/>
              </a:ext>
            </a:extLst>
          </p:cNvPr>
          <p:cNvSpPr/>
          <p:nvPr/>
        </p:nvSpPr>
        <p:spPr bwMode="gray">
          <a:xfrm>
            <a:off x="8183072" y="1953284"/>
            <a:ext cx="3918148" cy="403525"/>
          </a:xfrm>
          <a:prstGeom prst="rect">
            <a:avLst/>
          </a:prstGeom>
          <a:noFill/>
          <a:ln w="12700" algn="ctr">
            <a:solidFill>
              <a:schemeClr val="accent1"/>
            </a:solidFill>
            <a:prstDash val="dash"/>
            <a:miter lim="800000"/>
            <a:headEnd/>
            <a:tailEnd/>
          </a:ln>
          <a:effectLst/>
        </p:spPr>
        <p:txBody>
          <a:bodyPr wrap="square" lIns="72000" tIns="88900" rIns="72000" bIns="88900" rtlCol="0" anchor="ctr"/>
          <a:lstStyle/>
          <a:p>
            <a:pPr algn="ctr">
              <a:lnSpc>
                <a:spcPct val="106000"/>
              </a:lnSpc>
              <a:defRPr/>
            </a:pPr>
            <a:r>
              <a:rPr lang="en-US" sz="1200">
                <a:latin typeface="Calibri" panose="020F0502020204030204" pitchFamily="34" charset="0"/>
                <a:cs typeface="Calibri" panose="020F0502020204030204" pitchFamily="34" charset="0"/>
              </a:rPr>
              <a:t>Y1 Cost Drivers (78% of TC): Fleet outsourcing, Set-up costs of EV charging stations, lockers &amp; SDS/Kirana stores</a:t>
            </a:r>
          </a:p>
        </p:txBody>
      </p:sp>
      <p:sp>
        <p:nvSpPr>
          <p:cNvPr id="75" name="Rectangle 74">
            <a:extLst>
              <a:ext uri="{FF2B5EF4-FFF2-40B4-BE49-F238E27FC236}">
                <a16:creationId xmlns:a16="http://schemas.microsoft.com/office/drawing/2014/main" id="{E40CA6A8-3D11-0223-723C-AE8B12F7491E}"/>
              </a:ext>
            </a:extLst>
          </p:cNvPr>
          <p:cNvSpPr/>
          <p:nvPr/>
        </p:nvSpPr>
        <p:spPr bwMode="gray">
          <a:xfrm>
            <a:off x="8244399" y="5493713"/>
            <a:ext cx="3830274" cy="526669"/>
          </a:xfrm>
          <a:prstGeom prst="rect">
            <a:avLst/>
          </a:prstGeom>
          <a:solidFill>
            <a:schemeClr val="accent1">
              <a:lumMod val="20000"/>
              <a:lumOff val="80000"/>
            </a:schemeClr>
          </a:solidFill>
          <a:ln w="12700" algn="ctr">
            <a:noFill/>
            <a:prstDash val="dash"/>
            <a:miter lim="800000"/>
            <a:headEnd/>
            <a:tailEnd/>
          </a:ln>
          <a:effectLst/>
        </p:spPr>
        <p:txBody>
          <a:bodyPr wrap="square" lIns="72000" tIns="88900" rIns="72000" bIns="88900" rtlCol="0" anchor="ctr"/>
          <a:lstStyle/>
          <a:p>
            <a:pPr algn="ctr">
              <a:lnSpc>
                <a:spcPct val="106000"/>
              </a:lnSpc>
              <a:defRPr/>
            </a:pPr>
            <a:r>
              <a:rPr lang="en-US" sz="1200">
                <a:latin typeface="Calibri" panose="020F0502020204030204" pitchFamily="34" charset="0"/>
                <a:cs typeface="Calibri" panose="020F0502020204030204" pitchFamily="34" charset="0"/>
              </a:rPr>
              <a:t>Callout of 30% reduction in costs due to </a:t>
            </a:r>
            <a:r>
              <a:rPr lang="en-US" sz="1200" err="1">
                <a:latin typeface="Calibri" panose="020F0502020204030204" pitchFamily="34" charset="0"/>
                <a:cs typeface="Calibri" panose="020F0502020204030204" pitchFamily="34" charset="0"/>
              </a:rPr>
              <a:t>xyz</a:t>
            </a:r>
            <a:r>
              <a:rPr lang="en-US" sz="1200">
                <a:latin typeface="Calibri" panose="020F0502020204030204" pitchFamily="34" charset="0"/>
                <a:cs typeface="Calibri" panose="020F0502020204030204" pitchFamily="34" charset="0"/>
              </a:rPr>
              <a:t> factors</a:t>
            </a:r>
          </a:p>
        </p:txBody>
      </p:sp>
      <p:sp>
        <p:nvSpPr>
          <p:cNvPr id="19" name="Rectangle 18">
            <a:extLst>
              <a:ext uri="{FF2B5EF4-FFF2-40B4-BE49-F238E27FC236}">
                <a16:creationId xmlns:a16="http://schemas.microsoft.com/office/drawing/2014/main" id="{C4CA76ED-F8C9-7C0D-6F5F-DF9702D13C8A}"/>
              </a:ext>
            </a:extLst>
          </p:cNvPr>
          <p:cNvSpPr/>
          <p:nvPr/>
        </p:nvSpPr>
        <p:spPr bwMode="gray">
          <a:xfrm>
            <a:off x="8236688" y="2712624"/>
            <a:ext cx="1833092" cy="214631"/>
          </a:xfrm>
          <a:prstGeom prst="rect">
            <a:avLst/>
          </a:prstGeom>
          <a:solidFill>
            <a:schemeClr val="accent1">
              <a:lumMod val="50000"/>
            </a:schemeClr>
          </a:solidFill>
          <a:ln w="19050" algn="ctr">
            <a:noFill/>
            <a:miter lim="800000"/>
            <a:headEnd/>
            <a:tailEnd/>
          </a:ln>
          <a:effectLst/>
        </p:spPr>
        <p:txBody>
          <a:bodyPr wrap="square" lIns="72000" tIns="88900" rIns="72000" bIns="88900" rtlCol="0" anchor="ctr"/>
          <a:lstStyle/>
          <a:p>
            <a:pPr algn="ctr">
              <a:lnSpc>
                <a:spcPct val="106000"/>
              </a:lnSpc>
              <a:defRPr/>
            </a:pPr>
            <a:r>
              <a:rPr lang="en-US" sz="1300" b="1">
                <a:solidFill>
                  <a:schemeClr val="bg1"/>
                </a:solidFill>
                <a:latin typeface="Calibri" panose="020F0502020204030204" pitchFamily="34" charset="0"/>
                <a:cs typeface="Calibri" panose="020F0502020204030204" pitchFamily="34" charset="0"/>
              </a:rPr>
              <a:t>Costs</a:t>
            </a:r>
          </a:p>
        </p:txBody>
      </p:sp>
      <p:sp>
        <p:nvSpPr>
          <p:cNvPr id="20" name="Rectangle 19">
            <a:extLst>
              <a:ext uri="{FF2B5EF4-FFF2-40B4-BE49-F238E27FC236}">
                <a16:creationId xmlns:a16="http://schemas.microsoft.com/office/drawing/2014/main" id="{31CCA234-4EE4-619F-7259-FAD97E4FF016}"/>
              </a:ext>
            </a:extLst>
          </p:cNvPr>
          <p:cNvSpPr/>
          <p:nvPr/>
        </p:nvSpPr>
        <p:spPr bwMode="gray">
          <a:xfrm>
            <a:off x="10241581" y="2709543"/>
            <a:ext cx="1833092" cy="214631"/>
          </a:xfrm>
          <a:prstGeom prst="rect">
            <a:avLst/>
          </a:prstGeom>
          <a:solidFill>
            <a:schemeClr val="accent1">
              <a:lumMod val="50000"/>
            </a:schemeClr>
          </a:solidFill>
          <a:ln w="19050" algn="ctr">
            <a:noFill/>
            <a:miter lim="800000"/>
            <a:headEnd/>
            <a:tailEnd/>
          </a:ln>
          <a:effectLst/>
        </p:spPr>
        <p:txBody>
          <a:bodyPr wrap="square" lIns="72000" tIns="88900" rIns="72000" bIns="88900" rtlCol="0" anchor="ctr"/>
          <a:lstStyle/>
          <a:p>
            <a:pPr algn="ctr">
              <a:lnSpc>
                <a:spcPct val="106000"/>
              </a:lnSpc>
              <a:defRPr/>
            </a:pPr>
            <a:r>
              <a:rPr lang="en-US" sz="1300" b="1">
                <a:solidFill>
                  <a:schemeClr val="bg1"/>
                </a:solidFill>
                <a:latin typeface="Calibri" panose="020F0502020204030204" pitchFamily="34" charset="0"/>
                <a:cs typeface="Calibri" panose="020F0502020204030204" pitchFamily="34" charset="0"/>
              </a:rPr>
              <a:t>Profit</a:t>
            </a:r>
          </a:p>
        </p:txBody>
      </p:sp>
      <p:grpSp>
        <p:nvGrpSpPr>
          <p:cNvPr id="21" name="Group 20">
            <a:extLst>
              <a:ext uri="{FF2B5EF4-FFF2-40B4-BE49-F238E27FC236}">
                <a16:creationId xmlns:a16="http://schemas.microsoft.com/office/drawing/2014/main" id="{38F36611-6058-454B-0058-B33B908121C2}"/>
              </a:ext>
            </a:extLst>
          </p:cNvPr>
          <p:cNvGrpSpPr/>
          <p:nvPr/>
        </p:nvGrpSpPr>
        <p:grpSpPr>
          <a:xfrm>
            <a:off x="8181552" y="4189518"/>
            <a:ext cx="1958787" cy="1237416"/>
            <a:chOff x="837913" y="4314539"/>
            <a:chExt cx="1615356" cy="1237416"/>
          </a:xfrm>
        </p:grpSpPr>
        <p:graphicFrame>
          <p:nvGraphicFramePr>
            <p:cNvPr id="24" name="Chart 23">
              <a:extLst>
                <a:ext uri="{FF2B5EF4-FFF2-40B4-BE49-F238E27FC236}">
                  <a16:creationId xmlns:a16="http://schemas.microsoft.com/office/drawing/2014/main" id="{1A24210E-5B4D-9435-28E6-B8A38872AD0A}"/>
                </a:ext>
              </a:extLst>
            </p:cNvPr>
            <p:cNvGraphicFramePr/>
            <p:nvPr/>
          </p:nvGraphicFramePr>
          <p:xfrm>
            <a:off x="837913" y="4314539"/>
            <a:ext cx="1615356" cy="1090052"/>
          </p:xfrm>
          <a:graphic>
            <a:graphicData uri="http://schemas.openxmlformats.org/drawingml/2006/chart">
              <c:chart xmlns:c="http://schemas.openxmlformats.org/drawingml/2006/chart" xmlns:r="http://schemas.openxmlformats.org/officeDocument/2006/relationships" r:id="rId6"/>
            </a:graphicData>
          </a:graphic>
        </p:graphicFrame>
        <p:sp>
          <p:nvSpPr>
            <p:cNvPr id="27" name="Rectangle 26">
              <a:extLst>
                <a:ext uri="{FF2B5EF4-FFF2-40B4-BE49-F238E27FC236}">
                  <a16:creationId xmlns:a16="http://schemas.microsoft.com/office/drawing/2014/main" id="{562CC32E-45E4-C632-4951-C82BCF1FBB32}"/>
                </a:ext>
              </a:extLst>
            </p:cNvPr>
            <p:cNvSpPr/>
            <p:nvPr/>
          </p:nvSpPr>
          <p:spPr bwMode="gray">
            <a:xfrm>
              <a:off x="991041" y="4569744"/>
              <a:ext cx="1275982" cy="242717"/>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Values in INR</a:t>
              </a:r>
            </a:p>
          </p:txBody>
        </p:sp>
        <p:sp>
          <p:nvSpPr>
            <p:cNvPr id="28" name="Rectangle 27">
              <a:extLst>
                <a:ext uri="{FF2B5EF4-FFF2-40B4-BE49-F238E27FC236}">
                  <a16:creationId xmlns:a16="http://schemas.microsoft.com/office/drawing/2014/main" id="{13543B00-0989-4B0D-3B80-433BA55EFDF5}"/>
                </a:ext>
              </a:extLst>
            </p:cNvPr>
            <p:cNvSpPr/>
            <p:nvPr/>
          </p:nvSpPr>
          <p:spPr bwMode="gray">
            <a:xfrm>
              <a:off x="889741" y="4366864"/>
              <a:ext cx="1511699" cy="223050"/>
            </a:xfrm>
            <a:prstGeom prst="rect">
              <a:avLst/>
            </a:prstGeom>
            <a:solidFill>
              <a:schemeClr val="accent1"/>
            </a:solidFill>
            <a:ln w="19050" algn="ctr">
              <a:noFill/>
              <a:miter lim="800000"/>
              <a:headEnd/>
              <a:tailEnd/>
            </a:ln>
            <a:effectLst/>
          </p:spPr>
          <p:txBody>
            <a:bodyPr wrap="square" lIns="72000" tIns="88900" rIns="72000" bIns="88900" rtlCol="0" anchor="ctr"/>
            <a:lstStyle/>
            <a:p>
              <a:pPr algn="ctr">
                <a:lnSpc>
                  <a:spcPct val="106000"/>
                </a:lnSpc>
                <a:defRPr/>
              </a:pPr>
              <a:r>
                <a:rPr lang="en-US" sz="1300" b="1">
                  <a:solidFill>
                    <a:schemeClr val="bg1"/>
                  </a:solidFill>
                  <a:latin typeface="Calibri" panose="020F0502020204030204" pitchFamily="34" charset="0"/>
                  <a:cs typeface="Calibri" panose="020F0502020204030204" pitchFamily="34" charset="0"/>
                </a:rPr>
                <a:t>2030 Current v/s New</a:t>
              </a:r>
            </a:p>
          </p:txBody>
        </p:sp>
        <p:sp>
          <p:nvSpPr>
            <p:cNvPr id="31" name="Rectangle 30">
              <a:extLst>
                <a:ext uri="{FF2B5EF4-FFF2-40B4-BE49-F238E27FC236}">
                  <a16:creationId xmlns:a16="http://schemas.microsoft.com/office/drawing/2014/main" id="{8980A93A-CDF2-6B12-B36C-E037E5371F7A}"/>
                </a:ext>
              </a:extLst>
            </p:cNvPr>
            <p:cNvSpPr/>
            <p:nvPr/>
          </p:nvSpPr>
          <p:spPr>
            <a:xfrm>
              <a:off x="889741" y="4366863"/>
              <a:ext cx="1511699" cy="1185092"/>
            </a:xfrm>
            <a:prstGeom prst="rect">
              <a:avLst/>
            </a:prstGeom>
            <a:noFill/>
            <a:ln>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a:extLst>
                <a:ext uri="{FF2B5EF4-FFF2-40B4-BE49-F238E27FC236}">
                  <a16:creationId xmlns:a16="http://schemas.microsoft.com/office/drawing/2014/main" id="{48CDFA47-2214-CA9E-8BF4-50BAFAFDF3C0}"/>
                </a:ext>
              </a:extLst>
            </p:cNvPr>
            <p:cNvSpPr/>
            <p:nvPr/>
          </p:nvSpPr>
          <p:spPr bwMode="gray">
            <a:xfrm>
              <a:off x="990621" y="5300323"/>
              <a:ext cx="648190" cy="242717"/>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2030 C</a:t>
              </a:r>
            </a:p>
          </p:txBody>
        </p:sp>
        <p:sp>
          <p:nvSpPr>
            <p:cNvPr id="33" name="Rectangle 32">
              <a:extLst>
                <a:ext uri="{FF2B5EF4-FFF2-40B4-BE49-F238E27FC236}">
                  <a16:creationId xmlns:a16="http://schemas.microsoft.com/office/drawing/2014/main" id="{19625EC2-59AE-B3BE-B53A-1445F1D8DE00}"/>
                </a:ext>
              </a:extLst>
            </p:cNvPr>
            <p:cNvSpPr/>
            <p:nvPr/>
          </p:nvSpPr>
          <p:spPr bwMode="gray">
            <a:xfrm>
              <a:off x="1688742" y="5284370"/>
              <a:ext cx="648190" cy="242717"/>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2030 N</a:t>
              </a:r>
            </a:p>
          </p:txBody>
        </p:sp>
      </p:grpSp>
      <p:grpSp>
        <p:nvGrpSpPr>
          <p:cNvPr id="34" name="Group 33">
            <a:extLst>
              <a:ext uri="{FF2B5EF4-FFF2-40B4-BE49-F238E27FC236}">
                <a16:creationId xmlns:a16="http://schemas.microsoft.com/office/drawing/2014/main" id="{C2A1EFB8-41FD-53E8-3F97-43582D20C2F8}"/>
              </a:ext>
            </a:extLst>
          </p:cNvPr>
          <p:cNvGrpSpPr/>
          <p:nvPr/>
        </p:nvGrpSpPr>
        <p:grpSpPr>
          <a:xfrm>
            <a:off x="10190433" y="2892355"/>
            <a:ext cx="1958787" cy="1264674"/>
            <a:chOff x="837913" y="4287281"/>
            <a:chExt cx="1615356" cy="1264674"/>
          </a:xfrm>
        </p:grpSpPr>
        <p:graphicFrame>
          <p:nvGraphicFramePr>
            <p:cNvPr id="40" name="Chart 39">
              <a:extLst>
                <a:ext uri="{FF2B5EF4-FFF2-40B4-BE49-F238E27FC236}">
                  <a16:creationId xmlns:a16="http://schemas.microsoft.com/office/drawing/2014/main" id="{D49D5EAC-F0CA-6B55-1C32-61C072D324C7}"/>
                </a:ext>
              </a:extLst>
            </p:cNvPr>
            <p:cNvGraphicFramePr/>
            <p:nvPr/>
          </p:nvGraphicFramePr>
          <p:xfrm>
            <a:off x="837913" y="4287281"/>
            <a:ext cx="1615356" cy="1117310"/>
          </p:xfrm>
          <a:graphic>
            <a:graphicData uri="http://schemas.openxmlformats.org/drawingml/2006/chart">
              <c:chart xmlns:c="http://schemas.openxmlformats.org/drawingml/2006/chart" xmlns:r="http://schemas.openxmlformats.org/officeDocument/2006/relationships" r:id="rId7"/>
            </a:graphicData>
          </a:graphic>
        </p:graphicFrame>
        <p:sp>
          <p:nvSpPr>
            <p:cNvPr id="41" name="Rectangle 40">
              <a:extLst>
                <a:ext uri="{FF2B5EF4-FFF2-40B4-BE49-F238E27FC236}">
                  <a16:creationId xmlns:a16="http://schemas.microsoft.com/office/drawing/2014/main" id="{7B046434-F852-F925-E361-D880D6AB5725}"/>
                </a:ext>
              </a:extLst>
            </p:cNvPr>
            <p:cNvSpPr/>
            <p:nvPr/>
          </p:nvSpPr>
          <p:spPr bwMode="gray">
            <a:xfrm>
              <a:off x="991041" y="4569744"/>
              <a:ext cx="1275982" cy="242717"/>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Values in INR</a:t>
              </a:r>
            </a:p>
          </p:txBody>
        </p:sp>
        <p:sp>
          <p:nvSpPr>
            <p:cNvPr id="76" name="Rectangle 75">
              <a:extLst>
                <a:ext uri="{FF2B5EF4-FFF2-40B4-BE49-F238E27FC236}">
                  <a16:creationId xmlns:a16="http://schemas.microsoft.com/office/drawing/2014/main" id="{CF9F62A7-8DDC-3A1A-E563-F6F81FB43487}"/>
                </a:ext>
              </a:extLst>
            </p:cNvPr>
            <p:cNvSpPr/>
            <p:nvPr/>
          </p:nvSpPr>
          <p:spPr bwMode="gray">
            <a:xfrm>
              <a:off x="889741" y="4366864"/>
              <a:ext cx="1511699" cy="223050"/>
            </a:xfrm>
            <a:prstGeom prst="rect">
              <a:avLst/>
            </a:prstGeom>
            <a:solidFill>
              <a:schemeClr val="accent1"/>
            </a:solidFill>
            <a:ln w="19050" algn="ctr">
              <a:noFill/>
              <a:miter lim="800000"/>
              <a:headEnd/>
              <a:tailEnd/>
            </a:ln>
            <a:effectLst/>
          </p:spPr>
          <p:txBody>
            <a:bodyPr wrap="square" lIns="72000" tIns="88900" rIns="72000" bIns="88900" rtlCol="0" anchor="ctr"/>
            <a:lstStyle/>
            <a:p>
              <a:pPr algn="ctr">
                <a:lnSpc>
                  <a:spcPct val="106000"/>
                </a:lnSpc>
                <a:defRPr/>
              </a:pPr>
              <a:r>
                <a:rPr lang="en-US" sz="1300" b="1">
                  <a:solidFill>
                    <a:schemeClr val="bg1"/>
                  </a:solidFill>
                  <a:latin typeface="Calibri" panose="020F0502020204030204" pitchFamily="34" charset="0"/>
                  <a:cs typeface="Calibri" panose="020F0502020204030204" pitchFamily="34" charset="0"/>
                </a:rPr>
                <a:t>2023 Current v/s New</a:t>
              </a:r>
            </a:p>
          </p:txBody>
        </p:sp>
        <p:sp>
          <p:nvSpPr>
            <p:cNvPr id="77" name="Rectangle 76">
              <a:extLst>
                <a:ext uri="{FF2B5EF4-FFF2-40B4-BE49-F238E27FC236}">
                  <a16:creationId xmlns:a16="http://schemas.microsoft.com/office/drawing/2014/main" id="{7BA0FC01-FACB-2C42-D992-175DDB1FB3D7}"/>
                </a:ext>
              </a:extLst>
            </p:cNvPr>
            <p:cNvSpPr/>
            <p:nvPr/>
          </p:nvSpPr>
          <p:spPr>
            <a:xfrm>
              <a:off x="889741" y="4366863"/>
              <a:ext cx="1511699" cy="1185092"/>
            </a:xfrm>
            <a:prstGeom prst="rect">
              <a:avLst/>
            </a:prstGeom>
            <a:noFill/>
            <a:ln>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81">
              <a:extLst>
                <a:ext uri="{FF2B5EF4-FFF2-40B4-BE49-F238E27FC236}">
                  <a16:creationId xmlns:a16="http://schemas.microsoft.com/office/drawing/2014/main" id="{9ECA73D8-F3B6-8071-BB3B-A53EE51EDABA}"/>
                </a:ext>
              </a:extLst>
            </p:cNvPr>
            <p:cNvSpPr/>
            <p:nvPr/>
          </p:nvSpPr>
          <p:spPr bwMode="gray">
            <a:xfrm>
              <a:off x="990621" y="5300323"/>
              <a:ext cx="648190" cy="242717"/>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2023 C</a:t>
              </a:r>
            </a:p>
          </p:txBody>
        </p:sp>
        <p:sp>
          <p:nvSpPr>
            <p:cNvPr id="83" name="Rectangle 82">
              <a:extLst>
                <a:ext uri="{FF2B5EF4-FFF2-40B4-BE49-F238E27FC236}">
                  <a16:creationId xmlns:a16="http://schemas.microsoft.com/office/drawing/2014/main" id="{F1176017-C131-1E65-4A3C-C4EA3424C432}"/>
                </a:ext>
              </a:extLst>
            </p:cNvPr>
            <p:cNvSpPr/>
            <p:nvPr/>
          </p:nvSpPr>
          <p:spPr bwMode="gray">
            <a:xfrm>
              <a:off x="1688742" y="5284370"/>
              <a:ext cx="648190" cy="242717"/>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2023 N</a:t>
              </a:r>
            </a:p>
          </p:txBody>
        </p:sp>
      </p:grpSp>
      <p:grpSp>
        <p:nvGrpSpPr>
          <p:cNvPr id="84" name="Group 83">
            <a:extLst>
              <a:ext uri="{FF2B5EF4-FFF2-40B4-BE49-F238E27FC236}">
                <a16:creationId xmlns:a16="http://schemas.microsoft.com/office/drawing/2014/main" id="{60C0D5EF-D0D9-E2AD-CF36-AACC81201DE7}"/>
              </a:ext>
            </a:extLst>
          </p:cNvPr>
          <p:cNvGrpSpPr/>
          <p:nvPr/>
        </p:nvGrpSpPr>
        <p:grpSpPr>
          <a:xfrm>
            <a:off x="10190432" y="4149242"/>
            <a:ext cx="1958787" cy="1264674"/>
            <a:chOff x="837913" y="4287281"/>
            <a:chExt cx="1615356" cy="1264674"/>
          </a:xfrm>
        </p:grpSpPr>
        <p:graphicFrame>
          <p:nvGraphicFramePr>
            <p:cNvPr id="85" name="Chart 84">
              <a:extLst>
                <a:ext uri="{FF2B5EF4-FFF2-40B4-BE49-F238E27FC236}">
                  <a16:creationId xmlns:a16="http://schemas.microsoft.com/office/drawing/2014/main" id="{E938EA46-AC0A-4A61-6686-D4A6DE9AD675}"/>
                </a:ext>
              </a:extLst>
            </p:cNvPr>
            <p:cNvGraphicFramePr/>
            <p:nvPr/>
          </p:nvGraphicFramePr>
          <p:xfrm>
            <a:off x="837913" y="4287281"/>
            <a:ext cx="1615356" cy="1117310"/>
          </p:xfrm>
          <a:graphic>
            <a:graphicData uri="http://schemas.openxmlformats.org/drawingml/2006/chart">
              <c:chart xmlns:c="http://schemas.openxmlformats.org/drawingml/2006/chart" xmlns:r="http://schemas.openxmlformats.org/officeDocument/2006/relationships" r:id="rId8"/>
            </a:graphicData>
          </a:graphic>
        </p:graphicFrame>
        <p:sp>
          <p:nvSpPr>
            <p:cNvPr id="86" name="Rectangle 85">
              <a:extLst>
                <a:ext uri="{FF2B5EF4-FFF2-40B4-BE49-F238E27FC236}">
                  <a16:creationId xmlns:a16="http://schemas.microsoft.com/office/drawing/2014/main" id="{3F0CB500-4FD9-0DCA-7A96-A0A9A0D7213C}"/>
                </a:ext>
              </a:extLst>
            </p:cNvPr>
            <p:cNvSpPr/>
            <p:nvPr/>
          </p:nvSpPr>
          <p:spPr bwMode="gray">
            <a:xfrm>
              <a:off x="991041" y="4569744"/>
              <a:ext cx="1275982" cy="242717"/>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900"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Values in INR</a:t>
              </a:r>
            </a:p>
          </p:txBody>
        </p:sp>
        <p:sp>
          <p:nvSpPr>
            <p:cNvPr id="87" name="Rectangle 86">
              <a:extLst>
                <a:ext uri="{FF2B5EF4-FFF2-40B4-BE49-F238E27FC236}">
                  <a16:creationId xmlns:a16="http://schemas.microsoft.com/office/drawing/2014/main" id="{D1896566-9D55-B01B-7440-4A75943FE342}"/>
                </a:ext>
              </a:extLst>
            </p:cNvPr>
            <p:cNvSpPr/>
            <p:nvPr/>
          </p:nvSpPr>
          <p:spPr bwMode="gray">
            <a:xfrm>
              <a:off x="889741" y="4366864"/>
              <a:ext cx="1511699" cy="223050"/>
            </a:xfrm>
            <a:prstGeom prst="rect">
              <a:avLst/>
            </a:prstGeom>
            <a:solidFill>
              <a:schemeClr val="accent1"/>
            </a:solidFill>
            <a:ln w="19050" algn="ctr">
              <a:noFill/>
              <a:miter lim="800000"/>
              <a:headEnd/>
              <a:tailEnd/>
            </a:ln>
            <a:effectLst/>
          </p:spPr>
          <p:txBody>
            <a:bodyPr wrap="square" lIns="72000" tIns="88900" rIns="72000" bIns="88900" rtlCol="0" anchor="ctr"/>
            <a:lstStyle/>
            <a:p>
              <a:pPr algn="ctr">
                <a:lnSpc>
                  <a:spcPct val="106000"/>
                </a:lnSpc>
                <a:defRPr/>
              </a:pPr>
              <a:r>
                <a:rPr lang="en-US" sz="1300" b="1">
                  <a:solidFill>
                    <a:schemeClr val="bg1"/>
                  </a:solidFill>
                  <a:latin typeface="Calibri" panose="020F0502020204030204" pitchFamily="34" charset="0"/>
                  <a:cs typeface="Calibri" panose="020F0502020204030204" pitchFamily="34" charset="0"/>
                </a:rPr>
                <a:t>2030 Current v/s New</a:t>
              </a:r>
            </a:p>
          </p:txBody>
        </p:sp>
        <p:sp>
          <p:nvSpPr>
            <p:cNvPr id="88" name="Rectangle 87">
              <a:extLst>
                <a:ext uri="{FF2B5EF4-FFF2-40B4-BE49-F238E27FC236}">
                  <a16:creationId xmlns:a16="http://schemas.microsoft.com/office/drawing/2014/main" id="{AC5F2D98-F2C0-2837-270B-4C50E5414092}"/>
                </a:ext>
              </a:extLst>
            </p:cNvPr>
            <p:cNvSpPr/>
            <p:nvPr/>
          </p:nvSpPr>
          <p:spPr>
            <a:xfrm>
              <a:off x="889741" y="4366863"/>
              <a:ext cx="1511699" cy="1185092"/>
            </a:xfrm>
            <a:prstGeom prst="rect">
              <a:avLst/>
            </a:prstGeom>
            <a:noFill/>
            <a:ln>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a:extLst>
                <a:ext uri="{FF2B5EF4-FFF2-40B4-BE49-F238E27FC236}">
                  <a16:creationId xmlns:a16="http://schemas.microsoft.com/office/drawing/2014/main" id="{63FC2637-3D50-FEC4-3178-8333D3C214ED}"/>
                </a:ext>
              </a:extLst>
            </p:cNvPr>
            <p:cNvSpPr/>
            <p:nvPr/>
          </p:nvSpPr>
          <p:spPr bwMode="gray">
            <a:xfrm>
              <a:off x="990621" y="5300323"/>
              <a:ext cx="648190" cy="242717"/>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2030 C</a:t>
              </a:r>
            </a:p>
          </p:txBody>
        </p:sp>
        <p:sp>
          <p:nvSpPr>
            <p:cNvPr id="90" name="Rectangle 89">
              <a:extLst>
                <a:ext uri="{FF2B5EF4-FFF2-40B4-BE49-F238E27FC236}">
                  <a16:creationId xmlns:a16="http://schemas.microsoft.com/office/drawing/2014/main" id="{4147E656-CD6D-52F3-F3B4-7F8149FF29A3}"/>
                </a:ext>
              </a:extLst>
            </p:cNvPr>
            <p:cNvSpPr/>
            <p:nvPr/>
          </p:nvSpPr>
          <p:spPr bwMode="gray">
            <a:xfrm>
              <a:off x="1688742" y="5284370"/>
              <a:ext cx="648190" cy="242717"/>
            </a:xfrm>
            <a:prstGeom prst="rect">
              <a:avLst/>
            </a:prstGeom>
            <a:noFill/>
            <a:ln w="19050" algn="ctr">
              <a:noFill/>
              <a:miter lim="800000"/>
              <a:headEnd/>
              <a:tailEnd/>
            </a:ln>
            <a:effectLst/>
          </p:spPr>
          <p:txBody>
            <a:bodyPr wrap="square" lIns="72000" tIns="88900" rIns="720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1200" cap="none" spc="0" normalizeH="0" baseline="0" noProof="0">
                  <a:ln>
                    <a:noFill/>
                  </a:ln>
                  <a:solidFill>
                    <a:sysClr val="windowText" lastClr="000000"/>
                  </a:solidFill>
                  <a:effectLst/>
                  <a:uLnTx/>
                  <a:uFillTx/>
                  <a:latin typeface="Calibri"/>
                  <a:ea typeface="+mn-ea"/>
                  <a:cs typeface="Verdana" panose="020B0604030504040204" pitchFamily="34" charset="0"/>
                </a:rPr>
                <a:t>2030 N</a:t>
              </a:r>
            </a:p>
          </p:txBody>
        </p:sp>
      </p:grpSp>
      <p:sp>
        <p:nvSpPr>
          <p:cNvPr id="91" name="Pentagon 90">
            <a:hlinkClick r:id="rId9"/>
            <a:extLst>
              <a:ext uri="{FF2B5EF4-FFF2-40B4-BE49-F238E27FC236}">
                <a16:creationId xmlns:a16="http://schemas.microsoft.com/office/drawing/2014/main" id="{24A6AF1D-A9BA-F41F-3745-44B8BF7D753B}"/>
              </a:ext>
            </a:extLst>
          </p:cNvPr>
          <p:cNvSpPr/>
          <p:nvPr/>
        </p:nvSpPr>
        <p:spPr>
          <a:xfrm>
            <a:off x="567452" y="5925608"/>
            <a:ext cx="2349314" cy="170324"/>
          </a:xfrm>
          <a:prstGeom prst="homePlate">
            <a:avLst/>
          </a:prstGeom>
          <a:solidFill>
            <a:srgbClr val="582BD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a:t>Link to Cost-Benefit Analysis</a:t>
            </a:r>
          </a:p>
        </p:txBody>
      </p:sp>
    </p:spTree>
    <p:extLst>
      <p:ext uri="{BB962C8B-B14F-4D97-AF65-F5344CB8AC3E}">
        <p14:creationId xmlns:p14="http://schemas.microsoft.com/office/powerpoint/2010/main" val="1001287767"/>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6AA2842-23D1-9D4C-8C34-54F396B0B405}"/>
              </a:ext>
            </a:extLst>
          </p:cNvPr>
          <p:cNvSpPr>
            <a:spLocks noGrp="1"/>
          </p:cNvSpPr>
          <p:nvPr>
            <p:ph type="body" sz="quarter" idx="11"/>
          </p:nvPr>
        </p:nvSpPr>
        <p:spPr>
          <a:xfrm>
            <a:off x="78617" y="121491"/>
            <a:ext cx="11972473" cy="627684"/>
          </a:xfrm>
        </p:spPr>
        <p:txBody>
          <a:bodyPr vert="horz" lIns="91440" tIns="45720" rIns="91440" bIns="45720" rtlCol="0" anchor="t">
            <a:noAutofit/>
          </a:bodyPr>
          <a:lstStyle/>
          <a:p>
            <a:pPr marL="0" indent="0">
              <a:buNone/>
            </a:pPr>
            <a:r>
              <a:rPr lang="en-US" sz="2000">
                <a:latin typeface="Calibri" panose="020F0502020204030204" pitchFamily="34" charset="0"/>
                <a:cs typeface="Calibri" panose="020F0502020204030204" pitchFamily="34" charset="0"/>
              </a:rPr>
              <a:t>Impact  + Market Shaping + Thank You</a:t>
            </a:r>
          </a:p>
        </p:txBody>
      </p:sp>
      <p:grpSp>
        <p:nvGrpSpPr>
          <p:cNvPr id="11" name="Group 10">
            <a:extLst>
              <a:ext uri="{FF2B5EF4-FFF2-40B4-BE49-F238E27FC236}">
                <a16:creationId xmlns:a16="http://schemas.microsoft.com/office/drawing/2014/main" id="{233EEB0D-F49E-B20D-8CC4-BE2BCAF1874D}"/>
              </a:ext>
            </a:extLst>
          </p:cNvPr>
          <p:cNvGrpSpPr/>
          <p:nvPr/>
        </p:nvGrpSpPr>
        <p:grpSpPr>
          <a:xfrm>
            <a:off x="831272" y="6234822"/>
            <a:ext cx="8382000" cy="491421"/>
            <a:chOff x="831272" y="6234822"/>
            <a:chExt cx="8382000" cy="491421"/>
          </a:xfrm>
        </p:grpSpPr>
        <p:sp>
          <p:nvSpPr>
            <p:cNvPr id="12" name="Chevron 11">
              <a:extLst>
                <a:ext uri="{FF2B5EF4-FFF2-40B4-BE49-F238E27FC236}">
                  <a16:creationId xmlns:a16="http://schemas.microsoft.com/office/drawing/2014/main" id="{758E03E1-4D25-7708-ABF2-1A47C8B77872}"/>
                </a:ext>
              </a:extLst>
            </p:cNvPr>
            <p:cNvSpPr/>
            <p:nvPr/>
          </p:nvSpPr>
          <p:spPr>
            <a:xfrm>
              <a:off x="2134955" y="6241611"/>
              <a:ext cx="147254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Total SC Reinvention</a:t>
              </a:r>
            </a:p>
          </p:txBody>
        </p:sp>
        <p:sp>
          <p:nvSpPr>
            <p:cNvPr id="13" name="Chevron 12">
              <a:extLst>
                <a:ext uri="{FF2B5EF4-FFF2-40B4-BE49-F238E27FC236}">
                  <a16:creationId xmlns:a16="http://schemas.microsoft.com/office/drawing/2014/main" id="{B2C616AA-56C7-42F6-29D1-251BCF3DBC12}"/>
                </a:ext>
              </a:extLst>
            </p:cNvPr>
            <p:cNvSpPr/>
            <p:nvPr/>
          </p:nvSpPr>
          <p:spPr>
            <a:xfrm>
              <a:off x="3465614"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14" name="Chevron 13">
              <a:extLst>
                <a:ext uri="{FF2B5EF4-FFF2-40B4-BE49-F238E27FC236}">
                  <a16:creationId xmlns:a16="http://schemas.microsoft.com/office/drawing/2014/main" id="{F2F6AE68-D908-6728-5B6A-1EA13793973F}"/>
                </a:ext>
              </a:extLst>
            </p:cNvPr>
            <p:cNvSpPr/>
            <p:nvPr/>
          </p:nvSpPr>
          <p:spPr>
            <a:xfrm>
              <a:off x="5020292"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sp>
          <p:nvSpPr>
            <p:cNvPr id="15" name="Chevron 14">
              <a:extLst>
                <a:ext uri="{FF2B5EF4-FFF2-40B4-BE49-F238E27FC236}">
                  <a16:creationId xmlns:a16="http://schemas.microsoft.com/office/drawing/2014/main" id="{119BBBFF-6E5F-8273-056E-8D9FD62714E5}"/>
                </a:ext>
              </a:extLst>
            </p:cNvPr>
            <p:cNvSpPr/>
            <p:nvPr/>
          </p:nvSpPr>
          <p:spPr>
            <a:xfrm>
              <a:off x="6327570" y="6241611"/>
              <a:ext cx="1723901"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Redefining P2P Ecosystem</a:t>
              </a:r>
            </a:p>
          </p:txBody>
        </p:sp>
        <p:sp>
          <p:nvSpPr>
            <p:cNvPr id="16" name="Chevron 15">
              <a:extLst>
                <a:ext uri="{FF2B5EF4-FFF2-40B4-BE49-F238E27FC236}">
                  <a16:creationId xmlns:a16="http://schemas.microsoft.com/office/drawing/2014/main" id="{126D24D3-3918-FDA2-6126-F1D1D5A7CA81}"/>
                </a:ext>
              </a:extLst>
            </p:cNvPr>
            <p:cNvSpPr/>
            <p:nvPr/>
          </p:nvSpPr>
          <p:spPr>
            <a:xfrm>
              <a:off x="7881259" y="6241611"/>
              <a:ext cx="1332013"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Win Win Win</a:t>
              </a:r>
            </a:p>
          </p:txBody>
        </p:sp>
        <p:sp>
          <p:nvSpPr>
            <p:cNvPr id="17" name="Chevron 16">
              <a:extLst>
                <a:ext uri="{FF2B5EF4-FFF2-40B4-BE49-F238E27FC236}">
                  <a16:creationId xmlns:a16="http://schemas.microsoft.com/office/drawing/2014/main" id="{929465AC-23E7-EEA1-3F13-B97FA079F38C}"/>
                </a:ext>
              </a:extLst>
            </p:cNvPr>
            <p:cNvSpPr/>
            <p:nvPr/>
          </p:nvSpPr>
          <p:spPr>
            <a:xfrm>
              <a:off x="831272" y="6234822"/>
              <a:ext cx="1472541" cy="484632"/>
            </a:xfrm>
            <a:prstGeom prst="chevron">
              <a:avLst/>
            </a:prstGeom>
            <a:solidFill>
              <a:srgbClr val="7D38B4"/>
            </a:solidFill>
            <a:ln>
              <a:solidFill>
                <a:srgbClr val="D6BAF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Arial" panose="020B0604020202020204" pitchFamily="34" charset="0"/>
                  <a:cs typeface="Arial" panose="020B0604020202020204" pitchFamily="34" charset="0"/>
                </a:rPr>
                <a:t>Industry Analysis</a:t>
              </a:r>
            </a:p>
          </p:txBody>
        </p:sp>
        <p:sp>
          <p:nvSpPr>
            <p:cNvPr id="211" name="Chevron 12">
              <a:extLst>
                <a:ext uri="{FF2B5EF4-FFF2-40B4-BE49-F238E27FC236}">
                  <a16:creationId xmlns:a16="http://schemas.microsoft.com/office/drawing/2014/main" id="{BE5ECCAF-6210-E7E1-8D35-7D800BDCC595}"/>
                </a:ext>
              </a:extLst>
            </p:cNvPr>
            <p:cNvSpPr/>
            <p:nvPr/>
          </p:nvSpPr>
          <p:spPr>
            <a:xfrm>
              <a:off x="3441246" y="6241611"/>
              <a:ext cx="1710047"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Transportation</a:t>
              </a:r>
            </a:p>
          </p:txBody>
        </p:sp>
        <p:sp>
          <p:nvSpPr>
            <p:cNvPr id="212" name="Chevron 13">
              <a:extLst>
                <a:ext uri="{FF2B5EF4-FFF2-40B4-BE49-F238E27FC236}">
                  <a16:creationId xmlns:a16="http://schemas.microsoft.com/office/drawing/2014/main" id="{80293F18-4520-08EB-8FF3-C125AE57F4B2}"/>
                </a:ext>
              </a:extLst>
            </p:cNvPr>
            <p:cNvSpPr/>
            <p:nvPr/>
          </p:nvSpPr>
          <p:spPr>
            <a:xfrm>
              <a:off x="4995924" y="6241611"/>
              <a:ext cx="1472540" cy="484632"/>
            </a:xfrm>
            <a:prstGeom prst="chevron">
              <a:avLst/>
            </a:prstGeom>
            <a:solidFill>
              <a:srgbClr val="D6BA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solidFill>
                    <a:srgbClr val="7030A0"/>
                  </a:solidFill>
                  <a:latin typeface="Arial" panose="020B0604020202020204" pitchFamily="34" charset="0"/>
                  <a:cs typeface="Arial" panose="020B0604020202020204" pitchFamily="34" charset="0"/>
                </a:rPr>
                <a:t>Distribution </a:t>
              </a:r>
            </a:p>
          </p:txBody>
        </p:sp>
      </p:grpSp>
      <p:sp>
        <p:nvSpPr>
          <p:cNvPr id="18" name="Rectangle 17">
            <a:extLst>
              <a:ext uri="{FF2B5EF4-FFF2-40B4-BE49-F238E27FC236}">
                <a16:creationId xmlns:a16="http://schemas.microsoft.com/office/drawing/2014/main" id="{29FF44CD-2D73-B340-A927-912E3E05D0E8}"/>
              </a:ext>
            </a:extLst>
          </p:cNvPr>
          <p:cNvSpPr/>
          <p:nvPr/>
        </p:nvSpPr>
        <p:spPr>
          <a:xfrm>
            <a:off x="60922" y="619657"/>
            <a:ext cx="3683247" cy="29072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People</a:t>
            </a:r>
          </a:p>
        </p:txBody>
      </p:sp>
      <p:sp>
        <p:nvSpPr>
          <p:cNvPr id="19" name="Rectangle 18">
            <a:extLst>
              <a:ext uri="{FF2B5EF4-FFF2-40B4-BE49-F238E27FC236}">
                <a16:creationId xmlns:a16="http://schemas.microsoft.com/office/drawing/2014/main" id="{1F4FE0EA-EB4A-D343-AABA-3298CC243DDC}"/>
              </a:ext>
            </a:extLst>
          </p:cNvPr>
          <p:cNvSpPr/>
          <p:nvPr/>
        </p:nvSpPr>
        <p:spPr>
          <a:xfrm>
            <a:off x="7982854" y="269641"/>
            <a:ext cx="4127051" cy="57897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1D0961DB-A57B-78AA-77C8-5664AB813739}"/>
              </a:ext>
            </a:extLst>
          </p:cNvPr>
          <p:cNvSpPr/>
          <p:nvPr/>
        </p:nvSpPr>
        <p:spPr>
          <a:xfrm>
            <a:off x="219074" y="4139014"/>
            <a:ext cx="5553075" cy="1956985"/>
          </a:xfrm>
          <a:prstGeom prst="rect">
            <a:avLst/>
          </a:prstGeom>
          <a:noFill/>
          <a:ln w="1905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latin typeface="Calibri" panose="020F0502020204030204" pitchFamily="34" charset="0"/>
              <a:cs typeface="Calibri" panose="020F0502020204030204" pitchFamily="34" charset="0"/>
            </a:endParaRPr>
          </a:p>
        </p:txBody>
      </p:sp>
      <p:sp>
        <p:nvSpPr>
          <p:cNvPr id="4" name="Rectangle 3">
            <a:extLst>
              <a:ext uri="{FF2B5EF4-FFF2-40B4-BE49-F238E27FC236}">
                <a16:creationId xmlns:a16="http://schemas.microsoft.com/office/drawing/2014/main" id="{727355DE-2915-3283-29BD-D42545ABAD93}"/>
              </a:ext>
            </a:extLst>
          </p:cNvPr>
          <p:cNvSpPr/>
          <p:nvPr/>
        </p:nvSpPr>
        <p:spPr>
          <a:xfrm>
            <a:off x="831272" y="4065691"/>
            <a:ext cx="3429000" cy="199567"/>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Breaking the performance frontier</a:t>
            </a:r>
          </a:p>
        </p:txBody>
      </p:sp>
      <p:pic>
        <p:nvPicPr>
          <p:cNvPr id="5" name="Picture 4">
            <a:extLst>
              <a:ext uri="{FF2B5EF4-FFF2-40B4-BE49-F238E27FC236}">
                <a16:creationId xmlns:a16="http://schemas.microsoft.com/office/drawing/2014/main" id="{210EC2AC-C341-4CE4-E927-D55468BC7A51}"/>
              </a:ext>
            </a:extLst>
          </p:cNvPr>
          <p:cNvPicPr>
            <a:picLocks noChangeAspect="1"/>
          </p:cNvPicPr>
          <p:nvPr/>
        </p:nvPicPr>
        <p:blipFill>
          <a:blip r:embed="rId2"/>
          <a:stretch>
            <a:fillRect/>
          </a:stretch>
        </p:blipFill>
        <p:spPr>
          <a:xfrm>
            <a:off x="278869" y="4264707"/>
            <a:ext cx="2796805" cy="1460237"/>
          </a:xfrm>
          <a:prstGeom prst="rect">
            <a:avLst/>
          </a:prstGeom>
        </p:spPr>
      </p:pic>
      <p:sp>
        <p:nvSpPr>
          <p:cNvPr id="6" name="TextBox 5">
            <a:extLst>
              <a:ext uri="{FF2B5EF4-FFF2-40B4-BE49-F238E27FC236}">
                <a16:creationId xmlns:a16="http://schemas.microsoft.com/office/drawing/2014/main" id="{EE4C2CC4-7D22-5555-B266-8CE42A281A69}"/>
              </a:ext>
            </a:extLst>
          </p:cNvPr>
          <p:cNvSpPr txBox="1"/>
          <p:nvPr/>
        </p:nvSpPr>
        <p:spPr>
          <a:xfrm>
            <a:off x="3123312" y="4272047"/>
            <a:ext cx="2525013" cy="1015663"/>
          </a:xfrm>
          <a:prstGeom prst="rect">
            <a:avLst/>
          </a:prstGeom>
          <a:noFill/>
        </p:spPr>
        <p:txBody>
          <a:bodyPr wrap="square" lIns="91440" tIns="45720" rIns="91440" bIns="45720" rtlCol="0" anchor="t">
            <a:spAutoFit/>
          </a:bodyPr>
          <a:lstStyle/>
          <a:p>
            <a:pPr marL="171450" indent="-171450">
              <a:buFont typeface="Arial" panose="020B0604020202020204" pitchFamily="34" charset="0"/>
              <a:buChar char="•"/>
            </a:pPr>
            <a:r>
              <a:rPr lang="en-US" sz="1200">
                <a:cs typeface="Calibri"/>
              </a:rPr>
              <a:t>The modelled 4-step process will put the client on a peak performance trajectory, enabling </a:t>
            </a:r>
            <a:r>
              <a:rPr lang="en-US" sz="1200" err="1">
                <a:cs typeface="Calibri"/>
              </a:rPr>
              <a:t>Ecodeliver</a:t>
            </a:r>
            <a:r>
              <a:rPr lang="en-US" sz="1200">
                <a:cs typeface="Calibri"/>
              </a:rPr>
              <a:t> to break the industry frontier and win in this market </a:t>
            </a:r>
          </a:p>
        </p:txBody>
      </p:sp>
      <p:sp>
        <p:nvSpPr>
          <p:cNvPr id="8" name="TextBox 7">
            <a:extLst>
              <a:ext uri="{FF2B5EF4-FFF2-40B4-BE49-F238E27FC236}">
                <a16:creationId xmlns:a16="http://schemas.microsoft.com/office/drawing/2014/main" id="{58262819-E0C0-3C83-FF27-DFA85059217B}"/>
              </a:ext>
            </a:extLst>
          </p:cNvPr>
          <p:cNvSpPr txBox="1"/>
          <p:nvPr/>
        </p:nvSpPr>
        <p:spPr>
          <a:xfrm>
            <a:off x="-4528458" y="4994826"/>
            <a:ext cx="6096000" cy="369332"/>
          </a:xfrm>
          <a:prstGeom prst="rect">
            <a:avLst/>
          </a:prstGeom>
          <a:noFill/>
        </p:spPr>
        <p:txBody>
          <a:bodyPr wrap="square">
            <a:spAutoFit/>
          </a:bodyPr>
          <a:lstStyle/>
          <a:p>
            <a:pPr algn="ctr"/>
            <a:r>
              <a:rPr lang="en-US"/>
              <a:t>Scaling + Shaping</a:t>
            </a:r>
          </a:p>
        </p:txBody>
      </p:sp>
      <p:sp>
        <p:nvSpPr>
          <p:cNvPr id="9" name="Rectangle 8">
            <a:extLst>
              <a:ext uri="{FF2B5EF4-FFF2-40B4-BE49-F238E27FC236}">
                <a16:creationId xmlns:a16="http://schemas.microsoft.com/office/drawing/2014/main" id="{F9D67777-F656-FA8E-2B25-F11117C64CAC}"/>
              </a:ext>
            </a:extLst>
          </p:cNvPr>
          <p:cNvSpPr/>
          <p:nvPr/>
        </p:nvSpPr>
        <p:spPr>
          <a:xfrm>
            <a:off x="8289704" y="974967"/>
            <a:ext cx="3429000" cy="300968"/>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1. Full potential from core</a:t>
            </a:r>
          </a:p>
        </p:txBody>
      </p:sp>
      <p:sp>
        <p:nvSpPr>
          <p:cNvPr id="10" name="Rectangle 9">
            <a:extLst>
              <a:ext uri="{FF2B5EF4-FFF2-40B4-BE49-F238E27FC236}">
                <a16:creationId xmlns:a16="http://schemas.microsoft.com/office/drawing/2014/main" id="{C450D127-BEDF-43E2-DA96-6385FDCE3BB1}"/>
              </a:ext>
            </a:extLst>
          </p:cNvPr>
          <p:cNvSpPr/>
          <p:nvPr/>
        </p:nvSpPr>
        <p:spPr>
          <a:xfrm>
            <a:off x="8363459" y="2256608"/>
            <a:ext cx="3429000" cy="300968"/>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2. Horizontal Adjacencies in the ecosystem</a:t>
            </a:r>
          </a:p>
        </p:txBody>
      </p:sp>
      <p:grpSp>
        <p:nvGrpSpPr>
          <p:cNvPr id="22" name="Group 21">
            <a:extLst>
              <a:ext uri="{FF2B5EF4-FFF2-40B4-BE49-F238E27FC236}">
                <a16:creationId xmlns:a16="http://schemas.microsoft.com/office/drawing/2014/main" id="{11ADA8F7-4C0C-179E-F0CC-77D9B527C4D9}"/>
              </a:ext>
            </a:extLst>
          </p:cNvPr>
          <p:cNvGrpSpPr/>
          <p:nvPr/>
        </p:nvGrpSpPr>
        <p:grpSpPr>
          <a:xfrm>
            <a:off x="8465595" y="2656696"/>
            <a:ext cx="3429000" cy="1189069"/>
            <a:chOff x="5159829" y="3111533"/>
            <a:chExt cx="3429000" cy="1189069"/>
          </a:xfrm>
        </p:grpSpPr>
        <p:sp>
          <p:nvSpPr>
            <p:cNvPr id="23" name="Rectangle 22">
              <a:extLst>
                <a:ext uri="{FF2B5EF4-FFF2-40B4-BE49-F238E27FC236}">
                  <a16:creationId xmlns:a16="http://schemas.microsoft.com/office/drawing/2014/main" id="{59154DD5-F2FE-D0F8-5B0F-7D0338C4E295}"/>
                </a:ext>
              </a:extLst>
            </p:cNvPr>
            <p:cNvSpPr/>
            <p:nvPr/>
          </p:nvSpPr>
          <p:spPr>
            <a:xfrm>
              <a:off x="5159829" y="3111533"/>
              <a:ext cx="3429000" cy="300968"/>
            </a:xfrm>
            <a:prstGeom prst="rect">
              <a:avLst/>
            </a:prstGeom>
            <a:noFill/>
            <a:ln>
              <a:solidFill>
                <a:srgbClr val="C280DB"/>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Priority opportunities for horizontal expansion</a:t>
              </a:r>
              <a:endParaRPr lang="en-US" sz="1200" b="1">
                <a:latin typeface="Calibri" panose="020F0502020204030204" pitchFamily="34" charset="0"/>
                <a:cs typeface="Calibri" panose="020F0502020204030204" pitchFamily="34" charset="0"/>
              </a:endParaRPr>
            </a:p>
          </p:txBody>
        </p:sp>
        <p:grpSp>
          <p:nvGrpSpPr>
            <p:cNvPr id="24" name="Group 23">
              <a:extLst>
                <a:ext uri="{FF2B5EF4-FFF2-40B4-BE49-F238E27FC236}">
                  <a16:creationId xmlns:a16="http://schemas.microsoft.com/office/drawing/2014/main" id="{311B11BB-1032-25BA-D043-3AD76578A041}"/>
                </a:ext>
              </a:extLst>
            </p:cNvPr>
            <p:cNvGrpSpPr/>
            <p:nvPr/>
          </p:nvGrpSpPr>
          <p:grpSpPr>
            <a:xfrm>
              <a:off x="5247245" y="3406518"/>
              <a:ext cx="1182491" cy="894084"/>
              <a:chOff x="5247245" y="3465893"/>
              <a:chExt cx="1182491" cy="894084"/>
            </a:xfrm>
          </p:grpSpPr>
          <p:pic>
            <p:nvPicPr>
              <p:cNvPr id="33" name="Graphic 32" descr="Food Safety with solid fill">
                <a:extLst>
                  <a:ext uri="{FF2B5EF4-FFF2-40B4-BE49-F238E27FC236}">
                    <a16:creationId xmlns:a16="http://schemas.microsoft.com/office/drawing/2014/main" id="{0C23B21F-FD41-CE3C-A21D-A04C87FF5E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499607" y="3465893"/>
                <a:ext cx="618871" cy="618871"/>
              </a:xfrm>
              <a:prstGeom prst="rect">
                <a:avLst/>
              </a:prstGeom>
            </p:spPr>
          </p:pic>
          <p:sp>
            <p:nvSpPr>
              <p:cNvPr id="34" name="Rectangle 33">
                <a:extLst>
                  <a:ext uri="{FF2B5EF4-FFF2-40B4-BE49-F238E27FC236}">
                    <a16:creationId xmlns:a16="http://schemas.microsoft.com/office/drawing/2014/main" id="{9E8A7C3F-3C63-C0E2-0413-4F7DE361A734}"/>
                  </a:ext>
                </a:extLst>
              </p:cNvPr>
              <p:cNvSpPr/>
              <p:nvPr/>
            </p:nvSpPr>
            <p:spPr>
              <a:xfrm>
                <a:off x="5247245" y="4133641"/>
                <a:ext cx="1182491" cy="226336"/>
              </a:xfrm>
              <a:prstGeom prst="rect">
                <a:avLst/>
              </a:prstGeom>
              <a:no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Grocery Retail</a:t>
                </a:r>
                <a:endParaRPr lang="en-US" sz="1200" b="1">
                  <a:latin typeface="Calibri" panose="020F0502020204030204" pitchFamily="34" charset="0"/>
                  <a:cs typeface="Calibri" panose="020F0502020204030204" pitchFamily="34" charset="0"/>
                </a:endParaRPr>
              </a:p>
            </p:txBody>
          </p:sp>
          <p:sp>
            <p:nvSpPr>
              <p:cNvPr id="35" name="Oval 34">
                <a:extLst>
                  <a:ext uri="{FF2B5EF4-FFF2-40B4-BE49-F238E27FC236}">
                    <a16:creationId xmlns:a16="http://schemas.microsoft.com/office/drawing/2014/main" id="{D2530FAD-3D73-5928-74D2-884131BF7494}"/>
                  </a:ext>
                </a:extLst>
              </p:cNvPr>
              <p:cNvSpPr/>
              <p:nvPr/>
            </p:nvSpPr>
            <p:spPr>
              <a:xfrm>
                <a:off x="5271043" y="3551578"/>
                <a:ext cx="230931" cy="230931"/>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a:solidFill>
                      <a:srgbClr val="7030A0"/>
                    </a:solidFill>
                    <a:latin typeface="Calibri" panose="020F0502020204030204" pitchFamily="34" charset="0"/>
                    <a:cs typeface="Calibri" panose="020F0502020204030204" pitchFamily="34" charset="0"/>
                  </a:rPr>
                  <a:t>A</a:t>
                </a:r>
                <a:endParaRPr lang="en-US" b="1">
                  <a:solidFill>
                    <a:srgbClr val="7030A0"/>
                  </a:solidFill>
                  <a:latin typeface="Calibri" panose="020F0502020204030204" pitchFamily="34" charset="0"/>
                  <a:cs typeface="Calibri" panose="020F0502020204030204" pitchFamily="34" charset="0"/>
                </a:endParaRPr>
              </a:p>
            </p:txBody>
          </p:sp>
        </p:grpSp>
        <p:grpSp>
          <p:nvGrpSpPr>
            <p:cNvPr id="25" name="Group 24">
              <a:extLst>
                <a:ext uri="{FF2B5EF4-FFF2-40B4-BE49-F238E27FC236}">
                  <a16:creationId xmlns:a16="http://schemas.microsoft.com/office/drawing/2014/main" id="{A1B7C584-754F-1207-DFBC-3DDF1CAD0002}"/>
                </a:ext>
              </a:extLst>
            </p:cNvPr>
            <p:cNvGrpSpPr/>
            <p:nvPr/>
          </p:nvGrpSpPr>
          <p:grpSpPr>
            <a:xfrm>
              <a:off x="6354842" y="3456877"/>
              <a:ext cx="860351" cy="843076"/>
              <a:chOff x="6354842" y="3516252"/>
              <a:chExt cx="860351" cy="843076"/>
            </a:xfrm>
          </p:grpSpPr>
          <p:pic>
            <p:nvPicPr>
              <p:cNvPr id="30" name="Graphic 29" descr="Medicine with solid fill">
                <a:extLst>
                  <a:ext uri="{FF2B5EF4-FFF2-40B4-BE49-F238E27FC236}">
                    <a16:creationId xmlns:a16="http://schemas.microsoft.com/office/drawing/2014/main" id="{0E4C4403-123E-FB70-AD45-140D4111239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554088" y="3516252"/>
                <a:ext cx="615185" cy="615185"/>
              </a:xfrm>
              <a:prstGeom prst="rect">
                <a:avLst/>
              </a:prstGeom>
            </p:spPr>
          </p:pic>
          <p:sp>
            <p:nvSpPr>
              <p:cNvPr id="31" name="Rectangle 30">
                <a:extLst>
                  <a:ext uri="{FF2B5EF4-FFF2-40B4-BE49-F238E27FC236}">
                    <a16:creationId xmlns:a16="http://schemas.microsoft.com/office/drawing/2014/main" id="{D165C94D-EFAC-9607-E095-DB82846BD110}"/>
                  </a:ext>
                </a:extLst>
              </p:cNvPr>
              <p:cNvSpPr/>
              <p:nvPr/>
            </p:nvSpPr>
            <p:spPr>
              <a:xfrm>
                <a:off x="6470307" y="4132992"/>
                <a:ext cx="744886" cy="226336"/>
              </a:xfrm>
              <a:prstGeom prst="rect">
                <a:avLst/>
              </a:prstGeom>
              <a:no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Pharma</a:t>
                </a:r>
                <a:endParaRPr lang="en-US" sz="1200" b="1">
                  <a:latin typeface="Calibri" panose="020F0502020204030204" pitchFamily="34" charset="0"/>
                  <a:cs typeface="Calibri" panose="020F0502020204030204" pitchFamily="34" charset="0"/>
                </a:endParaRPr>
              </a:p>
            </p:txBody>
          </p:sp>
          <p:sp>
            <p:nvSpPr>
              <p:cNvPr id="32" name="Oval 31">
                <a:extLst>
                  <a:ext uri="{FF2B5EF4-FFF2-40B4-BE49-F238E27FC236}">
                    <a16:creationId xmlns:a16="http://schemas.microsoft.com/office/drawing/2014/main" id="{E956B169-20CC-0DC7-0583-60885C345A59}"/>
                  </a:ext>
                </a:extLst>
              </p:cNvPr>
              <p:cNvSpPr/>
              <p:nvPr/>
            </p:nvSpPr>
            <p:spPr>
              <a:xfrm>
                <a:off x="6354842" y="3551578"/>
                <a:ext cx="230931" cy="230931"/>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a:solidFill>
                      <a:srgbClr val="7030A0"/>
                    </a:solidFill>
                    <a:latin typeface="Calibri" panose="020F0502020204030204" pitchFamily="34" charset="0"/>
                    <a:cs typeface="Calibri" panose="020F0502020204030204" pitchFamily="34" charset="0"/>
                  </a:rPr>
                  <a:t>B</a:t>
                </a:r>
                <a:endParaRPr lang="en-US" b="1">
                  <a:solidFill>
                    <a:srgbClr val="7030A0"/>
                  </a:solidFill>
                  <a:latin typeface="Calibri" panose="020F0502020204030204" pitchFamily="34" charset="0"/>
                  <a:cs typeface="Calibri" panose="020F0502020204030204" pitchFamily="34" charset="0"/>
                </a:endParaRPr>
              </a:p>
            </p:txBody>
          </p:sp>
        </p:grpSp>
        <p:grpSp>
          <p:nvGrpSpPr>
            <p:cNvPr id="26" name="Group 25">
              <a:extLst>
                <a:ext uri="{FF2B5EF4-FFF2-40B4-BE49-F238E27FC236}">
                  <a16:creationId xmlns:a16="http://schemas.microsoft.com/office/drawing/2014/main" id="{6EF04731-577B-D86F-7EAA-C6FEC9904AA0}"/>
                </a:ext>
              </a:extLst>
            </p:cNvPr>
            <p:cNvGrpSpPr/>
            <p:nvPr/>
          </p:nvGrpSpPr>
          <p:grpSpPr>
            <a:xfrm>
              <a:off x="7181455" y="3422869"/>
              <a:ext cx="1404733" cy="877084"/>
              <a:chOff x="7181455" y="3482244"/>
              <a:chExt cx="1404733" cy="877084"/>
            </a:xfrm>
          </p:grpSpPr>
          <p:pic>
            <p:nvPicPr>
              <p:cNvPr id="27" name="Graphic 26" descr="Car Mechanic with solid fill">
                <a:extLst>
                  <a:ext uri="{FF2B5EF4-FFF2-40B4-BE49-F238E27FC236}">
                    <a16:creationId xmlns:a16="http://schemas.microsoft.com/office/drawing/2014/main" id="{BEBFBBC8-C64D-7A42-3A44-2B01FB773D21}"/>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582643" y="3482244"/>
                <a:ext cx="610885" cy="610885"/>
              </a:xfrm>
              <a:prstGeom prst="rect">
                <a:avLst/>
              </a:prstGeom>
            </p:spPr>
          </p:pic>
          <p:sp>
            <p:nvSpPr>
              <p:cNvPr id="28" name="Rectangle 27">
                <a:extLst>
                  <a:ext uri="{FF2B5EF4-FFF2-40B4-BE49-F238E27FC236}">
                    <a16:creationId xmlns:a16="http://schemas.microsoft.com/office/drawing/2014/main" id="{BC3FAD75-0DF2-C6B8-7FC9-70E6C00F1B8D}"/>
                  </a:ext>
                </a:extLst>
              </p:cNvPr>
              <p:cNvSpPr/>
              <p:nvPr/>
            </p:nvSpPr>
            <p:spPr>
              <a:xfrm>
                <a:off x="7181455" y="4132991"/>
                <a:ext cx="1404733" cy="226337"/>
              </a:xfrm>
              <a:prstGeom prst="rect">
                <a:avLst/>
              </a:prstGeom>
              <a:no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a:latin typeface="Calibri" panose="020F0502020204030204" pitchFamily="34" charset="0"/>
                    <a:cs typeface="Calibri" panose="020F0502020204030204" pitchFamily="34" charset="0"/>
                  </a:rPr>
                  <a:t>Auto component</a:t>
                </a:r>
                <a:endParaRPr lang="en-US" sz="1200" b="1">
                  <a:latin typeface="Calibri" panose="020F0502020204030204" pitchFamily="34" charset="0"/>
                  <a:cs typeface="Calibri" panose="020F0502020204030204" pitchFamily="34" charset="0"/>
                </a:endParaRPr>
              </a:p>
            </p:txBody>
          </p:sp>
          <p:sp>
            <p:nvSpPr>
              <p:cNvPr id="29" name="Oval 28">
                <a:extLst>
                  <a:ext uri="{FF2B5EF4-FFF2-40B4-BE49-F238E27FC236}">
                    <a16:creationId xmlns:a16="http://schemas.microsoft.com/office/drawing/2014/main" id="{2593CA68-189B-AA60-8D5D-186AB624B89E}"/>
                  </a:ext>
                </a:extLst>
              </p:cNvPr>
              <p:cNvSpPr/>
              <p:nvPr/>
            </p:nvSpPr>
            <p:spPr>
              <a:xfrm>
                <a:off x="7378262" y="3551577"/>
                <a:ext cx="230931" cy="230931"/>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a:solidFill>
                      <a:srgbClr val="7030A0"/>
                    </a:solidFill>
                    <a:latin typeface="Calibri" panose="020F0502020204030204" pitchFamily="34" charset="0"/>
                    <a:cs typeface="Calibri" panose="020F0502020204030204" pitchFamily="34" charset="0"/>
                  </a:rPr>
                  <a:t>C</a:t>
                </a:r>
                <a:endParaRPr lang="en-US" b="1">
                  <a:solidFill>
                    <a:srgbClr val="7030A0"/>
                  </a:solidFill>
                  <a:latin typeface="Calibri" panose="020F0502020204030204" pitchFamily="34" charset="0"/>
                  <a:cs typeface="Calibri" panose="020F0502020204030204" pitchFamily="34" charset="0"/>
                </a:endParaRPr>
              </a:p>
            </p:txBody>
          </p:sp>
        </p:grpSp>
      </p:grpSp>
      <p:sp>
        <p:nvSpPr>
          <p:cNvPr id="36" name="Rectangle 35">
            <a:extLst>
              <a:ext uri="{FF2B5EF4-FFF2-40B4-BE49-F238E27FC236}">
                <a16:creationId xmlns:a16="http://schemas.microsoft.com/office/drawing/2014/main" id="{ABEBF4B1-8BBF-F151-E58E-3958F3436F67}"/>
              </a:ext>
            </a:extLst>
          </p:cNvPr>
          <p:cNvSpPr/>
          <p:nvPr/>
        </p:nvSpPr>
        <p:spPr>
          <a:xfrm>
            <a:off x="8360818" y="3914250"/>
            <a:ext cx="3429000" cy="300968"/>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3. Ecosystem vertical Integration for EVP</a:t>
            </a:r>
          </a:p>
        </p:txBody>
      </p:sp>
      <p:grpSp>
        <p:nvGrpSpPr>
          <p:cNvPr id="37" name="Group 36">
            <a:extLst>
              <a:ext uri="{FF2B5EF4-FFF2-40B4-BE49-F238E27FC236}">
                <a16:creationId xmlns:a16="http://schemas.microsoft.com/office/drawing/2014/main" id="{4498BE6F-4245-FAED-86D1-A9668AE865EF}"/>
              </a:ext>
            </a:extLst>
          </p:cNvPr>
          <p:cNvGrpSpPr/>
          <p:nvPr/>
        </p:nvGrpSpPr>
        <p:grpSpPr>
          <a:xfrm>
            <a:off x="8356316" y="4136530"/>
            <a:ext cx="3459299" cy="1740683"/>
            <a:chOff x="5152686" y="4824539"/>
            <a:chExt cx="3459299" cy="1740683"/>
          </a:xfrm>
        </p:grpSpPr>
        <p:grpSp>
          <p:nvGrpSpPr>
            <p:cNvPr id="38" name="Group 37">
              <a:extLst>
                <a:ext uri="{FF2B5EF4-FFF2-40B4-BE49-F238E27FC236}">
                  <a16:creationId xmlns:a16="http://schemas.microsoft.com/office/drawing/2014/main" id="{8C2DA75C-EA21-1DAD-2AB7-8D26E567C9D3}"/>
                </a:ext>
              </a:extLst>
            </p:cNvPr>
            <p:cNvGrpSpPr/>
            <p:nvPr/>
          </p:nvGrpSpPr>
          <p:grpSpPr>
            <a:xfrm>
              <a:off x="5900525" y="4824539"/>
              <a:ext cx="2041379" cy="1740683"/>
              <a:chOff x="2609279" y="2143432"/>
              <a:chExt cx="5669482" cy="4297070"/>
            </a:xfrm>
          </p:grpSpPr>
          <p:graphicFrame>
            <p:nvGraphicFramePr>
              <p:cNvPr id="45" name="Diagram 44">
                <a:extLst>
                  <a:ext uri="{FF2B5EF4-FFF2-40B4-BE49-F238E27FC236}">
                    <a16:creationId xmlns:a16="http://schemas.microsoft.com/office/drawing/2014/main" id="{C4C6D855-CC6E-2999-CCC2-3055E9EF9A2D}"/>
                  </a:ext>
                </a:extLst>
              </p:cNvPr>
              <p:cNvGraphicFramePr/>
              <p:nvPr/>
            </p:nvGraphicFramePr>
            <p:xfrm>
              <a:off x="2609279" y="2143432"/>
              <a:ext cx="5669482" cy="4297070"/>
            </p:xfrm>
            <a:graphic>
              <a:graphicData uri="http://schemas.openxmlformats.org/drawingml/2006/diagram">
                <dgm:relIds xmlns:dgm="http://schemas.openxmlformats.org/drawingml/2006/diagram" xmlns:r="http://schemas.openxmlformats.org/officeDocument/2006/relationships" r:dm="rId9" r:lo="rId10" r:qs="rId11" r:cs="rId12"/>
              </a:graphicData>
            </a:graphic>
          </p:graphicFrame>
          <p:pic>
            <p:nvPicPr>
              <p:cNvPr id="46" name="Graphic 45" descr="Money outline">
                <a:extLst>
                  <a:ext uri="{FF2B5EF4-FFF2-40B4-BE49-F238E27FC236}">
                    <a16:creationId xmlns:a16="http://schemas.microsoft.com/office/drawing/2014/main" id="{354DB16B-920F-F227-2BC7-BB7D11B4AD9B}"/>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42321" y="3758765"/>
                <a:ext cx="853851" cy="970738"/>
              </a:xfrm>
              <a:prstGeom prst="rect">
                <a:avLst/>
              </a:prstGeom>
            </p:spPr>
          </p:pic>
          <p:pic>
            <p:nvPicPr>
              <p:cNvPr id="47" name="Graphic 46" descr="Crane outline">
                <a:extLst>
                  <a:ext uri="{FF2B5EF4-FFF2-40B4-BE49-F238E27FC236}">
                    <a16:creationId xmlns:a16="http://schemas.microsoft.com/office/drawing/2014/main" id="{0572342B-7842-B878-CBE6-1E2E913B2C79}"/>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4507869" y="4855951"/>
                <a:ext cx="853851" cy="970739"/>
              </a:xfrm>
              <a:prstGeom prst="rect">
                <a:avLst/>
              </a:prstGeom>
            </p:spPr>
          </p:pic>
          <p:pic>
            <p:nvPicPr>
              <p:cNvPr id="48" name="Graphic 47" descr="Group of people outline">
                <a:extLst>
                  <a:ext uri="{FF2B5EF4-FFF2-40B4-BE49-F238E27FC236}">
                    <a16:creationId xmlns:a16="http://schemas.microsoft.com/office/drawing/2014/main" id="{BF8226A7-896A-1090-38B9-D68456B2E248}"/>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5626329" y="4862049"/>
                <a:ext cx="753842" cy="857039"/>
              </a:xfrm>
              <a:prstGeom prst="rect">
                <a:avLst/>
              </a:prstGeom>
            </p:spPr>
          </p:pic>
          <p:pic>
            <p:nvPicPr>
              <p:cNvPr id="49" name="Graphic 48" descr="Cloud Computing outline">
                <a:extLst>
                  <a:ext uri="{FF2B5EF4-FFF2-40B4-BE49-F238E27FC236}">
                    <a16:creationId xmlns:a16="http://schemas.microsoft.com/office/drawing/2014/main" id="{1893A806-5311-BE0A-9462-F2808D6653CD}"/>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6152391" y="3806599"/>
                <a:ext cx="853850" cy="970738"/>
              </a:xfrm>
              <a:prstGeom prst="rect">
                <a:avLst/>
              </a:prstGeom>
            </p:spPr>
          </p:pic>
          <p:pic>
            <p:nvPicPr>
              <p:cNvPr id="50" name="Graphic 49" descr="Network outline">
                <a:extLst>
                  <a:ext uri="{FF2B5EF4-FFF2-40B4-BE49-F238E27FC236}">
                    <a16:creationId xmlns:a16="http://schemas.microsoft.com/office/drawing/2014/main" id="{A06C7E5D-48B2-B888-4B4F-40AD3CC1420B}"/>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5597466" y="2742888"/>
                <a:ext cx="853851" cy="970738"/>
              </a:xfrm>
              <a:prstGeom prst="rect">
                <a:avLst/>
              </a:prstGeom>
            </p:spPr>
          </p:pic>
          <p:pic>
            <p:nvPicPr>
              <p:cNvPr id="51" name="Graphic 50" descr="Anchor outline">
                <a:extLst>
                  <a:ext uri="{FF2B5EF4-FFF2-40B4-BE49-F238E27FC236}">
                    <a16:creationId xmlns:a16="http://schemas.microsoft.com/office/drawing/2014/main" id="{502BCD05-EA32-14D5-3787-395D69321C11}"/>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4507869" y="2746436"/>
                <a:ext cx="853851" cy="970738"/>
              </a:xfrm>
              <a:prstGeom prst="rect">
                <a:avLst/>
              </a:prstGeom>
            </p:spPr>
          </p:pic>
        </p:grpSp>
        <p:sp>
          <p:nvSpPr>
            <p:cNvPr id="39" name="Rectangle 38">
              <a:extLst>
                <a:ext uri="{FF2B5EF4-FFF2-40B4-BE49-F238E27FC236}">
                  <a16:creationId xmlns:a16="http://schemas.microsoft.com/office/drawing/2014/main" id="{4E9462C0-247F-C415-D735-31680EC2A6AD}"/>
                </a:ext>
              </a:extLst>
            </p:cNvPr>
            <p:cNvSpPr/>
            <p:nvPr/>
          </p:nvSpPr>
          <p:spPr>
            <a:xfrm>
              <a:off x="5152686" y="4890741"/>
              <a:ext cx="1406615" cy="388357"/>
            </a:xfrm>
            <a:prstGeom prst="rect">
              <a:avLst/>
            </a:prstGeom>
            <a:no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a:latin typeface="Calibri" panose="020F0502020204030204" pitchFamily="34" charset="0"/>
                  <a:cs typeface="Calibri" panose="020F0502020204030204" pitchFamily="34" charset="0"/>
                </a:rPr>
                <a:t>Anchor industry </a:t>
              </a:r>
            </a:p>
            <a:p>
              <a:r>
                <a:rPr lang="en-US" sz="1200" dirty="0">
                  <a:latin typeface="Calibri" panose="020F0502020204030204" pitchFamily="34" charset="0"/>
                  <a:cs typeface="Calibri" panose="020F0502020204030204" pitchFamily="34" charset="0"/>
                </a:rPr>
                <a:t>&amp; clients </a:t>
              </a:r>
              <a:endParaRPr lang="en-US" sz="1200" b="1" dirty="0">
                <a:latin typeface="Calibri" panose="020F0502020204030204" pitchFamily="34" charset="0"/>
                <a:cs typeface="Calibri" panose="020F0502020204030204" pitchFamily="34" charset="0"/>
              </a:endParaRPr>
            </a:p>
          </p:txBody>
        </p:sp>
        <p:sp>
          <p:nvSpPr>
            <p:cNvPr id="40" name="Rectangle 39">
              <a:extLst>
                <a:ext uri="{FF2B5EF4-FFF2-40B4-BE49-F238E27FC236}">
                  <a16:creationId xmlns:a16="http://schemas.microsoft.com/office/drawing/2014/main" id="{A61F0FC0-7A1A-E389-782B-6BB4D5A615A1}"/>
                </a:ext>
              </a:extLst>
            </p:cNvPr>
            <p:cNvSpPr/>
            <p:nvPr/>
          </p:nvSpPr>
          <p:spPr>
            <a:xfrm>
              <a:off x="5159829" y="5397392"/>
              <a:ext cx="1076086" cy="388358"/>
            </a:xfrm>
            <a:prstGeom prst="rect">
              <a:avLst/>
            </a:prstGeom>
            <a:no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a:latin typeface="Calibri" panose="020F0502020204030204" pitchFamily="34" charset="0"/>
                  <a:cs typeface="Calibri" panose="020F0502020204030204" pitchFamily="34" charset="0"/>
                </a:rPr>
                <a:t>Pricing model</a:t>
              </a:r>
              <a:endParaRPr lang="en-US" sz="1200" b="1">
                <a:latin typeface="Calibri" panose="020F0502020204030204" pitchFamily="34" charset="0"/>
                <a:cs typeface="Calibri" panose="020F0502020204030204" pitchFamily="34" charset="0"/>
              </a:endParaRPr>
            </a:p>
          </p:txBody>
        </p:sp>
        <p:sp>
          <p:nvSpPr>
            <p:cNvPr id="41" name="Rectangle 40">
              <a:extLst>
                <a:ext uri="{FF2B5EF4-FFF2-40B4-BE49-F238E27FC236}">
                  <a16:creationId xmlns:a16="http://schemas.microsoft.com/office/drawing/2014/main" id="{E4B243AB-7E9E-FE9A-82F6-92DDD6527396}"/>
                </a:ext>
              </a:extLst>
            </p:cNvPr>
            <p:cNvSpPr/>
            <p:nvPr/>
          </p:nvSpPr>
          <p:spPr>
            <a:xfrm>
              <a:off x="5152686" y="5905221"/>
              <a:ext cx="1076086" cy="388358"/>
            </a:xfrm>
            <a:prstGeom prst="rect">
              <a:avLst/>
            </a:prstGeom>
            <a:no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a:latin typeface="Calibri" panose="020F0502020204030204" pitchFamily="34" charset="0"/>
                  <a:cs typeface="Calibri" panose="020F0502020204030204" pitchFamily="34" charset="0"/>
                </a:rPr>
                <a:t>Right assets &amp; infra</a:t>
              </a:r>
              <a:endParaRPr lang="en-US" sz="1200" b="1">
                <a:latin typeface="Calibri" panose="020F0502020204030204" pitchFamily="34" charset="0"/>
                <a:cs typeface="Calibri" panose="020F0502020204030204" pitchFamily="34" charset="0"/>
              </a:endParaRPr>
            </a:p>
          </p:txBody>
        </p:sp>
        <p:sp>
          <p:nvSpPr>
            <p:cNvPr id="42" name="Rectangle 41">
              <a:extLst>
                <a:ext uri="{FF2B5EF4-FFF2-40B4-BE49-F238E27FC236}">
                  <a16:creationId xmlns:a16="http://schemas.microsoft.com/office/drawing/2014/main" id="{63A2C619-2195-4D7D-5C2D-7547EB7A9047}"/>
                </a:ext>
              </a:extLst>
            </p:cNvPr>
            <p:cNvSpPr/>
            <p:nvPr/>
          </p:nvSpPr>
          <p:spPr>
            <a:xfrm>
              <a:off x="7556717" y="4890741"/>
              <a:ext cx="1014290" cy="388357"/>
            </a:xfrm>
            <a:prstGeom prst="rect">
              <a:avLst/>
            </a:prstGeom>
            <a:no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200">
                  <a:latin typeface="Calibri" panose="020F0502020204030204" pitchFamily="34" charset="0"/>
                  <a:cs typeface="Calibri" panose="020F0502020204030204" pitchFamily="34" charset="0"/>
                </a:rPr>
                <a:t>VC Nodes</a:t>
              </a:r>
              <a:endParaRPr lang="en-US" sz="1200" b="1">
                <a:latin typeface="Calibri" panose="020F0502020204030204" pitchFamily="34" charset="0"/>
                <a:cs typeface="Calibri" panose="020F0502020204030204" pitchFamily="34" charset="0"/>
              </a:endParaRPr>
            </a:p>
          </p:txBody>
        </p:sp>
        <p:sp>
          <p:nvSpPr>
            <p:cNvPr id="43" name="Rectangle 42">
              <a:extLst>
                <a:ext uri="{FF2B5EF4-FFF2-40B4-BE49-F238E27FC236}">
                  <a16:creationId xmlns:a16="http://schemas.microsoft.com/office/drawing/2014/main" id="{6DC6EAE6-86DF-3E54-C5D0-E765816B0E08}"/>
                </a:ext>
              </a:extLst>
            </p:cNvPr>
            <p:cNvSpPr/>
            <p:nvPr/>
          </p:nvSpPr>
          <p:spPr>
            <a:xfrm>
              <a:off x="7494920" y="5387814"/>
              <a:ext cx="1076086" cy="388358"/>
            </a:xfrm>
            <a:prstGeom prst="rect">
              <a:avLst/>
            </a:prstGeom>
            <a:no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200">
                  <a:latin typeface="Calibri" panose="020F0502020204030204" pitchFamily="34" charset="0"/>
                  <a:cs typeface="Calibri" panose="020F0502020204030204" pitchFamily="34" charset="0"/>
                </a:rPr>
                <a:t>Tech Stack</a:t>
              </a:r>
              <a:endParaRPr lang="en-US" sz="1200" b="1">
                <a:latin typeface="Calibri" panose="020F0502020204030204" pitchFamily="34" charset="0"/>
                <a:cs typeface="Calibri" panose="020F0502020204030204" pitchFamily="34" charset="0"/>
              </a:endParaRPr>
            </a:p>
          </p:txBody>
        </p:sp>
        <p:sp>
          <p:nvSpPr>
            <p:cNvPr id="44" name="Rectangle 43">
              <a:extLst>
                <a:ext uri="{FF2B5EF4-FFF2-40B4-BE49-F238E27FC236}">
                  <a16:creationId xmlns:a16="http://schemas.microsoft.com/office/drawing/2014/main" id="{291D290B-BFC3-EF03-5A86-3FEBF2731219}"/>
                </a:ext>
              </a:extLst>
            </p:cNvPr>
            <p:cNvSpPr/>
            <p:nvPr/>
          </p:nvSpPr>
          <p:spPr>
            <a:xfrm>
              <a:off x="7535899" y="5928218"/>
              <a:ext cx="1076086" cy="388358"/>
            </a:xfrm>
            <a:prstGeom prst="rect">
              <a:avLst/>
            </a:prstGeom>
            <a:no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200" dirty="0">
                  <a:latin typeface="Calibri" panose="020F0502020204030204" pitchFamily="34" charset="0"/>
                  <a:cs typeface="Calibri" panose="020F0502020204030204" pitchFamily="34" charset="0"/>
                </a:rPr>
                <a:t>Organization &amp; Capability</a:t>
              </a:r>
            </a:p>
          </p:txBody>
        </p:sp>
      </p:grpSp>
      <p:grpSp>
        <p:nvGrpSpPr>
          <p:cNvPr id="52" name="Group 51">
            <a:extLst>
              <a:ext uri="{FF2B5EF4-FFF2-40B4-BE49-F238E27FC236}">
                <a16:creationId xmlns:a16="http://schemas.microsoft.com/office/drawing/2014/main" id="{1D47EA8C-6D13-D195-35A6-3C6B665CB5BA}"/>
              </a:ext>
            </a:extLst>
          </p:cNvPr>
          <p:cNvGrpSpPr/>
          <p:nvPr/>
        </p:nvGrpSpPr>
        <p:grpSpPr>
          <a:xfrm>
            <a:off x="8363459" y="1342570"/>
            <a:ext cx="3429000" cy="932565"/>
            <a:chOff x="5159829" y="1816825"/>
            <a:chExt cx="3429000" cy="932565"/>
          </a:xfrm>
        </p:grpSpPr>
        <p:sp>
          <p:nvSpPr>
            <p:cNvPr id="53" name="Rectangle 52">
              <a:extLst>
                <a:ext uri="{FF2B5EF4-FFF2-40B4-BE49-F238E27FC236}">
                  <a16:creationId xmlns:a16="http://schemas.microsoft.com/office/drawing/2014/main" id="{1322FDC5-1627-1299-8FBE-A7948184C309}"/>
                </a:ext>
              </a:extLst>
            </p:cNvPr>
            <p:cNvSpPr/>
            <p:nvPr/>
          </p:nvSpPr>
          <p:spPr>
            <a:xfrm>
              <a:off x="5159829" y="1816825"/>
              <a:ext cx="3429000" cy="853942"/>
            </a:xfrm>
            <a:prstGeom prst="rect">
              <a:avLst/>
            </a:prstGeom>
            <a:noFill/>
            <a:ln>
              <a:solidFill>
                <a:srgbClr val="C280DB"/>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dirty="0">
                  <a:latin typeface="Calibri" panose="020F0502020204030204" pitchFamily="34" charset="0"/>
                  <a:cs typeface="Calibri" panose="020F0502020204030204" pitchFamily="34" charset="0"/>
                </a:rPr>
                <a:t>Single point of aggregation from multiple firms with shared delivery routes &amp; fulfilling together </a:t>
              </a:r>
            </a:p>
            <a:p>
              <a:endParaRPr lang="en-US" sz="1200" dirty="0">
                <a:latin typeface="Calibri" panose="020F0502020204030204" pitchFamily="34" charset="0"/>
                <a:cs typeface="Calibri" panose="020F0502020204030204" pitchFamily="34" charset="0"/>
              </a:endParaRPr>
            </a:p>
            <a:p>
              <a:endParaRPr lang="en-US" sz="1200" dirty="0">
                <a:latin typeface="Calibri" panose="020F0502020204030204" pitchFamily="34" charset="0"/>
                <a:cs typeface="Calibri" panose="020F0502020204030204" pitchFamily="34" charset="0"/>
              </a:endParaRPr>
            </a:p>
          </p:txBody>
        </p:sp>
        <p:pic>
          <p:nvPicPr>
            <p:cNvPr id="54" name="Picture 53">
              <a:extLst>
                <a:ext uri="{FF2B5EF4-FFF2-40B4-BE49-F238E27FC236}">
                  <a16:creationId xmlns:a16="http://schemas.microsoft.com/office/drawing/2014/main" id="{7B274200-D34B-15FB-87A0-5F335CE85EC0}"/>
                </a:ext>
              </a:extLst>
            </p:cNvPr>
            <p:cNvPicPr>
              <a:picLocks noChangeAspect="1"/>
            </p:cNvPicPr>
            <p:nvPr/>
          </p:nvPicPr>
          <p:blipFill>
            <a:blip r:embed="rId26"/>
            <a:stretch>
              <a:fillRect/>
            </a:stretch>
          </p:blipFill>
          <p:spPr>
            <a:xfrm>
              <a:off x="5224090" y="2393417"/>
              <a:ext cx="753360" cy="227185"/>
            </a:xfrm>
            <a:prstGeom prst="rect">
              <a:avLst/>
            </a:prstGeom>
          </p:spPr>
        </p:pic>
        <p:pic>
          <p:nvPicPr>
            <p:cNvPr id="55" name="Picture 54">
              <a:extLst>
                <a:ext uri="{FF2B5EF4-FFF2-40B4-BE49-F238E27FC236}">
                  <a16:creationId xmlns:a16="http://schemas.microsoft.com/office/drawing/2014/main" id="{8EB613FA-C576-2408-8569-59F934643084}"/>
                </a:ext>
              </a:extLst>
            </p:cNvPr>
            <p:cNvPicPr>
              <a:picLocks noChangeAspect="1"/>
            </p:cNvPicPr>
            <p:nvPr/>
          </p:nvPicPr>
          <p:blipFill>
            <a:blip r:embed="rId27"/>
            <a:stretch>
              <a:fillRect/>
            </a:stretch>
          </p:blipFill>
          <p:spPr>
            <a:xfrm>
              <a:off x="7678753" y="2237387"/>
              <a:ext cx="790377" cy="444587"/>
            </a:xfrm>
            <a:prstGeom prst="rect">
              <a:avLst/>
            </a:prstGeom>
          </p:spPr>
        </p:pic>
        <p:pic>
          <p:nvPicPr>
            <p:cNvPr id="56" name="Picture 2" descr="Myntra Logo and symbol, meaning, history, PNG, brand">
              <a:extLst>
                <a:ext uri="{FF2B5EF4-FFF2-40B4-BE49-F238E27FC236}">
                  <a16:creationId xmlns:a16="http://schemas.microsoft.com/office/drawing/2014/main" id="{C0918DE3-C9BC-EFF4-D7C6-A30E290856EC}"/>
                </a:ext>
              </a:extLst>
            </p:cNvPr>
            <p:cNvPicPr>
              <a:picLocks noChangeAspect="1" noChangeArrowheads="1"/>
            </p:cNvPicPr>
            <p:nvPr/>
          </p:nvPicPr>
          <p:blipFill rotWithShape="1">
            <a:blip r:embed="rId28">
              <a:extLst>
                <a:ext uri="{28A0092B-C50C-407E-A947-70E740481C1C}">
                  <a14:useLocalDpi xmlns:a14="http://schemas.microsoft.com/office/drawing/2010/main" val="0"/>
                </a:ext>
              </a:extLst>
            </a:blip>
            <a:srcRect l="1775" t="20938" r="-3349" b="21654"/>
            <a:stretch/>
          </p:blipFill>
          <p:spPr bwMode="auto">
            <a:xfrm>
              <a:off x="6049769" y="2305584"/>
              <a:ext cx="1008638" cy="320659"/>
            </a:xfrm>
            <a:prstGeom prst="rect">
              <a:avLst/>
            </a:prstGeom>
            <a:noFill/>
            <a:extLst>
              <a:ext uri="{909E8E84-426E-40DD-AFC4-6F175D3DCCD1}">
                <a14:hiddenFill xmlns:a14="http://schemas.microsoft.com/office/drawing/2010/main">
                  <a:solidFill>
                    <a:srgbClr val="FFFFFF"/>
                  </a:solidFill>
                </a14:hiddenFill>
              </a:ext>
            </a:extLst>
          </p:spPr>
        </p:pic>
        <p:pic>
          <p:nvPicPr>
            <p:cNvPr id="57" name="Picture 56">
              <a:extLst>
                <a:ext uri="{FF2B5EF4-FFF2-40B4-BE49-F238E27FC236}">
                  <a16:creationId xmlns:a16="http://schemas.microsoft.com/office/drawing/2014/main" id="{12BF966D-EE17-A5D3-8C0C-187FADD899AC}"/>
                </a:ext>
              </a:extLst>
            </p:cNvPr>
            <p:cNvPicPr>
              <a:picLocks noChangeAspect="1"/>
            </p:cNvPicPr>
            <p:nvPr/>
          </p:nvPicPr>
          <p:blipFill>
            <a:blip r:embed="rId29"/>
            <a:stretch>
              <a:fillRect/>
            </a:stretch>
          </p:blipFill>
          <p:spPr>
            <a:xfrm>
              <a:off x="7053888" y="2194085"/>
              <a:ext cx="555305" cy="555305"/>
            </a:xfrm>
            <a:prstGeom prst="rect">
              <a:avLst/>
            </a:prstGeom>
          </p:spPr>
        </p:pic>
      </p:grpSp>
      <p:sp>
        <p:nvSpPr>
          <p:cNvPr id="58" name="Rectangle 57">
            <a:extLst>
              <a:ext uri="{FF2B5EF4-FFF2-40B4-BE49-F238E27FC236}">
                <a16:creationId xmlns:a16="http://schemas.microsoft.com/office/drawing/2014/main" id="{BC422AFE-875F-B8A9-73A3-1DB9025AD3D4}"/>
              </a:ext>
            </a:extLst>
          </p:cNvPr>
          <p:cNvSpPr/>
          <p:nvPr/>
        </p:nvSpPr>
        <p:spPr>
          <a:xfrm>
            <a:off x="8328165" y="590376"/>
            <a:ext cx="3511199" cy="5286837"/>
          </a:xfrm>
          <a:prstGeom prst="rect">
            <a:avLst/>
          </a:prstGeom>
          <a:noFill/>
          <a:ln w="1905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76200" bIns="76200" rtlCol="0" anchor="ctr"/>
          <a:lstStyle/>
          <a:p>
            <a:pPr algn="ctr"/>
            <a:endParaRPr lang="en-US" sz="1500">
              <a:latin typeface="Calibri" panose="020F0502020204030204" pitchFamily="34" charset="0"/>
              <a:cs typeface="Calibri" panose="020F0502020204030204" pitchFamily="34" charset="0"/>
            </a:endParaRPr>
          </a:p>
        </p:txBody>
      </p:sp>
      <p:sp>
        <p:nvSpPr>
          <p:cNvPr id="59" name="Rectangle 58">
            <a:extLst>
              <a:ext uri="{FF2B5EF4-FFF2-40B4-BE49-F238E27FC236}">
                <a16:creationId xmlns:a16="http://schemas.microsoft.com/office/drawing/2014/main" id="{571B3142-5B58-4B95-765D-EDBAEE776205}"/>
              </a:ext>
            </a:extLst>
          </p:cNvPr>
          <p:cNvSpPr/>
          <p:nvPr/>
        </p:nvSpPr>
        <p:spPr>
          <a:xfrm>
            <a:off x="8565407" y="480127"/>
            <a:ext cx="2999806" cy="206246"/>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latin typeface="Calibri" panose="020F0502020204030204" pitchFamily="34" charset="0"/>
                <a:cs typeface="Calibri" panose="020F0502020204030204" pitchFamily="34" charset="0"/>
              </a:rPr>
              <a:t>Win through growth potential </a:t>
            </a:r>
          </a:p>
        </p:txBody>
      </p:sp>
      <p:pic>
        <p:nvPicPr>
          <p:cNvPr id="20" name="Picture 19" descr="A colorful logo with a green and blue half circle&#10;&#10;Description automatically generated with medium confidence">
            <a:extLst>
              <a:ext uri="{FF2B5EF4-FFF2-40B4-BE49-F238E27FC236}">
                <a16:creationId xmlns:a16="http://schemas.microsoft.com/office/drawing/2014/main" id="{2C79C229-72A3-A0C7-198B-4F55431D9F0B}"/>
              </a:ext>
            </a:extLst>
          </p:cNvPr>
          <p:cNvPicPr>
            <a:picLocks noChangeAspect="1"/>
          </p:cNvPicPr>
          <p:nvPr/>
        </p:nvPicPr>
        <p:blipFill rotWithShape="1">
          <a:blip r:embed="rId30"/>
          <a:srcRect l="20168" t="6651" r="53586" b="62128"/>
          <a:stretch/>
        </p:blipFill>
        <p:spPr>
          <a:xfrm>
            <a:off x="1567542" y="480834"/>
            <a:ext cx="2039954" cy="1282298"/>
          </a:xfrm>
          <a:prstGeom prst="rect">
            <a:avLst/>
          </a:prstGeom>
        </p:spPr>
      </p:pic>
    </p:spTree>
    <p:extLst>
      <p:ext uri="{BB962C8B-B14F-4D97-AF65-F5344CB8AC3E}">
        <p14:creationId xmlns:p14="http://schemas.microsoft.com/office/powerpoint/2010/main" val="3745749011"/>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2.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3.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4.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5.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6.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7.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8.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9.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10.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11.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12.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13.xml><?xml version="1.0" encoding="utf-8"?>
<p:tagLst xmlns:a="http://schemas.openxmlformats.org/drawingml/2006/main" xmlns:r="http://schemas.openxmlformats.org/officeDocument/2006/relationships" xmlns:p="http://schemas.openxmlformats.org/presentationml/2006/main">
  <p:tag name="NUM" val="40"/>
</p:tagLst>
</file>

<file path=ppt/tags/tag14.xml><?xml version="1.0" encoding="utf-8"?>
<p:tagLst xmlns:a="http://schemas.openxmlformats.org/drawingml/2006/main" xmlns:r="http://schemas.openxmlformats.org/officeDocument/2006/relationships" xmlns:p="http://schemas.openxmlformats.org/presentationml/2006/main">
  <p:tag name="NUM" val="55"/>
</p:tagLst>
</file>

<file path=ppt/tags/tag15.xml><?xml version="1.0" encoding="utf-8"?>
<p:tagLst xmlns:a="http://schemas.openxmlformats.org/drawingml/2006/main" xmlns:r="http://schemas.openxmlformats.org/officeDocument/2006/relationships" xmlns:p="http://schemas.openxmlformats.org/presentationml/2006/main">
  <p:tag name="NUM" val="48"/>
</p:tagLst>
</file>

<file path=ppt/tags/tag16.xml><?xml version="1.0" encoding="utf-8"?>
<p:tagLst xmlns:a="http://schemas.openxmlformats.org/drawingml/2006/main" xmlns:r="http://schemas.openxmlformats.org/officeDocument/2006/relationships" xmlns:p="http://schemas.openxmlformats.org/presentationml/2006/main">
  <p:tag name="NUM" val="7"/>
</p:tagLst>
</file>

<file path=ppt/tags/tag17.xml><?xml version="1.0" encoding="utf-8"?>
<p:tagLst xmlns:a="http://schemas.openxmlformats.org/drawingml/2006/main" xmlns:r="http://schemas.openxmlformats.org/officeDocument/2006/relationships" xmlns:p="http://schemas.openxmlformats.org/presentationml/2006/main">
  <p:tag name="NUM" val="7"/>
</p:tagLst>
</file>

<file path=ppt/tags/tag18.xml><?xml version="1.0" encoding="utf-8"?>
<p:tagLst xmlns:a="http://schemas.openxmlformats.org/drawingml/2006/main" xmlns:r="http://schemas.openxmlformats.org/officeDocument/2006/relationships" xmlns:p="http://schemas.openxmlformats.org/presentationml/2006/main">
  <p:tag name="NUM" val="7"/>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BCG_MODE" val="Documentation"/>
  <p:tag name="BCG_DESIGN" val="Four column green"/>
  <p:tag name="EE4P_LAYOUT_ID" val="D"/>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24.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25.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26.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xHmHje8PTdmNF.gcZsfRGg"/>
</p:tagLst>
</file>

<file path=ppt/tags/tag28.xml><?xml version="1.0" encoding="utf-8"?>
<p:tagLst xmlns:a="http://schemas.openxmlformats.org/drawingml/2006/main" xmlns:r="http://schemas.openxmlformats.org/officeDocument/2006/relationships" xmlns:p="http://schemas.openxmlformats.org/presentationml/2006/main">
  <p:tag name="NUM" val="7"/>
</p:tagLst>
</file>

<file path=ppt/tags/tag29.xml><?xml version="1.0" encoding="utf-8"?>
<p:tagLst xmlns:a="http://schemas.openxmlformats.org/drawingml/2006/main" xmlns:r="http://schemas.openxmlformats.org/officeDocument/2006/relationships" xmlns:p="http://schemas.openxmlformats.org/presentationml/2006/main">
  <p:tag name="NUM" val="7"/>
</p:tagLst>
</file>

<file path=ppt/tags/tag30.xml><?xml version="1.0" encoding="utf-8"?>
<p:tagLst xmlns:a="http://schemas.openxmlformats.org/drawingml/2006/main" xmlns:r="http://schemas.openxmlformats.org/officeDocument/2006/relationships" xmlns:p="http://schemas.openxmlformats.org/presentationml/2006/main">
  <p:tag name="NUM" val="7"/>
</p:tagLst>
</file>

<file path=ppt/tags/tag31.xml><?xml version="1.0" encoding="utf-8"?>
<p:tagLst xmlns:a="http://schemas.openxmlformats.org/drawingml/2006/main" xmlns:r="http://schemas.openxmlformats.org/officeDocument/2006/relationships" xmlns:p="http://schemas.openxmlformats.org/presentationml/2006/main">
  <p:tag name="NUM" val="7"/>
</p:tagLst>
</file>

<file path=ppt/tags/tag32.xml><?xml version="1.0" encoding="utf-8"?>
<p:tagLst xmlns:a="http://schemas.openxmlformats.org/drawingml/2006/main" xmlns:r="http://schemas.openxmlformats.org/officeDocument/2006/relationships" xmlns:p="http://schemas.openxmlformats.org/presentationml/2006/main">
  <p:tag name="NUM" val="7"/>
</p:tagLst>
</file>

<file path=ppt/tags/tag33.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34.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35.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36.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37.xml><?xml version="1.0" encoding="utf-8"?>
<p:tagLst xmlns:a="http://schemas.openxmlformats.org/drawingml/2006/main" xmlns:r="http://schemas.openxmlformats.org/officeDocument/2006/relationships" xmlns:p="http://schemas.openxmlformats.org/presentationml/2006/main">
  <p:tag name="NUM" val="7"/>
</p:tagLst>
</file>

<file path=ppt/tags/tag38.xml><?xml version="1.0" encoding="utf-8"?>
<p:tagLst xmlns:a="http://schemas.openxmlformats.org/drawingml/2006/main" xmlns:r="http://schemas.openxmlformats.org/officeDocument/2006/relationships" xmlns:p="http://schemas.openxmlformats.org/presentationml/2006/main">
  <p:tag name="NUM" val="7"/>
</p:tagLst>
</file>

<file path=ppt/tags/tag39.xml><?xml version="1.0" encoding="utf-8"?>
<p:tagLst xmlns:a="http://schemas.openxmlformats.org/drawingml/2006/main" xmlns:r="http://schemas.openxmlformats.org/officeDocument/2006/relationships" xmlns:p="http://schemas.openxmlformats.org/presentationml/2006/main">
  <p:tag name="NUM" val="7"/>
</p:tagLst>
</file>

<file path=ppt/tags/tag40.xml><?xml version="1.0" encoding="utf-8"?>
<p:tagLst xmlns:a="http://schemas.openxmlformats.org/drawingml/2006/main" xmlns:r="http://schemas.openxmlformats.org/officeDocument/2006/relationships" xmlns:p="http://schemas.openxmlformats.org/presentationml/2006/main">
  <p:tag name="NUM" val="7"/>
</p:tagLst>
</file>

<file path=ppt/tags/tag41.xml><?xml version="1.0" encoding="utf-8"?>
<p:tagLst xmlns:a="http://schemas.openxmlformats.org/drawingml/2006/main" xmlns:r="http://schemas.openxmlformats.org/officeDocument/2006/relationships" xmlns:p="http://schemas.openxmlformats.org/presentationml/2006/main">
  <p:tag name="NUM" val="7"/>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36</TotalTime>
  <Words>7869</Words>
  <Application>Microsoft Office PowerPoint</Application>
  <PresentationFormat>Widescreen</PresentationFormat>
  <Paragraphs>1847</Paragraphs>
  <Slides>46</Slides>
  <Notes>25</Notes>
  <HiddenSlides>4</HiddenSlides>
  <MMClips>0</MMClips>
  <ScaleCrop>false</ScaleCrop>
  <HeadingPairs>
    <vt:vector size="8" baseType="variant">
      <vt:variant>
        <vt:lpstr>Fonts Used</vt:lpstr>
      </vt:variant>
      <vt:variant>
        <vt:i4>13</vt:i4>
      </vt:variant>
      <vt:variant>
        <vt:lpstr>Theme</vt:lpstr>
      </vt:variant>
      <vt:variant>
        <vt:i4>1</vt:i4>
      </vt:variant>
      <vt:variant>
        <vt:lpstr>Embedded OLE Servers</vt:lpstr>
      </vt:variant>
      <vt:variant>
        <vt:i4>1</vt:i4>
      </vt:variant>
      <vt:variant>
        <vt:lpstr>Slide Titles</vt:lpstr>
      </vt:variant>
      <vt:variant>
        <vt:i4>46</vt:i4>
      </vt:variant>
    </vt:vector>
  </HeadingPairs>
  <TitlesOfParts>
    <vt:vector size="61" baseType="lpstr">
      <vt:lpstr>Arial</vt:lpstr>
      <vt:lpstr>Arial MT</vt:lpstr>
      <vt:lpstr>Calibri</vt:lpstr>
      <vt:lpstr>Calibri Light</vt:lpstr>
      <vt:lpstr>Graphik</vt:lpstr>
      <vt:lpstr>Graphik Regular</vt:lpstr>
      <vt:lpstr>Graphik Semibold</vt:lpstr>
      <vt:lpstr>Roboto Medium</vt:lpstr>
      <vt:lpstr>Times</vt:lpstr>
      <vt:lpstr>Times New Roman</vt:lpstr>
      <vt:lpstr>Trebuchet MS</vt:lpstr>
      <vt:lpstr>Verdana</vt:lpstr>
      <vt:lpstr>Wingdings 2</vt:lpstr>
      <vt:lpstr>Office Theme</vt:lpstr>
      <vt:lpstr>think-cell Slide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Ranking elements</vt:lpstr>
      <vt:lpstr>Title</vt:lpstr>
      <vt:lpstr>3D target</vt:lpstr>
      <vt:lpstr>Stacked levels</vt:lpstr>
      <vt:lpstr>Salma: Mawdoo3's leading Arabic-first voice-based virtual assistant</vt:lpstr>
      <vt:lpstr>WebMD: leading provider of health information and services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Use our editable graphic resources...</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cons</vt:lpstr>
      <vt:lpstr>PowerPoint Presentation</vt:lpstr>
      <vt:lpstr>SEO &amp; Marketing Icons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KRIPI BADONIA</dc:creator>
  <cp:lastModifiedBy>SHIVAM PATHAK</cp:lastModifiedBy>
  <cp:revision>1</cp:revision>
  <dcterms:created xsi:type="dcterms:W3CDTF">2023-09-14T09:35:07Z</dcterms:created>
  <dcterms:modified xsi:type="dcterms:W3CDTF">2023-09-20T20:56:57Z</dcterms:modified>
</cp:coreProperties>
</file>